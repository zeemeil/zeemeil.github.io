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vml" ContentType="application/vnd.openxmlformats-officedocument.vmlDrawing"/>
  <Default Extension="wdp" ContentType="image/vnd.ms-photo"/>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tags/tag342.xml" ContentType="application/vnd.openxmlformats-officedocument.presentationml.tags+xml"/>
  <Override PartName="/ppt/tags/tag343.xml" ContentType="application/vnd.openxmlformats-officedocument.presentationml.tags+xml"/>
  <Override PartName="/ppt/tags/tag344.xml" ContentType="application/vnd.openxmlformats-officedocument.presentationml.tags+xml"/>
  <Override PartName="/ppt/tags/tag345.xml" ContentType="application/vnd.openxmlformats-officedocument.presentationml.tags+xml"/>
  <Override PartName="/ppt/tags/tag346.xml" ContentType="application/vnd.openxmlformats-officedocument.presentationml.tags+xml"/>
  <Override PartName="/ppt/tags/tag347.xml" ContentType="application/vnd.openxmlformats-officedocument.presentationml.tags+xml"/>
  <Override PartName="/ppt/tags/tag348.xml" ContentType="application/vnd.openxmlformats-officedocument.presentationml.tags+xml"/>
  <Override PartName="/ppt/tags/tag349.xml" ContentType="application/vnd.openxmlformats-officedocument.presentationml.tags+xml"/>
  <Override PartName="/ppt/tags/tag350.xml" ContentType="application/vnd.openxmlformats-officedocument.presentationml.tags+xml"/>
  <Override PartName="/ppt/tags/tag351.xml" ContentType="application/vnd.openxmlformats-officedocument.presentationml.tags+xml"/>
  <Override PartName="/ppt/tags/tag352.xml" ContentType="application/vnd.openxmlformats-officedocument.presentationml.tags+xml"/>
  <Override PartName="/ppt/tags/tag353.xml" ContentType="application/vnd.openxmlformats-officedocument.presentationml.tags+xml"/>
  <Override PartName="/ppt/tags/tag354.xml" ContentType="application/vnd.openxmlformats-officedocument.presentationml.tags+xml"/>
  <Override PartName="/ppt/tags/tag355.xml" ContentType="application/vnd.openxmlformats-officedocument.presentationml.tags+xml"/>
  <Override PartName="/ppt/tags/tag356.xml" ContentType="application/vnd.openxmlformats-officedocument.presentationml.tags+xml"/>
  <Override PartName="/ppt/tags/tag357.xml" ContentType="application/vnd.openxmlformats-officedocument.presentationml.tags+xml"/>
  <Override PartName="/ppt/tags/tag358.xml" ContentType="application/vnd.openxmlformats-officedocument.presentationml.tags+xml"/>
  <Override PartName="/ppt/tags/tag359.xml" ContentType="application/vnd.openxmlformats-officedocument.presentationml.tags+xml"/>
  <Override PartName="/ppt/tags/tag360.xml" ContentType="application/vnd.openxmlformats-officedocument.presentationml.tags+xml"/>
  <Override PartName="/ppt/tags/tag361.xml" ContentType="application/vnd.openxmlformats-officedocument.presentationml.tags+xml"/>
  <Override PartName="/ppt/tags/tag362.xml" ContentType="application/vnd.openxmlformats-officedocument.presentationml.tags+xml"/>
  <Override PartName="/ppt/tags/tag363.xml" ContentType="application/vnd.openxmlformats-officedocument.presentationml.tags+xml"/>
  <Override PartName="/ppt/tags/tag364.xml" ContentType="application/vnd.openxmlformats-officedocument.presentationml.tags+xml"/>
  <Override PartName="/ppt/tags/tag365.xml" ContentType="application/vnd.openxmlformats-officedocument.presentationml.tags+xml"/>
  <Override PartName="/ppt/tags/tag366.xml" ContentType="application/vnd.openxmlformats-officedocument.presentationml.tags+xml"/>
  <Override PartName="/ppt/tags/tag367.xml" ContentType="application/vnd.openxmlformats-officedocument.presentationml.tags+xml"/>
  <Override PartName="/ppt/tags/tag368.xml" ContentType="application/vnd.openxmlformats-officedocument.presentationml.tags+xml"/>
  <Override PartName="/ppt/tags/tag369.xml" ContentType="application/vnd.openxmlformats-officedocument.presentationml.tags+xml"/>
  <Override PartName="/ppt/tags/tag370.xml" ContentType="application/vnd.openxmlformats-officedocument.presentationml.tags+xml"/>
  <Override PartName="/ppt/tags/tag371.xml" ContentType="application/vnd.openxmlformats-officedocument.presentationml.tags+xml"/>
  <Override PartName="/ppt/tags/tag372.xml" ContentType="application/vnd.openxmlformats-officedocument.presentationml.tags+xml"/>
  <Override PartName="/ppt/tags/tag373.xml" ContentType="application/vnd.openxmlformats-officedocument.presentationml.tags+xml"/>
  <Override PartName="/ppt/tags/tag374.xml" ContentType="application/vnd.openxmlformats-officedocument.presentationml.tags+xml"/>
  <Override PartName="/ppt/tags/tag375.xml" ContentType="application/vnd.openxmlformats-officedocument.presentationml.tags+xml"/>
  <Override PartName="/ppt/tags/tag376.xml" ContentType="application/vnd.openxmlformats-officedocument.presentationml.tags+xml"/>
  <Override PartName="/ppt/tags/tag377.xml" ContentType="application/vnd.openxmlformats-officedocument.presentationml.tags+xml"/>
  <Override PartName="/ppt/tags/tag378.xml" ContentType="application/vnd.openxmlformats-officedocument.presentationml.tags+xml"/>
  <Override PartName="/ppt/tags/tag379.xml" ContentType="application/vnd.openxmlformats-officedocument.presentationml.tags+xml"/>
  <Override PartName="/ppt/tags/tag380.xml" ContentType="application/vnd.openxmlformats-officedocument.presentationml.tags+xml"/>
  <Override PartName="/ppt/tags/tag381.xml" ContentType="application/vnd.openxmlformats-officedocument.presentationml.tags+xml"/>
  <Override PartName="/ppt/tags/tag382.xml" ContentType="application/vnd.openxmlformats-officedocument.presentationml.tags+xml"/>
  <Override PartName="/ppt/tags/tag383.xml" ContentType="application/vnd.openxmlformats-officedocument.presentationml.tags+xml"/>
  <Override PartName="/ppt/tags/tag384.xml" ContentType="application/vnd.openxmlformats-officedocument.presentationml.tags+xml"/>
  <Override PartName="/ppt/tags/tag385.xml" ContentType="application/vnd.openxmlformats-officedocument.presentationml.tags+xml"/>
  <Override PartName="/ppt/tags/tag386.xml" ContentType="application/vnd.openxmlformats-officedocument.presentationml.tags+xml"/>
  <Override PartName="/ppt/tags/tag387.xml" ContentType="application/vnd.openxmlformats-officedocument.presentationml.tags+xml"/>
  <Override PartName="/ppt/tags/tag388.xml" ContentType="application/vnd.openxmlformats-officedocument.presentationml.tags+xml"/>
  <Override PartName="/ppt/tags/tag389.xml" ContentType="application/vnd.openxmlformats-officedocument.presentationml.tags+xml"/>
  <Override PartName="/ppt/tags/tag390.xml" ContentType="application/vnd.openxmlformats-officedocument.presentationml.tags+xml"/>
  <Override PartName="/ppt/tags/tag391.xml" ContentType="application/vnd.openxmlformats-officedocument.presentationml.tags+xml"/>
  <Override PartName="/ppt/tags/tag392.xml" ContentType="application/vnd.openxmlformats-officedocument.presentationml.tags+xml"/>
  <Override PartName="/ppt/tags/tag393.xml" ContentType="application/vnd.openxmlformats-officedocument.presentationml.tags+xml"/>
  <Override PartName="/ppt/tags/tag394.xml" ContentType="application/vnd.openxmlformats-officedocument.presentationml.tags+xml"/>
  <Override PartName="/ppt/tags/tag395.xml" ContentType="application/vnd.openxmlformats-officedocument.presentationml.tags+xml"/>
  <Override PartName="/ppt/tags/tag396.xml" ContentType="application/vnd.openxmlformats-officedocument.presentationml.tags+xml"/>
  <Override PartName="/ppt/tags/tag397.xml" ContentType="application/vnd.openxmlformats-officedocument.presentationml.tags+xml"/>
  <Override PartName="/ppt/tags/tag398.xml" ContentType="application/vnd.openxmlformats-officedocument.presentationml.tags+xml"/>
  <Override PartName="/ppt/tags/tag399.xml" ContentType="application/vnd.openxmlformats-officedocument.presentationml.tags+xml"/>
  <Override PartName="/ppt/tags/tag400.xml" ContentType="application/vnd.openxmlformats-officedocument.presentationml.tags+xml"/>
  <Override PartName="/ppt/tags/tag401.xml" ContentType="application/vnd.openxmlformats-officedocument.presentationml.tags+xml"/>
  <Override PartName="/ppt/tags/tag402.xml" ContentType="application/vnd.openxmlformats-officedocument.presentationml.tags+xml"/>
  <Override PartName="/ppt/tags/tag403.xml" ContentType="application/vnd.openxmlformats-officedocument.presentationml.tags+xml"/>
  <Override PartName="/ppt/tags/tag404.xml" ContentType="application/vnd.openxmlformats-officedocument.presentationml.tags+xml"/>
  <Override PartName="/ppt/tags/tag405.xml" ContentType="application/vnd.openxmlformats-officedocument.presentationml.tags+xml"/>
  <Override PartName="/ppt/tags/tag406.xml" ContentType="application/vnd.openxmlformats-officedocument.presentationml.tags+xml"/>
  <Override PartName="/ppt/tags/tag407.xml" ContentType="application/vnd.openxmlformats-officedocument.presentationml.tags+xml"/>
  <Override PartName="/ppt/tags/tag408.xml" ContentType="application/vnd.openxmlformats-officedocument.presentationml.tags+xml"/>
  <Override PartName="/ppt/tags/tag409.xml" ContentType="application/vnd.openxmlformats-officedocument.presentationml.tags+xml"/>
  <Override PartName="/ppt/tags/tag410.xml" ContentType="application/vnd.openxmlformats-officedocument.presentationml.tags+xml"/>
  <Override PartName="/ppt/tags/tag411.xml" ContentType="application/vnd.openxmlformats-officedocument.presentationml.tags+xml"/>
  <Override PartName="/ppt/tags/tag412.xml" ContentType="application/vnd.openxmlformats-officedocument.presentationml.tags+xml"/>
  <Override PartName="/ppt/tags/tag413.xml" ContentType="application/vnd.openxmlformats-officedocument.presentationml.tags+xml"/>
  <Override PartName="/ppt/tags/tag414.xml" ContentType="application/vnd.openxmlformats-officedocument.presentationml.tags+xml"/>
  <Override PartName="/ppt/tags/tag415.xml" ContentType="application/vnd.openxmlformats-officedocument.presentationml.tags+xml"/>
  <Override PartName="/ppt/tags/tag416.xml" ContentType="application/vnd.openxmlformats-officedocument.presentationml.tags+xml"/>
  <Override PartName="/ppt/tags/tag417.xml" ContentType="application/vnd.openxmlformats-officedocument.presentationml.tags+xml"/>
  <Override PartName="/ppt/tags/tag418.xml" ContentType="application/vnd.openxmlformats-officedocument.presentationml.tags+xml"/>
  <Override PartName="/ppt/tags/tag419.xml" ContentType="application/vnd.openxmlformats-officedocument.presentationml.tags+xml"/>
  <Override PartName="/ppt/tags/tag420.xml" ContentType="application/vnd.openxmlformats-officedocument.presentationml.tags+xml"/>
  <Override PartName="/ppt/tags/tag421.xml" ContentType="application/vnd.openxmlformats-officedocument.presentationml.tags+xml"/>
  <Override PartName="/ppt/tags/tag422.xml" ContentType="application/vnd.openxmlformats-officedocument.presentationml.tags+xml"/>
  <Override PartName="/ppt/tags/tag423.xml" ContentType="application/vnd.openxmlformats-officedocument.presentationml.tags+xml"/>
  <Override PartName="/ppt/tags/tag424.xml" ContentType="application/vnd.openxmlformats-officedocument.presentationml.tags+xml"/>
  <Override PartName="/ppt/tags/tag425.xml" ContentType="application/vnd.openxmlformats-officedocument.presentationml.tags+xml"/>
  <Override PartName="/ppt/tags/tag426.xml" ContentType="application/vnd.openxmlformats-officedocument.presentationml.tags+xml"/>
  <Override PartName="/ppt/tags/tag427.xml" ContentType="application/vnd.openxmlformats-officedocument.presentationml.tags+xml"/>
  <Override PartName="/ppt/tags/tag428.xml" ContentType="application/vnd.openxmlformats-officedocument.presentationml.tags+xml"/>
  <Override PartName="/ppt/tags/tag429.xml" ContentType="application/vnd.openxmlformats-officedocument.presentationml.tags+xml"/>
  <Override PartName="/ppt/tags/tag430.xml" ContentType="application/vnd.openxmlformats-officedocument.presentationml.tags+xml"/>
  <Override PartName="/ppt/tags/tag431.xml" ContentType="application/vnd.openxmlformats-officedocument.presentationml.tags+xml"/>
  <Override PartName="/ppt/tags/tag432.xml" ContentType="application/vnd.openxmlformats-officedocument.presentationml.tags+xml"/>
  <Override PartName="/ppt/tags/tag433.xml" ContentType="application/vnd.openxmlformats-officedocument.presentationml.tags+xml"/>
  <Override PartName="/ppt/tags/tag434.xml" ContentType="application/vnd.openxmlformats-officedocument.presentationml.tags+xml"/>
  <Override PartName="/ppt/tags/tag435.xml" ContentType="application/vnd.openxmlformats-officedocument.presentationml.tags+xml"/>
  <Override PartName="/ppt/tags/tag436.xml" ContentType="application/vnd.openxmlformats-officedocument.presentationml.tags+xml"/>
  <Override PartName="/ppt/tags/tag437.xml" ContentType="application/vnd.openxmlformats-officedocument.presentationml.tags+xml"/>
  <Override PartName="/ppt/tags/tag438.xml" ContentType="application/vnd.openxmlformats-officedocument.presentationml.tags+xml"/>
  <Override PartName="/ppt/tags/tag439.xml" ContentType="application/vnd.openxmlformats-officedocument.presentationml.tags+xml"/>
  <Override PartName="/ppt/tags/tag440.xml" ContentType="application/vnd.openxmlformats-officedocument.presentationml.tags+xml"/>
  <Override PartName="/ppt/tags/tag441.xml" ContentType="application/vnd.openxmlformats-officedocument.presentationml.tags+xml"/>
  <Override PartName="/ppt/tags/tag442.xml" ContentType="application/vnd.openxmlformats-officedocument.presentationml.tags+xml"/>
  <Override PartName="/ppt/tags/tag443.xml" ContentType="application/vnd.openxmlformats-officedocument.presentationml.tags+xml"/>
  <Override PartName="/ppt/tags/tag444.xml" ContentType="application/vnd.openxmlformats-officedocument.presentationml.tags+xml"/>
  <Override PartName="/ppt/tags/tag445.xml" ContentType="application/vnd.openxmlformats-officedocument.presentationml.tags+xml"/>
  <Override PartName="/ppt/tags/tag446.xml" ContentType="application/vnd.openxmlformats-officedocument.presentationml.tags+xml"/>
  <Override PartName="/ppt/tags/tag447.xml" ContentType="application/vnd.openxmlformats-officedocument.presentationml.tags+xml"/>
  <Override PartName="/ppt/tags/tag448.xml" ContentType="application/vnd.openxmlformats-officedocument.presentationml.tags+xml"/>
  <Override PartName="/ppt/tags/tag449.xml" ContentType="application/vnd.openxmlformats-officedocument.presentationml.tags+xml"/>
  <Override PartName="/ppt/tags/tag450.xml" ContentType="application/vnd.openxmlformats-officedocument.presentationml.tags+xml"/>
  <Override PartName="/ppt/tags/tag451.xml" ContentType="application/vnd.openxmlformats-officedocument.presentationml.tags+xml"/>
  <Override PartName="/ppt/tags/tag452.xml" ContentType="application/vnd.openxmlformats-officedocument.presentationml.tags+xml"/>
  <Override PartName="/ppt/tags/tag453.xml" ContentType="application/vnd.openxmlformats-officedocument.presentationml.tags+xml"/>
  <Override PartName="/ppt/tags/tag454.xml" ContentType="application/vnd.openxmlformats-officedocument.presentationml.tags+xml"/>
  <Override PartName="/ppt/tags/tag455.xml" ContentType="application/vnd.openxmlformats-officedocument.presentationml.tags+xml"/>
  <Override PartName="/ppt/tags/tag456.xml" ContentType="application/vnd.openxmlformats-officedocument.presentationml.tags+xml"/>
  <Override PartName="/ppt/tags/tag457.xml" ContentType="application/vnd.openxmlformats-officedocument.presentationml.tags+xml"/>
  <Override PartName="/ppt/tags/tag458.xml" ContentType="application/vnd.openxmlformats-officedocument.presentationml.tags+xml"/>
  <Override PartName="/ppt/tags/tag459.xml" ContentType="application/vnd.openxmlformats-officedocument.presentationml.tags+xml"/>
  <Override PartName="/ppt/tags/tag460.xml" ContentType="application/vnd.openxmlformats-officedocument.presentationml.tags+xml"/>
  <Override PartName="/ppt/tags/tag461.xml" ContentType="application/vnd.openxmlformats-officedocument.presentationml.tags+xml"/>
  <Override PartName="/ppt/tags/tag462.xml" ContentType="application/vnd.openxmlformats-officedocument.presentationml.tags+xml"/>
  <Override PartName="/ppt/tags/tag463.xml" ContentType="application/vnd.openxmlformats-officedocument.presentationml.tags+xml"/>
  <Override PartName="/ppt/tags/tag464.xml" ContentType="application/vnd.openxmlformats-officedocument.presentationml.tags+xml"/>
  <Override PartName="/ppt/tags/tag465.xml" ContentType="application/vnd.openxmlformats-officedocument.presentationml.tags+xml"/>
  <Override PartName="/ppt/tags/tag466.xml" ContentType="application/vnd.openxmlformats-officedocument.presentationml.tags+xml"/>
  <Override PartName="/ppt/tags/tag467.xml" ContentType="application/vnd.openxmlformats-officedocument.presentationml.tags+xml"/>
  <Override PartName="/ppt/tags/tag468.xml" ContentType="application/vnd.openxmlformats-officedocument.presentationml.tags+xml"/>
  <Override PartName="/ppt/tags/tag469.xml" ContentType="application/vnd.openxmlformats-officedocument.presentationml.tags+xml"/>
  <Override PartName="/ppt/tags/tag470.xml" ContentType="application/vnd.openxmlformats-officedocument.presentationml.tags+xml"/>
  <Override PartName="/ppt/tags/tag471.xml" ContentType="application/vnd.openxmlformats-officedocument.presentationml.tags+xml"/>
  <Override PartName="/ppt/tags/tag472.xml" ContentType="application/vnd.openxmlformats-officedocument.presentationml.tags+xml"/>
  <Override PartName="/ppt/tags/tag473.xml" ContentType="application/vnd.openxmlformats-officedocument.presentationml.tags+xml"/>
  <Override PartName="/ppt/tags/tag474.xml" ContentType="application/vnd.openxmlformats-officedocument.presentationml.tags+xml"/>
  <Override PartName="/ppt/tags/tag475.xml" ContentType="application/vnd.openxmlformats-officedocument.presentationml.tags+xml"/>
  <Override PartName="/ppt/tags/tag476.xml" ContentType="application/vnd.openxmlformats-officedocument.presentationml.tags+xml"/>
  <Override PartName="/ppt/tags/tag477.xml" ContentType="application/vnd.openxmlformats-officedocument.presentationml.tags+xml"/>
  <Override PartName="/ppt/tags/tag478.xml" ContentType="application/vnd.openxmlformats-officedocument.presentationml.tags+xml"/>
  <Override PartName="/ppt/tags/tag479.xml" ContentType="application/vnd.openxmlformats-officedocument.presentationml.tags+xml"/>
  <Override PartName="/ppt/tags/tag480.xml" ContentType="application/vnd.openxmlformats-officedocument.presentationml.tags+xml"/>
  <Override PartName="/ppt/tags/tag481.xml" ContentType="application/vnd.openxmlformats-officedocument.presentationml.tags+xml"/>
  <Override PartName="/ppt/tags/tag482.xml" ContentType="application/vnd.openxmlformats-officedocument.presentationml.tags+xml"/>
  <Override PartName="/ppt/tags/tag483.xml" ContentType="application/vnd.openxmlformats-officedocument.presentationml.tags+xml"/>
  <Override PartName="/ppt/tags/tag484.xml" ContentType="application/vnd.openxmlformats-officedocument.presentationml.tags+xml"/>
  <Override PartName="/ppt/tags/tag485.xml" ContentType="application/vnd.openxmlformats-officedocument.presentationml.tags+xml"/>
  <Override PartName="/ppt/tags/tag486.xml" ContentType="application/vnd.openxmlformats-officedocument.presentationml.tags+xml"/>
  <Override PartName="/ppt/tags/tag487.xml" ContentType="application/vnd.openxmlformats-officedocument.presentationml.tags+xml"/>
  <Override PartName="/ppt/tags/tag488.xml" ContentType="application/vnd.openxmlformats-officedocument.presentationml.tags+xml"/>
  <Override PartName="/ppt/tags/tag489.xml" ContentType="application/vnd.openxmlformats-officedocument.presentationml.tags+xml"/>
  <Override PartName="/ppt/tags/tag490.xml" ContentType="application/vnd.openxmlformats-officedocument.presentationml.tags+xml"/>
  <Override PartName="/ppt/tags/tag491.xml" ContentType="application/vnd.openxmlformats-officedocument.presentationml.tags+xml"/>
  <Override PartName="/ppt/tags/tag492.xml" ContentType="application/vnd.openxmlformats-officedocument.presentationml.tags+xml"/>
  <Override PartName="/ppt/tags/tag493.xml" ContentType="application/vnd.openxmlformats-officedocument.presentationml.tags+xml"/>
  <Override PartName="/ppt/tags/tag494.xml" ContentType="application/vnd.openxmlformats-officedocument.presentationml.tags+xml"/>
  <Override PartName="/ppt/tags/tag495.xml" ContentType="application/vnd.openxmlformats-officedocument.presentationml.tags+xml"/>
  <Override PartName="/ppt/tags/tag496.xml" ContentType="application/vnd.openxmlformats-officedocument.presentationml.tags+xml"/>
  <Override PartName="/ppt/tags/tag497.xml" ContentType="application/vnd.openxmlformats-officedocument.presentationml.tags+xml"/>
  <Override PartName="/ppt/tags/tag498.xml" ContentType="application/vnd.openxmlformats-officedocument.presentationml.tags+xml"/>
  <Override PartName="/ppt/tags/tag499.xml" ContentType="application/vnd.openxmlformats-officedocument.presentationml.tags+xml"/>
  <Override PartName="/ppt/tags/tag500.xml" ContentType="application/vnd.openxmlformats-officedocument.presentationml.tags+xml"/>
  <Override PartName="/ppt/tags/tag501.xml" ContentType="application/vnd.openxmlformats-officedocument.presentationml.tags+xml"/>
  <Override PartName="/ppt/tags/tag502.xml" ContentType="application/vnd.openxmlformats-officedocument.presentationml.tags+xml"/>
  <Override PartName="/ppt/tags/tag503.xml" ContentType="application/vnd.openxmlformats-officedocument.presentationml.tags+xml"/>
  <Override PartName="/ppt/tags/tag504.xml" ContentType="application/vnd.openxmlformats-officedocument.presentationml.tags+xml"/>
  <Override PartName="/ppt/tags/tag505.xml" ContentType="application/vnd.openxmlformats-officedocument.presentationml.tags+xml"/>
  <Override PartName="/ppt/tags/tag506.xml" ContentType="application/vnd.openxmlformats-officedocument.presentationml.tags+xml"/>
  <Override PartName="/ppt/tags/tag507.xml" ContentType="application/vnd.openxmlformats-officedocument.presentationml.tags+xml"/>
  <Override PartName="/ppt/tags/tag508.xml" ContentType="application/vnd.openxmlformats-officedocument.presentationml.tags+xml"/>
  <Override PartName="/ppt/tags/tag509.xml" ContentType="application/vnd.openxmlformats-officedocument.presentationml.tags+xml"/>
  <Override PartName="/ppt/tags/tag510.xml" ContentType="application/vnd.openxmlformats-officedocument.presentationml.tags+xml"/>
  <Override PartName="/ppt/tags/tag511.xml" ContentType="application/vnd.openxmlformats-officedocument.presentationml.tags+xml"/>
  <Override PartName="/ppt/tags/tag512.xml" ContentType="application/vnd.openxmlformats-officedocument.presentationml.tags+xml"/>
  <Override PartName="/ppt/tags/tag513.xml" ContentType="application/vnd.openxmlformats-officedocument.presentationml.tags+xml"/>
  <Override PartName="/ppt/tags/tag514.xml" ContentType="application/vnd.openxmlformats-officedocument.presentationml.tags+xml"/>
  <Override PartName="/ppt/tags/tag515.xml" ContentType="application/vnd.openxmlformats-officedocument.presentationml.tags+xml"/>
  <Override PartName="/ppt/tags/tag516.xml" ContentType="application/vnd.openxmlformats-officedocument.presentationml.tags+xml"/>
  <Override PartName="/ppt/tags/tag517.xml" ContentType="application/vnd.openxmlformats-officedocument.presentationml.tags+xml"/>
  <Override PartName="/ppt/tags/tag518.xml" ContentType="application/vnd.openxmlformats-officedocument.presentationml.tags+xml"/>
  <Override PartName="/ppt/tags/tag519.xml" ContentType="application/vnd.openxmlformats-officedocument.presentationml.tags+xml"/>
  <Override PartName="/ppt/tags/tag520.xml" ContentType="application/vnd.openxmlformats-officedocument.presentationml.tags+xml"/>
  <Override PartName="/ppt/tags/tag521.xml" ContentType="application/vnd.openxmlformats-officedocument.presentationml.tags+xml"/>
  <Override PartName="/ppt/tags/tag522.xml" ContentType="application/vnd.openxmlformats-officedocument.presentationml.tags+xml"/>
  <Override PartName="/ppt/tags/tag523.xml" ContentType="application/vnd.openxmlformats-officedocument.presentationml.tags+xml"/>
  <Override PartName="/ppt/tags/tag524.xml" ContentType="application/vnd.openxmlformats-officedocument.presentationml.tags+xml"/>
  <Override PartName="/ppt/tags/tag525.xml" ContentType="application/vnd.openxmlformats-officedocument.presentationml.tags+xml"/>
  <Override PartName="/ppt/tags/tag526.xml" ContentType="application/vnd.openxmlformats-officedocument.presentationml.tags+xml"/>
  <Override PartName="/ppt/tags/tag527.xml" ContentType="application/vnd.openxmlformats-officedocument.presentationml.tags+xml"/>
  <Override PartName="/ppt/tags/tag528.xml" ContentType="application/vnd.openxmlformats-officedocument.presentationml.tags+xml"/>
  <Override PartName="/ppt/tags/tag529.xml" ContentType="application/vnd.openxmlformats-officedocument.presentationml.tags+xml"/>
  <Override PartName="/ppt/tags/tag530.xml" ContentType="application/vnd.openxmlformats-officedocument.presentationml.tags+xml"/>
  <Override PartName="/ppt/tags/tag531.xml" ContentType="application/vnd.openxmlformats-officedocument.presentationml.tags+xml"/>
  <Override PartName="/ppt/tags/tag532.xml" ContentType="application/vnd.openxmlformats-officedocument.presentationml.tags+xml"/>
  <Override PartName="/ppt/tags/tag533.xml" ContentType="application/vnd.openxmlformats-officedocument.presentationml.tags+xml"/>
  <Override PartName="/ppt/tags/tag534.xml" ContentType="application/vnd.openxmlformats-officedocument.presentationml.tags+xml"/>
  <Override PartName="/ppt/tags/tag535.xml" ContentType="application/vnd.openxmlformats-officedocument.presentationml.tags+xml"/>
  <Override PartName="/ppt/tags/tag536.xml" ContentType="application/vnd.openxmlformats-officedocument.presentationml.tags+xml"/>
  <Override PartName="/ppt/tags/tag537.xml" ContentType="application/vnd.openxmlformats-officedocument.presentationml.tags+xml"/>
  <Override PartName="/ppt/tags/tag538.xml" ContentType="application/vnd.openxmlformats-officedocument.presentationml.tags+xml"/>
  <Override PartName="/ppt/tags/tag539.xml" ContentType="application/vnd.openxmlformats-officedocument.presentationml.tags+xml"/>
  <Override PartName="/ppt/tags/tag540.xml" ContentType="application/vnd.openxmlformats-officedocument.presentationml.tags+xml"/>
  <Override PartName="/ppt/tags/tag541.xml" ContentType="application/vnd.openxmlformats-officedocument.presentationml.tags+xml"/>
  <Override PartName="/ppt/tags/tag542.xml" ContentType="application/vnd.openxmlformats-officedocument.presentationml.tags+xml"/>
  <Override PartName="/ppt/tags/tag543.xml" ContentType="application/vnd.openxmlformats-officedocument.presentationml.tags+xml"/>
  <Override PartName="/ppt/tags/tag544.xml" ContentType="application/vnd.openxmlformats-officedocument.presentationml.tags+xml"/>
  <Override PartName="/ppt/tags/tag545.xml" ContentType="application/vnd.openxmlformats-officedocument.presentationml.tags+xml"/>
  <Override PartName="/ppt/tags/tag546.xml" ContentType="application/vnd.openxmlformats-officedocument.presentationml.tags+xml"/>
  <Override PartName="/ppt/tags/tag547.xml" ContentType="application/vnd.openxmlformats-officedocument.presentationml.tags+xml"/>
  <Override PartName="/ppt/tags/tag548.xml" ContentType="application/vnd.openxmlformats-officedocument.presentationml.tags+xml"/>
  <Override PartName="/ppt/tags/tag549.xml" ContentType="application/vnd.openxmlformats-officedocument.presentationml.tags+xml"/>
  <Override PartName="/ppt/tags/tag550.xml" ContentType="application/vnd.openxmlformats-officedocument.presentationml.tags+xml"/>
  <Override PartName="/ppt/tags/tag551.xml" ContentType="application/vnd.openxmlformats-officedocument.presentationml.tags+xml"/>
  <Override PartName="/ppt/tags/tag552.xml" ContentType="application/vnd.openxmlformats-officedocument.presentationml.tags+xml"/>
  <Override PartName="/ppt/tags/tag553.xml" ContentType="application/vnd.openxmlformats-officedocument.presentationml.tags+xml"/>
  <Override PartName="/ppt/tags/tag554.xml" ContentType="application/vnd.openxmlformats-officedocument.presentationml.tags+xml"/>
  <Override PartName="/ppt/tags/tag555.xml" ContentType="application/vnd.openxmlformats-officedocument.presentationml.tags+xml"/>
  <Override PartName="/ppt/tags/tag556.xml" ContentType="application/vnd.openxmlformats-officedocument.presentationml.tags+xml"/>
  <Override PartName="/ppt/tags/tag557.xml" ContentType="application/vnd.openxmlformats-officedocument.presentationml.tags+xml"/>
  <Override PartName="/ppt/tags/tag558.xml" ContentType="application/vnd.openxmlformats-officedocument.presentationml.tags+xml"/>
  <Override PartName="/ppt/tags/tag559.xml" ContentType="application/vnd.openxmlformats-officedocument.presentationml.tags+xml"/>
  <Override PartName="/ppt/tags/tag560.xml" ContentType="application/vnd.openxmlformats-officedocument.presentationml.tags+xml"/>
  <Override PartName="/ppt/tags/tag561.xml" ContentType="application/vnd.openxmlformats-officedocument.presentationml.tags+xml"/>
  <Override PartName="/ppt/tags/tag562.xml" ContentType="application/vnd.openxmlformats-officedocument.presentationml.tags+xml"/>
  <Override PartName="/ppt/tags/tag563.xml" ContentType="application/vnd.openxmlformats-officedocument.presentationml.tags+xml"/>
  <Override PartName="/ppt/tags/tag564.xml" ContentType="application/vnd.openxmlformats-officedocument.presentationml.tags+xml"/>
  <Override PartName="/ppt/tags/tag565.xml" ContentType="application/vnd.openxmlformats-officedocument.presentationml.tags+xml"/>
  <Override PartName="/ppt/tags/tag566.xml" ContentType="application/vnd.openxmlformats-officedocument.presentationml.tags+xml"/>
  <Override PartName="/ppt/tags/tag567.xml" ContentType="application/vnd.openxmlformats-officedocument.presentationml.tags+xml"/>
  <Override PartName="/ppt/tags/tag568.xml" ContentType="application/vnd.openxmlformats-officedocument.presentationml.tags+xml"/>
  <Override PartName="/ppt/tags/tag569.xml" ContentType="application/vnd.openxmlformats-officedocument.presentationml.tags+xml"/>
  <Override PartName="/ppt/tags/tag570.xml" ContentType="application/vnd.openxmlformats-officedocument.presentationml.tags+xml"/>
  <Override PartName="/ppt/tags/tag571.xml" ContentType="application/vnd.openxmlformats-officedocument.presentationml.tags+xml"/>
  <Override PartName="/ppt/tags/tag572.xml" ContentType="application/vnd.openxmlformats-officedocument.presentationml.tags+xml"/>
  <Override PartName="/ppt/tags/tag573.xml" ContentType="application/vnd.openxmlformats-officedocument.presentationml.tags+xml"/>
  <Override PartName="/ppt/tags/tag574.xml" ContentType="application/vnd.openxmlformats-officedocument.presentationml.tags+xml"/>
  <Override PartName="/ppt/tags/tag575.xml" ContentType="application/vnd.openxmlformats-officedocument.presentationml.tags+xml"/>
  <Override PartName="/ppt/tags/tag576.xml" ContentType="application/vnd.openxmlformats-officedocument.presentationml.tags+xml"/>
  <Override PartName="/ppt/tags/tag577.xml" ContentType="application/vnd.openxmlformats-officedocument.presentationml.tags+xml"/>
  <Override PartName="/ppt/tags/tag578.xml" ContentType="application/vnd.openxmlformats-officedocument.presentationml.tags+xml"/>
  <Override PartName="/ppt/tags/tag579.xml" ContentType="application/vnd.openxmlformats-officedocument.presentationml.tags+xml"/>
  <Override PartName="/ppt/tags/tag580.xml" ContentType="application/vnd.openxmlformats-officedocument.presentationml.tags+xml"/>
  <Override PartName="/ppt/tags/tag581.xml" ContentType="application/vnd.openxmlformats-officedocument.presentationml.tags+xml"/>
  <Override PartName="/ppt/tags/tag582.xml" ContentType="application/vnd.openxmlformats-officedocument.presentationml.tags+xml"/>
  <Override PartName="/ppt/tags/tag583.xml" ContentType="application/vnd.openxmlformats-officedocument.presentationml.tags+xml"/>
  <Override PartName="/ppt/tags/tag584.xml" ContentType="application/vnd.openxmlformats-officedocument.presentationml.tags+xml"/>
  <Override PartName="/ppt/tags/tag585.xml" ContentType="application/vnd.openxmlformats-officedocument.presentationml.tags+xml"/>
  <Override PartName="/ppt/tags/tag586.xml" ContentType="application/vnd.openxmlformats-officedocument.presentationml.tags+xml"/>
  <Override PartName="/ppt/tags/tag587.xml" ContentType="application/vnd.openxmlformats-officedocument.presentationml.tags+xml"/>
  <Override PartName="/ppt/tags/tag588.xml" ContentType="application/vnd.openxmlformats-officedocument.presentationml.tags+xml"/>
  <Override PartName="/ppt/tags/tag589.xml" ContentType="application/vnd.openxmlformats-officedocument.presentationml.tags+xml"/>
  <Override PartName="/ppt/tags/tag590.xml" ContentType="application/vnd.openxmlformats-officedocument.presentationml.tags+xml"/>
  <Override PartName="/ppt/tags/tag591.xml" ContentType="application/vnd.openxmlformats-officedocument.presentationml.tags+xml"/>
  <Override PartName="/ppt/tags/tag592.xml" ContentType="application/vnd.openxmlformats-officedocument.presentationml.tags+xml"/>
  <Override PartName="/ppt/tags/tag593.xml" ContentType="application/vnd.openxmlformats-officedocument.presentationml.tags+xml"/>
  <Override PartName="/ppt/tags/tag594.xml" ContentType="application/vnd.openxmlformats-officedocument.presentationml.tags+xml"/>
  <Override PartName="/ppt/tags/tag595.xml" ContentType="application/vnd.openxmlformats-officedocument.presentationml.tags+xml"/>
  <Override PartName="/ppt/tags/tag596.xml" ContentType="application/vnd.openxmlformats-officedocument.presentationml.tags+xml"/>
  <Override PartName="/ppt/tags/tag597.xml" ContentType="application/vnd.openxmlformats-officedocument.presentationml.tags+xml"/>
  <Override PartName="/ppt/tags/tag598.xml" ContentType="application/vnd.openxmlformats-officedocument.presentationml.tags+xml"/>
  <Override PartName="/ppt/tags/tag599.xml" ContentType="application/vnd.openxmlformats-officedocument.presentationml.tags+xml"/>
  <Override PartName="/ppt/tags/tag600.xml" ContentType="application/vnd.openxmlformats-officedocument.presentationml.tags+xml"/>
  <Override PartName="/ppt/tags/tag601.xml" ContentType="application/vnd.openxmlformats-officedocument.presentationml.tags+xml"/>
  <Override PartName="/ppt/tags/tag602.xml" ContentType="application/vnd.openxmlformats-officedocument.presentationml.tags+xml"/>
  <Override PartName="/ppt/tags/tag603.xml" ContentType="application/vnd.openxmlformats-officedocument.presentationml.tags+xml"/>
  <Override PartName="/ppt/tags/tag604.xml" ContentType="application/vnd.openxmlformats-officedocument.presentationml.tags+xml"/>
  <Override PartName="/ppt/tags/tag605.xml" ContentType="application/vnd.openxmlformats-officedocument.presentationml.tags+xml"/>
  <Override PartName="/ppt/tags/tag606.xml" ContentType="application/vnd.openxmlformats-officedocument.presentationml.tags+xml"/>
  <Override PartName="/ppt/tags/tag607.xml" ContentType="application/vnd.openxmlformats-officedocument.presentationml.tags+xml"/>
  <Override PartName="/ppt/tags/tag608.xml" ContentType="application/vnd.openxmlformats-officedocument.presentationml.tags+xml"/>
  <Override PartName="/ppt/tags/tag609.xml" ContentType="application/vnd.openxmlformats-officedocument.presentationml.tags+xml"/>
  <Override PartName="/ppt/tags/tag610.xml" ContentType="application/vnd.openxmlformats-officedocument.presentationml.tags+xml"/>
  <Override PartName="/ppt/tags/tag611.xml" ContentType="application/vnd.openxmlformats-officedocument.presentationml.tags+xml"/>
  <Override PartName="/ppt/tags/tag612.xml" ContentType="application/vnd.openxmlformats-officedocument.presentationml.tags+xml"/>
  <Override PartName="/ppt/tags/tag613.xml" ContentType="application/vnd.openxmlformats-officedocument.presentationml.tags+xml"/>
  <Override PartName="/ppt/tags/tag614.xml" ContentType="application/vnd.openxmlformats-officedocument.presentationml.tags+xml"/>
  <Override PartName="/ppt/tags/tag615.xml" ContentType="application/vnd.openxmlformats-officedocument.presentationml.tags+xml"/>
  <Override PartName="/ppt/tags/tag616.xml" ContentType="application/vnd.openxmlformats-officedocument.presentationml.tags+xml"/>
  <Override PartName="/ppt/tags/tag617.xml" ContentType="application/vnd.openxmlformats-officedocument.presentationml.tags+xml"/>
  <Override PartName="/ppt/tags/tag618.xml" ContentType="application/vnd.openxmlformats-officedocument.presentationml.tags+xml"/>
  <Override PartName="/ppt/tags/tag619.xml" ContentType="application/vnd.openxmlformats-officedocument.presentationml.tags+xml"/>
  <Override PartName="/ppt/tags/tag620.xml" ContentType="application/vnd.openxmlformats-officedocument.presentationml.tags+xml"/>
  <Override PartName="/ppt/tags/tag621.xml" ContentType="application/vnd.openxmlformats-officedocument.presentationml.tags+xml"/>
  <Override PartName="/ppt/tags/tag622.xml" ContentType="application/vnd.openxmlformats-officedocument.presentationml.tags+xml"/>
  <Override PartName="/ppt/tags/tag623.xml" ContentType="application/vnd.openxmlformats-officedocument.presentationml.tags+xml"/>
  <Override PartName="/ppt/tags/tag624.xml" ContentType="application/vnd.openxmlformats-officedocument.presentationml.tags+xml"/>
  <Override PartName="/ppt/tags/tag625.xml" ContentType="application/vnd.openxmlformats-officedocument.presentationml.tags+xml"/>
  <Override PartName="/ppt/tags/tag626.xml" ContentType="application/vnd.openxmlformats-officedocument.presentationml.tags+xml"/>
  <Override PartName="/ppt/tags/tag627.xml" ContentType="application/vnd.openxmlformats-officedocument.presentationml.tags+xml"/>
  <Override PartName="/ppt/tags/tag628.xml" ContentType="application/vnd.openxmlformats-officedocument.presentationml.tags+xml"/>
  <Override PartName="/ppt/tags/tag629.xml" ContentType="application/vnd.openxmlformats-officedocument.presentationml.tags+xml"/>
  <Override PartName="/ppt/tags/tag630.xml" ContentType="application/vnd.openxmlformats-officedocument.presentationml.tags+xml"/>
  <Override PartName="/ppt/tags/tag631.xml" ContentType="application/vnd.openxmlformats-officedocument.presentationml.tags+xml"/>
  <Override PartName="/ppt/tags/tag632.xml" ContentType="application/vnd.openxmlformats-officedocument.presentationml.tags+xml"/>
  <Override PartName="/ppt/tags/tag633.xml" ContentType="application/vnd.openxmlformats-officedocument.presentationml.tags+xml"/>
  <Override PartName="/ppt/tags/tag634.xml" ContentType="application/vnd.openxmlformats-officedocument.presentationml.tags+xml"/>
  <Override PartName="/ppt/tags/tag635.xml" ContentType="application/vnd.openxmlformats-officedocument.presentationml.tags+xml"/>
  <Override PartName="/ppt/tags/tag636.xml" ContentType="application/vnd.openxmlformats-officedocument.presentationml.tags+xml"/>
  <Override PartName="/ppt/tags/tag637.xml" ContentType="application/vnd.openxmlformats-officedocument.presentationml.tags+xml"/>
  <Override PartName="/ppt/tags/tag638.xml" ContentType="application/vnd.openxmlformats-officedocument.presentationml.tags+xml"/>
  <Override PartName="/ppt/tags/tag639.xml" ContentType="application/vnd.openxmlformats-officedocument.presentationml.tags+xml"/>
  <Override PartName="/ppt/tags/tag640.xml" ContentType="application/vnd.openxmlformats-officedocument.presentationml.tags+xml"/>
  <Override PartName="/ppt/tags/tag641.xml" ContentType="application/vnd.openxmlformats-officedocument.presentationml.tags+xml"/>
  <Override PartName="/ppt/tags/tag642.xml" ContentType="application/vnd.openxmlformats-officedocument.presentationml.tags+xml"/>
  <Override PartName="/ppt/tags/tag643.xml" ContentType="application/vnd.openxmlformats-officedocument.presentationml.tags+xml"/>
  <Override PartName="/ppt/tags/tag644.xml" ContentType="application/vnd.openxmlformats-officedocument.presentationml.tags+xml"/>
  <Override PartName="/ppt/tags/tag645.xml" ContentType="application/vnd.openxmlformats-officedocument.presentationml.tags+xml"/>
  <Override PartName="/ppt/tags/tag646.xml" ContentType="application/vnd.openxmlformats-officedocument.presentationml.tags+xml"/>
  <Override PartName="/ppt/tags/tag647.xml" ContentType="application/vnd.openxmlformats-officedocument.presentationml.tags+xml"/>
  <Override PartName="/ppt/tags/tag648.xml" ContentType="application/vnd.openxmlformats-officedocument.presentationml.tags+xml"/>
  <Override PartName="/ppt/tags/tag649.xml" ContentType="application/vnd.openxmlformats-officedocument.presentationml.tags+xml"/>
  <Override PartName="/ppt/tags/tag650.xml" ContentType="application/vnd.openxmlformats-officedocument.presentationml.tags+xml"/>
  <Override PartName="/ppt/tags/tag651.xml" ContentType="application/vnd.openxmlformats-officedocument.presentationml.tags+xml"/>
  <Override PartName="/ppt/tags/tag652.xml" ContentType="application/vnd.openxmlformats-officedocument.presentationml.tags+xml"/>
  <Override PartName="/ppt/tags/tag653.xml" ContentType="application/vnd.openxmlformats-officedocument.presentationml.tags+xml"/>
  <Override PartName="/ppt/tags/tag654.xml" ContentType="application/vnd.openxmlformats-officedocument.presentationml.tags+xml"/>
  <Override PartName="/ppt/tags/tag655.xml" ContentType="application/vnd.openxmlformats-officedocument.presentationml.tags+xml"/>
  <Override PartName="/ppt/tags/tag656.xml" ContentType="application/vnd.openxmlformats-officedocument.presentationml.tags+xml"/>
  <Override PartName="/ppt/tags/tag657.xml" ContentType="application/vnd.openxmlformats-officedocument.presentationml.tags+xml"/>
  <Override PartName="/ppt/tags/tag658.xml" ContentType="application/vnd.openxmlformats-officedocument.presentationml.tags+xml"/>
  <Override PartName="/ppt/tags/tag659.xml" ContentType="application/vnd.openxmlformats-officedocument.presentationml.tags+xml"/>
  <Override PartName="/ppt/tags/tag660.xml" ContentType="application/vnd.openxmlformats-officedocument.presentationml.tags+xml"/>
  <Override PartName="/ppt/tags/tag661.xml" ContentType="application/vnd.openxmlformats-officedocument.presentationml.tags+xml"/>
  <Override PartName="/ppt/tags/tag662.xml" ContentType="application/vnd.openxmlformats-officedocument.presentationml.tags+xml"/>
  <Override PartName="/ppt/tags/tag663.xml" ContentType="application/vnd.openxmlformats-officedocument.presentationml.tags+xml"/>
  <Override PartName="/ppt/tags/tag664.xml" ContentType="application/vnd.openxmlformats-officedocument.presentationml.tags+xml"/>
  <Override PartName="/ppt/tags/tag665.xml" ContentType="application/vnd.openxmlformats-officedocument.presentationml.tags+xml"/>
  <Override PartName="/ppt/tags/tag666.xml" ContentType="application/vnd.openxmlformats-officedocument.presentationml.tags+xml"/>
  <Override PartName="/ppt/tags/tag667.xml" ContentType="application/vnd.openxmlformats-officedocument.presentationml.tags+xml"/>
  <Override PartName="/ppt/tags/tag668.xml" ContentType="application/vnd.openxmlformats-officedocument.presentationml.tags+xml"/>
  <Override PartName="/ppt/tags/tag669.xml" ContentType="application/vnd.openxmlformats-officedocument.presentationml.tags+xml"/>
  <Override PartName="/ppt/tags/tag670.xml" ContentType="application/vnd.openxmlformats-officedocument.presentationml.tags+xml"/>
  <Override PartName="/ppt/tags/tag671.xml" ContentType="application/vnd.openxmlformats-officedocument.presentationml.tags+xml"/>
  <Override PartName="/ppt/tags/tag672.xml" ContentType="application/vnd.openxmlformats-officedocument.presentationml.tags+xml"/>
  <Override PartName="/ppt/tags/tag673.xml" ContentType="application/vnd.openxmlformats-officedocument.presentationml.tags+xml"/>
  <Override PartName="/ppt/tags/tag674.xml" ContentType="application/vnd.openxmlformats-officedocument.presentationml.tags+xml"/>
  <Override PartName="/ppt/tags/tag675.xml" ContentType="application/vnd.openxmlformats-officedocument.presentationml.tags+xml"/>
  <Override PartName="/ppt/tags/tag676.xml" ContentType="application/vnd.openxmlformats-officedocument.presentationml.tags+xml"/>
  <Override PartName="/ppt/tags/tag677.xml" ContentType="application/vnd.openxmlformats-officedocument.presentationml.tags+xml"/>
  <Override PartName="/ppt/tags/tag678.xml" ContentType="application/vnd.openxmlformats-officedocument.presentationml.tags+xml"/>
  <Override PartName="/ppt/tags/tag679.xml" ContentType="application/vnd.openxmlformats-officedocument.presentationml.tags+xml"/>
  <Override PartName="/ppt/tags/tag680.xml" ContentType="application/vnd.openxmlformats-officedocument.presentationml.tags+xml"/>
  <Override PartName="/ppt/tags/tag681.xml" ContentType="application/vnd.openxmlformats-officedocument.presentationml.tags+xml"/>
  <Override PartName="/ppt/tags/tag682.xml" ContentType="application/vnd.openxmlformats-officedocument.presentationml.tags+xml"/>
  <Override PartName="/ppt/tags/tag683.xml" ContentType="application/vnd.openxmlformats-officedocument.presentationml.tags+xml"/>
  <Override PartName="/ppt/tags/tag684.xml" ContentType="application/vnd.openxmlformats-officedocument.presentationml.tags+xml"/>
  <Override PartName="/ppt/tags/tag685.xml" ContentType="application/vnd.openxmlformats-officedocument.presentationml.tags+xml"/>
  <Override PartName="/ppt/tags/tag686.xml" ContentType="application/vnd.openxmlformats-officedocument.presentationml.tags+xml"/>
  <Override PartName="/ppt/tags/tag687.xml" ContentType="application/vnd.openxmlformats-officedocument.presentationml.tags+xml"/>
  <Override PartName="/ppt/tags/tag688.xml" ContentType="application/vnd.openxmlformats-officedocument.presentationml.tags+xml"/>
  <Override PartName="/ppt/tags/tag689.xml" ContentType="application/vnd.openxmlformats-officedocument.presentationml.tags+xml"/>
  <Override PartName="/ppt/tags/tag690.xml" ContentType="application/vnd.openxmlformats-officedocument.presentationml.tags+xml"/>
  <Override PartName="/ppt/tags/tag691.xml" ContentType="application/vnd.openxmlformats-officedocument.presentationml.tags+xml"/>
  <Override PartName="/ppt/tags/tag692.xml" ContentType="application/vnd.openxmlformats-officedocument.presentationml.tags+xml"/>
  <Override PartName="/ppt/tags/tag693.xml" ContentType="application/vnd.openxmlformats-officedocument.presentationml.tags+xml"/>
  <Override PartName="/ppt/tags/tag694.xml" ContentType="application/vnd.openxmlformats-officedocument.presentationml.tags+xml"/>
  <Override PartName="/ppt/tags/tag695.xml" ContentType="application/vnd.openxmlformats-officedocument.presentationml.tags+xml"/>
  <Override PartName="/ppt/tags/tag696.xml" ContentType="application/vnd.openxmlformats-officedocument.presentationml.tags+xml"/>
  <Override PartName="/ppt/tags/tag697.xml" ContentType="application/vnd.openxmlformats-officedocument.presentationml.tags+xml"/>
  <Override PartName="/ppt/tags/tag698.xml" ContentType="application/vnd.openxmlformats-officedocument.presentationml.tags+xml"/>
  <Override PartName="/ppt/tags/tag699.xml" ContentType="application/vnd.openxmlformats-officedocument.presentationml.tags+xml"/>
  <Override PartName="/ppt/tags/tag700.xml" ContentType="application/vnd.openxmlformats-officedocument.presentationml.tags+xml"/>
  <Override PartName="/ppt/tags/tag701.xml" ContentType="application/vnd.openxmlformats-officedocument.presentationml.tags+xml"/>
  <Override PartName="/ppt/tags/tag702.xml" ContentType="application/vnd.openxmlformats-officedocument.presentationml.tags+xml"/>
  <Override PartName="/ppt/tags/tag703.xml" ContentType="application/vnd.openxmlformats-officedocument.presentationml.tags+xml"/>
  <Override PartName="/ppt/tags/tag704.xml" ContentType="application/vnd.openxmlformats-officedocument.presentationml.tags+xml"/>
  <Override PartName="/ppt/tags/tag705.xml" ContentType="application/vnd.openxmlformats-officedocument.presentationml.tags+xml"/>
  <Override PartName="/ppt/tags/tag706.xml" ContentType="application/vnd.openxmlformats-officedocument.presentationml.tags+xml"/>
  <Override PartName="/ppt/tags/tag707.xml" ContentType="application/vnd.openxmlformats-officedocument.presentationml.tags+xml"/>
  <Override PartName="/ppt/tags/tag708.xml" ContentType="application/vnd.openxmlformats-officedocument.presentationml.tags+xml"/>
  <Override PartName="/ppt/tags/tag709.xml" ContentType="application/vnd.openxmlformats-officedocument.presentationml.tags+xml"/>
  <Override PartName="/ppt/tags/tag710.xml" ContentType="application/vnd.openxmlformats-officedocument.presentationml.tags+xml"/>
  <Override PartName="/ppt/tags/tag711.xml" ContentType="application/vnd.openxmlformats-officedocument.presentationml.tags+xml"/>
  <Override PartName="/ppt/tags/tag712.xml" ContentType="application/vnd.openxmlformats-officedocument.presentationml.tags+xml"/>
  <Override PartName="/ppt/tags/tag713.xml" ContentType="application/vnd.openxmlformats-officedocument.presentationml.tags+xml"/>
  <Override PartName="/ppt/tags/tag714.xml" ContentType="application/vnd.openxmlformats-officedocument.presentationml.tags+xml"/>
  <Override PartName="/ppt/tags/tag715.xml" ContentType="application/vnd.openxmlformats-officedocument.presentationml.tags+xml"/>
  <Override PartName="/ppt/tags/tag716.xml" ContentType="application/vnd.openxmlformats-officedocument.presentationml.tags+xml"/>
  <Override PartName="/ppt/tags/tag717.xml" ContentType="application/vnd.openxmlformats-officedocument.presentationml.tags+xml"/>
  <Override PartName="/ppt/tags/tag718.xml" ContentType="application/vnd.openxmlformats-officedocument.presentationml.tags+xml"/>
  <Override PartName="/ppt/tags/tag719.xml" ContentType="application/vnd.openxmlformats-officedocument.presentationml.tags+xml"/>
  <Override PartName="/ppt/tags/tag720.xml" ContentType="application/vnd.openxmlformats-officedocument.presentationml.tags+xml"/>
  <Override PartName="/ppt/tags/tag721.xml" ContentType="application/vnd.openxmlformats-officedocument.presentationml.tags+xml"/>
  <Override PartName="/ppt/tags/tag722.xml" ContentType="application/vnd.openxmlformats-officedocument.presentationml.tags+xml"/>
  <Override PartName="/ppt/tags/tag723.xml" ContentType="application/vnd.openxmlformats-officedocument.presentationml.tags+xml"/>
  <Override PartName="/ppt/tags/tag724.xml" ContentType="application/vnd.openxmlformats-officedocument.presentationml.tags+xml"/>
  <Override PartName="/ppt/tags/tag725.xml" ContentType="application/vnd.openxmlformats-officedocument.presentationml.tags+xml"/>
  <Override PartName="/ppt/tags/tag726.xml" ContentType="application/vnd.openxmlformats-officedocument.presentationml.tags+xml"/>
  <Override PartName="/ppt/tags/tag727.xml" ContentType="application/vnd.openxmlformats-officedocument.presentationml.tags+xml"/>
  <Override PartName="/ppt/tags/tag728.xml" ContentType="application/vnd.openxmlformats-officedocument.presentationml.tags+xml"/>
  <Override PartName="/ppt/tags/tag729.xml" ContentType="application/vnd.openxmlformats-officedocument.presentationml.tags+xml"/>
  <Override PartName="/ppt/tags/tag730.xml" ContentType="application/vnd.openxmlformats-officedocument.presentationml.tags+xml"/>
  <Override PartName="/ppt/tags/tag731.xml" ContentType="application/vnd.openxmlformats-officedocument.presentationml.tags+xml"/>
  <Override PartName="/ppt/tags/tag732.xml" ContentType="application/vnd.openxmlformats-officedocument.presentationml.tags+xml"/>
  <Override PartName="/ppt/tags/tag733.xml" ContentType="application/vnd.openxmlformats-officedocument.presentationml.tags+xml"/>
  <Override PartName="/ppt/tags/tag734.xml" ContentType="application/vnd.openxmlformats-officedocument.presentationml.tags+xml"/>
  <Override PartName="/ppt/tags/tag735.xml" ContentType="application/vnd.openxmlformats-officedocument.presentationml.tags+xml"/>
  <Override PartName="/ppt/tags/tag736.xml" ContentType="application/vnd.openxmlformats-officedocument.presentationml.tags+xml"/>
  <Override PartName="/ppt/tags/tag737.xml" ContentType="application/vnd.openxmlformats-officedocument.presentationml.tags+xml"/>
  <Override PartName="/ppt/tags/tag738.xml" ContentType="application/vnd.openxmlformats-officedocument.presentationml.tags+xml"/>
  <Override PartName="/ppt/tags/tag739.xml" ContentType="application/vnd.openxmlformats-officedocument.presentationml.tags+xml"/>
  <Override PartName="/ppt/tags/tag740.xml" ContentType="application/vnd.openxmlformats-officedocument.presentationml.tags+xml"/>
  <Override PartName="/ppt/tags/tag741.xml" ContentType="application/vnd.openxmlformats-officedocument.presentationml.tags+xml"/>
  <Override PartName="/ppt/tags/tag742.xml" ContentType="application/vnd.openxmlformats-officedocument.presentationml.tags+xml"/>
  <Override PartName="/ppt/tags/tag743.xml" ContentType="application/vnd.openxmlformats-officedocument.presentationml.tags+xml"/>
  <Override PartName="/ppt/tags/tag744.xml" ContentType="application/vnd.openxmlformats-officedocument.presentationml.tags+xml"/>
  <Override PartName="/ppt/tags/tag745.xml" ContentType="application/vnd.openxmlformats-officedocument.presentationml.tags+xml"/>
  <Override PartName="/ppt/tags/tag746.xml" ContentType="application/vnd.openxmlformats-officedocument.presentationml.tags+xml"/>
  <Override PartName="/ppt/tags/tag747.xml" ContentType="application/vnd.openxmlformats-officedocument.presentationml.tags+xml"/>
  <Override PartName="/ppt/tags/tag748.xml" ContentType="application/vnd.openxmlformats-officedocument.presentationml.tags+xml"/>
  <Override PartName="/ppt/tags/tag749.xml" ContentType="application/vnd.openxmlformats-officedocument.presentationml.tags+xml"/>
  <Override PartName="/ppt/tags/tag750.xml" ContentType="application/vnd.openxmlformats-officedocument.presentationml.tags+xml"/>
  <Override PartName="/ppt/tags/tag751.xml" ContentType="application/vnd.openxmlformats-officedocument.presentationml.tags+xml"/>
  <Override PartName="/ppt/tags/tag752.xml" ContentType="application/vnd.openxmlformats-officedocument.presentationml.tags+xml"/>
  <Override PartName="/ppt/tags/tag753.xml" ContentType="application/vnd.openxmlformats-officedocument.presentationml.tags+xml"/>
  <Override PartName="/ppt/tags/tag754.xml" ContentType="application/vnd.openxmlformats-officedocument.presentationml.tags+xml"/>
  <Override PartName="/ppt/tags/tag755.xml" ContentType="application/vnd.openxmlformats-officedocument.presentationml.tags+xml"/>
  <Override PartName="/ppt/tags/tag756.xml" ContentType="application/vnd.openxmlformats-officedocument.presentationml.tags+xml"/>
  <Override PartName="/ppt/tags/tag757.xml" ContentType="application/vnd.openxmlformats-officedocument.presentationml.tags+xml"/>
  <Override PartName="/ppt/tags/tag758.xml" ContentType="application/vnd.openxmlformats-officedocument.presentationml.tags+xml"/>
  <Override PartName="/ppt/tags/tag759.xml" ContentType="application/vnd.openxmlformats-officedocument.presentationml.tags+xml"/>
  <Override PartName="/ppt/tags/tag760.xml" ContentType="application/vnd.openxmlformats-officedocument.presentationml.tags+xml"/>
  <Override PartName="/ppt/tags/tag761.xml" ContentType="application/vnd.openxmlformats-officedocument.presentationml.tags+xml"/>
  <Override PartName="/ppt/tags/tag762.xml" ContentType="application/vnd.openxmlformats-officedocument.presentationml.tags+xml"/>
  <Override PartName="/ppt/tags/tag763.xml" ContentType="application/vnd.openxmlformats-officedocument.presentationml.tags+xml"/>
  <Override PartName="/ppt/tags/tag764.xml" ContentType="application/vnd.openxmlformats-officedocument.presentationml.tags+xml"/>
  <Override PartName="/ppt/tags/tag765.xml" ContentType="application/vnd.openxmlformats-officedocument.presentationml.tags+xml"/>
  <Override PartName="/ppt/tags/tag766.xml" ContentType="application/vnd.openxmlformats-officedocument.presentationml.tags+xml"/>
  <Override PartName="/ppt/tags/tag767.xml" ContentType="application/vnd.openxmlformats-officedocument.presentationml.tags+xml"/>
  <Override PartName="/ppt/tags/tag768.xml" ContentType="application/vnd.openxmlformats-officedocument.presentationml.tags+xml"/>
  <Override PartName="/ppt/tags/tag769.xml" ContentType="application/vnd.openxmlformats-officedocument.presentationml.tags+xml"/>
  <Override PartName="/ppt/tags/tag770.xml" ContentType="application/vnd.openxmlformats-officedocument.presentationml.tags+xml"/>
  <Override PartName="/ppt/tags/tag771.xml" ContentType="application/vnd.openxmlformats-officedocument.presentationml.tags+xml"/>
  <Override PartName="/ppt/tags/tag772.xml" ContentType="application/vnd.openxmlformats-officedocument.presentationml.tags+xml"/>
  <Override PartName="/ppt/tags/tag773.xml" ContentType="application/vnd.openxmlformats-officedocument.presentationml.tags+xml"/>
  <Override PartName="/ppt/tags/tag774.xml" ContentType="application/vnd.openxmlformats-officedocument.presentationml.tags+xml"/>
  <Override PartName="/ppt/tags/tag775.xml" ContentType="application/vnd.openxmlformats-officedocument.presentationml.tags+xml"/>
  <Override PartName="/ppt/tags/tag776.xml" ContentType="application/vnd.openxmlformats-officedocument.presentationml.tags+xml"/>
  <Override PartName="/ppt/tags/tag777.xml" ContentType="application/vnd.openxmlformats-officedocument.presentationml.tags+xml"/>
  <Override PartName="/ppt/tags/tag778.xml" ContentType="application/vnd.openxmlformats-officedocument.presentationml.tags+xml"/>
  <Override PartName="/ppt/tags/tag779.xml" ContentType="application/vnd.openxmlformats-officedocument.presentationml.tags+xml"/>
  <Override PartName="/ppt/tags/tag780.xml" ContentType="application/vnd.openxmlformats-officedocument.presentationml.tags+xml"/>
  <Override PartName="/ppt/tags/tag781.xml" ContentType="application/vnd.openxmlformats-officedocument.presentationml.tags+xml"/>
  <Override PartName="/ppt/tags/tag782.xml" ContentType="application/vnd.openxmlformats-officedocument.presentationml.tags+xml"/>
  <Override PartName="/ppt/tags/tag783.xml" ContentType="application/vnd.openxmlformats-officedocument.presentationml.tags+xml"/>
  <Override PartName="/ppt/tags/tag784.xml" ContentType="application/vnd.openxmlformats-officedocument.presentationml.tags+xml"/>
  <Override PartName="/ppt/tags/tag785.xml" ContentType="application/vnd.openxmlformats-officedocument.presentationml.tags+xml"/>
  <Override PartName="/ppt/tags/tag786.xml" ContentType="application/vnd.openxmlformats-officedocument.presentationml.tags+xml"/>
  <Override PartName="/ppt/tags/tag787.xml" ContentType="application/vnd.openxmlformats-officedocument.presentationml.tags+xml"/>
  <Override PartName="/ppt/tags/tag788.xml" ContentType="application/vnd.openxmlformats-officedocument.presentationml.tags+xml"/>
  <Override PartName="/ppt/tags/tag789.xml" ContentType="application/vnd.openxmlformats-officedocument.presentationml.tags+xml"/>
  <Override PartName="/ppt/tags/tag790.xml" ContentType="application/vnd.openxmlformats-officedocument.presentationml.tags+xml"/>
  <Override PartName="/ppt/tags/tag791.xml" ContentType="application/vnd.openxmlformats-officedocument.presentationml.tags+xml"/>
  <Override PartName="/ppt/tags/tag792.xml" ContentType="application/vnd.openxmlformats-officedocument.presentationml.tags+xml"/>
  <Override PartName="/ppt/tags/tag793.xml" ContentType="application/vnd.openxmlformats-officedocument.presentationml.tags+xml"/>
  <Override PartName="/ppt/tags/tag794.xml" ContentType="application/vnd.openxmlformats-officedocument.presentationml.tags+xml"/>
  <Override PartName="/ppt/tags/tag795.xml" ContentType="application/vnd.openxmlformats-officedocument.presentationml.tags+xml"/>
  <Override PartName="/ppt/tags/tag796.xml" ContentType="application/vnd.openxmlformats-officedocument.presentationml.tags+xml"/>
  <Override PartName="/ppt/tags/tag797.xml" ContentType="application/vnd.openxmlformats-officedocument.presentationml.tags+xml"/>
  <Override PartName="/ppt/tags/tag798.xml" ContentType="application/vnd.openxmlformats-officedocument.presentationml.tags+xml"/>
  <Override PartName="/ppt/tags/tag799.xml" ContentType="application/vnd.openxmlformats-officedocument.presentationml.tags+xml"/>
  <Override PartName="/ppt/tags/tag800.xml" ContentType="application/vnd.openxmlformats-officedocument.presentationml.tags+xml"/>
  <Override PartName="/ppt/tags/tag801.xml" ContentType="application/vnd.openxmlformats-officedocument.presentationml.tags+xml"/>
  <Override PartName="/ppt/tags/tag802.xml" ContentType="application/vnd.openxmlformats-officedocument.presentationml.tags+xml"/>
  <Override PartName="/ppt/tags/tag803.xml" ContentType="application/vnd.openxmlformats-officedocument.presentationml.tags+xml"/>
  <Override PartName="/ppt/tags/tag804.xml" ContentType="application/vnd.openxmlformats-officedocument.presentationml.tags+xml"/>
  <Override PartName="/ppt/tags/tag805.xml" ContentType="application/vnd.openxmlformats-officedocument.presentationml.tags+xml"/>
  <Override PartName="/ppt/tags/tag806.xml" ContentType="application/vnd.openxmlformats-officedocument.presentationml.tags+xml"/>
  <Override PartName="/ppt/tags/tag807.xml" ContentType="application/vnd.openxmlformats-officedocument.presentationml.tags+xml"/>
  <Override PartName="/ppt/tags/tag808.xml" ContentType="application/vnd.openxmlformats-officedocument.presentationml.tags+xml"/>
  <Override PartName="/ppt/tags/tag809.xml" ContentType="application/vnd.openxmlformats-officedocument.presentationml.tags+xml"/>
  <Override PartName="/ppt/tags/tag810.xml" ContentType="application/vnd.openxmlformats-officedocument.presentationml.tags+xml"/>
  <Override PartName="/ppt/tags/tag811.xml" ContentType="application/vnd.openxmlformats-officedocument.presentationml.tags+xml"/>
  <Override PartName="/ppt/tags/tag812.xml" ContentType="application/vnd.openxmlformats-officedocument.presentationml.tags+xml"/>
  <Override PartName="/ppt/tags/tag813.xml" ContentType="application/vnd.openxmlformats-officedocument.presentationml.tags+xml"/>
  <Override PartName="/ppt/tags/tag814.xml" ContentType="application/vnd.openxmlformats-officedocument.presentationml.tags+xml"/>
  <Override PartName="/ppt/tags/tag815.xml" ContentType="application/vnd.openxmlformats-officedocument.presentationml.tags+xml"/>
  <Override PartName="/ppt/tags/tag816.xml" ContentType="application/vnd.openxmlformats-officedocument.presentationml.tags+xml"/>
  <Override PartName="/ppt/tags/tag817.xml" ContentType="application/vnd.openxmlformats-officedocument.presentationml.tags+xml"/>
  <Override PartName="/ppt/tags/tag818.xml" ContentType="application/vnd.openxmlformats-officedocument.presentationml.tags+xml"/>
  <Override PartName="/ppt/tags/tag819.xml" ContentType="application/vnd.openxmlformats-officedocument.presentationml.tags+xml"/>
  <Override PartName="/ppt/tags/tag820.xml" ContentType="application/vnd.openxmlformats-officedocument.presentationml.tags+xml"/>
  <Override PartName="/ppt/tags/tag821.xml" ContentType="application/vnd.openxmlformats-officedocument.presentationml.tags+xml"/>
  <Override PartName="/ppt/tags/tag822.xml" ContentType="application/vnd.openxmlformats-officedocument.presentationml.tags+xml"/>
  <Override PartName="/ppt/tags/tag823.xml" ContentType="application/vnd.openxmlformats-officedocument.presentationml.tags+xml"/>
  <Override PartName="/ppt/tags/tag824.xml" ContentType="application/vnd.openxmlformats-officedocument.presentationml.tags+xml"/>
  <Override PartName="/ppt/tags/tag825.xml" ContentType="application/vnd.openxmlformats-officedocument.presentationml.tags+xml"/>
  <Override PartName="/ppt/tags/tag826.xml" ContentType="application/vnd.openxmlformats-officedocument.presentationml.tags+xml"/>
  <Override PartName="/ppt/tags/tag827.xml" ContentType="application/vnd.openxmlformats-officedocument.presentationml.tags+xml"/>
  <Override PartName="/ppt/tags/tag828.xml" ContentType="application/vnd.openxmlformats-officedocument.presentationml.tags+xml"/>
  <Override PartName="/ppt/tags/tag829.xml" ContentType="application/vnd.openxmlformats-officedocument.presentationml.tags+xml"/>
  <Override PartName="/ppt/tags/tag830.xml" ContentType="application/vnd.openxmlformats-officedocument.presentationml.tags+xml"/>
  <Override PartName="/ppt/tags/tag831.xml" ContentType="application/vnd.openxmlformats-officedocument.presentationml.tags+xml"/>
  <Override PartName="/ppt/tags/tag832.xml" ContentType="application/vnd.openxmlformats-officedocument.presentationml.tags+xml"/>
  <Override PartName="/ppt/tags/tag833.xml" ContentType="application/vnd.openxmlformats-officedocument.presentationml.tags+xml"/>
  <Override PartName="/ppt/tags/tag834.xml" ContentType="application/vnd.openxmlformats-officedocument.presentationml.tags+xml"/>
  <Override PartName="/ppt/tags/tag835.xml" ContentType="application/vnd.openxmlformats-officedocument.presentationml.tags+xml"/>
  <Override PartName="/ppt/tags/tag836.xml" ContentType="application/vnd.openxmlformats-officedocument.presentationml.tags+xml"/>
  <Override PartName="/ppt/tags/tag837.xml" ContentType="application/vnd.openxmlformats-officedocument.presentationml.tags+xml"/>
  <Override PartName="/ppt/tags/tag838.xml" ContentType="application/vnd.openxmlformats-officedocument.presentationml.tags+xml"/>
  <Override PartName="/ppt/tags/tag839.xml" ContentType="application/vnd.openxmlformats-officedocument.presentationml.tags+xml"/>
  <Override PartName="/ppt/tags/tag840.xml" ContentType="application/vnd.openxmlformats-officedocument.presentationml.tags+xml"/>
  <Override PartName="/ppt/tags/tag841.xml" ContentType="application/vnd.openxmlformats-officedocument.presentationml.tags+xml"/>
  <Override PartName="/ppt/tags/tag842.xml" ContentType="application/vnd.openxmlformats-officedocument.presentationml.tags+xml"/>
  <Override PartName="/ppt/tags/tag843.xml" ContentType="application/vnd.openxmlformats-officedocument.presentationml.tags+xml"/>
  <Override PartName="/ppt/tags/tag844.xml" ContentType="application/vnd.openxmlformats-officedocument.presentationml.tags+xml"/>
  <Override PartName="/ppt/tags/tag845.xml" ContentType="application/vnd.openxmlformats-officedocument.presentationml.tags+xml"/>
  <Override PartName="/ppt/tags/tag846.xml" ContentType="application/vnd.openxmlformats-officedocument.presentationml.tags+xml"/>
  <Override PartName="/ppt/tags/tag847.xml" ContentType="application/vnd.openxmlformats-officedocument.presentationml.tags+xml"/>
  <Override PartName="/ppt/tags/tag848.xml" ContentType="application/vnd.openxmlformats-officedocument.presentationml.tags+xml"/>
  <Override PartName="/ppt/tags/tag849.xml" ContentType="application/vnd.openxmlformats-officedocument.presentationml.tags+xml"/>
  <Override PartName="/ppt/tags/tag850.xml" ContentType="application/vnd.openxmlformats-officedocument.presentationml.tags+xml"/>
  <Override PartName="/ppt/tags/tag851.xml" ContentType="application/vnd.openxmlformats-officedocument.presentationml.tags+xml"/>
  <Override PartName="/ppt/tags/tag852.xml" ContentType="application/vnd.openxmlformats-officedocument.presentationml.tags+xml"/>
  <Override PartName="/ppt/tags/tag853.xml" ContentType="application/vnd.openxmlformats-officedocument.presentationml.tags+xml"/>
  <Override PartName="/ppt/tags/tag854.xml" ContentType="application/vnd.openxmlformats-officedocument.presentationml.tags+xml"/>
  <Override PartName="/ppt/tags/tag855.xml" ContentType="application/vnd.openxmlformats-officedocument.presentationml.tags+xml"/>
  <Override PartName="/ppt/tags/tag856.xml" ContentType="application/vnd.openxmlformats-officedocument.presentationml.tags+xml"/>
  <Override PartName="/ppt/tags/tag857.xml" ContentType="application/vnd.openxmlformats-officedocument.presentationml.tags+xml"/>
  <Override PartName="/ppt/tags/tag858.xml" ContentType="application/vnd.openxmlformats-officedocument.presentationml.tags+xml"/>
  <Override PartName="/ppt/tags/tag859.xml" ContentType="application/vnd.openxmlformats-officedocument.presentationml.tags+xml"/>
  <Override PartName="/ppt/tags/tag860.xml" ContentType="application/vnd.openxmlformats-officedocument.presentationml.tags+xml"/>
  <Override PartName="/ppt/tags/tag861.xml" ContentType="application/vnd.openxmlformats-officedocument.presentationml.tags+xml"/>
  <Override PartName="/ppt/tags/tag862.xml" ContentType="application/vnd.openxmlformats-officedocument.presentationml.tags+xml"/>
  <Override PartName="/ppt/tags/tag863.xml" ContentType="application/vnd.openxmlformats-officedocument.presentationml.tags+xml"/>
  <Override PartName="/ppt/tags/tag864.xml" ContentType="application/vnd.openxmlformats-officedocument.presentationml.tags+xml"/>
  <Override PartName="/ppt/tags/tag865.xml" ContentType="application/vnd.openxmlformats-officedocument.presentationml.tags+xml"/>
  <Override PartName="/ppt/tags/tag866.xml" ContentType="application/vnd.openxmlformats-officedocument.presentationml.tags+xml"/>
  <Override PartName="/ppt/tags/tag867.xml" ContentType="application/vnd.openxmlformats-officedocument.presentationml.tags+xml"/>
  <Override PartName="/ppt/tags/tag868.xml" ContentType="application/vnd.openxmlformats-officedocument.presentationml.tags+xml"/>
  <Override PartName="/ppt/tags/tag869.xml" ContentType="application/vnd.openxmlformats-officedocument.presentationml.tags+xml"/>
  <Override PartName="/ppt/tags/tag870.xml" ContentType="application/vnd.openxmlformats-officedocument.presentationml.tags+xml"/>
  <Override PartName="/ppt/tags/tag871.xml" ContentType="application/vnd.openxmlformats-officedocument.presentationml.tags+xml"/>
  <Override PartName="/ppt/tags/tag872.xml" ContentType="application/vnd.openxmlformats-officedocument.presentationml.tags+xml"/>
  <Override PartName="/ppt/tags/tag873.xml" ContentType="application/vnd.openxmlformats-officedocument.presentationml.tags+xml"/>
  <Override PartName="/ppt/tags/tag874.xml" ContentType="application/vnd.openxmlformats-officedocument.presentationml.tags+xml"/>
  <Override PartName="/ppt/tags/tag875.xml" ContentType="application/vnd.openxmlformats-officedocument.presentationml.tags+xml"/>
  <Override PartName="/ppt/tags/tag876.xml" ContentType="application/vnd.openxmlformats-officedocument.presentationml.tags+xml"/>
  <Override PartName="/ppt/tags/tag877.xml" ContentType="application/vnd.openxmlformats-officedocument.presentationml.tags+xml"/>
  <Override PartName="/ppt/tags/tag878.xml" ContentType="application/vnd.openxmlformats-officedocument.presentationml.tags+xml"/>
  <Override PartName="/ppt/tags/tag879.xml" ContentType="application/vnd.openxmlformats-officedocument.presentationml.tags+xml"/>
  <Override PartName="/ppt/tags/tag880.xml" ContentType="application/vnd.openxmlformats-officedocument.presentationml.tags+xml"/>
  <Override PartName="/ppt/tags/tag881.xml" ContentType="application/vnd.openxmlformats-officedocument.presentationml.tags+xml"/>
  <Override PartName="/ppt/tags/tag882.xml" ContentType="application/vnd.openxmlformats-officedocument.presentationml.tags+xml"/>
  <Override PartName="/ppt/tags/tag883.xml" ContentType="application/vnd.openxmlformats-officedocument.presentationml.tags+xml"/>
  <Override PartName="/ppt/tags/tag884.xml" ContentType="application/vnd.openxmlformats-officedocument.presentationml.tags+xml"/>
  <Override PartName="/ppt/tags/tag885.xml" ContentType="application/vnd.openxmlformats-officedocument.presentationml.tags+xml"/>
  <Override PartName="/ppt/tags/tag886.xml" ContentType="application/vnd.openxmlformats-officedocument.presentationml.tags+xml"/>
  <Override PartName="/ppt/tags/tag887.xml" ContentType="application/vnd.openxmlformats-officedocument.presentationml.tags+xml"/>
  <Override PartName="/ppt/tags/tag888.xml" ContentType="application/vnd.openxmlformats-officedocument.presentationml.tags+xml"/>
  <Override PartName="/ppt/tags/tag889.xml" ContentType="application/vnd.openxmlformats-officedocument.presentationml.tags+xml"/>
  <Override PartName="/ppt/tags/tag890.xml" ContentType="application/vnd.openxmlformats-officedocument.presentationml.tags+xml"/>
  <Override PartName="/ppt/tags/tag891.xml" ContentType="application/vnd.openxmlformats-officedocument.presentationml.tags+xml"/>
  <Override PartName="/ppt/tags/tag892.xml" ContentType="application/vnd.openxmlformats-officedocument.presentationml.tags+xml"/>
  <Override PartName="/ppt/tags/tag893.xml" ContentType="application/vnd.openxmlformats-officedocument.presentationml.tags+xml"/>
  <Override PartName="/ppt/tags/tag894.xml" ContentType="application/vnd.openxmlformats-officedocument.presentationml.tags+xml"/>
  <Override PartName="/ppt/tags/tag895.xml" ContentType="application/vnd.openxmlformats-officedocument.presentationml.tags+xml"/>
  <Override PartName="/ppt/tags/tag896.xml" ContentType="application/vnd.openxmlformats-officedocument.presentationml.tags+xml"/>
  <Override PartName="/ppt/tags/tag897.xml" ContentType="application/vnd.openxmlformats-officedocument.presentationml.tags+xml"/>
  <Override PartName="/ppt/tags/tag898.xml" ContentType="application/vnd.openxmlformats-officedocument.presentationml.tags+xml"/>
  <Override PartName="/ppt/tags/tag899.xml" ContentType="application/vnd.openxmlformats-officedocument.presentationml.tags+xml"/>
  <Override PartName="/ppt/tags/tag900.xml" ContentType="application/vnd.openxmlformats-officedocument.presentationml.tags+xml"/>
  <Override PartName="/ppt/tags/tag901.xml" ContentType="application/vnd.openxmlformats-officedocument.presentationml.tags+xml"/>
  <Override PartName="/ppt/tags/tag902.xml" ContentType="application/vnd.openxmlformats-officedocument.presentationml.tags+xml"/>
  <Override PartName="/ppt/tags/tag903.xml" ContentType="application/vnd.openxmlformats-officedocument.presentationml.tags+xml"/>
  <Override PartName="/ppt/tags/tag904.xml" ContentType="application/vnd.openxmlformats-officedocument.presentationml.tags+xml"/>
  <Override PartName="/ppt/tags/tag905.xml" ContentType="application/vnd.openxmlformats-officedocument.presentationml.tags+xml"/>
  <Override PartName="/ppt/tags/tag906.xml" ContentType="application/vnd.openxmlformats-officedocument.presentationml.tags+xml"/>
  <Override PartName="/ppt/tags/tag907.xml" ContentType="application/vnd.openxmlformats-officedocument.presentationml.tags+xml"/>
  <Override PartName="/ppt/tags/tag908.xml" ContentType="application/vnd.openxmlformats-officedocument.presentationml.tags+xml"/>
  <Override PartName="/ppt/tags/tag909.xml" ContentType="application/vnd.openxmlformats-officedocument.presentationml.tags+xml"/>
  <Override PartName="/ppt/tags/tag910.xml" ContentType="application/vnd.openxmlformats-officedocument.presentationml.tags+xml"/>
  <Override PartName="/ppt/tags/tag911.xml" ContentType="application/vnd.openxmlformats-officedocument.presentationml.tags+xml"/>
  <Override PartName="/ppt/tags/tag912.xml" ContentType="application/vnd.openxmlformats-officedocument.presentationml.tags+xml"/>
  <Override PartName="/ppt/tags/tag913.xml" ContentType="application/vnd.openxmlformats-officedocument.presentationml.tags+xml"/>
  <Override PartName="/ppt/tags/tag914.xml" ContentType="application/vnd.openxmlformats-officedocument.presentationml.tags+xml"/>
  <Override PartName="/ppt/tags/tag915.xml" ContentType="application/vnd.openxmlformats-officedocument.presentationml.tags+xml"/>
  <Override PartName="/ppt/tags/tag916.xml" ContentType="application/vnd.openxmlformats-officedocument.presentationml.tags+xml"/>
  <Override PartName="/ppt/tags/tag917.xml" ContentType="application/vnd.openxmlformats-officedocument.presentationml.tags+xml"/>
  <Override PartName="/ppt/tags/tag918.xml" ContentType="application/vnd.openxmlformats-officedocument.presentationml.tags+xml"/>
  <Override PartName="/ppt/tags/tag919.xml" ContentType="application/vnd.openxmlformats-officedocument.presentationml.tags+xml"/>
  <Override PartName="/ppt/tags/tag920.xml" ContentType="application/vnd.openxmlformats-officedocument.presentationml.tags+xml"/>
  <Override PartName="/ppt/tags/tag921.xml" ContentType="application/vnd.openxmlformats-officedocument.presentationml.tags+xml"/>
  <Override PartName="/ppt/tags/tag922.xml" ContentType="application/vnd.openxmlformats-officedocument.presentationml.tags+xml"/>
  <Override PartName="/ppt/tags/tag923.xml" ContentType="application/vnd.openxmlformats-officedocument.presentationml.tags+xml"/>
  <Override PartName="/ppt/tags/tag924.xml" ContentType="application/vnd.openxmlformats-officedocument.presentationml.tags+xml"/>
  <Override PartName="/ppt/tags/tag925.xml" ContentType="application/vnd.openxmlformats-officedocument.presentationml.tags+xml"/>
  <Override PartName="/ppt/tags/tag926.xml" ContentType="application/vnd.openxmlformats-officedocument.presentationml.tags+xml"/>
  <Override PartName="/ppt/tags/tag927.xml" ContentType="application/vnd.openxmlformats-officedocument.presentationml.tags+xml"/>
  <Override PartName="/ppt/tags/tag928.xml" ContentType="application/vnd.openxmlformats-officedocument.presentationml.tags+xml"/>
  <Override PartName="/ppt/tags/tag929.xml" ContentType="application/vnd.openxmlformats-officedocument.presentationml.tags+xml"/>
  <Override PartName="/ppt/tags/tag930.xml" ContentType="application/vnd.openxmlformats-officedocument.presentationml.tags+xml"/>
  <Override PartName="/ppt/tags/tag931.xml" ContentType="application/vnd.openxmlformats-officedocument.presentationml.tags+xml"/>
  <Override PartName="/ppt/tags/tag932.xml" ContentType="application/vnd.openxmlformats-officedocument.presentationml.tags+xml"/>
  <Override PartName="/ppt/tags/tag933.xml" ContentType="application/vnd.openxmlformats-officedocument.presentationml.tags+xml"/>
  <Override PartName="/ppt/tags/tag934.xml" ContentType="application/vnd.openxmlformats-officedocument.presentationml.tags+xml"/>
  <Override PartName="/ppt/tags/tag935.xml" ContentType="application/vnd.openxmlformats-officedocument.presentationml.tags+xml"/>
  <Override PartName="/ppt/tags/tag936.xml" ContentType="application/vnd.openxmlformats-officedocument.presentationml.tags+xml"/>
  <Override PartName="/ppt/tags/tag937.xml" ContentType="application/vnd.openxmlformats-officedocument.presentationml.tags+xml"/>
  <Override PartName="/ppt/tags/tag938.xml" ContentType="application/vnd.openxmlformats-officedocument.presentationml.tags+xml"/>
  <Override PartName="/ppt/tags/tag939.xml" ContentType="application/vnd.openxmlformats-officedocument.presentationml.tags+xml"/>
  <Override PartName="/ppt/tags/tag940.xml" ContentType="application/vnd.openxmlformats-officedocument.presentationml.tags+xml"/>
  <Override PartName="/ppt/tags/tag941.xml" ContentType="application/vnd.openxmlformats-officedocument.presentationml.tags+xml"/>
  <Override PartName="/ppt/tags/tag942.xml" ContentType="application/vnd.openxmlformats-officedocument.presentationml.tags+xml"/>
  <Override PartName="/ppt/tags/tag943.xml" ContentType="application/vnd.openxmlformats-officedocument.presentationml.tags+xml"/>
  <Override PartName="/ppt/tags/tag944.xml" ContentType="application/vnd.openxmlformats-officedocument.presentationml.tags+xml"/>
  <Override PartName="/ppt/tags/tag945.xml" ContentType="application/vnd.openxmlformats-officedocument.presentationml.tags+xml"/>
  <Override PartName="/ppt/tags/tag946.xml" ContentType="application/vnd.openxmlformats-officedocument.presentationml.tags+xml"/>
  <Override PartName="/ppt/tags/tag947.xml" ContentType="application/vnd.openxmlformats-officedocument.presentationml.tags+xml"/>
  <Override PartName="/ppt/tags/tag948.xml" ContentType="application/vnd.openxmlformats-officedocument.presentationml.tags+xml"/>
  <Override PartName="/ppt/tags/tag949.xml" ContentType="application/vnd.openxmlformats-officedocument.presentationml.tags+xml"/>
  <Override PartName="/ppt/tags/tag950.xml" ContentType="application/vnd.openxmlformats-officedocument.presentationml.tags+xml"/>
  <Override PartName="/ppt/tags/tag951.xml" ContentType="application/vnd.openxmlformats-officedocument.presentationml.tags+xml"/>
  <Override PartName="/ppt/tags/tag952.xml" ContentType="application/vnd.openxmlformats-officedocument.presentationml.tags+xml"/>
  <Override PartName="/ppt/tags/tag953.xml" ContentType="application/vnd.openxmlformats-officedocument.presentationml.tags+xml"/>
  <Override PartName="/ppt/tags/tag954.xml" ContentType="application/vnd.openxmlformats-officedocument.presentationml.tags+xml"/>
  <Override PartName="/ppt/tags/tag955.xml" ContentType="application/vnd.openxmlformats-officedocument.presentationml.tags+xml"/>
  <Override PartName="/ppt/tags/tag956.xml" ContentType="application/vnd.openxmlformats-officedocument.presentationml.tags+xml"/>
  <Override PartName="/ppt/tags/tag957.xml" ContentType="application/vnd.openxmlformats-officedocument.presentationml.tags+xml"/>
  <Override PartName="/ppt/tags/tag958.xml" ContentType="application/vnd.openxmlformats-officedocument.presentationml.tags+xml"/>
  <Override PartName="/ppt/tags/tag959.xml" ContentType="application/vnd.openxmlformats-officedocument.presentationml.tags+xml"/>
  <Override PartName="/ppt/tags/tag960.xml" ContentType="application/vnd.openxmlformats-officedocument.presentationml.tags+xml"/>
  <Override PartName="/ppt/tags/tag961.xml" ContentType="application/vnd.openxmlformats-officedocument.presentationml.tags+xml"/>
  <Override PartName="/ppt/tags/tag962.xml" ContentType="application/vnd.openxmlformats-officedocument.presentationml.tags+xml"/>
  <Override PartName="/ppt/tags/tag963.xml" ContentType="application/vnd.openxmlformats-officedocument.presentationml.tags+xml"/>
  <Override PartName="/ppt/tags/tag964.xml" ContentType="application/vnd.openxmlformats-officedocument.presentationml.tags+xml"/>
  <Override PartName="/ppt/tags/tag965.xml" ContentType="application/vnd.openxmlformats-officedocument.presentationml.tags+xml"/>
  <Override PartName="/ppt/tags/tag966.xml" ContentType="application/vnd.openxmlformats-officedocument.presentationml.tags+xml"/>
  <Override PartName="/ppt/tags/tag967.xml" ContentType="application/vnd.openxmlformats-officedocument.presentationml.tags+xml"/>
  <Override PartName="/ppt/tags/tag968.xml" ContentType="application/vnd.openxmlformats-officedocument.presentationml.tags+xml"/>
  <Override PartName="/ppt/tags/tag969.xml" ContentType="application/vnd.openxmlformats-officedocument.presentationml.tags+xml"/>
  <Override PartName="/ppt/tags/tag970.xml" ContentType="application/vnd.openxmlformats-officedocument.presentationml.tags+xml"/>
  <Override PartName="/ppt/tags/tag971.xml" ContentType="application/vnd.openxmlformats-officedocument.presentationml.tags+xml"/>
  <Override PartName="/ppt/tags/tag972.xml" ContentType="application/vnd.openxmlformats-officedocument.presentationml.tags+xml"/>
  <Override PartName="/ppt/tags/tag973.xml" ContentType="application/vnd.openxmlformats-officedocument.presentationml.tags+xml"/>
  <Override PartName="/ppt/tags/tag974.xml" ContentType="application/vnd.openxmlformats-officedocument.presentationml.tags+xml"/>
  <Override PartName="/ppt/tags/tag975.xml" ContentType="application/vnd.openxmlformats-officedocument.presentationml.tags+xml"/>
  <Override PartName="/ppt/tags/tag976.xml" ContentType="application/vnd.openxmlformats-officedocument.presentationml.tags+xml"/>
  <Override PartName="/ppt/tags/tag977.xml" ContentType="application/vnd.openxmlformats-officedocument.presentationml.tags+xml"/>
  <Override PartName="/ppt/tags/tag978.xml" ContentType="application/vnd.openxmlformats-officedocument.presentationml.tags+xml"/>
  <Override PartName="/ppt/tags/tag979.xml" ContentType="application/vnd.openxmlformats-officedocument.presentationml.tags+xml"/>
  <Override PartName="/ppt/tags/tag980.xml" ContentType="application/vnd.openxmlformats-officedocument.presentationml.tags+xml"/>
  <Override PartName="/ppt/tags/tag981.xml" ContentType="application/vnd.openxmlformats-officedocument.presentationml.tags+xml"/>
  <Override PartName="/ppt/tags/tag982.xml" ContentType="application/vnd.openxmlformats-officedocument.presentationml.tags+xml"/>
  <Override PartName="/ppt/tags/tag983.xml" ContentType="application/vnd.openxmlformats-officedocument.presentationml.tags+xml"/>
  <Override PartName="/ppt/tags/tag984.xml" ContentType="application/vnd.openxmlformats-officedocument.presentationml.tags+xml"/>
  <Override PartName="/ppt/tags/tag985.xml" ContentType="application/vnd.openxmlformats-officedocument.presentationml.tags+xml"/>
  <Override PartName="/ppt/tags/tag986.xml" ContentType="application/vnd.openxmlformats-officedocument.presentationml.tags+xml"/>
  <Override PartName="/ppt/tags/tag987.xml" ContentType="application/vnd.openxmlformats-officedocument.presentationml.tags+xml"/>
  <Override PartName="/ppt/tags/tag988.xml" ContentType="application/vnd.openxmlformats-officedocument.presentationml.tags+xml"/>
  <Override PartName="/ppt/tags/tag989.xml" ContentType="application/vnd.openxmlformats-officedocument.presentationml.tags+xml"/>
  <Override PartName="/ppt/tags/tag990.xml" ContentType="application/vnd.openxmlformats-officedocument.presentationml.tags+xml"/>
  <Override PartName="/ppt/tags/tag991.xml" ContentType="application/vnd.openxmlformats-officedocument.presentationml.tags+xml"/>
  <Override PartName="/ppt/tags/tag992.xml" ContentType="application/vnd.openxmlformats-officedocument.presentationml.tags+xml"/>
  <Override PartName="/ppt/tags/tag993.xml" ContentType="application/vnd.openxmlformats-officedocument.presentationml.tags+xml"/>
  <Override PartName="/ppt/tags/tag994.xml" ContentType="application/vnd.openxmlformats-officedocument.presentationml.tags+xml"/>
  <Override PartName="/ppt/tags/tag995.xml" ContentType="application/vnd.openxmlformats-officedocument.presentationml.tags+xml"/>
  <Override PartName="/ppt/tags/tag996.xml" ContentType="application/vnd.openxmlformats-officedocument.presentationml.tags+xml"/>
  <Override PartName="/ppt/tags/tag997.xml" ContentType="application/vnd.openxmlformats-officedocument.presentationml.tags+xml"/>
  <Override PartName="/ppt/tags/tag998.xml" ContentType="application/vnd.openxmlformats-officedocument.presentationml.tags+xml"/>
  <Override PartName="/ppt/tags/tag999.xml" ContentType="application/vnd.openxmlformats-officedocument.presentationml.tags+xml"/>
  <Override PartName="/ppt/tags/tag1000.xml" ContentType="application/vnd.openxmlformats-officedocument.presentationml.tags+xml"/>
  <Override PartName="/ppt/tags/tag1001.xml" ContentType="application/vnd.openxmlformats-officedocument.presentationml.tags+xml"/>
  <Override PartName="/ppt/tags/tag1002.xml" ContentType="application/vnd.openxmlformats-officedocument.presentationml.tags+xml"/>
  <Override PartName="/ppt/tags/tag1003.xml" ContentType="application/vnd.openxmlformats-officedocument.presentationml.tags+xml"/>
  <Override PartName="/ppt/tags/tag1004.xml" ContentType="application/vnd.openxmlformats-officedocument.presentationml.tags+xml"/>
  <Override PartName="/ppt/tags/tag1005.xml" ContentType="application/vnd.openxmlformats-officedocument.presentationml.tags+xml"/>
  <Override PartName="/ppt/tags/tag1006.xml" ContentType="application/vnd.openxmlformats-officedocument.presentationml.tags+xml"/>
  <Override PartName="/ppt/tags/tag1007.xml" ContentType="application/vnd.openxmlformats-officedocument.presentationml.tags+xml"/>
  <Override PartName="/ppt/tags/tag1008.xml" ContentType="application/vnd.openxmlformats-officedocument.presentationml.tags+xml"/>
  <Override PartName="/ppt/tags/tag1009.xml" ContentType="application/vnd.openxmlformats-officedocument.presentationml.tags+xml"/>
  <Override PartName="/ppt/tags/tag1010.xml" ContentType="application/vnd.openxmlformats-officedocument.presentationml.tags+xml"/>
  <Override PartName="/ppt/tags/tag1011.xml" ContentType="application/vnd.openxmlformats-officedocument.presentationml.tags+xml"/>
  <Override PartName="/ppt/tags/tag1012.xml" ContentType="application/vnd.openxmlformats-officedocument.presentationml.tags+xml"/>
  <Override PartName="/ppt/tags/tag1013.xml" ContentType="application/vnd.openxmlformats-officedocument.presentationml.tags+xml"/>
  <Override PartName="/ppt/tags/tag1014.xml" ContentType="application/vnd.openxmlformats-officedocument.presentationml.tags+xml"/>
  <Override PartName="/ppt/tags/tag1015.xml" ContentType="application/vnd.openxmlformats-officedocument.presentationml.tags+xml"/>
  <Override PartName="/ppt/tags/tag1016.xml" ContentType="application/vnd.openxmlformats-officedocument.presentationml.tags+xml"/>
  <Override PartName="/ppt/tags/tag1017.xml" ContentType="application/vnd.openxmlformats-officedocument.presentationml.tags+xml"/>
  <Override PartName="/ppt/tags/tag1018.xml" ContentType="application/vnd.openxmlformats-officedocument.presentationml.tags+xml"/>
  <Override PartName="/ppt/tags/tag1019.xml" ContentType="application/vnd.openxmlformats-officedocument.presentationml.tags+xml"/>
  <Override PartName="/ppt/tags/tag1020.xml" ContentType="application/vnd.openxmlformats-officedocument.presentationml.tags+xml"/>
  <Override PartName="/ppt/tags/tag1021.xml" ContentType="application/vnd.openxmlformats-officedocument.presentationml.tags+xml"/>
  <Override PartName="/ppt/tags/tag1022.xml" ContentType="application/vnd.openxmlformats-officedocument.presentationml.tags+xml"/>
  <Override PartName="/ppt/tags/tag1023.xml" ContentType="application/vnd.openxmlformats-officedocument.presentationml.tags+xml"/>
  <Override PartName="/ppt/tags/tag1024.xml" ContentType="application/vnd.openxmlformats-officedocument.presentationml.tags+xml"/>
  <Override PartName="/ppt/tags/tag1025.xml" ContentType="application/vnd.openxmlformats-officedocument.presentationml.tags+xml"/>
  <Override PartName="/ppt/tags/tag1026.xml" ContentType="application/vnd.openxmlformats-officedocument.presentationml.tags+xml"/>
  <Override PartName="/ppt/tags/tag1027.xml" ContentType="application/vnd.openxmlformats-officedocument.presentationml.tags+xml"/>
  <Override PartName="/ppt/tags/tag1028.xml" ContentType="application/vnd.openxmlformats-officedocument.presentationml.tags+xml"/>
  <Override PartName="/ppt/tags/tag1029.xml" ContentType="application/vnd.openxmlformats-officedocument.presentationml.tags+xml"/>
  <Override PartName="/ppt/tags/tag1030.xml" ContentType="application/vnd.openxmlformats-officedocument.presentationml.tags+xml"/>
  <Override PartName="/ppt/tags/tag1031.xml" ContentType="application/vnd.openxmlformats-officedocument.presentationml.tags+xml"/>
  <Override PartName="/ppt/tags/tag1032.xml" ContentType="application/vnd.openxmlformats-officedocument.presentationml.tags+xml"/>
  <Override PartName="/ppt/tags/tag1033.xml" ContentType="application/vnd.openxmlformats-officedocument.presentationml.tags+xml"/>
  <Override PartName="/ppt/tags/tag1034.xml" ContentType="application/vnd.openxmlformats-officedocument.presentationml.tags+xml"/>
  <Override PartName="/ppt/tags/tag1035.xml" ContentType="application/vnd.openxmlformats-officedocument.presentationml.tags+xml"/>
  <Override PartName="/ppt/tags/tag1036.xml" ContentType="application/vnd.openxmlformats-officedocument.presentationml.tags+xml"/>
  <Override PartName="/ppt/tags/tag1037.xml" ContentType="application/vnd.openxmlformats-officedocument.presentationml.tags+xml"/>
  <Override PartName="/ppt/tags/tag1038.xml" ContentType="application/vnd.openxmlformats-officedocument.presentationml.tags+xml"/>
  <Override PartName="/ppt/tags/tag1039.xml" ContentType="application/vnd.openxmlformats-officedocument.presentationml.tags+xml"/>
  <Override PartName="/ppt/tags/tag1040.xml" ContentType="application/vnd.openxmlformats-officedocument.presentationml.tags+xml"/>
  <Override PartName="/ppt/tags/tag1041.xml" ContentType="application/vnd.openxmlformats-officedocument.presentationml.tags+xml"/>
  <Override PartName="/ppt/tags/tag1042.xml" ContentType="application/vnd.openxmlformats-officedocument.presentationml.tags+xml"/>
  <Override PartName="/ppt/tags/tag1043.xml" ContentType="application/vnd.openxmlformats-officedocument.presentationml.tags+xml"/>
  <Override PartName="/ppt/tags/tag1044.xml" ContentType="application/vnd.openxmlformats-officedocument.presentationml.tags+xml"/>
  <Override PartName="/ppt/tags/tag1045.xml" ContentType="application/vnd.openxmlformats-officedocument.presentationml.tags+xml"/>
  <Override PartName="/ppt/tags/tag1046.xml" ContentType="application/vnd.openxmlformats-officedocument.presentationml.tags+xml"/>
  <Override PartName="/ppt/tags/tag1047.xml" ContentType="application/vnd.openxmlformats-officedocument.presentationml.tags+xml"/>
  <Override PartName="/ppt/tags/tag1048.xml" ContentType="application/vnd.openxmlformats-officedocument.presentationml.tags+xml"/>
  <Override PartName="/ppt/tags/tag1049.xml" ContentType="application/vnd.openxmlformats-officedocument.presentationml.tags+xml"/>
  <Override PartName="/ppt/tags/tag1050.xml" ContentType="application/vnd.openxmlformats-officedocument.presentationml.tags+xml"/>
  <Override PartName="/ppt/tags/tag1051.xml" ContentType="application/vnd.openxmlformats-officedocument.presentationml.tags+xml"/>
  <Override PartName="/ppt/tags/tag1052.xml" ContentType="application/vnd.openxmlformats-officedocument.presentationml.tags+xml"/>
  <Override PartName="/ppt/tags/tag1053.xml" ContentType="application/vnd.openxmlformats-officedocument.presentationml.tags+xml"/>
  <Override PartName="/ppt/tags/tag1054.xml" ContentType="application/vnd.openxmlformats-officedocument.presentationml.tags+xml"/>
  <Override PartName="/ppt/tags/tag1055.xml" ContentType="application/vnd.openxmlformats-officedocument.presentationml.tags+xml"/>
  <Override PartName="/ppt/tags/tag1056.xml" ContentType="application/vnd.openxmlformats-officedocument.presentationml.tags+xml"/>
  <Override PartName="/ppt/tags/tag1057.xml" ContentType="application/vnd.openxmlformats-officedocument.presentationml.tags+xml"/>
  <Override PartName="/ppt/tags/tag1058.xml" ContentType="application/vnd.openxmlformats-officedocument.presentationml.tags+xml"/>
  <Override PartName="/ppt/tags/tag1059.xml" ContentType="application/vnd.openxmlformats-officedocument.presentationml.tags+xml"/>
  <Override PartName="/ppt/tags/tag1060.xml" ContentType="application/vnd.openxmlformats-officedocument.presentationml.tags+xml"/>
  <Override PartName="/ppt/tags/tag1061.xml" ContentType="application/vnd.openxmlformats-officedocument.presentationml.tags+xml"/>
  <Override PartName="/ppt/tags/tag1062.xml" ContentType="application/vnd.openxmlformats-officedocument.presentationml.tags+xml"/>
  <Override PartName="/ppt/tags/tag1063.xml" ContentType="application/vnd.openxmlformats-officedocument.presentationml.tags+xml"/>
  <Override PartName="/ppt/tags/tag1064.xml" ContentType="application/vnd.openxmlformats-officedocument.presentationml.tags+xml"/>
  <Override PartName="/ppt/tags/tag1065.xml" ContentType="application/vnd.openxmlformats-officedocument.presentationml.tags+xml"/>
  <Override PartName="/ppt/tags/tag1066.xml" ContentType="application/vnd.openxmlformats-officedocument.presentationml.tags+xml"/>
  <Override PartName="/ppt/tags/tag1067.xml" ContentType="application/vnd.openxmlformats-officedocument.presentationml.tags+xml"/>
  <Override PartName="/ppt/tags/tag1068.xml" ContentType="application/vnd.openxmlformats-officedocument.presentationml.tags+xml"/>
  <Override PartName="/ppt/tags/tag1069.xml" ContentType="application/vnd.openxmlformats-officedocument.presentationml.tags+xml"/>
  <Override PartName="/ppt/tags/tag1070.xml" ContentType="application/vnd.openxmlformats-officedocument.presentationml.tags+xml"/>
  <Override PartName="/ppt/tags/tag1071.xml" ContentType="application/vnd.openxmlformats-officedocument.presentationml.tags+xml"/>
  <Override PartName="/ppt/tags/tag1072.xml" ContentType="application/vnd.openxmlformats-officedocument.presentationml.tags+xml"/>
  <Override PartName="/ppt/tags/tag1073.xml" ContentType="application/vnd.openxmlformats-officedocument.presentationml.tags+xml"/>
  <Override PartName="/ppt/tags/tag1074.xml" ContentType="application/vnd.openxmlformats-officedocument.presentationml.tags+xml"/>
  <Override PartName="/ppt/tags/tag1075.xml" ContentType="application/vnd.openxmlformats-officedocument.presentationml.tags+xml"/>
  <Override PartName="/ppt/tags/tag1076.xml" ContentType="application/vnd.openxmlformats-officedocument.presentationml.tags+xml"/>
  <Override PartName="/ppt/tags/tag1077.xml" ContentType="application/vnd.openxmlformats-officedocument.presentationml.tags+xml"/>
  <Override PartName="/ppt/tags/tag1078.xml" ContentType="application/vnd.openxmlformats-officedocument.presentationml.tags+xml"/>
  <Override PartName="/ppt/tags/tag1079.xml" ContentType="application/vnd.openxmlformats-officedocument.presentationml.tags+xml"/>
  <Override PartName="/ppt/tags/tag1080.xml" ContentType="application/vnd.openxmlformats-officedocument.presentationml.tags+xml"/>
  <Override PartName="/ppt/tags/tag1081.xml" ContentType="application/vnd.openxmlformats-officedocument.presentationml.tags+xml"/>
  <Override PartName="/ppt/tags/tag1082.xml" ContentType="application/vnd.openxmlformats-officedocument.presentationml.tags+xml"/>
  <Override PartName="/ppt/tags/tag1083.xml" ContentType="application/vnd.openxmlformats-officedocument.presentationml.tags+xml"/>
  <Override PartName="/ppt/tags/tag1084.xml" ContentType="application/vnd.openxmlformats-officedocument.presentationml.tags+xml"/>
  <Override PartName="/ppt/tags/tag1085.xml" ContentType="application/vnd.openxmlformats-officedocument.presentationml.tags+xml"/>
  <Override PartName="/ppt/tags/tag1086.xml" ContentType="application/vnd.openxmlformats-officedocument.presentationml.tags+xml"/>
  <Override PartName="/ppt/tags/tag1087.xml" ContentType="application/vnd.openxmlformats-officedocument.presentationml.tags+xml"/>
  <Override PartName="/ppt/tags/tag1088.xml" ContentType="application/vnd.openxmlformats-officedocument.presentationml.tags+xml"/>
  <Override PartName="/ppt/tags/tag1089.xml" ContentType="application/vnd.openxmlformats-officedocument.presentationml.tags+xml"/>
  <Override PartName="/ppt/tags/tag1090.xml" ContentType="application/vnd.openxmlformats-officedocument.presentationml.tags+xml"/>
  <Override PartName="/ppt/tags/tag1091.xml" ContentType="application/vnd.openxmlformats-officedocument.presentationml.tags+xml"/>
  <Override PartName="/ppt/tags/tag1092.xml" ContentType="application/vnd.openxmlformats-officedocument.presentationml.tags+xml"/>
  <Override PartName="/ppt/tags/tag1093.xml" ContentType="application/vnd.openxmlformats-officedocument.presentationml.tags+xml"/>
  <Override PartName="/ppt/tags/tag1094.xml" ContentType="application/vnd.openxmlformats-officedocument.presentationml.tags+xml"/>
  <Override PartName="/ppt/tags/tag1095.xml" ContentType="application/vnd.openxmlformats-officedocument.presentationml.tags+xml"/>
  <Override PartName="/ppt/tags/tag1096.xml" ContentType="application/vnd.openxmlformats-officedocument.presentationml.tags+xml"/>
  <Override PartName="/ppt/tags/tag1097.xml" ContentType="application/vnd.openxmlformats-officedocument.presentationml.tags+xml"/>
  <Override PartName="/ppt/tags/tag1098.xml" ContentType="application/vnd.openxmlformats-officedocument.presentationml.tags+xml"/>
  <Override PartName="/ppt/tags/tag1099.xml" ContentType="application/vnd.openxmlformats-officedocument.presentationml.tags+xml"/>
  <Override PartName="/ppt/tags/tag1100.xml" ContentType="application/vnd.openxmlformats-officedocument.presentationml.tags+xml"/>
  <Override PartName="/ppt/tags/tag1101.xml" ContentType="application/vnd.openxmlformats-officedocument.presentationml.tags+xml"/>
  <Override PartName="/ppt/tags/tag1102.xml" ContentType="application/vnd.openxmlformats-officedocument.presentationml.tags+xml"/>
  <Override PartName="/ppt/tags/tag1103.xml" ContentType="application/vnd.openxmlformats-officedocument.presentationml.tags+xml"/>
  <Override PartName="/ppt/tags/tag1104.xml" ContentType="application/vnd.openxmlformats-officedocument.presentationml.tags+xml"/>
  <Override PartName="/ppt/tags/tag1105.xml" ContentType="application/vnd.openxmlformats-officedocument.presentationml.tags+xml"/>
  <Override PartName="/ppt/tags/tag1106.xml" ContentType="application/vnd.openxmlformats-officedocument.presentationml.tags+xml"/>
  <Override PartName="/ppt/tags/tag1107.xml" ContentType="application/vnd.openxmlformats-officedocument.presentationml.tags+xml"/>
  <Override PartName="/ppt/tags/tag1108.xml" ContentType="application/vnd.openxmlformats-officedocument.presentationml.tags+xml"/>
  <Override PartName="/ppt/tags/tag1109.xml" ContentType="application/vnd.openxmlformats-officedocument.presentationml.tags+xml"/>
  <Override PartName="/ppt/tags/tag1110.xml" ContentType="application/vnd.openxmlformats-officedocument.presentationml.tags+xml"/>
  <Override PartName="/ppt/tags/tag1111.xml" ContentType="application/vnd.openxmlformats-officedocument.presentationml.tags+xml"/>
  <Override PartName="/ppt/tags/tag1112.xml" ContentType="application/vnd.openxmlformats-officedocument.presentationml.tags+xml"/>
  <Override PartName="/ppt/tags/tag1113.xml" ContentType="application/vnd.openxmlformats-officedocument.presentationml.tags+xml"/>
  <Override PartName="/ppt/tags/tag1114.xml" ContentType="application/vnd.openxmlformats-officedocument.presentationml.tags+xml"/>
  <Override PartName="/ppt/tags/tag1115.xml" ContentType="application/vnd.openxmlformats-officedocument.presentationml.tags+xml"/>
  <Override PartName="/ppt/tags/tag1116.xml" ContentType="application/vnd.openxmlformats-officedocument.presentationml.tags+xml"/>
  <Override PartName="/ppt/tags/tag1117.xml" ContentType="application/vnd.openxmlformats-officedocument.presentationml.tags+xml"/>
  <Override PartName="/ppt/tags/tag1118.xml" ContentType="application/vnd.openxmlformats-officedocument.presentationml.tags+xml"/>
  <Override PartName="/ppt/tags/tag1119.xml" ContentType="application/vnd.openxmlformats-officedocument.presentationml.tags+xml"/>
  <Override PartName="/ppt/tags/tag1120.xml" ContentType="application/vnd.openxmlformats-officedocument.presentationml.tags+xml"/>
  <Override PartName="/ppt/tags/tag1121.xml" ContentType="application/vnd.openxmlformats-officedocument.presentationml.tags+xml"/>
  <Override PartName="/ppt/tags/tag1122.xml" ContentType="application/vnd.openxmlformats-officedocument.presentationml.tags+xml"/>
  <Override PartName="/ppt/tags/tag1123.xml" ContentType="application/vnd.openxmlformats-officedocument.presentationml.tags+xml"/>
  <Override PartName="/ppt/tags/tag1124.xml" ContentType="application/vnd.openxmlformats-officedocument.presentationml.tags+xml"/>
  <Override PartName="/ppt/tags/tag1125.xml" ContentType="application/vnd.openxmlformats-officedocument.presentationml.tags+xml"/>
  <Override PartName="/ppt/tags/tag1126.xml" ContentType="application/vnd.openxmlformats-officedocument.presentationml.tags+xml"/>
  <Override PartName="/ppt/tags/tag1127.xml" ContentType="application/vnd.openxmlformats-officedocument.presentationml.tags+xml"/>
  <Override PartName="/ppt/tags/tag1128.xml" ContentType="application/vnd.openxmlformats-officedocument.presentationml.tags+xml"/>
  <Override PartName="/ppt/tags/tag1129.xml" ContentType="application/vnd.openxmlformats-officedocument.presentationml.tags+xml"/>
  <Override PartName="/ppt/tags/tag1130.xml" ContentType="application/vnd.openxmlformats-officedocument.presentationml.tags+xml"/>
  <Override PartName="/ppt/tags/tag1131.xml" ContentType="application/vnd.openxmlformats-officedocument.presentationml.tags+xml"/>
  <Override PartName="/ppt/tags/tag1132.xml" ContentType="application/vnd.openxmlformats-officedocument.presentationml.tags+xml"/>
  <Override PartName="/ppt/tags/tag1133.xml" ContentType="application/vnd.openxmlformats-officedocument.presentationml.tags+xml"/>
  <Override PartName="/ppt/tags/tag1134.xml" ContentType="application/vnd.openxmlformats-officedocument.presentationml.tags+xml"/>
  <Override PartName="/ppt/tags/tag1135.xml" ContentType="application/vnd.openxmlformats-officedocument.presentationml.tags+xml"/>
  <Override PartName="/ppt/tags/tag1136.xml" ContentType="application/vnd.openxmlformats-officedocument.presentationml.tags+xml"/>
  <Override PartName="/ppt/tags/tag1137.xml" ContentType="application/vnd.openxmlformats-officedocument.presentationml.tags+xml"/>
  <Override PartName="/ppt/tags/tag1138.xml" ContentType="application/vnd.openxmlformats-officedocument.presentationml.tags+xml"/>
  <Override PartName="/ppt/tags/tag1139.xml" ContentType="application/vnd.openxmlformats-officedocument.presentationml.tags+xml"/>
  <Override PartName="/ppt/tags/tag1140.xml" ContentType="application/vnd.openxmlformats-officedocument.presentationml.tags+xml"/>
  <Override PartName="/ppt/tags/tag1141.xml" ContentType="application/vnd.openxmlformats-officedocument.presentationml.tags+xml"/>
  <Override PartName="/ppt/tags/tag1142.xml" ContentType="application/vnd.openxmlformats-officedocument.presentationml.tags+xml"/>
  <Override PartName="/ppt/tags/tag1143.xml" ContentType="application/vnd.openxmlformats-officedocument.presentationml.tags+xml"/>
  <Override PartName="/ppt/tags/tag1144.xml" ContentType="application/vnd.openxmlformats-officedocument.presentationml.tags+xml"/>
  <Override PartName="/ppt/tags/tag1145.xml" ContentType="application/vnd.openxmlformats-officedocument.presentationml.tags+xml"/>
  <Override PartName="/ppt/tags/tag1146.xml" ContentType="application/vnd.openxmlformats-officedocument.presentationml.tags+xml"/>
  <Override PartName="/ppt/tags/tag1147.xml" ContentType="application/vnd.openxmlformats-officedocument.presentationml.tags+xml"/>
  <Override PartName="/ppt/tags/tag1148.xml" ContentType="application/vnd.openxmlformats-officedocument.presentationml.tags+xml"/>
  <Override PartName="/ppt/tags/tag1149.xml" ContentType="application/vnd.openxmlformats-officedocument.presentationml.tags+xml"/>
  <Override PartName="/ppt/tags/tag1150.xml" ContentType="application/vnd.openxmlformats-officedocument.presentationml.tags+xml"/>
  <Override PartName="/ppt/tags/tag1151.xml" ContentType="application/vnd.openxmlformats-officedocument.presentationml.tags+xml"/>
  <Override PartName="/ppt/tags/tag1152.xml" ContentType="application/vnd.openxmlformats-officedocument.presentationml.tags+xml"/>
  <Override PartName="/ppt/tags/tag1153.xml" ContentType="application/vnd.openxmlformats-officedocument.presentationml.tags+xml"/>
  <Override PartName="/ppt/tags/tag1154.xml" ContentType="application/vnd.openxmlformats-officedocument.presentationml.tags+xml"/>
  <Override PartName="/ppt/tags/tag1155.xml" ContentType="application/vnd.openxmlformats-officedocument.presentationml.tags+xml"/>
  <Override PartName="/ppt/tags/tag1156.xml" ContentType="application/vnd.openxmlformats-officedocument.presentationml.tags+xml"/>
  <Override PartName="/ppt/tags/tag1157.xml" ContentType="application/vnd.openxmlformats-officedocument.presentationml.tags+xml"/>
  <Override PartName="/ppt/tags/tag1158.xml" ContentType="application/vnd.openxmlformats-officedocument.presentationml.tags+xml"/>
  <Override PartName="/ppt/tags/tag1159.xml" ContentType="application/vnd.openxmlformats-officedocument.presentationml.tags+xml"/>
  <Override PartName="/ppt/tags/tag1160.xml" ContentType="application/vnd.openxmlformats-officedocument.presentationml.tags+xml"/>
  <Override PartName="/ppt/tags/tag1161.xml" ContentType="application/vnd.openxmlformats-officedocument.presentationml.tags+xml"/>
  <Override PartName="/ppt/tags/tag1162.xml" ContentType="application/vnd.openxmlformats-officedocument.presentationml.tags+xml"/>
  <Override PartName="/ppt/tags/tag1163.xml" ContentType="application/vnd.openxmlformats-officedocument.presentationml.tags+xml"/>
  <Override PartName="/ppt/tags/tag1164.xml" ContentType="application/vnd.openxmlformats-officedocument.presentationml.tags+xml"/>
  <Override PartName="/ppt/tags/tag1165.xml" ContentType="application/vnd.openxmlformats-officedocument.presentationml.tags+xml"/>
  <Override PartName="/ppt/tags/tag1166.xml" ContentType="application/vnd.openxmlformats-officedocument.presentationml.tags+xml"/>
  <Override PartName="/ppt/tags/tag1167.xml" ContentType="application/vnd.openxmlformats-officedocument.presentationml.tags+xml"/>
  <Override PartName="/ppt/tags/tag1168.xml" ContentType="application/vnd.openxmlformats-officedocument.presentationml.tags+xml"/>
  <Override PartName="/ppt/tags/tag1169.xml" ContentType="application/vnd.openxmlformats-officedocument.presentationml.tags+xml"/>
  <Override PartName="/ppt/tags/tag1170.xml" ContentType="application/vnd.openxmlformats-officedocument.presentationml.tags+xml"/>
  <Override PartName="/ppt/tags/tag1171.xml" ContentType="application/vnd.openxmlformats-officedocument.presentationml.tags+xml"/>
  <Override PartName="/ppt/tags/tag1172.xml" ContentType="application/vnd.openxmlformats-officedocument.presentationml.tags+xml"/>
  <Override PartName="/ppt/tags/tag1173.xml" ContentType="application/vnd.openxmlformats-officedocument.presentationml.tags+xml"/>
  <Override PartName="/ppt/tags/tag1174.xml" ContentType="application/vnd.openxmlformats-officedocument.presentationml.tags+xml"/>
  <Override PartName="/ppt/tags/tag1175.xml" ContentType="application/vnd.openxmlformats-officedocument.presentationml.tags+xml"/>
  <Override PartName="/ppt/tags/tag1176.xml" ContentType="application/vnd.openxmlformats-officedocument.presentationml.tags+xml"/>
  <Override PartName="/ppt/tags/tag1177.xml" ContentType="application/vnd.openxmlformats-officedocument.presentationml.tags+xml"/>
  <Override PartName="/ppt/tags/tag1178.xml" ContentType="application/vnd.openxmlformats-officedocument.presentationml.tags+xml"/>
  <Override PartName="/ppt/tags/tag1179.xml" ContentType="application/vnd.openxmlformats-officedocument.presentationml.tags+xml"/>
  <Override PartName="/ppt/tags/tag1180.xml" ContentType="application/vnd.openxmlformats-officedocument.presentationml.tags+xml"/>
  <Override PartName="/ppt/tags/tag1181.xml" ContentType="application/vnd.openxmlformats-officedocument.presentationml.tags+xml"/>
  <Override PartName="/ppt/tags/tag1182.xml" ContentType="application/vnd.openxmlformats-officedocument.presentationml.tags+xml"/>
  <Override PartName="/ppt/tags/tag1183.xml" ContentType="application/vnd.openxmlformats-officedocument.presentationml.tags+xml"/>
  <Override PartName="/ppt/tags/tag1184.xml" ContentType="application/vnd.openxmlformats-officedocument.presentationml.tags+xml"/>
  <Override PartName="/ppt/tags/tag1185.xml" ContentType="application/vnd.openxmlformats-officedocument.presentationml.tags+xml"/>
  <Override PartName="/ppt/tags/tag1186.xml" ContentType="application/vnd.openxmlformats-officedocument.presentationml.tags+xml"/>
  <Override PartName="/ppt/tags/tag1187.xml" ContentType="application/vnd.openxmlformats-officedocument.presentationml.tags+xml"/>
  <Override PartName="/ppt/tags/tag1188.xml" ContentType="application/vnd.openxmlformats-officedocument.presentationml.tags+xml"/>
  <Override PartName="/ppt/tags/tag1189.xml" ContentType="application/vnd.openxmlformats-officedocument.presentationml.tags+xml"/>
  <Override PartName="/ppt/tags/tag1190.xml" ContentType="application/vnd.openxmlformats-officedocument.presentationml.tags+xml"/>
  <Override PartName="/ppt/tags/tag1191.xml" ContentType="application/vnd.openxmlformats-officedocument.presentationml.tags+xml"/>
  <Override PartName="/ppt/tags/tag1192.xml" ContentType="application/vnd.openxmlformats-officedocument.presentationml.tags+xml"/>
  <Override PartName="/ppt/tags/tag1193.xml" ContentType="application/vnd.openxmlformats-officedocument.presentationml.tags+xml"/>
  <Override PartName="/ppt/theme/theme3.xml" ContentType="application/vnd.openxmlformats-officedocument.theme+xml"/>
  <Override PartName="/ppt/tags/tag1194.xml" ContentType="application/vnd.openxmlformats-officedocument.presentationml.tags+xml"/>
  <Override PartName="/ppt/tags/tag1195.xml" ContentType="application/vnd.openxmlformats-officedocument.presentationml.tags+xml"/>
  <Override PartName="/ppt/tags/tag1196.xml" ContentType="application/vnd.openxmlformats-officedocument.presentationml.tags+xml"/>
  <Override PartName="/ppt/tags/tag1197.xml" ContentType="application/vnd.openxmlformats-officedocument.presentationml.tags+xml"/>
  <Override PartName="/ppt/tags/tag1198.xml" ContentType="application/vnd.openxmlformats-officedocument.presentationml.tags+xml"/>
  <Override PartName="/ppt/tags/tag1199.xml" ContentType="application/vnd.openxmlformats-officedocument.presentationml.tags+xml"/>
  <Override PartName="/ppt/tags/tag1200.xml" ContentType="application/vnd.openxmlformats-officedocument.presentationml.tags+xml"/>
  <Override PartName="/ppt/tags/tag1201.xml" ContentType="application/vnd.openxmlformats-officedocument.presentationml.tags+xml"/>
  <Override PartName="/ppt/tags/tag1202.xml" ContentType="application/vnd.openxmlformats-officedocument.presentationml.tags+xml"/>
  <Override PartName="/ppt/tags/tag1203.xml" ContentType="application/vnd.openxmlformats-officedocument.presentationml.tags+xml"/>
  <Override PartName="/ppt/tags/tag1204.xml" ContentType="application/vnd.openxmlformats-officedocument.presentationml.tags+xml"/>
  <Override PartName="/ppt/tags/tag1205.xml" ContentType="application/vnd.openxmlformats-officedocument.presentationml.tags+xml"/>
  <Override PartName="/ppt/tags/tag1206.xml" ContentType="application/vnd.openxmlformats-officedocument.presentationml.tags+xml"/>
  <Override PartName="/ppt/tags/tag1207.xml" ContentType="application/vnd.openxmlformats-officedocument.presentationml.tags+xml"/>
  <Override PartName="/ppt/tags/tag1208.xml" ContentType="application/vnd.openxmlformats-officedocument.presentationml.tags+xml"/>
  <Override PartName="/ppt/tags/tag1209.xml" ContentType="application/vnd.openxmlformats-officedocument.presentationml.tags+xml"/>
  <Override PartName="/ppt/tags/tag1210.xml" ContentType="application/vnd.openxmlformats-officedocument.presentationml.tags+xml"/>
  <Override PartName="/ppt/tags/tag1211.xml" ContentType="application/vnd.openxmlformats-officedocument.presentationml.tags+xml"/>
  <Override PartName="/ppt/tags/tag1212.xml" ContentType="application/vnd.openxmlformats-officedocument.presentationml.tags+xml"/>
  <Override PartName="/ppt/tags/tag1213.xml" ContentType="application/vnd.openxmlformats-officedocument.presentationml.tags+xml"/>
  <Override PartName="/ppt/tags/tag1214.xml" ContentType="application/vnd.openxmlformats-officedocument.presentationml.tags+xml"/>
  <Override PartName="/ppt/tags/tag1215.xml" ContentType="application/vnd.openxmlformats-officedocument.presentationml.tags+xml"/>
  <Override PartName="/ppt/tags/tag1216.xml" ContentType="application/vnd.openxmlformats-officedocument.presentationml.tags+xml"/>
  <Override PartName="/ppt/tags/tag1217.xml" ContentType="application/vnd.openxmlformats-officedocument.presentationml.tags+xml"/>
  <Override PartName="/ppt/tags/tag1218.xml" ContentType="application/vnd.openxmlformats-officedocument.presentationml.tags+xml"/>
  <Override PartName="/ppt/notesSlides/notesSlide1.xml" ContentType="application/vnd.openxmlformats-officedocument.presentationml.notesSlide+xml"/>
  <Override PartName="/ppt/tags/tag1219.xml" ContentType="application/vnd.openxmlformats-officedocument.presentationml.tags+xml"/>
  <Override PartName="/ppt/tags/tag1220.xml" ContentType="application/vnd.openxmlformats-officedocument.presentationml.tags+xml"/>
  <Override PartName="/ppt/tags/tag1221.xml" ContentType="application/vnd.openxmlformats-officedocument.presentationml.tags+xml"/>
  <Override PartName="/ppt/tags/tag1222.xml" ContentType="application/vnd.openxmlformats-officedocument.presentationml.tags+xml"/>
  <Override PartName="/ppt/tags/tag1223.xml" ContentType="application/vnd.openxmlformats-officedocument.presentationml.tags+xml"/>
  <Override PartName="/ppt/tags/tag1224.xml" ContentType="application/vnd.openxmlformats-officedocument.presentationml.tags+xml"/>
  <Override PartName="/ppt/tags/tag1225.xml" ContentType="application/vnd.openxmlformats-officedocument.presentationml.tags+xml"/>
  <Override PartName="/ppt/tags/tag1226.xml" ContentType="application/vnd.openxmlformats-officedocument.presentationml.tags+xml"/>
  <Override PartName="/ppt/tags/tag1227.xml" ContentType="application/vnd.openxmlformats-officedocument.presentationml.tags+xml"/>
  <Override PartName="/ppt/tags/tag1228.xml" ContentType="application/vnd.openxmlformats-officedocument.presentationml.tags+xml"/>
  <Override PartName="/ppt/notesSlides/notesSlide2.xml" ContentType="application/vnd.openxmlformats-officedocument.presentationml.notesSlide+xml"/>
  <Override PartName="/ppt/tags/tag1229.xml" ContentType="application/vnd.openxmlformats-officedocument.presentationml.tags+xml"/>
  <Override PartName="/ppt/tags/tag1230.xml" ContentType="application/vnd.openxmlformats-officedocument.presentationml.tags+xml"/>
  <Override PartName="/ppt/tags/tag1231.xml" ContentType="application/vnd.openxmlformats-officedocument.presentationml.tags+xml"/>
  <Override PartName="/ppt/tags/tag1232.xml" ContentType="application/vnd.openxmlformats-officedocument.presentationml.tags+xml"/>
  <Override PartName="/ppt/tags/tag1233.xml" ContentType="application/vnd.openxmlformats-officedocument.presentationml.tags+xml"/>
  <Override PartName="/ppt/tags/tag1234.xml" ContentType="application/vnd.openxmlformats-officedocument.presentationml.tags+xml"/>
  <Override PartName="/ppt/tags/tag1235.xml" ContentType="application/vnd.openxmlformats-officedocument.presentationml.tags+xml"/>
  <Override PartName="/ppt/tags/tag1236.xml" ContentType="application/vnd.openxmlformats-officedocument.presentationml.tags+xml"/>
  <Override PartName="/ppt/tags/tag1237.xml" ContentType="application/vnd.openxmlformats-officedocument.presentationml.tags+xml"/>
  <Override PartName="/ppt/tags/tag1238.xml" ContentType="application/vnd.openxmlformats-officedocument.presentationml.tags+xml"/>
  <Override PartName="/ppt/tags/tag1239.xml" ContentType="application/vnd.openxmlformats-officedocument.presentationml.tags+xml"/>
  <Override PartName="/ppt/tags/tag1240.xml" ContentType="application/vnd.openxmlformats-officedocument.presentationml.tags+xml"/>
  <Override PartName="/ppt/tags/tag1241.xml" ContentType="application/vnd.openxmlformats-officedocument.presentationml.tags+xml"/>
  <Override PartName="/ppt/tags/tag1242.xml" ContentType="application/vnd.openxmlformats-officedocument.presentationml.tags+xml"/>
  <Override PartName="/ppt/tags/tag1243.xml" ContentType="application/vnd.openxmlformats-officedocument.presentationml.tags+xml"/>
  <Override PartName="/ppt/tags/tag1244.xml" ContentType="application/vnd.openxmlformats-officedocument.presentationml.tags+xml"/>
  <Override PartName="/ppt/tags/tag1245.xml" ContentType="application/vnd.openxmlformats-officedocument.presentationml.tags+xml"/>
  <Override PartName="/ppt/notesSlides/notesSlide3.xml" ContentType="application/vnd.openxmlformats-officedocument.presentationml.notesSlide+xml"/>
  <Override PartName="/ppt/tags/tag1246.xml" ContentType="application/vnd.openxmlformats-officedocument.presentationml.tags+xml"/>
  <Override PartName="/ppt/tags/tag1247.xml" ContentType="application/vnd.openxmlformats-officedocument.presentationml.tags+xml"/>
  <Override PartName="/ppt/tags/tag1248.xml" ContentType="application/vnd.openxmlformats-officedocument.presentationml.tags+xml"/>
  <Override PartName="/ppt/tags/tag1249.xml" ContentType="application/vnd.openxmlformats-officedocument.presentationml.tags+xml"/>
  <Override PartName="/ppt/tags/tag1250.xml" ContentType="application/vnd.openxmlformats-officedocument.presentationml.tags+xml"/>
  <Override PartName="/ppt/tags/tag1251.xml" ContentType="application/vnd.openxmlformats-officedocument.presentationml.tags+xml"/>
  <Override PartName="/ppt/tags/tag1252.xml" ContentType="application/vnd.openxmlformats-officedocument.presentationml.tags+xml"/>
  <Override PartName="/ppt/tags/tag1253.xml" ContentType="application/vnd.openxmlformats-officedocument.presentationml.tags+xml"/>
  <Override PartName="/ppt/tags/tag1254.xml" ContentType="application/vnd.openxmlformats-officedocument.presentationml.tags+xml"/>
  <Override PartName="/ppt/tags/tag1255.xml" ContentType="application/vnd.openxmlformats-officedocument.presentationml.tags+xml"/>
  <Override PartName="/ppt/tags/tag1256.xml" ContentType="application/vnd.openxmlformats-officedocument.presentationml.tags+xml"/>
  <Override PartName="/ppt/tags/tag1257.xml" ContentType="application/vnd.openxmlformats-officedocument.presentationml.tags+xml"/>
  <Override PartName="/ppt/tags/tag1258.xml" ContentType="application/vnd.openxmlformats-officedocument.presentationml.tags+xml"/>
  <Override PartName="/ppt/tags/tag1259.xml" ContentType="application/vnd.openxmlformats-officedocument.presentationml.tags+xml"/>
  <Override PartName="/ppt/tags/tag1260.xml" ContentType="application/vnd.openxmlformats-officedocument.presentationml.tags+xml"/>
  <Override PartName="/ppt/tags/tag1261.xml" ContentType="application/vnd.openxmlformats-officedocument.presentationml.tags+xml"/>
  <Override PartName="/ppt/tags/tag1262.xml" ContentType="application/vnd.openxmlformats-officedocument.presentationml.tags+xml"/>
  <Override PartName="/ppt/tags/tag1263.xml" ContentType="application/vnd.openxmlformats-officedocument.presentationml.tags+xml"/>
  <Override PartName="/ppt/notesSlides/notesSlide4.xml" ContentType="application/vnd.openxmlformats-officedocument.presentationml.notesSlide+xml"/>
  <Override PartName="/ppt/tags/tag1264.xml" ContentType="application/vnd.openxmlformats-officedocument.presentationml.tags+xml"/>
  <Override PartName="/ppt/tags/tag1265.xml" ContentType="application/vnd.openxmlformats-officedocument.presentationml.tags+xml"/>
  <Override PartName="/ppt/tags/tag1266.xml" ContentType="application/vnd.openxmlformats-officedocument.presentationml.tags+xml"/>
  <Override PartName="/ppt/tags/tag1267.xml" ContentType="application/vnd.openxmlformats-officedocument.presentationml.tags+xml"/>
  <Override PartName="/ppt/tags/tag1268.xml" ContentType="application/vnd.openxmlformats-officedocument.presentationml.tags+xml"/>
  <Override PartName="/ppt/tags/tag1269.xml" ContentType="application/vnd.openxmlformats-officedocument.presentationml.tags+xml"/>
  <Override PartName="/ppt/tags/tag1270.xml" ContentType="application/vnd.openxmlformats-officedocument.presentationml.tags+xml"/>
  <Override PartName="/ppt/tags/tag1271.xml" ContentType="application/vnd.openxmlformats-officedocument.presentationml.tags+xml"/>
  <Override PartName="/ppt/tags/tag1272.xml" ContentType="application/vnd.openxmlformats-officedocument.presentationml.tags+xml"/>
  <Override PartName="/ppt/tags/tag1273.xml" ContentType="application/vnd.openxmlformats-officedocument.presentationml.tags+xml"/>
  <Override PartName="/ppt/notesSlides/notesSlide5.xml" ContentType="application/vnd.openxmlformats-officedocument.presentationml.notesSlide+xml"/>
  <Override PartName="/ppt/tags/tag1274.xml" ContentType="application/vnd.openxmlformats-officedocument.presentationml.tags+xml"/>
  <Override PartName="/ppt/tags/tag1275.xml" ContentType="application/vnd.openxmlformats-officedocument.presentationml.tags+xml"/>
  <Override PartName="/ppt/tags/tag1276.xml" ContentType="application/vnd.openxmlformats-officedocument.presentationml.tags+xml"/>
  <Override PartName="/ppt/tags/tag1277.xml" ContentType="application/vnd.openxmlformats-officedocument.presentationml.tags+xml"/>
  <Override PartName="/ppt/tags/tag1278.xml" ContentType="application/vnd.openxmlformats-officedocument.presentationml.tags+xml"/>
  <Override PartName="/ppt/tags/tag1279.xml" ContentType="application/vnd.openxmlformats-officedocument.presentationml.tags+xml"/>
  <Override PartName="/ppt/tags/tag1280.xml" ContentType="application/vnd.openxmlformats-officedocument.presentationml.tags+xml"/>
  <Override PartName="/ppt/tags/tag1281.xml" ContentType="application/vnd.openxmlformats-officedocument.presentationml.tags+xml"/>
  <Override PartName="/ppt/tags/tag1282.xml" ContentType="application/vnd.openxmlformats-officedocument.presentationml.tags+xml"/>
  <Override PartName="/ppt/tags/tag1283.xml" ContentType="application/vnd.openxmlformats-officedocument.presentationml.tags+xml"/>
  <Override PartName="/ppt/tags/tag1284.xml" ContentType="application/vnd.openxmlformats-officedocument.presentationml.tags+xml"/>
  <Override PartName="/ppt/tags/tag1285.xml" ContentType="application/vnd.openxmlformats-officedocument.presentationml.tags+xml"/>
  <Override PartName="/ppt/tags/tag1286.xml" ContentType="application/vnd.openxmlformats-officedocument.presentationml.tags+xml"/>
  <Override PartName="/ppt/tags/tag1287.xml" ContentType="application/vnd.openxmlformats-officedocument.presentationml.tags+xml"/>
  <Override PartName="/ppt/tags/tag1288.xml" ContentType="application/vnd.openxmlformats-officedocument.presentationml.tags+xml"/>
  <Override PartName="/ppt/tags/tag1289.xml" ContentType="application/vnd.openxmlformats-officedocument.presentationml.tags+xml"/>
  <Override PartName="/ppt/tags/tag1290.xml" ContentType="application/vnd.openxmlformats-officedocument.presentationml.tags+xml"/>
  <Override PartName="/ppt/tags/tag1291.xml" ContentType="application/vnd.openxmlformats-officedocument.presentationml.tags+xml"/>
  <Override PartName="/ppt/notesSlides/notesSlide6.xml" ContentType="application/vnd.openxmlformats-officedocument.presentationml.notesSlide+xml"/>
  <Override PartName="/ppt/tags/tag1292.xml" ContentType="application/vnd.openxmlformats-officedocument.presentationml.tags+xml"/>
  <Override PartName="/ppt/tags/tag1293.xml" ContentType="application/vnd.openxmlformats-officedocument.presentationml.tags+xml"/>
  <Override PartName="/ppt/tags/tag1294.xml" ContentType="application/vnd.openxmlformats-officedocument.presentationml.tags+xml"/>
  <Override PartName="/ppt/tags/tag1295.xml" ContentType="application/vnd.openxmlformats-officedocument.presentationml.tags+xml"/>
  <Override PartName="/ppt/tags/tag1296.xml" ContentType="application/vnd.openxmlformats-officedocument.presentationml.tags+xml"/>
  <Override PartName="/ppt/tags/tag1297.xml" ContentType="application/vnd.openxmlformats-officedocument.presentationml.tags+xml"/>
  <Override PartName="/ppt/tags/tag1298.xml" ContentType="application/vnd.openxmlformats-officedocument.presentationml.tags+xml"/>
  <Override PartName="/ppt/tags/tag1299.xml" ContentType="application/vnd.openxmlformats-officedocument.presentationml.tags+xml"/>
  <Override PartName="/ppt/tags/tag1300.xml" ContentType="application/vnd.openxmlformats-officedocument.presentationml.tags+xml"/>
  <Override PartName="/ppt/tags/tag1301.xml" ContentType="application/vnd.openxmlformats-officedocument.presentationml.tags+xml"/>
  <Override PartName="/ppt/tags/tag1302.xml" ContentType="application/vnd.openxmlformats-officedocument.presentationml.tags+xml"/>
  <Override PartName="/ppt/tags/tag1303.xml" ContentType="application/vnd.openxmlformats-officedocument.presentationml.tags+xml"/>
  <Override PartName="/ppt/tags/tag1304.xml" ContentType="application/vnd.openxmlformats-officedocument.presentationml.tags+xml"/>
  <Override PartName="/ppt/tags/tag1305.xml" ContentType="application/vnd.openxmlformats-officedocument.presentationml.tags+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tags/tag1306.xml" ContentType="application/vnd.openxmlformats-officedocument.presentationml.tags+xml"/>
  <Override PartName="/ppt/tags/tag1307.xml" ContentType="application/vnd.openxmlformats-officedocument.presentationml.tags+xml"/>
  <Override PartName="/ppt/tags/tag1308.xml" ContentType="application/vnd.openxmlformats-officedocument.presentationml.tags+xml"/>
  <Override PartName="/ppt/tags/tag1309.xml" ContentType="application/vnd.openxmlformats-officedocument.presentationml.tags+xml"/>
  <Override PartName="/ppt/tags/tag1310.xml" ContentType="application/vnd.openxmlformats-officedocument.presentationml.tags+xml"/>
  <Override PartName="/ppt/tags/tag1311.xml" ContentType="application/vnd.openxmlformats-officedocument.presentationml.tags+xml"/>
  <Override PartName="/ppt/tags/tag1312.xml" ContentType="application/vnd.openxmlformats-officedocument.presentationml.tags+xml"/>
  <Override PartName="/ppt/tags/tag1313.xml" ContentType="application/vnd.openxmlformats-officedocument.presentationml.tags+xml"/>
  <Override PartName="/ppt/tags/tag1314.xml" ContentType="application/vnd.openxmlformats-officedocument.presentationml.tags+xml"/>
  <Override PartName="/ppt/tags/tag1315.xml" ContentType="application/vnd.openxmlformats-officedocument.presentationml.tags+xml"/>
  <Override PartName="/ppt/tags/tag1316.xml" ContentType="application/vnd.openxmlformats-officedocument.presentationml.tags+xml"/>
  <Override PartName="/ppt/tags/tag1317.xml" ContentType="application/vnd.openxmlformats-officedocument.presentationml.tags+xml"/>
  <Override PartName="/ppt/tags/tag1318.xml" ContentType="application/vnd.openxmlformats-officedocument.presentationml.tags+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tags/tag1319.xml" ContentType="application/vnd.openxmlformats-officedocument.presentationml.tags+xml"/>
  <Override PartName="/ppt/tags/tag1320.xml" ContentType="application/vnd.openxmlformats-officedocument.presentationml.tags+xml"/>
  <Override PartName="/ppt/tags/tag1321.xml" ContentType="application/vnd.openxmlformats-officedocument.presentationml.tags+xml"/>
  <Override PartName="/ppt/tags/tag1322.xml" ContentType="application/vnd.openxmlformats-officedocument.presentationml.tags+xml"/>
  <Override PartName="/ppt/tags/tag1323.xml" ContentType="application/vnd.openxmlformats-officedocument.presentationml.tags+xml"/>
  <Override PartName="/ppt/tags/tag1324.xml" ContentType="application/vnd.openxmlformats-officedocument.presentationml.tags+xml"/>
  <Override PartName="/ppt/tags/tag1325.xml" ContentType="application/vnd.openxmlformats-officedocument.presentationml.tags+xml"/>
  <Override PartName="/ppt/tags/tag1326.xml" ContentType="application/vnd.openxmlformats-officedocument.presentationml.tags+xml"/>
  <Override PartName="/ppt/tags/tag1327.xml" ContentType="application/vnd.openxmlformats-officedocument.presentationml.tags+xml"/>
  <Override PartName="/ppt/tags/tag1328.xml" ContentType="application/vnd.openxmlformats-officedocument.presentationml.tags+xml"/>
  <Override PartName="/ppt/tags/tag1329.xml" ContentType="application/vnd.openxmlformats-officedocument.presentationml.tags+xml"/>
  <Override PartName="/ppt/tags/tag1330.xml" ContentType="application/vnd.openxmlformats-officedocument.presentationml.tags+xml"/>
  <Override PartName="/ppt/tags/tag1331.xml" ContentType="application/vnd.openxmlformats-officedocument.presentationml.tags+xml"/>
  <Override PartName="/ppt/tags/tag1332.xml" ContentType="application/vnd.openxmlformats-officedocument.presentationml.tags+xml"/>
  <Override PartName="/ppt/tags/tag1333.xml" ContentType="application/vnd.openxmlformats-officedocument.presentationml.tags+xml"/>
  <Override PartName="/ppt/tags/tag1334.xml" ContentType="application/vnd.openxmlformats-officedocument.presentationml.tags+xml"/>
  <Override PartName="/ppt/tags/tag1335.xml" ContentType="application/vnd.openxmlformats-officedocument.presentationml.tags+xml"/>
  <Override PartName="/ppt/tags/tag1336.xml" ContentType="application/vnd.openxmlformats-officedocument.presentationml.tags+xml"/>
  <Override PartName="/ppt/tags/tag1337.xml" ContentType="application/vnd.openxmlformats-officedocument.presentationml.tags+xml"/>
  <Override PartName="/ppt/tags/tag1338.xml" ContentType="application/vnd.openxmlformats-officedocument.presentationml.tags+xml"/>
  <Override PartName="/ppt/tags/tag1339.xml" ContentType="application/vnd.openxmlformats-officedocument.presentationml.tags+xml"/>
  <Override PartName="/ppt/tags/tag1340.xml" ContentType="application/vnd.openxmlformats-officedocument.presentationml.tags+xml"/>
  <Override PartName="/ppt/tags/tag1341.xml" ContentType="application/vnd.openxmlformats-officedocument.presentationml.tags+xml"/>
  <Override PartName="/ppt/tags/tag1342.xml" ContentType="application/vnd.openxmlformats-officedocument.presentationml.tags+xml"/>
  <Override PartName="/ppt/tags/tag1343.xml" ContentType="application/vnd.openxmlformats-officedocument.presentationml.tags+xml"/>
  <Override PartName="/ppt/tags/tag1344.xml" ContentType="application/vnd.openxmlformats-officedocument.presentationml.tags+xml"/>
  <Override PartName="/ppt/tags/tag1345.xml" ContentType="application/vnd.openxmlformats-officedocument.presentationml.tags+xml"/>
  <Override PartName="/ppt/tags/tag1346.xml" ContentType="application/vnd.openxmlformats-officedocument.presentationml.tags+xml"/>
  <Override PartName="/ppt/tags/tag1347.xml" ContentType="application/vnd.openxmlformats-officedocument.presentationml.tags+xml"/>
  <Override PartName="/ppt/tags/tag1348.xml" ContentType="application/vnd.openxmlformats-officedocument.presentationml.tags+xml"/>
  <Override PartName="/ppt/tags/tag1349.xml" ContentType="application/vnd.openxmlformats-officedocument.presentationml.tags+xml"/>
  <Override PartName="/ppt/tags/tag1350.xml" ContentType="application/vnd.openxmlformats-officedocument.presentationml.tags+xml"/>
  <Override PartName="/ppt/tags/tag1351.xml" ContentType="application/vnd.openxmlformats-officedocument.presentationml.tags+xml"/>
  <Override PartName="/ppt/tags/tag1352.xml" ContentType="application/vnd.openxmlformats-officedocument.presentationml.tags+xml"/>
  <Override PartName="/ppt/tags/tag1353.xml" ContentType="application/vnd.openxmlformats-officedocument.presentationml.tags+xml"/>
  <Override PartName="/ppt/tags/tag1354.xml" ContentType="application/vnd.openxmlformats-officedocument.presentationml.tags+xml"/>
  <Override PartName="/ppt/tags/tag1355.xml" ContentType="application/vnd.openxmlformats-officedocument.presentationml.tags+xml"/>
  <Override PartName="/ppt/tags/tag1356.xml" ContentType="application/vnd.openxmlformats-officedocument.presentationml.tags+xml"/>
  <Override PartName="/ppt/tags/tag1357.xml" ContentType="application/vnd.openxmlformats-officedocument.presentationml.tags+xml"/>
  <Override PartName="/ppt/notesSlides/notesSlide13.xml" ContentType="application/vnd.openxmlformats-officedocument.presentationml.notesSlide+xml"/>
  <Override PartName="/ppt/tags/tag1358.xml" ContentType="application/vnd.openxmlformats-officedocument.presentationml.tags+xml"/>
  <Override PartName="/ppt/tags/tag1359.xml" ContentType="application/vnd.openxmlformats-officedocument.presentationml.tags+xml"/>
  <Override PartName="/ppt/tags/tag1360.xml" ContentType="application/vnd.openxmlformats-officedocument.presentationml.tags+xml"/>
  <Override PartName="/ppt/tags/tag1361.xml" ContentType="application/vnd.openxmlformats-officedocument.presentationml.tags+xml"/>
  <Override PartName="/ppt/notesSlides/notesSlide14.xml" ContentType="application/vnd.openxmlformats-officedocument.presentationml.notesSlide+xml"/>
  <Override PartName="/ppt/tags/tag1362.xml" ContentType="application/vnd.openxmlformats-officedocument.presentationml.tags+xml"/>
  <Override PartName="/ppt/tags/tag1363.xml" ContentType="application/vnd.openxmlformats-officedocument.presentationml.tags+xml"/>
  <Override PartName="/ppt/tags/tag1364.xml" ContentType="application/vnd.openxmlformats-officedocument.presentationml.tags+xml"/>
  <Override PartName="/ppt/tags/tag1365.xml" ContentType="application/vnd.openxmlformats-officedocument.presentationml.tags+xml"/>
  <Override PartName="/ppt/notesSlides/notesSlide15.xml" ContentType="application/vnd.openxmlformats-officedocument.presentationml.notesSlide+xml"/>
  <Override PartName="/ppt/tags/tag1366.xml" ContentType="application/vnd.openxmlformats-officedocument.presentationml.tags+xml"/>
  <Override PartName="/ppt/tags/tag1367.xml" ContentType="application/vnd.openxmlformats-officedocument.presentationml.tags+xml"/>
  <Override PartName="/ppt/tags/tag1368.xml" ContentType="application/vnd.openxmlformats-officedocument.presentationml.tags+xml"/>
  <Override PartName="/ppt/tags/tag1369.xml" ContentType="application/vnd.openxmlformats-officedocument.presentationml.tags+xml"/>
  <Override PartName="/ppt/notesSlides/notesSlide16.xml" ContentType="application/vnd.openxmlformats-officedocument.presentationml.notesSlide+xml"/>
  <Override PartName="/ppt/tags/tag1370.xml" ContentType="application/vnd.openxmlformats-officedocument.presentationml.tags+xml"/>
  <Override PartName="/ppt/tags/tag1371.xml" ContentType="application/vnd.openxmlformats-officedocument.presentationml.tags+xml"/>
  <Override PartName="/ppt/tags/tag1372.xml" ContentType="application/vnd.openxmlformats-officedocument.presentationml.tags+xml"/>
  <Override PartName="/ppt/tags/tag1373.xml" ContentType="application/vnd.openxmlformats-officedocument.presentationml.tags+xml"/>
  <Override PartName="/ppt/tags/tag1374.xml" ContentType="application/vnd.openxmlformats-officedocument.presentationml.tags+xml"/>
  <Override PartName="/ppt/tags/tag1375.xml" ContentType="application/vnd.openxmlformats-officedocument.presentationml.tags+xml"/>
  <Override PartName="/ppt/tags/tag1376.xml" ContentType="application/vnd.openxmlformats-officedocument.presentationml.tags+xml"/>
  <Override PartName="/ppt/tags/tag1377.xml" ContentType="application/vnd.openxmlformats-officedocument.presentationml.tags+xml"/>
  <Override PartName="/ppt/tags/tag1378.xml" ContentType="application/vnd.openxmlformats-officedocument.presentationml.tags+xml"/>
  <Override PartName="/ppt/tags/tag1379.xml" ContentType="application/vnd.openxmlformats-officedocument.presentationml.tags+xml"/>
  <Override PartName="/ppt/tags/tag1380.xml" ContentType="application/vnd.openxmlformats-officedocument.presentationml.tags+xml"/>
  <Override PartName="/ppt/tags/tag1381.xml" ContentType="application/vnd.openxmlformats-officedocument.presentationml.tags+xml"/>
  <Override PartName="/ppt/tags/tag1382.xml" ContentType="application/vnd.openxmlformats-officedocument.presentationml.tags+xml"/>
  <Override PartName="/ppt/tags/tag1383.xml" ContentType="application/vnd.openxmlformats-officedocument.presentationml.tags+xml"/>
  <Override PartName="/ppt/tags/tag1384.xml" ContentType="application/vnd.openxmlformats-officedocument.presentationml.tags+xml"/>
  <Override PartName="/ppt/tags/tag1385.xml" ContentType="application/vnd.openxmlformats-officedocument.presentationml.tags+xml"/>
  <Override PartName="/ppt/tags/tag1386.xml" ContentType="application/vnd.openxmlformats-officedocument.presentationml.tags+xml"/>
  <Override PartName="/ppt/tags/tag1387.xml" ContentType="application/vnd.openxmlformats-officedocument.presentationml.tags+xml"/>
  <Override PartName="/ppt/tags/tag1388.xml" ContentType="application/vnd.openxmlformats-officedocument.presentationml.tags+xml"/>
  <Override PartName="/ppt/tags/tag1389.xml" ContentType="application/vnd.openxmlformats-officedocument.presentationml.tags+xml"/>
  <Override PartName="/ppt/tags/tag1390.xml" ContentType="application/vnd.openxmlformats-officedocument.presentationml.tags+xml"/>
  <Override PartName="/ppt/tags/tag1391.xml" ContentType="application/vnd.openxmlformats-officedocument.presentationml.tags+xml"/>
  <Override PartName="/ppt/tags/tag1392.xml" ContentType="application/vnd.openxmlformats-officedocument.presentationml.tags+xml"/>
  <Override PartName="/ppt/tags/tag1393.xml" ContentType="application/vnd.openxmlformats-officedocument.presentationml.tags+xml"/>
  <Override PartName="/ppt/tags/tag1394.xml" ContentType="application/vnd.openxmlformats-officedocument.presentationml.tags+xml"/>
  <Override PartName="/ppt/tags/tag1395.xml" ContentType="application/vnd.openxmlformats-officedocument.presentationml.tags+xml"/>
  <Override PartName="/ppt/tags/tag1396.xml" ContentType="application/vnd.openxmlformats-officedocument.presentationml.tags+xml"/>
  <Override PartName="/ppt/tags/tag1397.xml" ContentType="application/vnd.openxmlformats-officedocument.presentationml.tags+xml"/>
  <Override PartName="/ppt/tags/tag1398.xml" ContentType="application/vnd.openxmlformats-officedocument.presentationml.tags+xml"/>
  <Override PartName="/ppt/tags/tag1399.xml" ContentType="application/vnd.openxmlformats-officedocument.presentationml.tags+xml"/>
  <Override PartName="/ppt/tags/tag1400.xml" ContentType="application/vnd.openxmlformats-officedocument.presentationml.tags+xml"/>
  <Override PartName="/ppt/tags/tag1401.xml" ContentType="application/vnd.openxmlformats-officedocument.presentationml.tags+xml"/>
  <Override PartName="/ppt/tags/tag1402.xml" ContentType="application/vnd.openxmlformats-officedocument.presentationml.tags+xml"/>
  <Override PartName="/ppt/tags/tag1403.xml" ContentType="application/vnd.openxmlformats-officedocument.presentationml.tags+xml"/>
  <Override PartName="/ppt/tags/tag1404.xml" ContentType="application/vnd.openxmlformats-officedocument.presentationml.tags+xml"/>
  <Override PartName="/ppt/tags/tag1405.xml" ContentType="application/vnd.openxmlformats-officedocument.presentationml.tags+xml"/>
  <Override PartName="/ppt/tags/tag1406.xml" ContentType="application/vnd.openxmlformats-officedocument.presentationml.tags+xml"/>
  <Override PartName="/ppt/tags/tag1407.xml" ContentType="application/vnd.openxmlformats-officedocument.presentationml.tags+xml"/>
  <Override PartName="/ppt/notesSlides/notesSlide17.xml" ContentType="application/vnd.openxmlformats-officedocument.presentationml.notesSlide+xml"/>
  <Override PartName="/ppt/tags/tag1408.xml" ContentType="application/vnd.openxmlformats-officedocument.presentationml.tags+xml"/>
  <Override PartName="/ppt/tags/tag1409.xml" ContentType="application/vnd.openxmlformats-officedocument.presentationml.tags+xml"/>
  <Override PartName="/ppt/tags/tag1410.xml" ContentType="application/vnd.openxmlformats-officedocument.presentationml.tags+xml"/>
  <Override PartName="/ppt/tags/tag1411.xml" ContentType="application/vnd.openxmlformats-officedocument.presentationml.tags+xml"/>
  <Override PartName="/ppt/tags/tag1412.xml" ContentType="application/vnd.openxmlformats-officedocument.presentationml.tags+xml"/>
  <Override PartName="/ppt/tags/tag1413.xml" ContentType="application/vnd.openxmlformats-officedocument.presentationml.tags+xml"/>
  <Override PartName="/ppt/tags/tag1414.xml" ContentType="application/vnd.openxmlformats-officedocument.presentationml.tags+xml"/>
  <Override PartName="/ppt/tags/tag1415.xml" ContentType="application/vnd.openxmlformats-officedocument.presentationml.tags+xml"/>
  <Override PartName="/ppt/tags/tag1416.xml" ContentType="application/vnd.openxmlformats-officedocument.presentationml.tags+xml"/>
  <Override PartName="/ppt/tags/tag1417.xml" ContentType="application/vnd.openxmlformats-officedocument.presentationml.tags+xml"/>
  <Override PartName="/ppt/tags/tag1418.xml" ContentType="application/vnd.openxmlformats-officedocument.presentationml.tags+xml"/>
  <Override PartName="/ppt/tags/tag1419.xml" ContentType="application/vnd.openxmlformats-officedocument.presentationml.tags+xml"/>
  <Override PartName="/ppt/tags/tag1420.xml" ContentType="application/vnd.openxmlformats-officedocument.presentationml.tags+xml"/>
  <Override PartName="/ppt/tags/tag1421.xml" ContentType="application/vnd.openxmlformats-officedocument.presentationml.tags+xml"/>
  <Override PartName="/ppt/tags/tag1422.xml" ContentType="application/vnd.openxmlformats-officedocument.presentationml.tags+xml"/>
  <Override PartName="/ppt/tags/tag1423.xml" ContentType="application/vnd.openxmlformats-officedocument.presentationml.tags+xml"/>
  <Override PartName="/ppt/tags/tag1424.xml" ContentType="application/vnd.openxmlformats-officedocument.presentationml.tags+xml"/>
  <Override PartName="/ppt/tags/tag1425.xml" ContentType="application/vnd.openxmlformats-officedocument.presentationml.tags+xml"/>
  <Override PartName="/ppt/notesSlides/notesSlide18.xml" ContentType="application/vnd.openxmlformats-officedocument.presentationml.notesSlide+xml"/>
  <Override PartName="/ppt/tags/tag1426.xml" ContentType="application/vnd.openxmlformats-officedocument.presentationml.tags+xml"/>
  <Override PartName="/ppt/tags/tag1427.xml" ContentType="application/vnd.openxmlformats-officedocument.presentationml.tags+xml"/>
  <Override PartName="/ppt/tags/tag1428.xml" ContentType="application/vnd.openxmlformats-officedocument.presentationml.tags+xml"/>
  <Override PartName="/ppt/tags/tag1429.xml" ContentType="application/vnd.openxmlformats-officedocument.presentationml.tags+xml"/>
  <Override PartName="/ppt/tags/tag1430.xml" ContentType="application/vnd.openxmlformats-officedocument.presentationml.tags+xml"/>
  <Override PartName="/ppt/tags/tag1431.xml" ContentType="application/vnd.openxmlformats-officedocument.presentationml.tags+xml"/>
  <Override PartName="/ppt/tags/tag1432.xml" ContentType="application/vnd.openxmlformats-officedocument.presentationml.tags+xml"/>
  <Override PartName="/ppt/tags/tag1433.xml" ContentType="application/vnd.openxmlformats-officedocument.presentationml.tags+xml"/>
  <Override PartName="/ppt/tags/tag1434.xml" ContentType="application/vnd.openxmlformats-officedocument.presentationml.tags+xml"/>
  <Override PartName="/ppt/tags/tag1435.xml" ContentType="application/vnd.openxmlformats-officedocument.presentationml.tags+xml"/>
  <Override PartName="/ppt/tags/tag1436.xml" ContentType="application/vnd.openxmlformats-officedocument.presentationml.tags+xml"/>
  <Override PartName="/ppt/tags/tag1437.xml" ContentType="application/vnd.openxmlformats-officedocument.presentationml.tags+xml"/>
  <Override PartName="/ppt/tags/tag1438.xml" ContentType="application/vnd.openxmlformats-officedocument.presentationml.tags+xml"/>
  <Override PartName="/ppt/tags/tag1439.xml" ContentType="application/vnd.openxmlformats-officedocument.presentationml.tags+xml"/>
  <Override PartName="/ppt/tags/tag1440.xml" ContentType="application/vnd.openxmlformats-officedocument.presentationml.tags+xml"/>
  <Override PartName="/ppt/tags/tag1441.xml" ContentType="application/vnd.openxmlformats-officedocument.presentationml.tags+xml"/>
  <Override PartName="/ppt/tags/tag1442.xml" ContentType="application/vnd.openxmlformats-officedocument.presentationml.tags+xml"/>
  <Override PartName="/ppt/tags/tag1443.xml" ContentType="application/vnd.openxmlformats-officedocument.presentationml.tags+xml"/>
  <Override PartName="/ppt/tags/tag1444.xml" ContentType="application/vnd.openxmlformats-officedocument.presentationml.tags+xml"/>
  <Override PartName="/ppt/tags/tag1445.xml" ContentType="application/vnd.openxmlformats-officedocument.presentationml.tags+xml"/>
  <Override PartName="/ppt/tags/tag1446.xml" ContentType="application/vnd.openxmlformats-officedocument.presentationml.tags+xml"/>
  <Override PartName="/ppt/tags/tag1447.xml" ContentType="application/vnd.openxmlformats-officedocument.presentationml.tags+xml"/>
  <Override PartName="/ppt/tags/tag1448.xml" ContentType="application/vnd.openxmlformats-officedocument.presentationml.tags+xml"/>
  <Override PartName="/ppt/tags/tag1449.xml" ContentType="application/vnd.openxmlformats-officedocument.presentationml.tags+xml"/>
  <Override PartName="/ppt/tags/tag1450.xml" ContentType="application/vnd.openxmlformats-officedocument.presentationml.tags+xml"/>
  <Override PartName="/ppt/tags/tag1451.xml" ContentType="application/vnd.openxmlformats-officedocument.presentationml.tags+xml"/>
  <Override PartName="/ppt/tags/tag1452.xml" ContentType="application/vnd.openxmlformats-officedocument.presentationml.tags+xml"/>
  <Override PartName="/ppt/tags/tag1453.xml" ContentType="application/vnd.openxmlformats-officedocument.presentationml.tags+xml"/>
  <Override PartName="/ppt/tags/tag1454.xml" ContentType="application/vnd.openxmlformats-officedocument.presentationml.tags+xml"/>
  <Override PartName="/ppt/tags/tag1455.xml" ContentType="application/vnd.openxmlformats-officedocument.presentationml.tags+xml"/>
  <Override PartName="/ppt/tags/tag1456.xml" ContentType="application/vnd.openxmlformats-officedocument.presentationml.tags+xml"/>
  <Override PartName="/ppt/tags/tag1457.xml" ContentType="application/vnd.openxmlformats-officedocument.presentationml.tags+xml"/>
  <Override PartName="/ppt/tags/tag1458.xml" ContentType="application/vnd.openxmlformats-officedocument.presentationml.tags+xml"/>
  <Override PartName="/ppt/tags/tag1459.xml" ContentType="application/vnd.openxmlformats-officedocument.presentationml.tags+xml"/>
  <Override PartName="/ppt/tags/tag1460.xml" ContentType="application/vnd.openxmlformats-officedocument.presentationml.tags+xml"/>
  <Override PartName="/ppt/tags/tag1461.xml" ContentType="application/vnd.openxmlformats-officedocument.presentationml.tags+xml"/>
  <Override PartName="/ppt/tags/tag1462.xml" ContentType="application/vnd.openxmlformats-officedocument.presentationml.tags+xml"/>
  <Override PartName="/ppt/tags/tag1463.xml" ContentType="application/vnd.openxmlformats-officedocument.presentationml.tags+xml"/>
  <Override PartName="/ppt/tags/tag1464.xml" ContentType="application/vnd.openxmlformats-officedocument.presentationml.tags+xml"/>
  <Override PartName="/ppt/tags/tag1465.xml" ContentType="application/vnd.openxmlformats-officedocument.presentationml.tags+xml"/>
  <Override PartName="/ppt/tags/tag1466.xml" ContentType="application/vnd.openxmlformats-officedocument.presentationml.tags+xml"/>
  <Override PartName="/ppt/tags/tag1467.xml" ContentType="application/vnd.openxmlformats-officedocument.presentationml.tags+xml"/>
  <Override PartName="/ppt/tags/tag1468.xml" ContentType="application/vnd.openxmlformats-officedocument.presentationml.tags+xml"/>
  <Override PartName="/ppt/tags/tag1469.xml" ContentType="application/vnd.openxmlformats-officedocument.presentationml.tags+xml"/>
  <Override PartName="/ppt/tags/tag1470.xml" ContentType="application/vnd.openxmlformats-officedocument.presentationml.tags+xml"/>
  <Override PartName="/ppt/tags/tag1471.xml" ContentType="application/vnd.openxmlformats-officedocument.presentationml.tags+xml"/>
  <Override PartName="/ppt/tags/tag1472.xml" ContentType="application/vnd.openxmlformats-officedocument.presentationml.tags+xml"/>
  <Override PartName="/ppt/tags/tag1473.xml" ContentType="application/vnd.openxmlformats-officedocument.presentationml.tags+xml"/>
  <Override PartName="/ppt/tags/tag1474.xml" ContentType="application/vnd.openxmlformats-officedocument.presentationml.tags+xml"/>
  <Override PartName="/ppt/tags/tag1475.xml" ContentType="application/vnd.openxmlformats-officedocument.presentationml.tags+xml"/>
  <Override PartName="/ppt/tags/tag1476.xml" ContentType="application/vnd.openxmlformats-officedocument.presentationml.tags+xml"/>
  <Override PartName="/ppt/tags/tag1477.xml" ContentType="application/vnd.openxmlformats-officedocument.presentationml.tags+xml"/>
  <Override PartName="/ppt/tags/tag1478.xml" ContentType="application/vnd.openxmlformats-officedocument.presentationml.tags+xml"/>
  <Override PartName="/ppt/tags/tag1479.xml" ContentType="application/vnd.openxmlformats-officedocument.presentationml.tags+xml"/>
  <Override PartName="/ppt/tags/tag1480.xml" ContentType="application/vnd.openxmlformats-officedocument.presentationml.tags+xml"/>
  <Override PartName="/ppt/tags/tag1481.xml" ContentType="application/vnd.openxmlformats-officedocument.presentationml.tags+xml"/>
  <Override PartName="/ppt/tags/tag1482.xml" ContentType="application/vnd.openxmlformats-officedocument.presentationml.tags+xml"/>
  <Override PartName="/ppt/tags/tag1483.xml" ContentType="application/vnd.openxmlformats-officedocument.presentationml.tags+xml"/>
  <Override PartName="/ppt/tags/tag1484.xml" ContentType="application/vnd.openxmlformats-officedocument.presentationml.tags+xml"/>
  <Override PartName="/ppt/tags/tag1485.xml" ContentType="application/vnd.openxmlformats-officedocument.presentationml.tags+xml"/>
  <Override PartName="/ppt/tags/tag1486.xml" ContentType="application/vnd.openxmlformats-officedocument.presentationml.tags+xml"/>
  <Override PartName="/ppt/tags/tag1487.xml" ContentType="application/vnd.openxmlformats-officedocument.presentationml.tags+xml"/>
  <Override PartName="/ppt/tags/tag1488.xml" ContentType="application/vnd.openxmlformats-officedocument.presentationml.tags+xml"/>
  <Override PartName="/ppt/notesSlides/notesSlide19.xml" ContentType="application/vnd.openxmlformats-officedocument.presentationml.notesSlide+xml"/>
  <Override PartName="/ppt/tags/tag1489.xml" ContentType="application/vnd.openxmlformats-officedocument.presentationml.tags+xml"/>
  <Override PartName="/ppt/tags/tag1490.xml" ContentType="application/vnd.openxmlformats-officedocument.presentationml.tags+xml"/>
  <Override PartName="/ppt/tags/tag1491.xml" ContentType="application/vnd.openxmlformats-officedocument.presentationml.tags+xml"/>
  <Override PartName="/ppt/tags/tag1492.xml" ContentType="application/vnd.openxmlformats-officedocument.presentationml.tags+xml"/>
  <Override PartName="/ppt/tags/tag1493.xml" ContentType="application/vnd.openxmlformats-officedocument.presentationml.tags+xml"/>
  <Override PartName="/ppt/tags/tag1494.xml" ContentType="application/vnd.openxmlformats-officedocument.presentationml.tags+xml"/>
  <Override PartName="/ppt/tags/tag1495.xml" ContentType="application/vnd.openxmlformats-officedocument.presentationml.tags+xml"/>
  <Override PartName="/ppt/tags/tag1496.xml" ContentType="application/vnd.openxmlformats-officedocument.presentationml.tags+xml"/>
  <Override PartName="/ppt/tags/tag1497.xml" ContentType="application/vnd.openxmlformats-officedocument.presentationml.tags+xml"/>
  <Override PartName="/ppt/tags/tag1498.xml" ContentType="application/vnd.openxmlformats-officedocument.presentationml.tags+xml"/>
  <Override PartName="/ppt/notesSlides/notesSlide20.xml" ContentType="application/vnd.openxmlformats-officedocument.presentationml.notesSlide+xml"/>
  <Override PartName="/ppt/tags/tag1499.xml" ContentType="application/vnd.openxmlformats-officedocument.presentationml.tags+xml"/>
  <Override PartName="/ppt/tags/tag1500.xml" ContentType="application/vnd.openxmlformats-officedocument.presentationml.tags+xml"/>
  <Override PartName="/ppt/tags/tag1501.xml" ContentType="application/vnd.openxmlformats-officedocument.presentationml.tags+xml"/>
  <Override PartName="/ppt/tags/tag1502.xml" ContentType="application/vnd.openxmlformats-officedocument.presentationml.tags+xml"/>
  <Override PartName="/ppt/tags/tag1503.xml" ContentType="application/vnd.openxmlformats-officedocument.presentationml.tags+xml"/>
  <Override PartName="/ppt/tags/tag1504.xml" ContentType="application/vnd.openxmlformats-officedocument.presentationml.tags+xml"/>
  <Override PartName="/ppt/tags/tag1505.xml" ContentType="application/vnd.openxmlformats-officedocument.presentationml.tags+xml"/>
  <Override PartName="/ppt/tags/tag1506.xml" ContentType="application/vnd.openxmlformats-officedocument.presentationml.tags+xml"/>
  <Override PartName="/ppt/tags/tag1507.xml" ContentType="application/vnd.openxmlformats-officedocument.presentationml.tags+xml"/>
  <Override PartName="/ppt/tags/tag1508.xml" ContentType="application/vnd.openxmlformats-officedocument.presentationml.tags+xml"/>
  <Override PartName="/ppt/tags/tag1509.xml" ContentType="application/vnd.openxmlformats-officedocument.presentationml.tags+xml"/>
  <Override PartName="/ppt/tags/tag1510.xml" ContentType="application/vnd.openxmlformats-officedocument.presentationml.tags+xml"/>
  <Override PartName="/ppt/tags/tag1511.xml" ContentType="application/vnd.openxmlformats-officedocument.presentationml.tags+xml"/>
  <Override PartName="/ppt/tags/tag1512.xml" ContentType="application/vnd.openxmlformats-officedocument.presentationml.tags+xml"/>
  <Override PartName="/ppt/notesSlides/notesSlide21.xml" ContentType="application/vnd.openxmlformats-officedocument.presentationml.notesSlide+xml"/>
  <Override PartName="/ppt/tags/tag1513.xml" ContentType="application/vnd.openxmlformats-officedocument.presentationml.tags+xml"/>
  <Override PartName="/ppt/tags/tag1514.xml" ContentType="application/vnd.openxmlformats-officedocument.presentationml.tags+xml"/>
  <Override PartName="/ppt/tags/tag1515.xml" ContentType="application/vnd.openxmlformats-officedocument.presentationml.tags+xml"/>
  <Override PartName="/ppt/tags/tag1516.xml" ContentType="application/vnd.openxmlformats-officedocument.presentationml.tags+xml"/>
  <Override PartName="/ppt/tags/tag1517.xml" ContentType="application/vnd.openxmlformats-officedocument.presentationml.tags+xml"/>
  <Override PartName="/ppt/tags/tag1518.xml" ContentType="application/vnd.openxmlformats-officedocument.presentationml.tags+xml"/>
  <Override PartName="/ppt/tags/tag1519.xml" ContentType="application/vnd.openxmlformats-officedocument.presentationml.tags+xml"/>
  <Override PartName="/ppt/tags/tag1520.xml" ContentType="application/vnd.openxmlformats-officedocument.presentationml.tags+xml"/>
  <Override PartName="/ppt/notesSlides/notesSlide22.xml" ContentType="application/vnd.openxmlformats-officedocument.presentationml.notesSlide+xml"/>
  <Override PartName="/ppt/tags/tag1521.xml" ContentType="application/vnd.openxmlformats-officedocument.presentationml.tags+xml"/>
  <Override PartName="/ppt/tags/tag1522.xml" ContentType="application/vnd.openxmlformats-officedocument.presentationml.tags+xml"/>
  <Override PartName="/ppt/tags/tag1523.xml" ContentType="application/vnd.openxmlformats-officedocument.presentationml.tags+xml"/>
  <Override PartName="/ppt/tags/tag1524.xml" ContentType="application/vnd.openxmlformats-officedocument.presentationml.tags+xml"/>
  <Override PartName="/ppt/tags/tag1525.xml" ContentType="application/vnd.openxmlformats-officedocument.presentationml.tags+xml"/>
  <Override PartName="/ppt/tags/tag1526.xml" ContentType="application/vnd.openxmlformats-officedocument.presentationml.tags+xml"/>
  <Override PartName="/ppt/tags/tag1527.xml" ContentType="application/vnd.openxmlformats-officedocument.presentationml.tags+xml"/>
  <Override PartName="/ppt/tags/tag1528.xml" ContentType="application/vnd.openxmlformats-officedocument.presentationml.tags+xml"/>
  <Override PartName="/ppt/notesSlides/notesSlide23.xml" ContentType="application/vnd.openxmlformats-officedocument.presentationml.notesSlide+xml"/>
  <Override PartName="/ppt/tags/tag1529.xml" ContentType="application/vnd.openxmlformats-officedocument.presentationml.tags+xml"/>
  <Override PartName="/ppt/notesSlides/notesSlide24.xml" ContentType="application/vnd.openxmlformats-officedocument.presentationml.notesSlide+xml"/>
  <Override PartName="/ppt/tags/tag1530.xml" ContentType="application/vnd.openxmlformats-officedocument.presentationml.tags+xml"/>
  <Override PartName="/ppt/tags/tag1531.xml" ContentType="application/vnd.openxmlformats-officedocument.presentationml.tags+xml"/>
  <Override PartName="/ppt/tags/tag1532.xml" ContentType="application/vnd.openxmlformats-officedocument.presentationml.tags+xml"/>
  <Override PartName="/ppt/tags/tag1533.xml" ContentType="application/vnd.openxmlformats-officedocument.presentationml.tags+xml"/>
  <Override PartName="/ppt/tags/tag1534.xml" ContentType="application/vnd.openxmlformats-officedocument.presentationml.tags+xml"/>
  <Override PartName="/ppt/tags/tag1535.xml" ContentType="application/vnd.openxmlformats-officedocument.presentationml.tags+xml"/>
  <Override PartName="/ppt/tags/tag1536.xml" ContentType="application/vnd.openxmlformats-officedocument.presentationml.tags+xml"/>
  <Override PartName="/ppt/notesSlides/notesSlide25.xml" ContentType="application/vnd.openxmlformats-officedocument.presentationml.notesSlide+xml"/>
  <Override PartName="/ppt/tags/tag1537.xml" ContentType="application/vnd.openxmlformats-officedocument.presentationml.tags+xml"/>
  <Override PartName="/ppt/tags/tag1538.xml" ContentType="application/vnd.openxmlformats-officedocument.presentationml.tags+xml"/>
  <Override PartName="/ppt/tags/tag1539.xml" ContentType="application/vnd.openxmlformats-officedocument.presentationml.tags+xml"/>
  <Override PartName="/ppt/tags/tag1540.xml" ContentType="application/vnd.openxmlformats-officedocument.presentationml.tags+xml"/>
  <Override PartName="/ppt/tags/tag1541.xml" ContentType="application/vnd.openxmlformats-officedocument.presentationml.tags+xml"/>
  <Override PartName="/ppt/tags/tag1542.xml" ContentType="application/vnd.openxmlformats-officedocument.presentationml.tags+xml"/>
  <Override PartName="/ppt/tags/tag1543.xml" ContentType="application/vnd.openxmlformats-officedocument.presentationml.tags+xml"/>
  <Override PartName="/ppt/tags/tag1544.xml" ContentType="application/vnd.openxmlformats-officedocument.presentationml.tags+xml"/>
  <Override PartName="/ppt/tags/tag1545.xml" ContentType="application/vnd.openxmlformats-officedocument.presentationml.tags+xml"/>
  <Override PartName="/ppt/tags/tag1546.xml" ContentType="application/vnd.openxmlformats-officedocument.presentationml.tags+xml"/>
  <Override PartName="/ppt/tags/tag1547.xml" ContentType="application/vnd.openxmlformats-officedocument.presentationml.tags+xml"/>
  <Override PartName="/ppt/tags/tag1548.xml" ContentType="application/vnd.openxmlformats-officedocument.presentationml.tags+xml"/>
  <Override PartName="/ppt/tags/tag1549.xml" ContentType="application/vnd.openxmlformats-officedocument.presentationml.tags+xml"/>
  <Override PartName="/ppt/tags/tag1550.xml" ContentType="application/vnd.openxmlformats-officedocument.presentationml.tags+xml"/>
  <Override PartName="/ppt/tags/tag1551.xml" ContentType="application/vnd.openxmlformats-officedocument.presentationml.tags+xml"/>
  <Override PartName="/ppt/tags/tag1552.xml" ContentType="application/vnd.openxmlformats-officedocument.presentationml.tags+xml"/>
  <Override PartName="/ppt/tags/tag1553.xml" ContentType="application/vnd.openxmlformats-officedocument.presentationml.tags+xml"/>
  <Override PartName="/ppt/tags/tag1554.xml" ContentType="application/vnd.openxmlformats-officedocument.presentationml.tags+xml"/>
  <Override PartName="/ppt/tags/tag1555.xml" ContentType="application/vnd.openxmlformats-officedocument.presentationml.tags+xml"/>
  <Override PartName="/ppt/tags/tag1556.xml" ContentType="application/vnd.openxmlformats-officedocument.presentationml.tags+xml"/>
  <Override PartName="/ppt/tags/tag1557.xml" ContentType="application/vnd.openxmlformats-officedocument.presentationml.tags+xml"/>
  <Override PartName="/ppt/tags/tag1558.xml" ContentType="application/vnd.openxmlformats-officedocument.presentationml.tags+xml"/>
  <Override PartName="/ppt/tags/tag1559.xml" ContentType="application/vnd.openxmlformats-officedocument.presentationml.tags+xml"/>
  <Override PartName="/ppt/tags/tag1560.xml" ContentType="application/vnd.openxmlformats-officedocument.presentationml.tags+xml"/>
  <Override PartName="/ppt/tags/tag1561.xml" ContentType="application/vnd.openxmlformats-officedocument.presentationml.tags+xml"/>
  <Override PartName="/ppt/tags/tag1562.xml" ContentType="application/vnd.openxmlformats-officedocument.presentationml.tags+xml"/>
  <Override PartName="/ppt/tags/tag1563.xml" ContentType="application/vnd.openxmlformats-officedocument.presentationml.tags+xml"/>
  <Override PartName="/ppt/tags/tag1564.xml" ContentType="application/vnd.openxmlformats-officedocument.presentationml.tags+xml"/>
  <Override PartName="/ppt/tags/tag1565.xml" ContentType="application/vnd.openxmlformats-officedocument.presentationml.tags+xml"/>
  <Override PartName="/ppt/tags/tag1566.xml" ContentType="application/vnd.openxmlformats-officedocument.presentationml.tags+xml"/>
  <Override PartName="/ppt/tags/tag1567.xml" ContentType="application/vnd.openxmlformats-officedocument.presentationml.tags+xml"/>
  <Override PartName="/ppt/tags/tag1568.xml" ContentType="application/vnd.openxmlformats-officedocument.presentationml.tags+xml"/>
  <Override PartName="/ppt/tags/tag1569.xml" ContentType="application/vnd.openxmlformats-officedocument.presentationml.tags+xml"/>
  <Override PartName="/ppt/tags/tag1570.xml" ContentType="application/vnd.openxmlformats-officedocument.presentationml.tags+xml"/>
  <Override PartName="/ppt/tags/tag1571.xml" ContentType="application/vnd.openxmlformats-officedocument.presentationml.tags+xml"/>
  <Override PartName="/ppt/tags/tag1572.xml" ContentType="application/vnd.openxmlformats-officedocument.presentationml.tags+xml"/>
  <Override PartName="/ppt/tags/tag1573.xml" ContentType="application/vnd.openxmlformats-officedocument.presentationml.tags+xml"/>
  <Override PartName="/ppt/tags/tag1574.xml" ContentType="application/vnd.openxmlformats-officedocument.presentationml.tags+xml"/>
  <Override PartName="/ppt/tags/tag1575.xml" ContentType="application/vnd.openxmlformats-officedocument.presentationml.tags+xml"/>
  <Override PartName="/ppt/tags/tag1576.xml" ContentType="application/vnd.openxmlformats-officedocument.presentationml.tags+xml"/>
  <Override PartName="/ppt/tags/tag1577.xml" ContentType="application/vnd.openxmlformats-officedocument.presentationml.tags+xml"/>
  <Override PartName="/ppt/tags/tag1578.xml" ContentType="application/vnd.openxmlformats-officedocument.presentationml.tags+xml"/>
  <Override PartName="/ppt/tags/tag1579.xml" ContentType="application/vnd.openxmlformats-officedocument.presentationml.tags+xml"/>
  <Override PartName="/ppt/tags/tag1580.xml" ContentType="application/vnd.openxmlformats-officedocument.presentationml.tags+xml"/>
  <Override PartName="/ppt/tags/tag1581.xml" ContentType="application/vnd.openxmlformats-officedocument.presentationml.tags+xml"/>
  <Override PartName="/ppt/tags/tag1582.xml" ContentType="application/vnd.openxmlformats-officedocument.presentationml.tags+xml"/>
  <Override PartName="/ppt/tags/tag1583.xml" ContentType="application/vnd.openxmlformats-officedocument.presentationml.tags+xml"/>
  <Override PartName="/ppt/tags/tag1584.xml" ContentType="application/vnd.openxmlformats-officedocument.presentationml.tags+xml"/>
  <Override PartName="/ppt/tags/tag1585.xml" ContentType="application/vnd.openxmlformats-officedocument.presentationml.tags+xml"/>
  <Override PartName="/ppt/tags/tag1586.xml" ContentType="application/vnd.openxmlformats-officedocument.presentationml.tags+xml"/>
  <Override PartName="/ppt/tags/tag1587.xml" ContentType="application/vnd.openxmlformats-officedocument.presentationml.tags+xml"/>
  <Override PartName="/ppt/tags/tag1588.xml" ContentType="application/vnd.openxmlformats-officedocument.presentationml.tags+xml"/>
  <Override PartName="/ppt/tags/tag1589.xml" ContentType="application/vnd.openxmlformats-officedocument.presentationml.tags+xml"/>
  <Override PartName="/ppt/tags/tag1590.xml" ContentType="application/vnd.openxmlformats-officedocument.presentationml.tags+xml"/>
  <Override PartName="/ppt/tags/tag1591.xml" ContentType="application/vnd.openxmlformats-officedocument.presentationml.tags+xml"/>
  <Override PartName="/ppt/tags/tag1592.xml" ContentType="application/vnd.openxmlformats-officedocument.presentationml.tags+xml"/>
  <Override PartName="/ppt/tags/tag1593.xml" ContentType="application/vnd.openxmlformats-officedocument.presentationml.tags+xml"/>
  <Override PartName="/ppt/tags/tag1594.xml" ContentType="application/vnd.openxmlformats-officedocument.presentationml.tags+xml"/>
  <Override PartName="/ppt/tags/tag1595.xml" ContentType="application/vnd.openxmlformats-officedocument.presentationml.tags+xml"/>
  <Override PartName="/ppt/tags/tag1596.xml" ContentType="application/vnd.openxmlformats-officedocument.presentationml.tags+xml"/>
  <Override PartName="/ppt/tags/tag1597.xml" ContentType="application/vnd.openxmlformats-officedocument.presentationml.tags+xml"/>
  <Override PartName="/ppt/notesSlides/notesSlide26.xml" ContentType="application/vnd.openxmlformats-officedocument.presentationml.notesSlide+xml"/>
  <Override PartName="/ppt/tags/tag1598.xml" ContentType="application/vnd.openxmlformats-officedocument.presentationml.tags+xml"/>
  <Override PartName="/ppt/tags/tag1599.xml" ContentType="application/vnd.openxmlformats-officedocument.presentationml.tags+xml"/>
  <Override PartName="/ppt/tags/tag1600.xml" ContentType="application/vnd.openxmlformats-officedocument.presentationml.tags+xml"/>
  <Override PartName="/ppt/tags/tag1601.xml" ContentType="application/vnd.openxmlformats-officedocument.presentationml.tags+xml"/>
  <Override PartName="/ppt/tags/tag1602.xml" ContentType="application/vnd.openxmlformats-officedocument.presentationml.tags+xml"/>
  <Override PartName="/ppt/tags/tag1603.xml" ContentType="application/vnd.openxmlformats-officedocument.presentationml.tags+xml"/>
  <Override PartName="/ppt/tags/tag1604.xml" ContentType="application/vnd.openxmlformats-officedocument.presentationml.tags+xml"/>
  <Override PartName="/ppt/tags/tag1605.xml" ContentType="application/vnd.openxmlformats-officedocument.presentationml.tags+xml"/>
  <Override PartName="/ppt/tags/tag1606.xml" ContentType="application/vnd.openxmlformats-officedocument.presentationml.tags+xml"/>
  <Override PartName="/ppt/tags/tag1607.xml" ContentType="application/vnd.openxmlformats-officedocument.presentationml.tags+xml"/>
  <Override PartName="/ppt/tags/tag1608.xml" ContentType="application/vnd.openxmlformats-officedocument.presentationml.tags+xml"/>
  <Override PartName="/ppt/tags/tag1609.xml" ContentType="application/vnd.openxmlformats-officedocument.presentationml.tags+xml"/>
  <Override PartName="/ppt/tags/tag1610.xml" ContentType="application/vnd.openxmlformats-officedocument.presentationml.tags+xml"/>
  <Override PartName="/ppt/tags/tag1611.xml" ContentType="application/vnd.openxmlformats-officedocument.presentationml.tags+xml"/>
  <Override PartName="/ppt/tags/tag1612.xml" ContentType="application/vnd.openxmlformats-officedocument.presentationml.tags+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tags/tag1613.xml" ContentType="application/vnd.openxmlformats-officedocument.presentationml.tags+xml"/>
  <Override PartName="/ppt/tags/tag1614.xml" ContentType="application/vnd.openxmlformats-officedocument.presentationml.tags+xml"/>
  <Override PartName="/ppt/tags/tag1615.xml" ContentType="application/vnd.openxmlformats-officedocument.presentationml.tags+xml"/>
  <Override PartName="/ppt/tags/tag1616.xml" ContentType="application/vnd.openxmlformats-officedocument.presentationml.tags+xml"/>
  <Override PartName="/ppt/tags/tag1617.xml" ContentType="application/vnd.openxmlformats-officedocument.presentationml.tags+xml"/>
  <Override PartName="/ppt/tags/tag1618.xml" ContentType="application/vnd.openxmlformats-officedocument.presentationml.tags+xml"/>
  <Override PartName="/ppt/tags/tag1619.xml" ContentType="application/vnd.openxmlformats-officedocument.presentationml.tags+xml"/>
  <Override PartName="/ppt/tags/tag1620.xml" ContentType="application/vnd.openxmlformats-officedocument.presentationml.tags+xml"/>
  <Override PartName="/ppt/tags/tag1621.xml" ContentType="application/vnd.openxmlformats-officedocument.presentationml.tags+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tags/tag1622.xml" ContentType="application/vnd.openxmlformats-officedocument.presentationml.tags+xml"/>
  <Override PartName="/ppt/tags/tag1623.xml" ContentType="application/vnd.openxmlformats-officedocument.presentationml.tags+xml"/>
  <Override PartName="/ppt/tags/tag1624.xml" ContentType="application/vnd.openxmlformats-officedocument.presentationml.tags+xml"/>
  <Override PartName="/ppt/tags/tag1625.xml" ContentType="application/vnd.openxmlformats-officedocument.presentationml.tags+xml"/>
  <Override PartName="/ppt/tags/tag1626.xml" ContentType="application/vnd.openxmlformats-officedocument.presentationml.tags+xml"/>
  <Override PartName="/ppt/tags/tag1627.xml" ContentType="application/vnd.openxmlformats-officedocument.presentationml.tags+xml"/>
  <Override PartName="/ppt/tags/tag1628.xml" ContentType="application/vnd.openxmlformats-officedocument.presentationml.tags+xml"/>
  <Override PartName="/ppt/tags/tag1629.xml" ContentType="application/vnd.openxmlformats-officedocument.presentationml.tags+xml"/>
  <Override PartName="/ppt/tags/tag1630.xml" ContentType="application/vnd.openxmlformats-officedocument.presentationml.tags+xml"/>
  <Override PartName="/ppt/tags/tag1631.xml" ContentType="application/vnd.openxmlformats-officedocument.presentationml.tags+xml"/>
  <Override PartName="/ppt/tags/tag1632.xml" ContentType="application/vnd.openxmlformats-officedocument.presentationml.tags+xml"/>
  <Override PartName="/ppt/tags/tag1633.xml" ContentType="application/vnd.openxmlformats-officedocument.presentationml.tags+xml"/>
  <Override PartName="/ppt/tags/tag1634.xml" ContentType="application/vnd.openxmlformats-officedocument.presentationml.tags+xml"/>
  <Override PartName="/ppt/tags/tag1635.xml" ContentType="application/vnd.openxmlformats-officedocument.presentationml.tags+xml"/>
  <Override PartName="/ppt/tags/tag1636.xml" ContentType="application/vnd.openxmlformats-officedocument.presentationml.tags+xml"/>
  <Override PartName="/ppt/tags/tag1637.xml" ContentType="application/vnd.openxmlformats-officedocument.presentationml.tags+xml"/>
  <Override PartName="/ppt/tags/tag1638.xml" ContentType="application/vnd.openxmlformats-officedocument.presentationml.tags+xml"/>
  <Override PartName="/ppt/tags/tag1639.xml" ContentType="application/vnd.openxmlformats-officedocument.presentationml.tags+xml"/>
  <Override PartName="/ppt/tags/tag1640.xml" ContentType="application/vnd.openxmlformats-officedocument.presentationml.tags+xml"/>
  <Override PartName="/ppt/tags/tag1641.xml" ContentType="application/vnd.openxmlformats-officedocument.presentationml.tags+xml"/>
  <Override PartName="/ppt/tags/tag1642.xml" ContentType="application/vnd.openxmlformats-officedocument.presentationml.tags+xml"/>
  <Override PartName="/ppt/tags/tag1643.xml" ContentType="application/vnd.openxmlformats-officedocument.presentationml.tags+xml"/>
  <Override PartName="/ppt/tags/tag1644.xml" ContentType="application/vnd.openxmlformats-officedocument.presentationml.tags+xml"/>
  <Override PartName="/ppt/tags/tag1645.xml" ContentType="application/vnd.openxmlformats-officedocument.presentationml.tags+xml"/>
  <Override PartName="/ppt/tags/tag1646.xml" ContentType="application/vnd.openxmlformats-officedocument.presentationml.tags+xml"/>
  <Override PartName="/ppt/tags/tag1647.xml" ContentType="application/vnd.openxmlformats-officedocument.presentationml.tags+xml"/>
  <Override PartName="/ppt/tags/tag1648.xml" ContentType="application/vnd.openxmlformats-officedocument.presentationml.tags+xml"/>
  <Override PartName="/ppt/tags/tag1649.xml" ContentType="application/vnd.openxmlformats-officedocument.presentationml.tags+xml"/>
  <Override PartName="/ppt/tags/tag1650.xml" ContentType="application/vnd.openxmlformats-officedocument.presentationml.tags+xml"/>
  <Override PartName="/ppt/tags/tag1651.xml" ContentType="application/vnd.openxmlformats-officedocument.presentationml.tags+xml"/>
  <Override PartName="/ppt/tags/tag1652.xml" ContentType="application/vnd.openxmlformats-officedocument.presentationml.tags+xml"/>
  <Override PartName="/ppt/tags/tag1653.xml" ContentType="application/vnd.openxmlformats-officedocument.presentationml.tags+xml"/>
  <Override PartName="/ppt/tags/tag1654.xml" ContentType="application/vnd.openxmlformats-officedocument.presentationml.tags+xml"/>
  <Override PartName="/ppt/tags/tag1655.xml" ContentType="application/vnd.openxmlformats-officedocument.presentationml.tags+xml"/>
  <Override PartName="/ppt/tags/tag1656.xml" ContentType="application/vnd.openxmlformats-officedocument.presentationml.tags+xml"/>
  <Override PartName="/ppt/tags/tag1657.xml" ContentType="application/vnd.openxmlformats-officedocument.presentationml.tags+xml"/>
  <Override PartName="/ppt/tags/tag1658.xml" ContentType="application/vnd.openxmlformats-officedocument.presentationml.tags+xml"/>
  <Override PartName="/ppt/tags/tag1659.xml" ContentType="application/vnd.openxmlformats-officedocument.presentationml.tags+xml"/>
  <Override PartName="/ppt/tags/tag1660.xml" ContentType="application/vnd.openxmlformats-officedocument.presentationml.tags+xml"/>
  <Override PartName="/ppt/tags/tag1661.xml" ContentType="application/vnd.openxmlformats-officedocument.presentationml.tags+xml"/>
  <Override PartName="/ppt/tags/tag1662.xml" ContentType="application/vnd.openxmlformats-officedocument.presentationml.tags+xml"/>
  <Override PartName="/ppt/tags/tag1663.xml" ContentType="application/vnd.openxmlformats-officedocument.presentationml.tags+xml"/>
  <Override PartName="/ppt/tags/tag1664.xml" ContentType="application/vnd.openxmlformats-officedocument.presentationml.tags+xml"/>
  <Override PartName="/ppt/tags/tag1665.xml" ContentType="application/vnd.openxmlformats-officedocument.presentationml.tags+xml"/>
  <Override PartName="/ppt/tags/tag1666.xml" ContentType="application/vnd.openxmlformats-officedocument.presentationml.tags+xml"/>
  <Override PartName="/ppt/tags/tag1667.xml" ContentType="application/vnd.openxmlformats-officedocument.presentationml.tags+xml"/>
  <Override PartName="/ppt/tags/tag1668.xml" ContentType="application/vnd.openxmlformats-officedocument.presentationml.tags+xml"/>
  <Override PartName="/ppt/tags/tag1669.xml" ContentType="application/vnd.openxmlformats-officedocument.presentationml.tags+xml"/>
  <Override PartName="/ppt/tags/tag1670.xml" ContentType="application/vnd.openxmlformats-officedocument.presentationml.tags+xml"/>
  <Override PartName="/ppt/tags/tag1671.xml" ContentType="application/vnd.openxmlformats-officedocument.presentationml.tags+xml"/>
  <Override PartName="/ppt/tags/tag1672.xml" ContentType="application/vnd.openxmlformats-officedocument.presentationml.tags+xml"/>
  <Override PartName="/ppt/tags/tag1673.xml" ContentType="application/vnd.openxmlformats-officedocument.presentationml.tags+xml"/>
  <Override PartName="/ppt/tags/tag1674.xml" ContentType="application/vnd.openxmlformats-officedocument.presentationml.tags+xml"/>
  <Override PartName="/ppt/tags/tag1675.xml" ContentType="application/vnd.openxmlformats-officedocument.presentationml.tags+xml"/>
  <Override PartName="/ppt/tags/tag1676.xml" ContentType="application/vnd.openxmlformats-officedocument.presentationml.tags+xml"/>
  <Override PartName="/ppt/tags/tag1677.xml" ContentType="application/vnd.openxmlformats-officedocument.presentationml.tags+xml"/>
  <Override PartName="/ppt/tags/tag1678.xml" ContentType="application/vnd.openxmlformats-officedocument.presentationml.tags+xml"/>
  <Override PartName="/ppt/tags/tag1679.xml" ContentType="application/vnd.openxmlformats-officedocument.presentationml.tags+xml"/>
  <Override PartName="/ppt/tags/tag1680.xml" ContentType="application/vnd.openxmlformats-officedocument.presentationml.tags+xml"/>
  <Override PartName="/ppt/tags/tag1681.xml" ContentType="application/vnd.openxmlformats-officedocument.presentationml.tags+xml"/>
  <Override PartName="/ppt/tags/tag1682.xml" ContentType="application/vnd.openxmlformats-officedocument.presentationml.tags+xml"/>
  <Override PartName="/ppt/tags/tag1683.xml" ContentType="application/vnd.openxmlformats-officedocument.presentationml.tags+xml"/>
  <Override PartName="/ppt/tags/tag1684.xml" ContentType="application/vnd.openxmlformats-officedocument.presentationml.tags+xml"/>
  <Override PartName="/ppt/tags/tag1685.xml" ContentType="application/vnd.openxmlformats-officedocument.presentationml.tags+xml"/>
  <Override PartName="/ppt/tags/tag1686.xml" ContentType="application/vnd.openxmlformats-officedocument.presentationml.tags+xml"/>
  <Override PartName="/ppt/tags/tag1687.xml" ContentType="application/vnd.openxmlformats-officedocument.presentationml.tags+xml"/>
  <Override PartName="/ppt/tags/tag1688.xml" ContentType="application/vnd.openxmlformats-officedocument.presentationml.tags+xml"/>
  <Override PartName="/ppt/tags/tag1689.xml" ContentType="application/vnd.openxmlformats-officedocument.presentationml.tags+xml"/>
  <Override PartName="/ppt/tags/tag1690.xml" ContentType="application/vnd.openxmlformats-officedocument.presentationml.tags+xml"/>
  <Override PartName="/ppt/tags/tag1691.xml" ContentType="application/vnd.openxmlformats-officedocument.presentationml.tags+xml"/>
  <Override PartName="/ppt/tags/tag1692.xml" ContentType="application/vnd.openxmlformats-officedocument.presentationml.tags+xml"/>
  <Override PartName="/ppt/tags/tag1693.xml" ContentType="application/vnd.openxmlformats-officedocument.presentationml.tags+xml"/>
  <Override PartName="/ppt/tags/tag1694.xml" ContentType="application/vnd.openxmlformats-officedocument.presentationml.tags+xml"/>
  <Override PartName="/ppt/tags/tag1695.xml" ContentType="application/vnd.openxmlformats-officedocument.presentationml.tags+xml"/>
  <Override PartName="/ppt/tags/tag1696.xml" ContentType="application/vnd.openxmlformats-officedocument.presentationml.tags+xml"/>
  <Override PartName="/ppt/tags/tag1697.xml" ContentType="application/vnd.openxmlformats-officedocument.presentationml.tags+xml"/>
  <Override PartName="/ppt/tags/tag1698.xml" ContentType="application/vnd.openxmlformats-officedocument.presentationml.tags+xml"/>
  <Override PartName="/ppt/tags/tag1699.xml" ContentType="application/vnd.openxmlformats-officedocument.presentationml.tags+xml"/>
  <Override PartName="/ppt/tags/tag1700.xml" ContentType="application/vnd.openxmlformats-officedocument.presentationml.tags+xml"/>
  <Override PartName="/ppt/tags/tag1701.xml" ContentType="application/vnd.openxmlformats-officedocument.presentationml.tags+xml"/>
  <Override PartName="/ppt/tags/tag1702.xml" ContentType="application/vnd.openxmlformats-officedocument.presentationml.tags+xml"/>
  <Override PartName="/ppt/tags/tag1703.xml" ContentType="application/vnd.openxmlformats-officedocument.presentationml.tags+xml"/>
  <Override PartName="/ppt/tags/tag1704.xml" ContentType="application/vnd.openxmlformats-officedocument.presentationml.tags+xml"/>
  <Override PartName="/ppt/tags/tag1705.xml" ContentType="application/vnd.openxmlformats-officedocument.presentationml.tags+xml"/>
  <Override PartName="/ppt/tags/tag1706.xml" ContentType="application/vnd.openxmlformats-officedocument.presentationml.tags+xml"/>
  <Override PartName="/ppt/tags/tag1707.xml" ContentType="application/vnd.openxmlformats-officedocument.presentationml.tags+xml"/>
  <Override PartName="/ppt/tags/tag1708.xml" ContentType="application/vnd.openxmlformats-officedocument.presentationml.tags+xml"/>
  <Override PartName="/ppt/tags/tag1709.xml" ContentType="application/vnd.openxmlformats-officedocument.presentationml.tags+xml"/>
  <Override PartName="/ppt/tags/tag1710.xml" ContentType="application/vnd.openxmlformats-officedocument.presentationml.tags+xml"/>
  <Override PartName="/ppt/tags/tag1711.xml" ContentType="application/vnd.openxmlformats-officedocument.presentationml.tags+xml"/>
  <Override PartName="/ppt/tags/tag1712.xml" ContentType="application/vnd.openxmlformats-officedocument.presentationml.tags+xml"/>
  <Override PartName="/ppt/tags/tag1713.xml" ContentType="application/vnd.openxmlformats-officedocument.presentationml.tags+xml"/>
  <Override PartName="/ppt/tags/tag1714.xml" ContentType="application/vnd.openxmlformats-officedocument.presentationml.tags+xml"/>
  <Override PartName="/ppt/tags/tag1715.xml" ContentType="application/vnd.openxmlformats-officedocument.presentationml.tags+xml"/>
  <Override PartName="/ppt/tags/tag1716.xml" ContentType="application/vnd.openxmlformats-officedocument.presentationml.tags+xml"/>
  <Override PartName="/ppt/tags/tag1717.xml" ContentType="application/vnd.openxmlformats-officedocument.presentationml.tags+xml"/>
  <Override PartName="/ppt/tags/tag1718.xml" ContentType="application/vnd.openxmlformats-officedocument.presentationml.tags+xml"/>
  <Override PartName="/ppt/tags/tag1719.xml" ContentType="application/vnd.openxmlformats-officedocument.presentationml.tags+xml"/>
  <Override PartName="/ppt/tags/tag1720.xml" ContentType="application/vnd.openxmlformats-officedocument.presentationml.tags+xml"/>
  <Override PartName="/ppt/tags/tag1721.xml" ContentType="application/vnd.openxmlformats-officedocument.presentationml.tags+xml"/>
  <Override PartName="/ppt/tags/tag1722.xml" ContentType="application/vnd.openxmlformats-officedocument.presentationml.tags+xml"/>
  <Override PartName="/ppt/tags/tag1723.xml" ContentType="application/vnd.openxmlformats-officedocument.presentationml.tags+xml"/>
  <Override PartName="/ppt/tags/tag1724.xml" ContentType="application/vnd.openxmlformats-officedocument.presentationml.tags+xml"/>
  <Override PartName="/ppt/tags/tag1725.xml" ContentType="application/vnd.openxmlformats-officedocument.presentationml.tags+xml"/>
  <Override PartName="/ppt/tags/tag1726.xml" ContentType="application/vnd.openxmlformats-officedocument.presentationml.tags+xml"/>
  <Override PartName="/ppt/tags/tag1727.xml" ContentType="application/vnd.openxmlformats-officedocument.presentationml.tags+xml"/>
  <Override PartName="/ppt/tags/tag1728.xml" ContentType="application/vnd.openxmlformats-officedocument.presentationml.tags+xml"/>
  <Override PartName="/ppt/tags/tag1729.xml" ContentType="application/vnd.openxmlformats-officedocument.presentationml.tags+xml"/>
  <Override PartName="/ppt/tags/tag1730.xml" ContentType="application/vnd.openxmlformats-officedocument.presentationml.tags+xml"/>
  <Override PartName="/ppt/tags/tag1731.xml" ContentType="application/vnd.openxmlformats-officedocument.presentationml.tags+xml"/>
  <Override PartName="/ppt/tags/tag1732.xml" ContentType="application/vnd.openxmlformats-officedocument.presentationml.tags+xml"/>
  <Override PartName="/ppt/tags/tag1733.xml" ContentType="application/vnd.openxmlformats-officedocument.presentationml.tags+xml"/>
  <Override PartName="/ppt/tags/tag1734.xml" ContentType="application/vnd.openxmlformats-officedocument.presentationml.tags+xml"/>
  <Override PartName="/ppt/tags/tag1735.xml" ContentType="application/vnd.openxmlformats-officedocument.presentationml.tags+xml"/>
  <Override PartName="/ppt/tags/tag1736.xml" ContentType="application/vnd.openxmlformats-officedocument.presentationml.tags+xml"/>
  <Override PartName="/ppt/tags/tag1737.xml" ContentType="application/vnd.openxmlformats-officedocument.presentationml.tags+xml"/>
  <Override PartName="/ppt/tags/tag1738.xml" ContentType="application/vnd.openxmlformats-officedocument.presentationml.tags+xml"/>
  <Override PartName="/ppt/tags/tag1739.xml" ContentType="application/vnd.openxmlformats-officedocument.presentationml.tags+xml"/>
  <Override PartName="/ppt/tags/tag1740.xml" ContentType="application/vnd.openxmlformats-officedocument.presentationml.tags+xml"/>
  <Override PartName="/ppt/tags/tag1741.xml" ContentType="application/vnd.openxmlformats-officedocument.presentationml.tags+xml"/>
  <Override PartName="/ppt/tags/tag1742.xml" ContentType="application/vnd.openxmlformats-officedocument.presentationml.tags+xml"/>
  <Override PartName="/ppt/tags/tag1743.xml" ContentType="application/vnd.openxmlformats-officedocument.presentationml.tags+xml"/>
  <Override PartName="/ppt/tags/tag1744.xml" ContentType="application/vnd.openxmlformats-officedocument.presentationml.tags+xml"/>
  <Override PartName="/ppt/tags/tag1745.xml" ContentType="application/vnd.openxmlformats-officedocument.presentationml.tags+xml"/>
  <Override PartName="/ppt/tags/tag1746.xml" ContentType="application/vnd.openxmlformats-officedocument.presentationml.tags+xml"/>
  <Override PartName="/ppt/tags/tag1747.xml" ContentType="application/vnd.openxmlformats-officedocument.presentationml.tags+xml"/>
  <Override PartName="/ppt/tags/tag1748.xml" ContentType="application/vnd.openxmlformats-officedocument.presentationml.tags+xml"/>
  <Override PartName="/ppt/tags/tag1749.xml" ContentType="application/vnd.openxmlformats-officedocument.presentationml.tags+xml"/>
  <Override PartName="/ppt/tags/tag1750.xml" ContentType="application/vnd.openxmlformats-officedocument.presentationml.tags+xml"/>
  <Override PartName="/ppt/tags/tag1751.xml" ContentType="application/vnd.openxmlformats-officedocument.presentationml.tags+xml"/>
  <Override PartName="/ppt/tags/tag1752.xml" ContentType="application/vnd.openxmlformats-officedocument.presentationml.tags+xml"/>
  <Override PartName="/ppt/tags/tag1753.xml" ContentType="application/vnd.openxmlformats-officedocument.presentationml.tags+xml"/>
  <Override PartName="/ppt/tags/tag1754.xml" ContentType="application/vnd.openxmlformats-officedocument.presentationml.tags+xml"/>
  <Override PartName="/ppt/tags/tag1755.xml" ContentType="application/vnd.openxmlformats-officedocument.presentationml.tags+xml"/>
  <Override PartName="/ppt/tags/tag1756.xml" ContentType="application/vnd.openxmlformats-officedocument.presentationml.tags+xml"/>
  <Override PartName="/ppt/tags/tag1757.xml" ContentType="application/vnd.openxmlformats-officedocument.presentationml.tags+xml"/>
  <Override PartName="/ppt/tags/tag1758.xml" ContentType="application/vnd.openxmlformats-officedocument.presentationml.tags+xml"/>
  <Override PartName="/ppt/tags/tag1759.xml" ContentType="application/vnd.openxmlformats-officedocument.presentationml.tags+xml"/>
  <Override PartName="/ppt/tags/tag1760.xml" ContentType="application/vnd.openxmlformats-officedocument.presentationml.tags+xml"/>
  <Override PartName="/ppt/tags/tag1761.xml" ContentType="application/vnd.openxmlformats-officedocument.presentationml.tags+xml"/>
  <Override PartName="/ppt/tags/tag1762.xml" ContentType="application/vnd.openxmlformats-officedocument.presentationml.tags+xml"/>
  <Override PartName="/ppt/tags/tag1763.xml" ContentType="application/vnd.openxmlformats-officedocument.presentationml.tags+xml"/>
  <Override PartName="/ppt/tags/tag1764.xml" ContentType="application/vnd.openxmlformats-officedocument.presentationml.tags+xml"/>
  <Override PartName="/ppt/tags/tag1765.xml" ContentType="application/vnd.openxmlformats-officedocument.presentationml.tags+xml"/>
  <Override PartName="/ppt/tags/tag1766.xml" ContentType="application/vnd.openxmlformats-officedocument.presentationml.tags+xml"/>
  <Override PartName="/ppt/tags/tag1767.xml" ContentType="application/vnd.openxmlformats-officedocument.presentationml.tags+xml"/>
  <Override PartName="/ppt/tags/tag1768.xml" ContentType="application/vnd.openxmlformats-officedocument.presentationml.tags+xml"/>
  <Override PartName="/ppt/tags/tag1769.xml" ContentType="application/vnd.openxmlformats-officedocument.presentationml.tags+xml"/>
  <Override PartName="/ppt/tags/tag1770.xml" ContentType="application/vnd.openxmlformats-officedocument.presentationml.tags+xml"/>
  <Override PartName="/ppt/tags/tag1771.xml" ContentType="application/vnd.openxmlformats-officedocument.presentationml.tags+xml"/>
  <Override PartName="/ppt/tags/tag1772.xml" ContentType="application/vnd.openxmlformats-officedocument.presentationml.tags+xml"/>
  <Override PartName="/ppt/tags/tag1773.xml" ContentType="application/vnd.openxmlformats-officedocument.presentationml.tags+xml"/>
  <Override PartName="/ppt/tags/tag1774.xml" ContentType="application/vnd.openxmlformats-officedocument.presentationml.tags+xml"/>
  <Override PartName="/ppt/tags/tag1775.xml" ContentType="application/vnd.openxmlformats-officedocument.presentationml.tags+xml"/>
  <Override PartName="/ppt/tags/tag1776.xml" ContentType="application/vnd.openxmlformats-officedocument.presentationml.tags+xml"/>
  <Override PartName="/ppt/tags/tag1777.xml" ContentType="application/vnd.openxmlformats-officedocument.presentationml.tags+xml"/>
  <Override PartName="/ppt/tags/tag1778.xml" ContentType="application/vnd.openxmlformats-officedocument.presentationml.tags+xml"/>
  <Override PartName="/ppt/tags/tag1779.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2" r:id="rId2"/>
  </p:sldMasterIdLst>
  <p:notesMasterIdLst>
    <p:notesMasterId r:id="rId83"/>
  </p:notesMasterIdLst>
  <p:sldIdLst>
    <p:sldId id="257" r:id="rId3"/>
    <p:sldId id="282" r:id="rId4"/>
    <p:sldId id="259" r:id="rId5"/>
    <p:sldId id="283" r:id="rId6"/>
    <p:sldId id="261" r:id="rId7"/>
    <p:sldId id="284" r:id="rId8"/>
    <p:sldId id="1053" r:id="rId9"/>
    <p:sldId id="1054" r:id="rId10"/>
    <p:sldId id="263" r:id="rId11"/>
    <p:sldId id="264" r:id="rId12"/>
    <p:sldId id="270" r:id="rId13"/>
    <p:sldId id="265" r:id="rId14"/>
    <p:sldId id="1055" r:id="rId15"/>
    <p:sldId id="286" r:id="rId16"/>
    <p:sldId id="1056" r:id="rId17"/>
    <p:sldId id="1057" r:id="rId18"/>
    <p:sldId id="1058" r:id="rId19"/>
    <p:sldId id="267" r:id="rId20"/>
    <p:sldId id="266" r:id="rId21"/>
    <p:sldId id="1045" r:id="rId22"/>
    <p:sldId id="1059" r:id="rId23"/>
    <p:sldId id="1060" r:id="rId24"/>
    <p:sldId id="1061" r:id="rId25"/>
    <p:sldId id="268" r:id="rId26"/>
    <p:sldId id="360" r:id="rId27"/>
    <p:sldId id="1041" r:id="rId28"/>
    <p:sldId id="1042" r:id="rId29"/>
    <p:sldId id="1043" r:id="rId30"/>
    <p:sldId id="1044" r:id="rId31"/>
    <p:sldId id="305" r:id="rId32"/>
    <p:sldId id="1046" r:id="rId33"/>
    <p:sldId id="271" r:id="rId34"/>
    <p:sldId id="260" r:id="rId35"/>
    <p:sldId id="318" r:id="rId36"/>
    <p:sldId id="319" r:id="rId37"/>
    <p:sldId id="320" r:id="rId38"/>
    <p:sldId id="352" r:id="rId39"/>
    <p:sldId id="362" r:id="rId40"/>
    <p:sldId id="361" r:id="rId41"/>
    <p:sldId id="1066" r:id="rId42"/>
    <p:sldId id="272" r:id="rId43"/>
    <p:sldId id="1047" r:id="rId44"/>
    <p:sldId id="1062" r:id="rId45"/>
    <p:sldId id="273" r:id="rId46"/>
    <p:sldId id="1048" r:id="rId47"/>
    <p:sldId id="274" r:id="rId48"/>
    <p:sldId id="321" r:id="rId49"/>
    <p:sldId id="262" r:id="rId50"/>
    <p:sldId id="1038" r:id="rId51"/>
    <p:sldId id="275" r:id="rId52"/>
    <p:sldId id="1039" r:id="rId53"/>
    <p:sldId id="358" r:id="rId54"/>
    <p:sldId id="279" r:id="rId55"/>
    <p:sldId id="1049" r:id="rId56"/>
    <p:sldId id="1050" r:id="rId57"/>
    <p:sldId id="1040" r:id="rId58"/>
    <p:sldId id="276" r:id="rId59"/>
    <p:sldId id="1063" r:id="rId60"/>
    <p:sldId id="277" r:id="rId61"/>
    <p:sldId id="278" r:id="rId62"/>
    <p:sldId id="1064" r:id="rId63"/>
    <p:sldId id="1065" r:id="rId64"/>
    <p:sldId id="280" r:id="rId65"/>
    <p:sldId id="289" r:id="rId66"/>
    <p:sldId id="291" r:id="rId67"/>
    <p:sldId id="307" r:id="rId68"/>
    <p:sldId id="292" r:id="rId69"/>
    <p:sldId id="308" r:id="rId70"/>
    <p:sldId id="296" r:id="rId71"/>
    <p:sldId id="295" r:id="rId72"/>
    <p:sldId id="293" r:id="rId73"/>
    <p:sldId id="297" r:id="rId74"/>
    <p:sldId id="298" r:id="rId75"/>
    <p:sldId id="309" r:id="rId76"/>
    <p:sldId id="310" r:id="rId77"/>
    <p:sldId id="312" r:id="rId78"/>
    <p:sldId id="315" r:id="rId79"/>
    <p:sldId id="317" r:id="rId80"/>
    <p:sldId id="316" r:id="rId81"/>
    <p:sldId id="281" r:id="rId82"/>
  </p:sldIdLst>
  <p:sldSz cx="12192000" cy="6858000"/>
  <p:notesSz cx="6858000" cy="9144000"/>
  <p:custDataLst>
    <p:tags r:id="rId84"/>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37" userDrawn="1">
          <p15:clr>
            <a:srgbClr val="A4A3A4"/>
          </p15:clr>
        </p15:guide>
        <p15:guide id="2" pos="3843"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483810881" name="WPS_1679281038" initials="W" lastIdx="1" clrIdx="2"/>
  <p:cmAuthor id="1" name="123" initials="1" lastIdx="1" clrIdx="0"/>
  <p:cmAuthor id="2" name="作者"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D7B26C5-4107-4FEC-AEDC-1716B250A1EF}" styleName="浅色样式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2A488322-F2BA-4B5B-9748-0D474271808F}" styleName="中度样式 3 - 强调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1129" autoAdjust="0"/>
    <p:restoredTop sz="94660"/>
  </p:normalViewPr>
  <p:slideViewPr>
    <p:cSldViewPr snapToGrid="0" showGuides="1">
      <p:cViewPr varScale="1">
        <p:scale>
          <a:sx n="66" d="100"/>
          <a:sy n="66" d="100"/>
        </p:scale>
        <p:origin x="224" y="1656"/>
      </p:cViewPr>
      <p:guideLst>
        <p:guide orient="horz" pos="2137"/>
        <p:guide pos="3843"/>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tags" Target="tags/tag1.xml"/><Relationship Id="rId89" Type="http://schemas.openxmlformats.org/officeDocument/2006/relationships/tableStyles" Target="tableStyles.xml"/><Relationship Id="rId16" Type="http://schemas.openxmlformats.org/officeDocument/2006/relationships/slide" Target="slides/slide14.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5" Type="http://schemas.openxmlformats.org/officeDocument/2006/relationships/slide" Target="slides/slide3.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77" Type="http://schemas.openxmlformats.org/officeDocument/2006/relationships/slide" Target="slides/slide75.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80" Type="http://schemas.openxmlformats.org/officeDocument/2006/relationships/slide" Target="slides/slide78.xml"/><Relationship Id="rId85" Type="http://schemas.openxmlformats.org/officeDocument/2006/relationships/commentAuthors" Target="commentAuthor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notesMaster" Target="notesMasters/notesMaster1.xml"/><Relationship Id="rId88"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7" Type="http://schemas.openxmlformats.org/officeDocument/2006/relationships/slide" Target="slides/slide5.xml"/><Relationship Id="rId71" Type="http://schemas.openxmlformats.org/officeDocument/2006/relationships/slide" Target="slides/slide69.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viewProps" Target="viewProps.xml"/><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1.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image" Target="../media/image29.png"/></Relationships>
</file>

<file path=ppt/drawings/_rels/vmlDrawing3.vml.rels><?xml version="1.0" encoding="UTF-8" standalone="yes"?>
<Relationships xmlns="http://schemas.openxmlformats.org/package/2006/relationships"><Relationship Id="rId3" Type="http://schemas.openxmlformats.org/officeDocument/2006/relationships/image" Target="../media/image59.emf"/><Relationship Id="rId2" Type="http://schemas.openxmlformats.org/officeDocument/2006/relationships/image" Target="../media/image58.emf"/><Relationship Id="rId1" Type="http://schemas.openxmlformats.org/officeDocument/2006/relationships/image" Target="../media/image57.e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62.emf"/><Relationship Id="rId2" Type="http://schemas.openxmlformats.org/officeDocument/2006/relationships/image" Target="../media/image61.emf"/><Relationship Id="rId1" Type="http://schemas.openxmlformats.org/officeDocument/2006/relationships/image" Target="../media/image59.emf"/></Relationships>
</file>

<file path=ppt/drawings/_rels/vmlDrawing5.vml.rels><?xml version="1.0" encoding="UTF-8" standalone="yes"?>
<Relationships xmlns="http://schemas.openxmlformats.org/package/2006/relationships"><Relationship Id="rId3" Type="http://schemas.openxmlformats.org/officeDocument/2006/relationships/image" Target="../media/image64.emf"/><Relationship Id="rId2" Type="http://schemas.openxmlformats.org/officeDocument/2006/relationships/image" Target="../media/image63.emf"/><Relationship Id="rId1" Type="http://schemas.openxmlformats.org/officeDocument/2006/relationships/image" Target="../media/image59.emf"/><Relationship Id="rId6" Type="http://schemas.openxmlformats.org/officeDocument/2006/relationships/image" Target="../media/image67.emf"/><Relationship Id="rId5" Type="http://schemas.openxmlformats.org/officeDocument/2006/relationships/image" Target="../media/image66.emf"/><Relationship Id="rId4" Type="http://schemas.openxmlformats.org/officeDocument/2006/relationships/image" Target="../media/image65.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59.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pPr/>
              <a:t>2026/10/10</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pPr/>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pPr/>
              <a:t>4</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pPr/>
              <a:t>5</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pPr/>
              <a:t>6</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pPr/>
              <a:t>9</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pPr/>
              <a:t>10</a:t>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242888" y="1431925"/>
            <a:ext cx="6872287" cy="3865563"/>
          </a:xfrm>
        </p:spPr>
      </p:sp>
      <p:sp>
        <p:nvSpPr>
          <p:cNvPr id="3" name="文本占位符 2"/>
          <p:cNvSpPr>
            <a:spLocks noGrp="1"/>
          </p:cNvSpPr>
          <p:nvPr>
            <p:ph type="body" idx="3"/>
          </p:nvPr>
        </p:nvSpPr>
        <p:spPr/>
        <p:txBody>
          <a:bodyPr/>
          <a:lstStyle/>
          <a:p>
            <a:endParaRPr lang="zh-CN" altLang="en-US"/>
          </a:p>
        </p:txBody>
      </p:sp>
    </p:spTree>
    <p:extLst>
      <p:ext uri="{BB962C8B-B14F-4D97-AF65-F5344CB8AC3E}">
        <p14:creationId xmlns:p14="http://schemas.microsoft.com/office/powerpoint/2010/main" val="342893819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这部分我将介绍建立模型的关键环节。首先，数据预处理是基础，它涉及数据清洗与转换，确保数据质量，为机器学习奠定基石。随后，进入训练数据阶段，此为核心步骤，运用机器学习算法深入分析数据，构建出强大的预测或分类模型，以精准捕捉数据中的模式与趋势。最后，在机器学习应用阶段，我们利用已训练好的模型对新数据进行预测或分类，这一环节将理论付诸实践，验证模型的有效性与实用性。</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379760780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下面我将探讨训练阶段，这是机器学习过程中的关键步骤。训练阶段涉及通过大量数据输入和算法迭代，使模型学习数据的内在规律，为后续预测或决策奠定基础。训练阶段的核心目标在于优化模型参数，以最小化预测误差，增强模型准确性和泛化能力，确保其在未见数据上也能进行精确预测。训练阶段的实施包括几个关键步骤：数据预处理、选择合适的机器学习算法、设定模型参数以及模型训练和验证，每个步骤均对最终模型性能产生重要影响。</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44631069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标题1: 验证集的重要性描述1: 在模型评估阶段，使用独立的验证集对训练得到的模型进行评估是至关重要的。这有助于确保模型的泛化能力，避免过拟合，从而更准确地预测未知数据。标题2: 评估标准的选择描述2: 选择合适的评估标准对于准确衡量模型性能至关重要。不同的任务和数据集可能需要不同的评估指标，如准确率、召回率或F1分数，以确保模型优化的方向正确。标题3: 模型优化策略描述3: 如果模型在验证集上的评估结果不理想，就需要采取优化措施。这可能包括调整模型参数、增加训练数据量或采用更复杂的模型架构，以提高模型的性能和准确性。</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310973138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这段我将以有监督学习为核心，展开三个层面的阐述。首先，有监督学习的定义：这是一种依赖已知输入与输出数据进行模型训练的机器学习方法，其目的在于准确预测输出数据的特定数值，广泛应用于解决分类问题和回归问题。接着，聚焦到分类问题的应用：有监督学习在分类问题中展现出强大能力，通过分析已标记的数据样本，有效识别并区分不同类别。一个典型例子是垃圾邮件过滤系统，它通过学习标记为“垃圾”或“非垃圾”的邮件特征，来精准分类新邮件。最后，探讨回归问题的解析：针对回归任务，有监督学习致力于利用历史数据构建数学模型，以预测连续变量的未知值。房价预估、股市趋势分析等场景，都是通过捕捉变量间的内在联系，实现对目标数值的精确预测。</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374243603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这部分我将以离散输出问题为核心，首先明确其定义。在机器学习领域，离散输出问题即分类问题，其输出结果为有限类别或标签，典型如性别分类、客户价值评估等场景。那么这一页介绍常用算法。解决此类问题的常用算法有决策树系列（ID3、C4.5、CART）、随机森林、支持向量机（SVM）及贝叶斯分类器等，它们各具特点与适用场景。下面我将阐述算法选择依据。选择合适的算法需综合考量数据特性、问题复杂度及精度需求等因素，因不同算法对数据的适应性和处理效率存在差异。</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341351250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下面我将阐述什么是连续输出问题。连续输出问题，又称为回归问题，在机器学习领域占据关键地位，主要致力于预测连续的数值变量，如公司收入和生产能耗等，其本质在于对连续性数据的深度处理与分析。那么这一页，我们来比较一下连续输出问题与分类问题的区别。在有监督学习的框架内，它们构成了鲜明对比。分类问题聚焦于离散型标签的预测，而连续输出则专注于连续数值的精确预测。这部分，我们将通过几个应用场景来说明连续输出问题的实用性。这些问题的应用非常广泛，从金融行业的股市价格预测到医疗健康领域的疾病进程评估，这些实例充分展示了回归模型在解决各种实际问题中的重要作用。</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246732664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pPr/>
              <a:t>26</a:t>
            </a:fld>
            <a:endParaRPr lang="zh-CN" altLang="en-US"/>
          </a:p>
        </p:txBody>
      </p:sp>
    </p:spTree>
    <p:extLst>
      <p:ext uri="{BB962C8B-B14F-4D97-AF65-F5344CB8AC3E}">
        <p14:creationId xmlns:p14="http://schemas.microsoft.com/office/powerpoint/2010/main" val="161123158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pPr/>
              <a:t>27</a:t>
            </a:fld>
            <a:endParaRPr lang="zh-CN" altLang="en-US"/>
          </a:p>
        </p:txBody>
      </p:sp>
    </p:spTree>
    <p:extLst>
      <p:ext uri="{BB962C8B-B14F-4D97-AF65-F5344CB8AC3E}">
        <p14:creationId xmlns:p14="http://schemas.microsoft.com/office/powerpoint/2010/main" val="173739596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pPr/>
              <a:t>28</a:t>
            </a:fld>
            <a:endParaRPr lang="zh-CN" altLang="en-US"/>
          </a:p>
        </p:txBody>
      </p:sp>
    </p:spTree>
    <p:extLst>
      <p:ext uri="{BB962C8B-B14F-4D97-AF65-F5344CB8AC3E}">
        <p14:creationId xmlns:p14="http://schemas.microsoft.com/office/powerpoint/2010/main" val="373174316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pPr/>
              <a:t>29</a:t>
            </a:fld>
            <a:endParaRPr lang="zh-CN" altLang="en-US"/>
          </a:p>
        </p:txBody>
      </p:sp>
    </p:spTree>
    <p:extLst>
      <p:ext uri="{BB962C8B-B14F-4D97-AF65-F5344CB8AC3E}">
        <p14:creationId xmlns:p14="http://schemas.microsoft.com/office/powerpoint/2010/main" val="395753309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pPr/>
              <a:t>33</a:t>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pPr/>
              <a:t>35</a:t>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这部分，让我们聚焦于无监督学习领域，探索其在现代数据分析中的深远影响。首先，定义无监督学习的边界：它是机器学习的一个独特分支，专注于解析那些未被标记的数据海洋。不同于监督学习的明确指导，无监督学习通过智能算法自主挖掘数据的内在模式与结构，开启了洞察未知的知识大门。随后，我们深入聚类问题的具体应用场景。聚类作为一种核心的无监督技术，扮演着数据分组的关键角色，它根据相似性原则将海量信息归入不同的类别。这一过程不仅简化了复杂数据集的复杂度，还为我们理解用户行为动态、市场细分策略等提供了强有力的工具，揭示了隐藏在数据之下的价值洞见。最后，不容忽视的是无监督学习在商业世界里的实践价值与长远影响。聚类分析助力企业精准定位目标客户群，通过揭示不同消费者群体的特征与需求偏好，引导产品创新路径，优化市场定位策略，并定制高效的营销方案。这不仅加速了决策流程，还显著提升了市场响应速度与企业竞争力，证明了无监督学习在推动商业智能化进程中的核心地位。</a:t>
            </a: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378471226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pPr/>
              <a:t>44</a:t>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这部分，让我们深入探讨聚类问题。首先，定义聚类问题为机器学习中的核心任务，专注于对无标签数据进行分组，挖掘相似性以构建具有共同特征的簇。紧接着，我们将聚焦于商业应用层面，展示聚类分析如何助力企业洞察数亿用户的复杂结构，揭示不同用户群体的独特特征与需求。最后，探讨聚类分析对品牌定位策略的影响，强调通过发现潜在的用户群体来指导市场策略和产品开发，实现精准市场定位的重要性。</a:t>
            </a:r>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323213108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pPr/>
              <a:t>47</a:t>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pPr/>
              <a:t>48</a:t>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6020F7E6-B6AB-4685-9920-66673A4976C0}" type="slidenum">
              <a:rPr lang="en-US" altLang="zh-CN" smtClean="0"/>
              <a:pPr>
                <a:defRPr/>
              </a:pPr>
              <a:t>49</a:t>
            </a:fld>
            <a:endParaRPr lang="en-US" altLang="zh-CN"/>
          </a:p>
        </p:txBody>
      </p:sp>
    </p:spTree>
    <p:extLst>
      <p:ext uri="{BB962C8B-B14F-4D97-AF65-F5344CB8AC3E}">
        <p14:creationId xmlns:p14="http://schemas.microsoft.com/office/powerpoint/2010/main" val="59978092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pPr/>
              <a:t>50</a:t>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这部分将探索Python中的机器学习算法库，重点介绍sklearn库。我们将涵盖数据集加载方法及如何查阅模型操作文档，帮助大家有效利用这一强大的工具进行数据分析和建模。</a:t>
            </a:r>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82292899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这部分将介绍scikit-learn库。scikit-learn是广泛使用的Python开源库，用于执行机器学习、数据挖掘及数据分析任务，提供丰富算法与工具简化模型应用过程。其具备多种数据集加载方式，包括内置小数据集、在线下载、计算机生成以及特定格式数据集等，可满足不同场景的数据需求。此外，通过访问官网文档资源，能查找到各种评估器（模型）的详细说明，这对深入理解模型原理和应用方法至关重要。</a:t>
            </a:r>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284661360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这部分将介绍数据集的三种主要加载方式。首先，通过 `sklearn.datasets.load` 函数，我们可以轻松访问Scikit-learn库提供的内置数据集，这些数据集常用于算法演示和测试。其次，利用 `sklearn.datasets.fetch_` 函数，能直接从互联网上下载公开的数据集，适用于需要大量数据进行模型训练和验证的情况。最后， `sklearn.datasets.make` 函数允许创建各种类型的模拟数据集，非常适合在特定条件下评估算法表现。</a:t>
            </a:r>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95316628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这部分，我聚焦于的核心要点。官网评估器说明是洞悉模型原理与应用的钥匙，深入其中，方能把握模型运作精髓及场景适配性。线性回归参数计算多样方法，如最小二乘法、梯度下降法等，详实文档解析助您透彻理解实现步骤。而训练过程参数求解，更需回归官网评估器指南，以精进模型训练与优化策略。</a:t>
            </a:r>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28714354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这部分，我聚焦于的核心要点。官网评估器说明是洞悉模型原理与应用的钥匙，深入其中，方能把握模型运作精髓及场景适配性。线性回归参数计算多样方法，如最小二乘法、梯度下降法等，详实文档解析助您透彻理解实现步骤。而训练过程参数求解，更需回归官网评估器指南，以精进模型训练与优化策略。</a:t>
            </a:r>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415617771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jpeg"/><Relationship Id="rId4" Type="http://schemas.openxmlformats.org/officeDocument/2006/relationships/image" Target="../media/image6.jpe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png"/><Relationship Id="rId1" Type="http://schemas.openxmlformats.org/officeDocument/2006/relationships/slideMaster" Target="../slideMasters/slideMaster1.xml"/><Relationship Id="rId4" Type="http://schemas.openxmlformats.org/officeDocument/2006/relationships/image" Target="../media/image7.jpeg"/></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0.png"/><Relationship Id="rId1" Type="http://schemas.openxmlformats.org/officeDocument/2006/relationships/slideMaster" Target="../slideMasters/slideMaster1.xml"/><Relationship Id="rId4" Type="http://schemas.openxmlformats.org/officeDocument/2006/relationships/image" Target="../media/image11.jpe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8" Type="http://schemas.openxmlformats.org/officeDocument/2006/relationships/tags" Target="../tags/tag19.xml"/><Relationship Id="rId13" Type="http://schemas.openxmlformats.org/officeDocument/2006/relationships/slideMaster" Target="../slideMasters/slideMaster2.xml"/><Relationship Id="rId3" Type="http://schemas.openxmlformats.org/officeDocument/2006/relationships/tags" Target="../tags/tag14.xml"/><Relationship Id="rId7" Type="http://schemas.openxmlformats.org/officeDocument/2006/relationships/tags" Target="../tags/tag18.xml"/><Relationship Id="rId12" Type="http://schemas.openxmlformats.org/officeDocument/2006/relationships/tags" Target="../tags/tag23.xml"/><Relationship Id="rId2" Type="http://schemas.openxmlformats.org/officeDocument/2006/relationships/tags" Target="../tags/tag13.xml"/><Relationship Id="rId1" Type="http://schemas.openxmlformats.org/officeDocument/2006/relationships/tags" Target="../tags/tag12.xml"/><Relationship Id="rId6" Type="http://schemas.openxmlformats.org/officeDocument/2006/relationships/tags" Target="../tags/tag17.xml"/><Relationship Id="rId11" Type="http://schemas.openxmlformats.org/officeDocument/2006/relationships/tags" Target="../tags/tag22.xml"/><Relationship Id="rId5" Type="http://schemas.openxmlformats.org/officeDocument/2006/relationships/tags" Target="../tags/tag16.xml"/><Relationship Id="rId10" Type="http://schemas.openxmlformats.org/officeDocument/2006/relationships/tags" Target="../tags/tag21.xml"/><Relationship Id="rId4" Type="http://schemas.openxmlformats.org/officeDocument/2006/relationships/tags" Target="../tags/tag15.xml"/><Relationship Id="rId9" Type="http://schemas.openxmlformats.org/officeDocument/2006/relationships/tags" Target="../tags/tag20.xml"/></Relationships>
</file>

<file path=ppt/slideLayouts/_rels/slideLayout9.xml.rels><?xml version="1.0" encoding="UTF-8" standalone="yes"?>
<Relationships xmlns="http://schemas.openxmlformats.org/package/2006/relationships"><Relationship Id="rId8" Type="http://schemas.openxmlformats.org/officeDocument/2006/relationships/tags" Target="../tags/tag31.xml"/><Relationship Id="rId13" Type="http://schemas.openxmlformats.org/officeDocument/2006/relationships/slideMaster" Target="../slideMasters/slideMaster2.xml"/><Relationship Id="rId3" Type="http://schemas.openxmlformats.org/officeDocument/2006/relationships/tags" Target="../tags/tag26.xml"/><Relationship Id="rId7" Type="http://schemas.openxmlformats.org/officeDocument/2006/relationships/tags" Target="../tags/tag30.xml"/><Relationship Id="rId12" Type="http://schemas.openxmlformats.org/officeDocument/2006/relationships/tags" Target="../tags/tag35.xml"/><Relationship Id="rId2" Type="http://schemas.openxmlformats.org/officeDocument/2006/relationships/tags" Target="../tags/tag25.xml"/><Relationship Id="rId1" Type="http://schemas.openxmlformats.org/officeDocument/2006/relationships/tags" Target="../tags/tag24.xml"/><Relationship Id="rId6" Type="http://schemas.openxmlformats.org/officeDocument/2006/relationships/tags" Target="../tags/tag29.xml"/><Relationship Id="rId11" Type="http://schemas.openxmlformats.org/officeDocument/2006/relationships/tags" Target="../tags/tag34.xml"/><Relationship Id="rId5" Type="http://schemas.openxmlformats.org/officeDocument/2006/relationships/tags" Target="../tags/tag28.xml"/><Relationship Id="rId10" Type="http://schemas.openxmlformats.org/officeDocument/2006/relationships/tags" Target="../tags/tag33.xml"/><Relationship Id="rId4" Type="http://schemas.openxmlformats.org/officeDocument/2006/relationships/tags" Target="../tags/tag27.xml"/><Relationship Id="rId9" Type="http://schemas.openxmlformats.org/officeDocument/2006/relationships/tags" Target="../tags/tag32.xml"/></Relationships>
</file>

<file path=ppt/slideLayouts/_rels/slideLayout10.xml.rels><?xml version="1.0" encoding="UTF-8" standalone="yes"?>
<Relationships xmlns="http://schemas.openxmlformats.org/package/2006/relationships"><Relationship Id="rId8" Type="http://schemas.openxmlformats.org/officeDocument/2006/relationships/tags" Target="../tags/tag43.xml"/><Relationship Id="rId13" Type="http://schemas.openxmlformats.org/officeDocument/2006/relationships/tags" Target="../tags/tag48.xml"/><Relationship Id="rId18" Type="http://schemas.openxmlformats.org/officeDocument/2006/relationships/tags" Target="../tags/tag53.xml"/><Relationship Id="rId3" Type="http://schemas.openxmlformats.org/officeDocument/2006/relationships/tags" Target="../tags/tag38.xml"/><Relationship Id="rId21" Type="http://schemas.openxmlformats.org/officeDocument/2006/relationships/slideMaster" Target="../slideMasters/slideMaster2.xml"/><Relationship Id="rId7" Type="http://schemas.openxmlformats.org/officeDocument/2006/relationships/tags" Target="../tags/tag42.xml"/><Relationship Id="rId12" Type="http://schemas.openxmlformats.org/officeDocument/2006/relationships/tags" Target="../tags/tag47.xml"/><Relationship Id="rId17" Type="http://schemas.openxmlformats.org/officeDocument/2006/relationships/tags" Target="../tags/tag52.xml"/><Relationship Id="rId2" Type="http://schemas.openxmlformats.org/officeDocument/2006/relationships/tags" Target="../tags/tag37.xml"/><Relationship Id="rId16" Type="http://schemas.openxmlformats.org/officeDocument/2006/relationships/tags" Target="../tags/tag51.xml"/><Relationship Id="rId20" Type="http://schemas.openxmlformats.org/officeDocument/2006/relationships/tags" Target="../tags/tag55.xml"/><Relationship Id="rId1" Type="http://schemas.openxmlformats.org/officeDocument/2006/relationships/tags" Target="../tags/tag36.xml"/><Relationship Id="rId6" Type="http://schemas.openxmlformats.org/officeDocument/2006/relationships/tags" Target="../tags/tag41.xml"/><Relationship Id="rId11" Type="http://schemas.openxmlformats.org/officeDocument/2006/relationships/tags" Target="../tags/tag46.xml"/><Relationship Id="rId5" Type="http://schemas.openxmlformats.org/officeDocument/2006/relationships/tags" Target="../tags/tag40.xml"/><Relationship Id="rId15" Type="http://schemas.openxmlformats.org/officeDocument/2006/relationships/tags" Target="../tags/tag50.xml"/><Relationship Id="rId10" Type="http://schemas.openxmlformats.org/officeDocument/2006/relationships/tags" Target="../tags/tag45.xml"/><Relationship Id="rId19" Type="http://schemas.openxmlformats.org/officeDocument/2006/relationships/tags" Target="../tags/tag54.xml"/><Relationship Id="rId4" Type="http://schemas.openxmlformats.org/officeDocument/2006/relationships/tags" Target="../tags/tag39.xml"/><Relationship Id="rId9" Type="http://schemas.openxmlformats.org/officeDocument/2006/relationships/tags" Target="../tags/tag44.xml"/><Relationship Id="rId14" Type="http://schemas.openxmlformats.org/officeDocument/2006/relationships/tags" Target="../tags/tag49.xml"/></Relationships>
</file>

<file path=ppt/slideLayouts/_rels/slideLayout11.xml.rels><?xml version="1.0" encoding="UTF-8" standalone="yes"?>
<Relationships xmlns="http://schemas.openxmlformats.org/package/2006/relationships"><Relationship Id="rId8" Type="http://schemas.openxmlformats.org/officeDocument/2006/relationships/slideMaster" Target="../slideMasters/slideMaster2.xml"/><Relationship Id="rId3" Type="http://schemas.openxmlformats.org/officeDocument/2006/relationships/tags" Target="../tags/tag58.xml"/><Relationship Id="rId7" Type="http://schemas.openxmlformats.org/officeDocument/2006/relationships/tags" Target="../tags/tag62.xml"/><Relationship Id="rId2" Type="http://schemas.openxmlformats.org/officeDocument/2006/relationships/tags" Target="../tags/tag57.xml"/><Relationship Id="rId1" Type="http://schemas.openxmlformats.org/officeDocument/2006/relationships/tags" Target="../tags/tag56.xml"/><Relationship Id="rId6" Type="http://schemas.openxmlformats.org/officeDocument/2006/relationships/tags" Target="../tags/tag61.xml"/><Relationship Id="rId5" Type="http://schemas.openxmlformats.org/officeDocument/2006/relationships/tags" Target="../tags/tag60.xml"/><Relationship Id="rId4" Type="http://schemas.openxmlformats.org/officeDocument/2006/relationships/tags" Target="../tags/tag59.xml"/></Relationships>
</file>

<file path=ppt/slideLayouts/_rels/slideLayout12.xml.rels><?xml version="1.0" encoding="UTF-8" standalone="yes"?>
<Relationships xmlns="http://schemas.openxmlformats.org/package/2006/relationships"><Relationship Id="rId8" Type="http://schemas.openxmlformats.org/officeDocument/2006/relationships/slideMaster" Target="../slideMasters/slideMaster2.xml"/><Relationship Id="rId3" Type="http://schemas.openxmlformats.org/officeDocument/2006/relationships/tags" Target="../tags/tag65.xml"/><Relationship Id="rId7" Type="http://schemas.openxmlformats.org/officeDocument/2006/relationships/tags" Target="../tags/tag69.xml"/><Relationship Id="rId2" Type="http://schemas.openxmlformats.org/officeDocument/2006/relationships/tags" Target="../tags/tag64.xml"/><Relationship Id="rId1" Type="http://schemas.openxmlformats.org/officeDocument/2006/relationships/tags" Target="../tags/tag63.xml"/><Relationship Id="rId6" Type="http://schemas.openxmlformats.org/officeDocument/2006/relationships/tags" Target="../tags/tag68.xml"/><Relationship Id="rId5" Type="http://schemas.openxmlformats.org/officeDocument/2006/relationships/tags" Target="../tags/tag67.xml"/><Relationship Id="rId4" Type="http://schemas.openxmlformats.org/officeDocument/2006/relationships/tags" Target="../tags/tag66.xml"/></Relationships>
</file>

<file path=ppt/slideLayouts/_rels/slideLayout13.xml.rels><?xml version="1.0" encoding="UTF-8" standalone="yes"?>
<Relationships xmlns="http://schemas.openxmlformats.org/package/2006/relationships"><Relationship Id="rId8" Type="http://schemas.openxmlformats.org/officeDocument/2006/relationships/tags" Target="../tags/tag77.xml"/><Relationship Id="rId3" Type="http://schemas.openxmlformats.org/officeDocument/2006/relationships/tags" Target="../tags/tag72.xml"/><Relationship Id="rId7" Type="http://schemas.openxmlformats.org/officeDocument/2006/relationships/tags" Target="../tags/tag76.xml"/><Relationship Id="rId2" Type="http://schemas.openxmlformats.org/officeDocument/2006/relationships/tags" Target="../tags/tag71.xml"/><Relationship Id="rId1" Type="http://schemas.openxmlformats.org/officeDocument/2006/relationships/tags" Target="../tags/tag70.xml"/><Relationship Id="rId6" Type="http://schemas.openxmlformats.org/officeDocument/2006/relationships/tags" Target="../tags/tag75.xml"/><Relationship Id="rId5" Type="http://schemas.openxmlformats.org/officeDocument/2006/relationships/tags" Target="../tags/tag74.xml"/><Relationship Id="rId4" Type="http://schemas.openxmlformats.org/officeDocument/2006/relationships/tags" Target="../tags/tag73.xml"/><Relationship Id="rId9"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8" Type="http://schemas.openxmlformats.org/officeDocument/2006/relationships/tags" Target="../tags/tag85.xml"/><Relationship Id="rId13" Type="http://schemas.openxmlformats.org/officeDocument/2006/relationships/slideMaster" Target="../slideMasters/slideMaster2.xml"/><Relationship Id="rId3" Type="http://schemas.openxmlformats.org/officeDocument/2006/relationships/tags" Target="../tags/tag80.xml"/><Relationship Id="rId7" Type="http://schemas.openxmlformats.org/officeDocument/2006/relationships/tags" Target="../tags/tag84.xml"/><Relationship Id="rId12" Type="http://schemas.openxmlformats.org/officeDocument/2006/relationships/tags" Target="../tags/tag89.xml"/><Relationship Id="rId2" Type="http://schemas.openxmlformats.org/officeDocument/2006/relationships/tags" Target="../tags/tag79.xml"/><Relationship Id="rId1" Type="http://schemas.openxmlformats.org/officeDocument/2006/relationships/tags" Target="../tags/tag78.xml"/><Relationship Id="rId6" Type="http://schemas.openxmlformats.org/officeDocument/2006/relationships/tags" Target="../tags/tag83.xml"/><Relationship Id="rId11" Type="http://schemas.openxmlformats.org/officeDocument/2006/relationships/tags" Target="../tags/tag88.xml"/><Relationship Id="rId5" Type="http://schemas.openxmlformats.org/officeDocument/2006/relationships/tags" Target="../tags/tag82.xml"/><Relationship Id="rId10" Type="http://schemas.openxmlformats.org/officeDocument/2006/relationships/tags" Target="../tags/tag87.xml"/><Relationship Id="rId4" Type="http://schemas.openxmlformats.org/officeDocument/2006/relationships/tags" Target="../tags/tag81.xml"/><Relationship Id="rId9" Type="http://schemas.openxmlformats.org/officeDocument/2006/relationships/tags" Target="../tags/tag86.xml"/></Relationships>
</file>

<file path=ppt/slideLayouts/_rels/slideLayout15.xml.rels><?xml version="1.0" encoding="UTF-8" standalone="yes"?>
<Relationships xmlns="http://schemas.openxmlformats.org/package/2006/relationships"><Relationship Id="rId8" Type="http://schemas.openxmlformats.org/officeDocument/2006/relationships/tags" Target="../tags/tag97.xml"/><Relationship Id="rId13" Type="http://schemas.openxmlformats.org/officeDocument/2006/relationships/tags" Target="../tags/tag102.xml"/><Relationship Id="rId3" Type="http://schemas.openxmlformats.org/officeDocument/2006/relationships/tags" Target="../tags/tag92.xml"/><Relationship Id="rId7" Type="http://schemas.openxmlformats.org/officeDocument/2006/relationships/tags" Target="../tags/tag96.xml"/><Relationship Id="rId12" Type="http://schemas.openxmlformats.org/officeDocument/2006/relationships/tags" Target="../tags/tag101.xml"/><Relationship Id="rId17" Type="http://schemas.openxmlformats.org/officeDocument/2006/relationships/slideMaster" Target="../slideMasters/slideMaster2.xml"/><Relationship Id="rId2" Type="http://schemas.openxmlformats.org/officeDocument/2006/relationships/tags" Target="../tags/tag91.xml"/><Relationship Id="rId16" Type="http://schemas.openxmlformats.org/officeDocument/2006/relationships/tags" Target="../tags/tag105.xml"/><Relationship Id="rId1" Type="http://schemas.openxmlformats.org/officeDocument/2006/relationships/tags" Target="../tags/tag90.xml"/><Relationship Id="rId6" Type="http://schemas.openxmlformats.org/officeDocument/2006/relationships/tags" Target="../tags/tag95.xml"/><Relationship Id="rId11" Type="http://schemas.openxmlformats.org/officeDocument/2006/relationships/tags" Target="../tags/tag100.xml"/><Relationship Id="rId5" Type="http://schemas.openxmlformats.org/officeDocument/2006/relationships/tags" Target="../tags/tag94.xml"/><Relationship Id="rId15" Type="http://schemas.openxmlformats.org/officeDocument/2006/relationships/tags" Target="../tags/tag104.xml"/><Relationship Id="rId10" Type="http://schemas.openxmlformats.org/officeDocument/2006/relationships/tags" Target="../tags/tag99.xml"/><Relationship Id="rId4" Type="http://schemas.openxmlformats.org/officeDocument/2006/relationships/tags" Target="../tags/tag93.xml"/><Relationship Id="rId9" Type="http://schemas.openxmlformats.org/officeDocument/2006/relationships/tags" Target="../tags/tag98.xml"/><Relationship Id="rId14" Type="http://schemas.openxmlformats.org/officeDocument/2006/relationships/tags" Target="../tags/tag103.xml"/></Relationships>
</file>

<file path=ppt/slideLayouts/_rels/slideLayout16.xml.rels><?xml version="1.0" encoding="UTF-8" standalone="yes"?>
<Relationships xmlns="http://schemas.openxmlformats.org/package/2006/relationships"><Relationship Id="rId8" Type="http://schemas.openxmlformats.org/officeDocument/2006/relationships/tags" Target="../tags/tag113.xml"/><Relationship Id="rId13" Type="http://schemas.openxmlformats.org/officeDocument/2006/relationships/tags" Target="../tags/tag118.xml"/><Relationship Id="rId18" Type="http://schemas.openxmlformats.org/officeDocument/2006/relationships/tags" Target="../tags/tag123.xml"/><Relationship Id="rId3" Type="http://schemas.openxmlformats.org/officeDocument/2006/relationships/tags" Target="../tags/tag108.xml"/><Relationship Id="rId21" Type="http://schemas.openxmlformats.org/officeDocument/2006/relationships/slideMaster" Target="../slideMasters/slideMaster2.xml"/><Relationship Id="rId7" Type="http://schemas.openxmlformats.org/officeDocument/2006/relationships/tags" Target="../tags/tag112.xml"/><Relationship Id="rId12" Type="http://schemas.openxmlformats.org/officeDocument/2006/relationships/tags" Target="../tags/tag117.xml"/><Relationship Id="rId17" Type="http://schemas.openxmlformats.org/officeDocument/2006/relationships/tags" Target="../tags/tag122.xml"/><Relationship Id="rId2" Type="http://schemas.openxmlformats.org/officeDocument/2006/relationships/tags" Target="../tags/tag107.xml"/><Relationship Id="rId16" Type="http://schemas.openxmlformats.org/officeDocument/2006/relationships/tags" Target="../tags/tag121.xml"/><Relationship Id="rId20" Type="http://schemas.openxmlformats.org/officeDocument/2006/relationships/tags" Target="../tags/tag125.xml"/><Relationship Id="rId1" Type="http://schemas.openxmlformats.org/officeDocument/2006/relationships/tags" Target="../tags/tag106.xml"/><Relationship Id="rId6" Type="http://schemas.openxmlformats.org/officeDocument/2006/relationships/tags" Target="../tags/tag111.xml"/><Relationship Id="rId11" Type="http://schemas.openxmlformats.org/officeDocument/2006/relationships/tags" Target="../tags/tag116.xml"/><Relationship Id="rId5" Type="http://schemas.openxmlformats.org/officeDocument/2006/relationships/tags" Target="../tags/tag110.xml"/><Relationship Id="rId15" Type="http://schemas.openxmlformats.org/officeDocument/2006/relationships/tags" Target="../tags/tag120.xml"/><Relationship Id="rId10" Type="http://schemas.openxmlformats.org/officeDocument/2006/relationships/tags" Target="../tags/tag115.xml"/><Relationship Id="rId19" Type="http://schemas.openxmlformats.org/officeDocument/2006/relationships/tags" Target="../tags/tag124.xml"/><Relationship Id="rId4" Type="http://schemas.openxmlformats.org/officeDocument/2006/relationships/tags" Target="../tags/tag109.xml"/><Relationship Id="rId9" Type="http://schemas.openxmlformats.org/officeDocument/2006/relationships/tags" Target="../tags/tag114.xml"/><Relationship Id="rId14" Type="http://schemas.openxmlformats.org/officeDocument/2006/relationships/tags" Target="../tags/tag119.xml"/></Relationships>
</file>

<file path=ppt/slideLayouts/_rels/slideLayout17.xml.rels><?xml version="1.0" encoding="UTF-8" standalone="yes"?>
<Relationships xmlns="http://schemas.openxmlformats.org/package/2006/relationships"><Relationship Id="rId8" Type="http://schemas.openxmlformats.org/officeDocument/2006/relationships/tags" Target="../tags/tag133.xml"/><Relationship Id="rId13" Type="http://schemas.openxmlformats.org/officeDocument/2006/relationships/tags" Target="../tags/tag138.xml"/><Relationship Id="rId18" Type="http://schemas.openxmlformats.org/officeDocument/2006/relationships/tags" Target="../tags/tag143.xml"/><Relationship Id="rId3" Type="http://schemas.openxmlformats.org/officeDocument/2006/relationships/tags" Target="../tags/tag128.xml"/><Relationship Id="rId21" Type="http://schemas.openxmlformats.org/officeDocument/2006/relationships/slideMaster" Target="../slideMasters/slideMaster2.xml"/><Relationship Id="rId7" Type="http://schemas.openxmlformats.org/officeDocument/2006/relationships/tags" Target="../tags/tag132.xml"/><Relationship Id="rId12" Type="http://schemas.openxmlformats.org/officeDocument/2006/relationships/tags" Target="../tags/tag137.xml"/><Relationship Id="rId17" Type="http://schemas.openxmlformats.org/officeDocument/2006/relationships/tags" Target="../tags/tag142.xml"/><Relationship Id="rId2" Type="http://schemas.openxmlformats.org/officeDocument/2006/relationships/tags" Target="../tags/tag127.xml"/><Relationship Id="rId16" Type="http://schemas.openxmlformats.org/officeDocument/2006/relationships/tags" Target="../tags/tag141.xml"/><Relationship Id="rId20" Type="http://schemas.openxmlformats.org/officeDocument/2006/relationships/tags" Target="../tags/tag145.xml"/><Relationship Id="rId1" Type="http://schemas.openxmlformats.org/officeDocument/2006/relationships/tags" Target="../tags/tag126.xml"/><Relationship Id="rId6" Type="http://schemas.openxmlformats.org/officeDocument/2006/relationships/tags" Target="../tags/tag131.xml"/><Relationship Id="rId11" Type="http://schemas.openxmlformats.org/officeDocument/2006/relationships/tags" Target="../tags/tag136.xml"/><Relationship Id="rId5" Type="http://schemas.openxmlformats.org/officeDocument/2006/relationships/tags" Target="../tags/tag130.xml"/><Relationship Id="rId15" Type="http://schemas.openxmlformats.org/officeDocument/2006/relationships/tags" Target="../tags/tag140.xml"/><Relationship Id="rId10" Type="http://schemas.openxmlformats.org/officeDocument/2006/relationships/tags" Target="../tags/tag135.xml"/><Relationship Id="rId19" Type="http://schemas.openxmlformats.org/officeDocument/2006/relationships/tags" Target="../tags/tag144.xml"/><Relationship Id="rId4" Type="http://schemas.openxmlformats.org/officeDocument/2006/relationships/tags" Target="../tags/tag129.xml"/><Relationship Id="rId9" Type="http://schemas.openxmlformats.org/officeDocument/2006/relationships/tags" Target="../tags/tag134.xml"/><Relationship Id="rId14" Type="http://schemas.openxmlformats.org/officeDocument/2006/relationships/tags" Target="../tags/tag139.xml"/></Relationships>
</file>

<file path=ppt/slideLayouts/_rels/slideLayout18.xml.rels><?xml version="1.0" encoding="UTF-8" standalone="yes"?>
<Relationships xmlns="http://schemas.openxmlformats.org/package/2006/relationships"><Relationship Id="rId8" Type="http://schemas.openxmlformats.org/officeDocument/2006/relationships/tags" Target="../tags/tag153.xml"/><Relationship Id="rId3" Type="http://schemas.openxmlformats.org/officeDocument/2006/relationships/tags" Target="../tags/tag148.xml"/><Relationship Id="rId7" Type="http://schemas.openxmlformats.org/officeDocument/2006/relationships/tags" Target="../tags/tag152.xml"/><Relationship Id="rId2" Type="http://schemas.openxmlformats.org/officeDocument/2006/relationships/tags" Target="../tags/tag147.xml"/><Relationship Id="rId1" Type="http://schemas.openxmlformats.org/officeDocument/2006/relationships/tags" Target="../tags/tag146.xml"/><Relationship Id="rId6" Type="http://schemas.openxmlformats.org/officeDocument/2006/relationships/tags" Target="../tags/tag151.xml"/><Relationship Id="rId5" Type="http://schemas.openxmlformats.org/officeDocument/2006/relationships/tags" Target="../tags/tag150.xml"/><Relationship Id="rId4" Type="http://schemas.openxmlformats.org/officeDocument/2006/relationships/tags" Target="../tags/tag149.xml"/><Relationship Id="rId9"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8" Type="http://schemas.openxmlformats.org/officeDocument/2006/relationships/tags" Target="../tags/tag161.xml"/><Relationship Id="rId3" Type="http://schemas.openxmlformats.org/officeDocument/2006/relationships/tags" Target="../tags/tag156.xml"/><Relationship Id="rId7" Type="http://schemas.openxmlformats.org/officeDocument/2006/relationships/tags" Target="../tags/tag160.xml"/><Relationship Id="rId12" Type="http://schemas.openxmlformats.org/officeDocument/2006/relationships/slideMaster" Target="../slideMasters/slideMaster2.xml"/><Relationship Id="rId2" Type="http://schemas.openxmlformats.org/officeDocument/2006/relationships/tags" Target="../tags/tag155.xml"/><Relationship Id="rId1" Type="http://schemas.openxmlformats.org/officeDocument/2006/relationships/tags" Target="../tags/tag154.xml"/><Relationship Id="rId6" Type="http://schemas.openxmlformats.org/officeDocument/2006/relationships/tags" Target="../tags/tag159.xml"/><Relationship Id="rId11" Type="http://schemas.openxmlformats.org/officeDocument/2006/relationships/tags" Target="../tags/tag164.xml"/><Relationship Id="rId5" Type="http://schemas.openxmlformats.org/officeDocument/2006/relationships/tags" Target="../tags/tag158.xml"/><Relationship Id="rId10" Type="http://schemas.openxmlformats.org/officeDocument/2006/relationships/tags" Target="../tags/tag163.xml"/><Relationship Id="rId4" Type="http://schemas.openxmlformats.org/officeDocument/2006/relationships/tags" Target="../tags/tag157.xml"/><Relationship Id="rId9" Type="http://schemas.openxmlformats.org/officeDocument/2006/relationships/tags" Target="../tags/tag162.xml"/></Relationships>
</file>

<file path=ppt/slideLayouts/_rels/slideLayout20.xml.rels><?xml version="1.0" encoding="UTF-8" standalone="yes"?>
<Relationships xmlns="http://schemas.openxmlformats.org/package/2006/relationships"><Relationship Id="rId8" Type="http://schemas.openxmlformats.org/officeDocument/2006/relationships/tags" Target="../tags/tag172.xml"/><Relationship Id="rId3" Type="http://schemas.openxmlformats.org/officeDocument/2006/relationships/tags" Target="../tags/tag167.xml"/><Relationship Id="rId7" Type="http://schemas.openxmlformats.org/officeDocument/2006/relationships/tags" Target="../tags/tag171.xml"/><Relationship Id="rId2" Type="http://schemas.openxmlformats.org/officeDocument/2006/relationships/tags" Target="../tags/tag166.xml"/><Relationship Id="rId1" Type="http://schemas.openxmlformats.org/officeDocument/2006/relationships/tags" Target="../tags/tag165.xml"/><Relationship Id="rId6" Type="http://schemas.openxmlformats.org/officeDocument/2006/relationships/tags" Target="../tags/tag170.xml"/><Relationship Id="rId5" Type="http://schemas.openxmlformats.org/officeDocument/2006/relationships/tags" Target="../tags/tag169.xml"/><Relationship Id="rId4" Type="http://schemas.openxmlformats.org/officeDocument/2006/relationships/tags" Target="../tags/tag168.xml"/><Relationship Id="rId9"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8" Type="http://schemas.openxmlformats.org/officeDocument/2006/relationships/slideMaster" Target="../slideMasters/slideMaster2.xml"/><Relationship Id="rId3" Type="http://schemas.openxmlformats.org/officeDocument/2006/relationships/tags" Target="../tags/tag175.xml"/><Relationship Id="rId7" Type="http://schemas.openxmlformats.org/officeDocument/2006/relationships/tags" Target="../tags/tag179.xml"/><Relationship Id="rId2" Type="http://schemas.openxmlformats.org/officeDocument/2006/relationships/tags" Target="../tags/tag174.xml"/><Relationship Id="rId1" Type="http://schemas.openxmlformats.org/officeDocument/2006/relationships/tags" Target="../tags/tag173.xml"/><Relationship Id="rId6" Type="http://schemas.openxmlformats.org/officeDocument/2006/relationships/tags" Target="../tags/tag178.xml"/><Relationship Id="rId5" Type="http://schemas.openxmlformats.org/officeDocument/2006/relationships/tags" Target="../tags/tag177.xml"/><Relationship Id="rId4" Type="http://schemas.openxmlformats.org/officeDocument/2006/relationships/tags" Target="../tags/tag176.xml"/></Relationships>
</file>

<file path=ppt/slideLayouts/_rels/slideLayout22.xml.rels><?xml version="1.0" encoding="UTF-8" standalone="yes"?>
<Relationships xmlns="http://schemas.openxmlformats.org/package/2006/relationships"><Relationship Id="rId8" Type="http://schemas.openxmlformats.org/officeDocument/2006/relationships/slideMaster" Target="../slideMasters/slideMaster2.xml"/><Relationship Id="rId3" Type="http://schemas.openxmlformats.org/officeDocument/2006/relationships/tags" Target="../tags/tag182.xml"/><Relationship Id="rId7" Type="http://schemas.openxmlformats.org/officeDocument/2006/relationships/tags" Target="../tags/tag186.xml"/><Relationship Id="rId2" Type="http://schemas.openxmlformats.org/officeDocument/2006/relationships/tags" Target="../tags/tag181.xml"/><Relationship Id="rId1" Type="http://schemas.openxmlformats.org/officeDocument/2006/relationships/tags" Target="../tags/tag180.xml"/><Relationship Id="rId6" Type="http://schemas.openxmlformats.org/officeDocument/2006/relationships/tags" Target="../tags/tag185.xml"/><Relationship Id="rId5" Type="http://schemas.openxmlformats.org/officeDocument/2006/relationships/tags" Target="../tags/tag184.xml"/><Relationship Id="rId4" Type="http://schemas.openxmlformats.org/officeDocument/2006/relationships/tags" Target="../tags/tag183.xml"/></Relationships>
</file>

<file path=ppt/slideLayouts/_rels/slideLayout23.xml.rels><?xml version="1.0" encoding="UTF-8" standalone="yes"?>
<Relationships xmlns="http://schemas.openxmlformats.org/package/2006/relationships"><Relationship Id="rId8" Type="http://schemas.openxmlformats.org/officeDocument/2006/relationships/tags" Target="../tags/tag194.xml"/><Relationship Id="rId13" Type="http://schemas.openxmlformats.org/officeDocument/2006/relationships/tags" Target="../tags/tag199.xml"/><Relationship Id="rId18" Type="http://schemas.openxmlformats.org/officeDocument/2006/relationships/tags" Target="../tags/tag204.xml"/><Relationship Id="rId3" Type="http://schemas.openxmlformats.org/officeDocument/2006/relationships/tags" Target="../tags/tag189.xml"/><Relationship Id="rId21" Type="http://schemas.openxmlformats.org/officeDocument/2006/relationships/tags" Target="../tags/tag207.xml"/><Relationship Id="rId7" Type="http://schemas.openxmlformats.org/officeDocument/2006/relationships/tags" Target="../tags/tag193.xml"/><Relationship Id="rId12" Type="http://schemas.openxmlformats.org/officeDocument/2006/relationships/tags" Target="../tags/tag198.xml"/><Relationship Id="rId17" Type="http://schemas.openxmlformats.org/officeDocument/2006/relationships/tags" Target="../tags/tag203.xml"/><Relationship Id="rId25" Type="http://schemas.openxmlformats.org/officeDocument/2006/relationships/slideMaster" Target="../slideMasters/slideMaster2.xml"/><Relationship Id="rId2" Type="http://schemas.openxmlformats.org/officeDocument/2006/relationships/tags" Target="../tags/tag188.xml"/><Relationship Id="rId16" Type="http://schemas.openxmlformats.org/officeDocument/2006/relationships/tags" Target="../tags/tag202.xml"/><Relationship Id="rId20" Type="http://schemas.openxmlformats.org/officeDocument/2006/relationships/tags" Target="../tags/tag206.xml"/><Relationship Id="rId1" Type="http://schemas.openxmlformats.org/officeDocument/2006/relationships/tags" Target="../tags/tag187.xml"/><Relationship Id="rId6" Type="http://schemas.openxmlformats.org/officeDocument/2006/relationships/tags" Target="../tags/tag192.xml"/><Relationship Id="rId11" Type="http://schemas.openxmlformats.org/officeDocument/2006/relationships/tags" Target="../tags/tag197.xml"/><Relationship Id="rId24" Type="http://schemas.openxmlformats.org/officeDocument/2006/relationships/tags" Target="../tags/tag210.xml"/><Relationship Id="rId5" Type="http://schemas.openxmlformats.org/officeDocument/2006/relationships/tags" Target="../tags/tag191.xml"/><Relationship Id="rId15" Type="http://schemas.openxmlformats.org/officeDocument/2006/relationships/tags" Target="../tags/tag201.xml"/><Relationship Id="rId23" Type="http://schemas.openxmlformats.org/officeDocument/2006/relationships/tags" Target="../tags/tag209.xml"/><Relationship Id="rId10" Type="http://schemas.openxmlformats.org/officeDocument/2006/relationships/tags" Target="../tags/tag196.xml"/><Relationship Id="rId19" Type="http://schemas.openxmlformats.org/officeDocument/2006/relationships/tags" Target="../tags/tag205.xml"/><Relationship Id="rId4" Type="http://schemas.openxmlformats.org/officeDocument/2006/relationships/tags" Target="../tags/tag190.xml"/><Relationship Id="rId9" Type="http://schemas.openxmlformats.org/officeDocument/2006/relationships/tags" Target="../tags/tag195.xml"/><Relationship Id="rId14" Type="http://schemas.openxmlformats.org/officeDocument/2006/relationships/tags" Target="../tags/tag200.xml"/><Relationship Id="rId22" Type="http://schemas.openxmlformats.org/officeDocument/2006/relationships/tags" Target="../tags/tag208.xml"/></Relationships>
</file>

<file path=ppt/slideLayouts/_rels/slideLayout24.xml.rels><?xml version="1.0" encoding="UTF-8" standalone="yes"?>
<Relationships xmlns="http://schemas.openxmlformats.org/package/2006/relationships"><Relationship Id="rId8" Type="http://schemas.openxmlformats.org/officeDocument/2006/relationships/tags" Target="../tags/tag218.xml"/><Relationship Id="rId13" Type="http://schemas.openxmlformats.org/officeDocument/2006/relationships/tags" Target="../tags/tag223.xml"/><Relationship Id="rId18" Type="http://schemas.openxmlformats.org/officeDocument/2006/relationships/tags" Target="../tags/tag228.xml"/><Relationship Id="rId26" Type="http://schemas.openxmlformats.org/officeDocument/2006/relationships/slideMaster" Target="../slideMasters/slideMaster2.xml"/><Relationship Id="rId3" Type="http://schemas.openxmlformats.org/officeDocument/2006/relationships/tags" Target="../tags/tag213.xml"/><Relationship Id="rId21" Type="http://schemas.openxmlformats.org/officeDocument/2006/relationships/tags" Target="../tags/tag231.xml"/><Relationship Id="rId7" Type="http://schemas.openxmlformats.org/officeDocument/2006/relationships/tags" Target="../tags/tag217.xml"/><Relationship Id="rId12" Type="http://schemas.openxmlformats.org/officeDocument/2006/relationships/tags" Target="../tags/tag222.xml"/><Relationship Id="rId17" Type="http://schemas.openxmlformats.org/officeDocument/2006/relationships/tags" Target="../tags/tag227.xml"/><Relationship Id="rId25" Type="http://schemas.openxmlformats.org/officeDocument/2006/relationships/tags" Target="../tags/tag235.xml"/><Relationship Id="rId2" Type="http://schemas.openxmlformats.org/officeDocument/2006/relationships/tags" Target="../tags/tag212.xml"/><Relationship Id="rId16" Type="http://schemas.openxmlformats.org/officeDocument/2006/relationships/tags" Target="../tags/tag226.xml"/><Relationship Id="rId20" Type="http://schemas.openxmlformats.org/officeDocument/2006/relationships/tags" Target="../tags/tag230.xml"/><Relationship Id="rId1" Type="http://schemas.openxmlformats.org/officeDocument/2006/relationships/tags" Target="../tags/tag211.xml"/><Relationship Id="rId6" Type="http://schemas.openxmlformats.org/officeDocument/2006/relationships/tags" Target="../tags/tag216.xml"/><Relationship Id="rId11" Type="http://schemas.openxmlformats.org/officeDocument/2006/relationships/tags" Target="../tags/tag221.xml"/><Relationship Id="rId24" Type="http://schemas.openxmlformats.org/officeDocument/2006/relationships/tags" Target="../tags/tag234.xml"/><Relationship Id="rId5" Type="http://schemas.openxmlformats.org/officeDocument/2006/relationships/tags" Target="../tags/tag215.xml"/><Relationship Id="rId15" Type="http://schemas.openxmlformats.org/officeDocument/2006/relationships/tags" Target="../tags/tag225.xml"/><Relationship Id="rId23" Type="http://schemas.openxmlformats.org/officeDocument/2006/relationships/tags" Target="../tags/tag233.xml"/><Relationship Id="rId10" Type="http://schemas.openxmlformats.org/officeDocument/2006/relationships/tags" Target="../tags/tag220.xml"/><Relationship Id="rId19" Type="http://schemas.openxmlformats.org/officeDocument/2006/relationships/tags" Target="../tags/tag229.xml"/><Relationship Id="rId4" Type="http://schemas.openxmlformats.org/officeDocument/2006/relationships/tags" Target="../tags/tag214.xml"/><Relationship Id="rId9" Type="http://schemas.openxmlformats.org/officeDocument/2006/relationships/tags" Target="../tags/tag219.xml"/><Relationship Id="rId14" Type="http://schemas.openxmlformats.org/officeDocument/2006/relationships/tags" Target="../tags/tag224.xml"/><Relationship Id="rId22" Type="http://schemas.openxmlformats.org/officeDocument/2006/relationships/tags" Target="../tags/tag232.xml"/></Relationships>
</file>

<file path=ppt/slideLayouts/_rels/slideLayout25.xml.rels><?xml version="1.0" encoding="UTF-8" standalone="yes"?>
<Relationships xmlns="http://schemas.openxmlformats.org/package/2006/relationships"><Relationship Id="rId8" Type="http://schemas.openxmlformats.org/officeDocument/2006/relationships/tags" Target="../tags/tag243.xml"/><Relationship Id="rId3" Type="http://schemas.openxmlformats.org/officeDocument/2006/relationships/tags" Target="../tags/tag238.xml"/><Relationship Id="rId7" Type="http://schemas.openxmlformats.org/officeDocument/2006/relationships/tags" Target="../tags/tag242.xml"/><Relationship Id="rId2" Type="http://schemas.openxmlformats.org/officeDocument/2006/relationships/tags" Target="../tags/tag237.xml"/><Relationship Id="rId1" Type="http://schemas.openxmlformats.org/officeDocument/2006/relationships/tags" Target="../tags/tag236.xml"/><Relationship Id="rId6" Type="http://schemas.openxmlformats.org/officeDocument/2006/relationships/tags" Target="../tags/tag241.xml"/><Relationship Id="rId11" Type="http://schemas.openxmlformats.org/officeDocument/2006/relationships/slideMaster" Target="../slideMasters/slideMaster2.xml"/><Relationship Id="rId5" Type="http://schemas.openxmlformats.org/officeDocument/2006/relationships/tags" Target="../tags/tag240.xml"/><Relationship Id="rId10" Type="http://schemas.openxmlformats.org/officeDocument/2006/relationships/tags" Target="../tags/tag245.xml"/><Relationship Id="rId4" Type="http://schemas.openxmlformats.org/officeDocument/2006/relationships/tags" Target="../tags/tag239.xml"/><Relationship Id="rId9" Type="http://schemas.openxmlformats.org/officeDocument/2006/relationships/tags" Target="../tags/tag244.xml"/></Relationships>
</file>

<file path=ppt/slideLayouts/_rels/slideLayout26.xml.rels><?xml version="1.0" encoding="UTF-8" standalone="yes"?>
<Relationships xmlns="http://schemas.openxmlformats.org/package/2006/relationships"><Relationship Id="rId3" Type="http://schemas.openxmlformats.org/officeDocument/2006/relationships/tags" Target="../tags/tag248.xml"/><Relationship Id="rId7" Type="http://schemas.openxmlformats.org/officeDocument/2006/relationships/slideMaster" Target="../slideMasters/slideMaster2.xml"/><Relationship Id="rId2" Type="http://schemas.openxmlformats.org/officeDocument/2006/relationships/tags" Target="../tags/tag247.xml"/><Relationship Id="rId1" Type="http://schemas.openxmlformats.org/officeDocument/2006/relationships/tags" Target="../tags/tag246.xml"/><Relationship Id="rId6" Type="http://schemas.openxmlformats.org/officeDocument/2006/relationships/tags" Target="../tags/tag251.xml"/><Relationship Id="rId5" Type="http://schemas.openxmlformats.org/officeDocument/2006/relationships/tags" Target="../tags/tag250.xml"/><Relationship Id="rId4" Type="http://schemas.openxmlformats.org/officeDocument/2006/relationships/tags" Target="../tags/tag249.xml"/></Relationships>
</file>

<file path=ppt/slideLayouts/_rels/slideLayout27.xml.rels><?xml version="1.0" encoding="UTF-8" standalone="yes"?>
<Relationships xmlns="http://schemas.openxmlformats.org/package/2006/relationships"><Relationship Id="rId8" Type="http://schemas.openxmlformats.org/officeDocument/2006/relationships/tags" Target="../tags/tag259.xml"/><Relationship Id="rId13" Type="http://schemas.openxmlformats.org/officeDocument/2006/relationships/slideMaster" Target="../slideMasters/slideMaster2.xml"/><Relationship Id="rId3" Type="http://schemas.openxmlformats.org/officeDocument/2006/relationships/tags" Target="../tags/tag254.xml"/><Relationship Id="rId7" Type="http://schemas.openxmlformats.org/officeDocument/2006/relationships/tags" Target="../tags/tag258.xml"/><Relationship Id="rId12" Type="http://schemas.openxmlformats.org/officeDocument/2006/relationships/tags" Target="../tags/tag263.xml"/><Relationship Id="rId2" Type="http://schemas.openxmlformats.org/officeDocument/2006/relationships/tags" Target="../tags/tag253.xml"/><Relationship Id="rId1" Type="http://schemas.openxmlformats.org/officeDocument/2006/relationships/tags" Target="../tags/tag252.xml"/><Relationship Id="rId6" Type="http://schemas.openxmlformats.org/officeDocument/2006/relationships/tags" Target="../tags/tag257.xml"/><Relationship Id="rId11" Type="http://schemas.openxmlformats.org/officeDocument/2006/relationships/tags" Target="../tags/tag262.xml"/><Relationship Id="rId5" Type="http://schemas.openxmlformats.org/officeDocument/2006/relationships/tags" Target="../tags/tag256.xml"/><Relationship Id="rId10" Type="http://schemas.openxmlformats.org/officeDocument/2006/relationships/tags" Target="../tags/tag261.xml"/><Relationship Id="rId4" Type="http://schemas.openxmlformats.org/officeDocument/2006/relationships/tags" Target="../tags/tag255.xml"/><Relationship Id="rId9" Type="http://schemas.openxmlformats.org/officeDocument/2006/relationships/tags" Target="../tags/tag260.xml"/></Relationships>
</file>

<file path=ppt/slideLayouts/_rels/slideLayout28.xml.rels><?xml version="1.0" encoding="UTF-8" standalone="yes"?>
<Relationships xmlns="http://schemas.openxmlformats.org/package/2006/relationships"><Relationship Id="rId8" Type="http://schemas.openxmlformats.org/officeDocument/2006/relationships/tags" Target="../tags/tag271.xml"/><Relationship Id="rId3" Type="http://schemas.openxmlformats.org/officeDocument/2006/relationships/tags" Target="../tags/tag266.xml"/><Relationship Id="rId7" Type="http://schemas.openxmlformats.org/officeDocument/2006/relationships/tags" Target="../tags/tag270.xml"/><Relationship Id="rId2" Type="http://schemas.openxmlformats.org/officeDocument/2006/relationships/tags" Target="../tags/tag265.xml"/><Relationship Id="rId1" Type="http://schemas.openxmlformats.org/officeDocument/2006/relationships/tags" Target="../tags/tag264.xml"/><Relationship Id="rId6" Type="http://schemas.openxmlformats.org/officeDocument/2006/relationships/tags" Target="../tags/tag269.xml"/><Relationship Id="rId11" Type="http://schemas.openxmlformats.org/officeDocument/2006/relationships/slideMaster" Target="../slideMasters/slideMaster2.xml"/><Relationship Id="rId5" Type="http://schemas.openxmlformats.org/officeDocument/2006/relationships/tags" Target="../tags/tag268.xml"/><Relationship Id="rId10" Type="http://schemas.openxmlformats.org/officeDocument/2006/relationships/tags" Target="../tags/tag273.xml"/><Relationship Id="rId4" Type="http://schemas.openxmlformats.org/officeDocument/2006/relationships/tags" Target="../tags/tag267.xml"/><Relationship Id="rId9" Type="http://schemas.openxmlformats.org/officeDocument/2006/relationships/tags" Target="../tags/tag272.xml"/></Relationships>
</file>

<file path=ppt/slideLayouts/_rels/slideLayout29.xml.rels><?xml version="1.0" encoding="UTF-8" standalone="yes"?>
<Relationships xmlns="http://schemas.openxmlformats.org/package/2006/relationships"><Relationship Id="rId8" Type="http://schemas.openxmlformats.org/officeDocument/2006/relationships/tags" Target="../tags/tag281.xml"/><Relationship Id="rId13" Type="http://schemas.openxmlformats.org/officeDocument/2006/relationships/tags" Target="../tags/tag286.xml"/><Relationship Id="rId18" Type="http://schemas.openxmlformats.org/officeDocument/2006/relationships/tags" Target="../tags/tag291.xml"/><Relationship Id="rId3" Type="http://schemas.openxmlformats.org/officeDocument/2006/relationships/tags" Target="../tags/tag276.xml"/><Relationship Id="rId21" Type="http://schemas.openxmlformats.org/officeDocument/2006/relationships/slideMaster" Target="../slideMasters/slideMaster2.xml"/><Relationship Id="rId7" Type="http://schemas.openxmlformats.org/officeDocument/2006/relationships/tags" Target="../tags/tag280.xml"/><Relationship Id="rId12" Type="http://schemas.openxmlformats.org/officeDocument/2006/relationships/tags" Target="../tags/tag285.xml"/><Relationship Id="rId17" Type="http://schemas.openxmlformats.org/officeDocument/2006/relationships/tags" Target="../tags/tag290.xml"/><Relationship Id="rId2" Type="http://schemas.openxmlformats.org/officeDocument/2006/relationships/tags" Target="../tags/tag275.xml"/><Relationship Id="rId16" Type="http://schemas.openxmlformats.org/officeDocument/2006/relationships/tags" Target="../tags/tag289.xml"/><Relationship Id="rId20" Type="http://schemas.openxmlformats.org/officeDocument/2006/relationships/tags" Target="../tags/tag293.xml"/><Relationship Id="rId1" Type="http://schemas.openxmlformats.org/officeDocument/2006/relationships/tags" Target="../tags/tag274.xml"/><Relationship Id="rId6" Type="http://schemas.openxmlformats.org/officeDocument/2006/relationships/tags" Target="../tags/tag279.xml"/><Relationship Id="rId11" Type="http://schemas.openxmlformats.org/officeDocument/2006/relationships/tags" Target="../tags/tag284.xml"/><Relationship Id="rId5" Type="http://schemas.openxmlformats.org/officeDocument/2006/relationships/tags" Target="../tags/tag278.xml"/><Relationship Id="rId15" Type="http://schemas.openxmlformats.org/officeDocument/2006/relationships/tags" Target="../tags/tag288.xml"/><Relationship Id="rId10" Type="http://schemas.openxmlformats.org/officeDocument/2006/relationships/tags" Target="../tags/tag283.xml"/><Relationship Id="rId19" Type="http://schemas.openxmlformats.org/officeDocument/2006/relationships/tags" Target="../tags/tag292.xml"/><Relationship Id="rId4" Type="http://schemas.openxmlformats.org/officeDocument/2006/relationships/tags" Target="../tags/tag277.xml"/><Relationship Id="rId9" Type="http://schemas.openxmlformats.org/officeDocument/2006/relationships/tags" Target="../tags/tag282.xml"/><Relationship Id="rId14" Type="http://schemas.openxmlformats.org/officeDocument/2006/relationships/tags" Target="../tags/tag287.xml"/></Relationships>
</file>

<file path=ppt/slideLayouts/_rels/slideLayout30.xml.rels><?xml version="1.0" encoding="UTF-8" standalone="yes"?>
<Relationships xmlns="http://schemas.openxmlformats.org/package/2006/relationships"><Relationship Id="rId8" Type="http://schemas.openxmlformats.org/officeDocument/2006/relationships/tags" Target="../tags/tag301.xml"/><Relationship Id="rId13" Type="http://schemas.openxmlformats.org/officeDocument/2006/relationships/tags" Target="../tags/tag306.xml"/><Relationship Id="rId3" Type="http://schemas.openxmlformats.org/officeDocument/2006/relationships/tags" Target="../tags/tag296.xml"/><Relationship Id="rId7" Type="http://schemas.openxmlformats.org/officeDocument/2006/relationships/tags" Target="../tags/tag300.xml"/><Relationship Id="rId12" Type="http://schemas.openxmlformats.org/officeDocument/2006/relationships/tags" Target="../tags/tag305.xml"/><Relationship Id="rId17" Type="http://schemas.openxmlformats.org/officeDocument/2006/relationships/slideMaster" Target="../slideMasters/slideMaster2.xml"/><Relationship Id="rId2" Type="http://schemas.openxmlformats.org/officeDocument/2006/relationships/tags" Target="../tags/tag295.xml"/><Relationship Id="rId16" Type="http://schemas.openxmlformats.org/officeDocument/2006/relationships/tags" Target="../tags/tag309.xml"/><Relationship Id="rId1" Type="http://schemas.openxmlformats.org/officeDocument/2006/relationships/tags" Target="../tags/tag294.xml"/><Relationship Id="rId6" Type="http://schemas.openxmlformats.org/officeDocument/2006/relationships/tags" Target="../tags/tag299.xml"/><Relationship Id="rId11" Type="http://schemas.openxmlformats.org/officeDocument/2006/relationships/tags" Target="../tags/tag304.xml"/><Relationship Id="rId5" Type="http://schemas.openxmlformats.org/officeDocument/2006/relationships/tags" Target="../tags/tag298.xml"/><Relationship Id="rId15" Type="http://schemas.openxmlformats.org/officeDocument/2006/relationships/tags" Target="../tags/tag308.xml"/><Relationship Id="rId10" Type="http://schemas.openxmlformats.org/officeDocument/2006/relationships/tags" Target="../tags/tag303.xml"/><Relationship Id="rId4" Type="http://schemas.openxmlformats.org/officeDocument/2006/relationships/tags" Target="../tags/tag297.xml"/><Relationship Id="rId9" Type="http://schemas.openxmlformats.org/officeDocument/2006/relationships/tags" Target="../tags/tag302.xml"/><Relationship Id="rId14" Type="http://schemas.openxmlformats.org/officeDocument/2006/relationships/tags" Target="../tags/tag307.xml"/></Relationships>
</file>

<file path=ppt/slideLayouts/_rels/slideLayout31.xml.rels><?xml version="1.0" encoding="UTF-8" standalone="yes"?>
<Relationships xmlns="http://schemas.openxmlformats.org/package/2006/relationships"><Relationship Id="rId8" Type="http://schemas.openxmlformats.org/officeDocument/2006/relationships/tags" Target="../tags/tag317.xml"/><Relationship Id="rId13" Type="http://schemas.openxmlformats.org/officeDocument/2006/relationships/tags" Target="../tags/tag322.xml"/><Relationship Id="rId18" Type="http://schemas.openxmlformats.org/officeDocument/2006/relationships/tags" Target="../tags/tag327.xml"/><Relationship Id="rId3" Type="http://schemas.openxmlformats.org/officeDocument/2006/relationships/tags" Target="../tags/tag312.xml"/><Relationship Id="rId7" Type="http://schemas.openxmlformats.org/officeDocument/2006/relationships/tags" Target="../tags/tag316.xml"/><Relationship Id="rId12" Type="http://schemas.openxmlformats.org/officeDocument/2006/relationships/tags" Target="../tags/tag321.xml"/><Relationship Id="rId17" Type="http://schemas.openxmlformats.org/officeDocument/2006/relationships/tags" Target="../tags/tag326.xml"/><Relationship Id="rId2" Type="http://schemas.openxmlformats.org/officeDocument/2006/relationships/tags" Target="../tags/tag311.xml"/><Relationship Id="rId16" Type="http://schemas.openxmlformats.org/officeDocument/2006/relationships/tags" Target="../tags/tag325.xml"/><Relationship Id="rId20" Type="http://schemas.openxmlformats.org/officeDocument/2006/relationships/slideMaster" Target="../slideMasters/slideMaster2.xml"/><Relationship Id="rId1" Type="http://schemas.openxmlformats.org/officeDocument/2006/relationships/tags" Target="../tags/tag310.xml"/><Relationship Id="rId6" Type="http://schemas.openxmlformats.org/officeDocument/2006/relationships/tags" Target="../tags/tag315.xml"/><Relationship Id="rId11" Type="http://schemas.openxmlformats.org/officeDocument/2006/relationships/tags" Target="../tags/tag320.xml"/><Relationship Id="rId5" Type="http://schemas.openxmlformats.org/officeDocument/2006/relationships/tags" Target="../tags/tag314.xml"/><Relationship Id="rId15" Type="http://schemas.openxmlformats.org/officeDocument/2006/relationships/tags" Target="../tags/tag324.xml"/><Relationship Id="rId10" Type="http://schemas.openxmlformats.org/officeDocument/2006/relationships/tags" Target="../tags/tag319.xml"/><Relationship Id="rId19" Type="http://schemas.openxmlformats.org/officeDocument/2006/relationships/tags" Target="../tags/tag328.xml"/><Relationship Id="rId4" Type="http://schemas.openxmlformats.org/officeDocument/2006/relationships/tags" Target="../tags/tag313.xml"/><Relationship Id="rId9" Type="http://schemas.openxmlformats.org/officeDocument/2006/relationships/tags" Target="../tags/tag318.xml"/><Relationship Id="rId14" Type="http://schemas.openxmlformats.org/officeDocument/2006/relationships/tags" Target="../tags/tag323.xml"/></Relationships>
</file>

<file path=ppt/slideLayouts/_rels/slideLayout32.xml.rels><?xml version="1.0" encoding="UTF-8" standalone="yes"?>
<Relationships xmlns="http://schemas.openxmlformats.org/package/2006/relationships"><Relationship Id="rId8" Type="http://schemas.openxmlformats.org/officeDocument/2006/relationships/tags" Target="../tags/tag336.xml"/><Relationship Id="rId3" Type="http://schemas.openxmlformats.org/officeDocument/2006/relationships/tags" Target="../tags/tag331.xml"/><Relationship Id="rId7" Type="http://schemas.openxmlformats.org/officeDocument/2006/relationships/tags" Target="../tags/tag335.xml"/><Relationship Id="rId2" Type="http://schemas.openxmlformats.org/officeDocument/2006/relationships/tags" Target="../tags/tag330.xml"/><Relationship Id="rId1" Type="http://schemas.openxmlformats.org/officeDocument/2006/relationships/tags" Target="../tags/tag329.xml"/><Relationship Id="rId6" Type="http://schemas.openxmlformats.org/officeDocument/2006/relationships/tags" Target="../tags/tag334.xml"/><Relationship Id="rId11" Type="http://schemas.openxmlformats.org/officeDocument/2006/relationships/slideMaster" Target="../slideMasters/slideMaster2.xml"/><Relationship Id="rId5" Type="http://schemas.openxmlformats.org/officeDocument/2006/relationships/tags" Target="../tags/tag333.xml"/><Relationship Id="rId10" Type="http://schemas.openxmlformats.org/officeDocument/2006/relationships/tags" Target="../tags/tag338.xml"/><Relationship Id="rId4" Type="http://schemas.openxmlformats.org/officeDocument/2006/relationships/tags" Target="../tags/tag332.xml"/><Relationship Id="rId9" Type="http://schemas.openxmlformats.org/officeDocument/2006/relationships/tags" Target="../tags/tag337.xml"/></Relationships>
</file>

<file path=ppt/slideLayouts/_rels/slideLayout33.xml.rels><?xml version="1.0" encoding="UTF-8" standalone="yes"?>
<Relationships xmlns="http://schemas.openxmlformats.org/package/2006/relationships"><Relationship Id="rId8" Type="http://schemas.openxmlformats.org/officeDocument/2006/relationships/tags" Target="../tags/tag346.xml"/><Relationship Id="rId3" Type="http://schemas.openxmlformats.org/officeDocument/2006/relationships/tags" Target="../tags/tag341.xml"/><Relationship Id="rId7" Type="http://schemas.openxmlformats.org/officeDocument/2006/relationships/tags" Target="../tags/tag345.xml"/><Relationship Id="rId12" Type="http://schemas.openxmlformats.org/officeDocument/2006/relationships/slideMaster" Target="../slideMasters/slideMaster2.xml"/><Relationship Id="rId2" Type="http://schemas.openxmlformats.org/officeDocument/2006/relationships/tags" Target="../tags/tag340.xml"/><Relationship Id="rId1" Type="http://schemas.openxmlformats.org/officeDocument/2006/relationships/tags" Target="../tags/tag339.xml"/><Relationship Id="rId6" Type="http://schemas.openxmlformats.org/officeDocument/2006/relationships/tags" Target="../tags/tag344.xml"/><Relationship Id="rId11" Type="http://schemas.openxmlformats.org/officeDocument/2006/relationships/tags" Target="../tags/tag349.xml"/><Relationship Id="rId5" Type="http://schemas.openxmlformats.org/officeDocument/2006/relationships/tags" Target="../tags/tag343.xml"/><Relationship Id="rId10" Type="http://schemas.openxmlformats.org/officeDocument/2006/relationships/tags" Target="../tags/tag348.xml"/><Relationship Id="rId4" Type="http://schemas.openxmlformats.org/officeDocument/2006/relationships/tags" Target="../tags/tag342.xml"/><Relationship Id="rId9" Type="http://schemas.openxmlformats.org/officeDocument/2006/relationships/tags" Target="../tags/tag347.xml"/></Relationships>
</file>

<file path=ppt/slideLayouts/_rels/slideLayout34.xml.rels><?xml version="1.0" encoding="UTF-8" standalone="yes"?>
<Relationships xmlns="http://schemas.openxmlformats.org/package/2006/relationships"><Relationship Id="rId8" Type="http://schemas.openxmlformats.org/officeDocument/2006/relationships/tags" Target="../tags/tag357.xml"/><Relationship Id="rId13" Type="http://schemas.openxmlformats.org/officeDocument/2006/relationships/tags" Target="../tags/tag362.xml"/><Relationship Id="rId18" Type="http://schemas.openxmlformats.org/officeDocument/2006/relationships/tags" Target="../tags/tag367.xml"/><Relationship Id="rId26" Type="http://schemas.openxmlformats.org/officeDocument/2006/relationships/slideMaster" Target="../slideMasters/slideMaster2.xml"/><Relationship Id="rId3" Type="http://schemas.openxmlformats.org/officeDocument/2006/relationships/tags" Target="../tags/tag352.xml"/><Relationship Id="rId21" Type="http://schemas.openxmlformats.org/officeDocument/2006/relationships/tags" Target="../tags/tag370.xml"/><Relationship Id="rId7" Type="http://schemas.openxmlformats.org/officeDocument/2006/relationships/tags" Target="../tags/tag356.xml"/><Relationship Id="rId12" Type="http://schemas.openxmlformats.org/officeDocument/2006/relationships/tags" Target="../tags/tag361.xml"/><Relationship Id="rId17" Type="http://schemas.openxmlformats.org/officeDocument/2006/relationships/tags" Target="../tags/tag366.xml"/><Relationship Id="rId25" Type="http://schemas.openxmlformats.org/officeDocument/2006/relationships/tags" Target="../tags/tag374.xml"/><Relationship Id="rId2" Type="http://schemas.openxmlformats.org/officeDocument/2006/relationships/tags" Target="../tags/tag351.xml"/><Relationship Id="rId16" Type="http://schemas.openxmlformats.org/officeDocument/2006/relationships/tags" Target="../tags/tag365.xml"/><Relationship Id="rId20" Type="http://schemas.openxmlformats.org/officeDocument/2006/relationships/tags" Target="../tags/tag369.xml"/><Relationship Id="rId1" Type="http://schemas.openxmlformats.org/officeDocument/2006/relationships/tags" Target="../tags/tag350.xml"/><Relationship Id="rId6" Type="http://schemas.openxmlformats.org/officeDocument/2006/relationships/tags" Target="../tags/tag355.xml"/><Relationship Id="rId11" Type="http://schemas.openxmlformats.org/officeDocument/2006/relationships/tags" Target="../tags/tag360.xml"/><Relationship Id="rId24" Type="http://schemas.openxmlformats.org/officeDocument/2006/relationships/tags" Target="../tags/tag373.xml"/><Relationship Id="rId5" Type="http://schemas.openxmlformats.org/officeDocument/2006/relationships/tags" Target="../tags/tag354.xml"/><Relationship Id="rId15" Type="http://schemas.openxmlformats.org/officeDocument/2006/relationships/tags" Target="../tags/tag364.xml"/><Relationship Id="rId23" Type="http://schemas.openxmlformats.org/officeDocument/2006/relationships/tags" Target="../tags/tag372.xml"/><Relationship Id="rId10" Type="http://schemas.openxmlformats.org/officeDocument/2006/relationships/tags" Target="../tags/tag359.xml"/><Relationship Id="rId19" Type="http://schemas.openxmlformats.org/officeDocument/2006/relationships/tags" Target="../tags/tag368.xml"/><Relationship Id="rId4" Type="http://schemas.openxmlformats.org/officeDocument/2006/relationships/tags" Target="../tags/tag353.xml"/><Relationship Id="rId9" Type="http://schemas.openxmlformats.org/officeDocument/2006/relationships/tags" Target="../tags/tag358.xml"/><Relationship Id="rId14" Type="http://schemas.openxmlformats.org/officeDocument/2006/relationships/tags" Target="../tags/tag363.xml"/><Relationship Id="rId22" Type="http://schemas.openxmlformats.org/officeDocument/2006/relationships/tags" Target="../tags/tag371.xml"/></Relationships>
</file>

<file path=ppt/slideLayouts/_rels/slideLayout35.xml.rels><?xml version="1.0" encoding="UTF-8" standalone="yes"?>
<Relationships xmlns="http://schemas.openxmlformats.org/package/2006/relationships"><Relationship Id="rId8" Type="http://schemas.openxmlformats.org/officeDocument/2006/relationships/tags" Target="../tags/tag382.xml"/><Relationship Id="rId3" Type="http://schemas.openxmlformats.org/officeDocument/2006/relationships/tags" Target="../tags/tag377.xml"/><Relationship Id="rId7" Type="http://schemas.openxmlformats.org/officeDocument/2006/relationships/tags" Target="../tags/tag381.xml"/><Relationship Id="rId2" Type="http://schemas.openxmlformats.org/officeDocument/2006/relationships/tags" Target="../tags/tag376.xml"/><Relationship Id="rId1" Type="http://schemas.openxmlformats.org/officeDocument/2006/relationships/tags" Target="../tags/tag375.xml"/><Relationship Id="rId6" Type="http://schemas.openxmlformats.org/officeDocument/2006/relationships/tags" Target="../tags/tag380.xml"/><Relationship Id="rId5" Type="http://schemas.openxmlformats.org/officeDocument/2006/relationships/tags" Target="../tags/tag379.xml"/><Relationship Id="rId10" Type="http://schemas.openxmlformats.org/officeDocument/2006/relationships/slideMaster" Target="../slideMasters/slideMaster2.xml"/><Relationship Id="rId4" Type="http://schemas.openxmlformats.org/officeDocument/2006/relationships/tags" Target="../tags/tag378.xml"/><Relationship Id="rId9" Type="http://schemas.openxmlformats.org/officeDocument/2006/relationships/tags" Target="../tags/tag383.xml"/></Relationships>
</file>

<file path=ppt/slideLayouts/_rels/slideLayout36.xml.rels><?xml version="1.0" encoding="UTF-8" standalone="yes"?>
<Relationships xmlns="http://schemas.openxmlformats.org/package/2006/relationships"><Relationship Id="rId8" Type="http://schemas.openxmlformats.org/officeDocument/2006/relationships/tags" Target="../tags/tag391.xml"/><Relationship Id="rId13" Type="http://schemas.openxmlformats.org/officeDocument/2006/relationships/tags" Target="../tags/tag396.xml"/><Relationship Id="rId3" Type="http://schemas.openxmlformats.org/officeDocument/2006/relationships/tags" Target="../tags/tag386.xml"/><Relationship Id="rId7" Type="http://schemas.openxmlformats.org/officeDocument/2006/relationships/tags" Target="../tags/tag390.xml"/><Relationship Id="rId12" Type="http://schemas.openxmlformats.org/officeDocument/2006/relationships/tags" Target="../tags/tag395.xml"/><Relationship Id="rId17" Type="http://schemas.openxmlformats.org/officeDocument/2006/relationships/slideMaster" Target="../slideMasters/slideMaster2.xml"/><Relationship Id="rId2" Type="http://schemas.openxmlformats.org/officeDocument/2006/relationships/tags" Target="../tags/tag385.xml"/><Relationship Id="rId16" Type="http://schemas.openxmlformats.org/officeDocument/2006/relationships/tags" Target="../tags/tag399.xml"/><Relationship Id="rId1" Type="http://schemas.openxmlformats.org/officeDocument/2006/relationships/tags" Target="../tags/tag384.xml"/><Relationship Id="rId6" Type="http://schemas.openxmlformats.org/officeDocument/2006/relationships/tags" Target="../tags/tag389.xml"/><Relationship Id="rId11" Type="http://schemas.openxmlformats.org/officeDocument/2006/relationships/tags" Target="../tags/tag394.xml"/><Relationship Id="rId5" Type="http://schemas.openxmlformats.org/officeDocument/2006/relationships/tags" Target="../tags/tag388.xml"/><Relationship Id="rId15" Type="http://schemas.openxmlformats.org/officeDocument/2006/relationships/tags" Target="../tags/tag398.xml"/><Relationship Id="rId10" Type="http://schemas.openxmlformats.org/officeDocument/2006/relationships/tags" Target="../tags/tag393.xml"/><Relationship Id="rId4" Type="http://schemas.openxmlformats.org/officeDocument/2006/relationships/tags" Target="../tags/tag387.xml"/><Relationship Id="rId9" Type="http://schemas.openxmlformats.org/officeDocument/2006/relationships/tags" Target="../tags/tag392.xml"/><Relationship Id="rId14" Type="http://schemas.openxmlformats.org/officeDocument/2006/relationships/tags" Target="../tags/tag397.xml"/></Relationships>
</file>

<file path=ppt/slideLayouts/_rels/slideLayout37.xml.rels><?xml version="1.0" encoding="UTF-8" standalone="yes"?>
<Relationships xmlns="http://schemas.openxmlformats.org/package/2006/relationships"><Relationship Id="rId8" Type="http://schemas.openxmlformats.org/officeDocument/2006/relationships/tags" Target="../tags/tag407.xml"/><Relationship Id="rId3" Type="http://schemas.openxmlformats.org/officeDocument/2006/relationships/tags" Target="../tags/tag402.xml"/><Relationship Id="rId7" Type="http://schemas.openxmlformats.org/officeDocument/2006/relationships/tags" Target="../tags/tag406.xml"/><Relationship Id="rId12" Type="http://schemas.openxmlformats.org/officeDocument/2006/relationships/slideMaster" Target="../slideMasters/slideMaster2.xml"/><Relationship Id="rId2" Type="http://schemas.openxmlformats.org/officeDocument/2006/relationships/tags" Target="../tags/tag401.xml"/><Relationship Id="rId1" Type="http://schemas.openxmlformats.org/officeDocument/2006/relationships/tags" Target="../tags/tag400.xml"/><Relationship Id="rId6" Type="http://schemas.openxmlformats.org/officeDocument/2006/relationships/tags" Target="../tags/tag405.xml"/><Relationship Id="rId11" Type="http://schemas.openxmlformats.org/officeDocument/2006/relationships/tags" Target="../tags/tag410.xml"/><Relationship Id="rId5" Type="http://schemas.openxmlformats.org/officeDocument/2006/relationships/tags" Target="../tags/tag404.xml"/><Relationship Id="rId10" Type="http://schemas.openxmlformats.org/officeDocument/2006/relationships/tags" Target="../tags/tag409.xml"/><Relationship Id="rId4" Type="http://schemas.openxmlformats.org/officeDocument/2006/relationships/tags" Target="../tags/tag403.xml"/><Relationship Id="rId9" Type="http://schemas.openxmlformats.org/officeDocument/2006/relationships/tags" Target="../tags/tag408.xml"/></Relationships>
</file>

<file path=ppt/slideLayouts/_rels/slideLayout38.xml.rels><?xml version="1.0" encoding="UTF-8" standalone="yes"?>
<Relationships xmlns="http://schemas.openxmlformats.org/package/2006/relationships"><Relationship Id="rId8" Type="http://schemas.openxmlformats.org/officeDocument/2006/relationships/tags" Target="../tags/tag418.xml"/><Relationship Id="rId13" Type="http://schemas.openxmlformats.org/officeDocument/2006/relationships/tags" Target="../tags/tag423.xml"/><Relationship Id="rId3" Type="http://schemas.openxmlformats.org/officeDocument/2006/relationships/tags" Target="../tags/tag413.xml"/><Relationship Id="rId7" Type="http://schemas.openxmlformats.org/officeDocument/2006/relationships/tags" Target="../tags/tag417.xml"/><Relationship Id="rId12" Type="http://schemas.openxmlformats.org/officeDocument/2006/relationships/tags" Target="../tags/tag422.xml"/><Relationship Id="rId17" Type="http://schemas.openxmlformats.org/officeDocument/2006/relationships/slideMaster" Target="../slideMasters/slideMaster2.xml"/><Relationship Id="rId2" Type="http://schemas.openxmlformats.org/officeDocument/2006/relationships/tags" Target="../tags/tag412.xml"/><Relationship Id="rId16" Type="http://schemas.openxmlformats.org/officeDocument/2006/relationships/tags" Target="../tags/tag426.xml"/><Relationship Id="rId1" Type="http://schemas.openxmlformats.org/officeDocument/2006/relationships/tags" Target="../tags/tag411.xml"/><Relationship Id="rId6" Type="http://schemas.openxmlformats.org/officeDocument/2006/relationships/tags" Target="../tags/tag416.xml"/><Relationship Id="rId11" Type="http://schemas.openxmlformats.org/officeDocument/2006/relationships/tags" Target="../tags/tag421.xml"/><Relationship Id="rId5" Type="http://schemas.openxmlformats.org/officeDocument/2006/relationships/tags" Target="../tags/tag415.xml"/><Relationship Id="rId15" Type="http://schemas.openxmlformats.org/officeDocument/2006/relationships/tags" Target="../tags/tag425.xml"/><Relationship Id="rId10" Type="http://schemas.openxmlformats.org/officeDocument/2006/relationships/tags" Target="../tags/tag420.xml"/><Relationship Id="rId4" Type="http://schemas.openxmlformats.org/officeDocument/2006/relationships/tags" Target="../tags/tag414.xml"/><Relationship Id="rId9" Type="http://schemas.openxmlformats.org/officeDocument/2006/relationships/tags" Target="../tags/tag419.xml"/><Relationship Id="rId14" Type="http://schemas.openxmlformats.org/officeDocument/2006/relationships/tags" Target="../tags/tag424.xml"/></Relationships>
</file>

<file path=ppt/slideLayouts/_rels/slideLayout39.xml.rels><?xml version="1.0" encoding="UTF-8" standalone="yes"?>
<Relationships xmlns="http://schemas.openxmlformats.org/package/2006/relationships"><Relationship Id="rId8" Type="http://schemas.openxmlformats.org/officeDocument/2006/relationships/tags" Target="../tags/tag434.xml"/><Relationship Id="rId13" Type="http://schemas.openxmlformats.org/officeDocument/2006/relationships/tags" Target="../tags/tag439.xml"/><Relationship Id="rId3" Type="http://schemas.openxmlformats.org/officeDocument/2006/relationships/tags" Target="../tags/tag429.xml"/><Relationship Id="rId7" Type="http://schemas.openxmlformats.org/officeDocument/2006/relationships/tags" Target="../tags/tag433.xml"/><Relationship Id="rId12" Type="http://schemas.openxmlformats.org/officeDocument/2006/relationships/tags" Target="../tags/tag438.xml"/><Relationship Id="rId2" Type="http://schemas.openxmlformats.org/officeDocument/2006/relationships/tags" Target="../tags/tag428.xml"/><Relationship Id="rId1" Type="http://schemas.openxmlformats.org/officeDocument/2006/relationships/tags" Target="../tags/tag427.xml"/><Relationship Id="rId6" Type="http://schemas.openxmlformats.org/officeDocument/2006/relationships/tags" Target="../tags/tag432.xml"/><Relationship Id="rId11" Type="http://schemas.openxmlformats.org/officeDocument/2006/relationships/tags" Target="../tags/tag437.xml"/><Relationship Id="rId5" Type="http://schemas.openxmlformats.org/officeDocument/2006/relationships/tags" Target="../tags/tag431.xml"/><Relationship Id="rId10" Type="http://schemas.openxmlformats.org/officeDocument/2006/relationships/tags" Target="../tags/tag436.xml"/><Relationship Id="rId4" Type="http://schemas.openxmlformats.org/officeDocument/2006/relationships/tags" Target="../tags/tag430.xml"/><Relationship Id="rId9" Type="http://schemas.openxmlformats.org/officeDocument/2006/relationships/tags" Target="../tags/tag435.xml"/><Relationship Id="rId14"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8" Type="http://schemas.openxmlformats.org/officeDocument/2006/relationships/tags" Target="../tags/tag447.xml"/><Relationship Id="rId13" Type="http://schemas.openxmlformats.org/officeDocument/2006/relationships/tags" Target="../tags/tag452.xml"/><Relationship Id="rId3" Type="http://schemas.openxmlformats.org/officeDocument/2006/relationships/tags" Target="../tags/tag442.xml"/><Relationship Id="rId7" Type="http://schemas.openxmlformats.org/officeDocument/2006/relationships/tags" Target="../tags/tag446.xml"/><Relationship Id="rId12" Type="http://schemas.openxmlformats.org/officeDocument/2006/relationships/tags" Target="../tags/tag451.xml"/><Relationship Id="rId2" Type="http://schemas.openxmlformats.org/officeDocument/2006/relationships/tags" Target="../tags/tag441.xml"/><Relationship Id="rId1" Type="http://schemas.openxmlformats.org/officeDocument/2006/relationships/tags" Target="../tags/tag440.xml"/><Relationship Id="rId6" Type="http://schemas.openxmlformats.org/officeDocument/2006/relationships/tags" Target="../tags/tag445.xml"/><Relationship Id="rId11" Type="http://schemas.openxmlformats.org/officeDocument/2006/relationships/tags" Target="../tags/tag450.xml"/><Relationship Id="rId5" Type="http://schemas.openxmlformats.org/officeDocument/2006/relationships/tags" Target="../tags/tag444.xml"/><Relationship Id="rId15" Type="http://schemas.openxmlformats.org/officeDocument/2006/relationships/slideMaster" Target="../slideMasters/slideMaster2.xml"/><Relationship Id="rId10" Type="http://schemas.openxmlformats.org/officeDocument/2006/relationships/tags" Target="../tags/tag449.xml"/><Relationship Id="rId4" Type="http://schemas.openxmlformats.org/officeDocument/2006/relationships/tags" Target="../tags/tag443.xml"/><Relationship Id="rId9" Type="http://schemas.openxmlformats.org/officeDocument/2006/relationships/tags" Target="../tags/tag448.xml"/><Relationship Id="rId14" Type="http://schemas.openxmlformats.org/officeDocument/2006/relationships/tags" Target="../tags/tag453.xml"/></Relationships>
</file>

<file path=ppt/slideLayouts/_rels/slideLayout41.xml.rels><?xml version="1.0" encoding="UTF-8" standalone="yes"?>
<Relationships xmlns="http://schemas.openxmlformats.org/package/2006/relationships"><Relationship Id="rId8" Type="http://schemas.openxmlformats.org/officeDocument/2006/relationships/tags" Target="../tags/tag461.xml"/><Relationship Id="rId13" Type="http://schemas.openxmlformats.org/officeDocument/2006/relationships/slideMaster" Target="../slideMasters/slideMaster2.xml"/><Relationship Id="rId3" Type="http://schemas.openxmlformats.org/officeDocument/2006/relationships/tags" Target="../tags/tag456.xml"/><Relationship Id="rId7" Type="http://schemas.openxmlformats.org/officeDocument/2006/relationships/tags" Target="../tags/tag460.xml"/><Relationship Id="rId12" Type="http://schemas.openxmlformats.org/officeDocument/2006/relationships/tags" Target="../tags/tag465.xml"/><Relationship Id="rId2" Type="http://schemas.openxmlformats.org/officeDocument/2006/relationships/tags" Target="../tags/tag455.xml"/><Relationship Id="rId1" Type="http://schemas.openxmlformats.org/officeDocument/2006/relationships/tags" Target="../tags/tag454.xml"/><Relationship Id="rId6" Type="http://schemas.openxmlformats.org/officeDocument/2006/relationships/tags" Target="../tags/tag459.xml"/><Relationship Id="rId11" Type="http://schemas.openxmlformats.org/officeDocument/2006/relationships/tags" Target="../tags/tag464.xml"/><Relationship Id="rId5" Type="http://schemas.openxmlformats.org/officeDocument/2006/relationships/tags" Target="../tags/tag458.xml"/><Relationship Id="rId10" Type="http://schemas.openxmlformats.org/officeDocument/2006/relationships/tags" Target="../tags/tag463.xml"/><Relationship Id="rId4" Type="http://schemas.openxmlformats.org/officeDocument/2006/relationships/tags" Target="../tags/tag457.xml"/><Relationship Id="rId9" Type="http://schemas.openxmlformats.org/officeDocument/2006/relationships/tags" Target="../tags/tag462.xml"/></Relationships>
</file>

<file path=ppt/slideLayouts/_rels/slideLayout42.xml.rels><?xml version="1.0" encoding="UTF-8" standalone="yes"?>
<Relationships xmlns="http://schemas.openxmlformats.org/package/2006/relationships"><Relationship Id="rId8" Type="http://schemas.openxmlformats.org/officeDocument/2006/relationships/tags" Target="../tags/tag473.xml"/><Relationship Id="rId13" Type="http://schemas.openxmlformats.org/officeDocument/2006/relationships/tags" Target="../tags/tag478.xml"/><Relationship Id="rId18" Type="http://schemas.openxmlformats.org/officeDocument/2006/relationships/tags" Target="../tags/tag483.xml"/><Relationship Id="rId3" Type="http://schemas.openxmlformats.org/officeDocument/2006/relationships/tags" Target="../tags/tag468.xml"/><Relationship Id="rId21" Type="http://schemas.openxmlformats.org/officeDocument/2006/relationships/slideMaster" Target="../slideMasters/slideMaster2.xml"/><Relationship Id="rId7" Type="http://schemas.openxmlformats.org/officeDocument/2006/relationships/tags" Target="../tags/tag472.xml"/><Relationship Id="rId12" Type="http://schemas.openxmlformats.org/officeDocument/2006/relationships/tags" Target="../tags/tag477.xml"/><Relationship Id="rId17" Type="http://schemas.openxmlformats.org/officeDocument/2006/relationships/tags" Target="../tags/tag482.xml"/><Relationship Id="rId2" Type="http://schemas.openxmlformats.org/officeDocument/2006/relationships/tags" Target="../tags/tag467.xml"/><Relationship Id="rId16" Type="http://schemas.openxmlformats.org/officeDocument/2006/relationships/tags" Target="../tags/tag481.xml"/><Relationship Id="rId20" Type="http://schemas.openxmlformats.org/officeDocument/2006/relationships/tags" Target="../tags/tag485.xml"/><Relationship Id="rId1" Type="http://schemas.openxmlformats.org/officeDocument/2006/relationships/tags" Target="../tags/tag466.xml"/><Relationship Id="rId6" Type="http://schemas.openxmlformats.org/officeDocument/2006/relationships/tags" Target="../tags/tag471.xml"/><Relationship Id="rId11" Type="http://schemas.openxmlformats.org/officeDocument/2006/relationships/tags" Target="../tags/tag476.xml"/><Relationship Id="rId5" Type="http://schemas.openxmlformats.org/officeDocument/2006/relationships/tags" Target="../tags/tag470.xml"/><Relationship Id="rId15" Type="http://schemas.openxmlformats.org/officeDocument/2006/relationships/tags" Target="../tags/tag480.xml"/><Relationship Id="rId10" Type="http://schemas.openxmlformats.org/officeDocument/2006/relationships/tags" Target="../tags/tag475.xml"/><Relationship Id="rId19" Type="http://schemas.openxmlformats.org/officeDocument/2006/relationships/tags" Target="../tags/tag484.xml"/><Relationship Id="rId4" Type="http://schemas.openxmlformats.org/officeDocument/2006/relationships/tags" Target="../tags/tag469.xml"/><Relationship Id="rId9" Type="http://schemas.openxmlformats.org/officeDocument/2006/relationships/tags" Target="../tags/tag474.xml"/><Relationship Id="rId14" Type="http://schemas.openxmlformats.org/officeDocument/2006/relationships/tags" Target="../tags/tag479.xml"/></Relationships>
</file>

<file path=ppt/slideLayouts/_rels/slideLayout43.xml.rels><?xml version="1.0" encoding="UTF-8" standalone="yes"?>
<Relationships xmlns="http://schemas.openxmlformats.org/package/2006/relationships"><Relationship Id="rId8" Type="http://schemas.openxmlformats.org/officeDocument/2006/relationships/slideMaster" Target="../slideMasters/slideMaster2.xml"/><Relationship Id="rId3" Type="http://schemas.openxmlformats.org/officeDocument/2006/relationships/tags" Target="../tags/tag488.xml"/><Relationship Id="rId7" Type="http://schemas.openxmlformats.org/officeDocument/2006/relationships/tags" Target="../tags/tag492.xml"/><Relationship Id="rId2" Type="http://schemas.openxmlformats.org/officeDocument/2006/relationships/tags" Target="../tags/tag487.xml"/><Relationship Id="rId1" Type="http://schemas.openxmlformats.org/officeDocument/2006/relationships/tags" Target="../tags/tag486.xml"/><Relationship Id="rId6" Type="http://schemas.openxmlformats.org/officeDocument/2006/relationships/tags" Target="../tags/tag491.xml"/><Relationship Id="rId5" Type="http://schemas.openxmlformats.org/officeDocument/2006/relationships/tags" Target="../tags/tag490.xml"/><Relationship Id="rId4" Type="http://schemas.openxmlformats.org/officeDocument/2006/relationships/tags" Target="../tags/tag489.xml"/></Relationships>
</file>

<file path=ppt/slideLayouts/_rels/slideLayout44.xml.rels><?xml version="1.0" encoding="UTF-8" standalone="yes"?>
<Relationships xmlns="http://schemas.openxmlformats.org/package/2006/relationships"><Relationship Id="rId8" Type="http://schemas.openxmlformats.org/officeDocument/2006/relationships/tags" Target="../tags/tag500.xml"/><Relationship Id="rId13" Type="http://schemas.openxmlformats.org/officeDocument/2006/relationships/tags" Target="../tags/tag505.xml"/><Relationship Id="rId18" Type="http://schemas.openxmlformats.org/officeDocument/2006/relationships/tags" Target="../tags/tag510.xml"/><Relationship Id="rId3" Type="http://schemas.openxmlformats.org/officeDocument/2006/relationships/tags" Target="../tags/tag495.xml"/><Relationship Id="rId21" Type="http://schemas.openxmlformats.org/officeDocument/2006/relationships/slideMaster" Target="../slideMasters/slideMaster2.xml"/><Relationship Id="rId7" Type="http://schemas.openxmlformats.org/officeDocument/2006/relationships/tags" Target="../tags/tag499.xml"/><Relationship Id="rId12" Type="http://schemas.openxmlformats.org/officeDocument/2006/relationships/tags" Target="../tags/tag504.xml"/><Relationship Id="rId17" Type="http://schemas.openxmlformats.org/officeDocument/2006/relationships/tags" Target="../tags/tag509.xml"/><Relationship Id="rId2" Type="http://schemas.openxmlformats.org/officeDocument/2006/relationships/tags" Target="../tags/tag494.xml"/><Relationship Id="rId16" Type="http://schemas.openxmlformats.org/officeDocument/2006/relationships/tags" Target="../tags/tag508.xml"/><Relationship Id="rId20" Type="http://schemas.openxmlformats.org/officeDocument/2006/relationships/tags" Target="../tags/tag512.xml"/><Relationship Id="rId1" Type="http://schemas.openxmlformats.org/officeDocument/2006/relationships/tags" Target="../tags/tag493.xml"/><Relationship Id="rId6" Type="http://schemas.openxmlformats.org/officeDocument/2006/relationships/tags" Target="../tags/tag498.xml"/><Relationship Id="rId11" Type="http://schemas.openxmlformats.org/officeDocument/2006/relationships/tags" Target="../tags/tag503.xml"/><Relationship Id="rId5" Type="http://schemas.openxmlformats.org/officeDocument/2006/relationships/tags" Target="../tags/tag497.xml"/><Relationship Id="rId15" Type="http://schemas.openxmlformats.org/officeDocument/2006/relationships/tags" Target="../tags/tag507.xml"/><Relationship Id="rId10" Type="http://schemas.openxmlformats.org/officeDocument/2006/relationships/tags" Target="../tags/tag502.xml"/><Relationship Id="rId19" Type="http://schemas.openxmlformats.org/officeDocument/2006/relationships/tags" Target="../tags/tag511.xml"/><Relationship Id="rId4" Type="http://schemas.openxmlformats.org/officeDocument/2006/relationships/tags" Target="../tags/tag496.xml"/><Relationship Id="rId9" Type="http://schemas.openxmlformats.org/officeDocument/2006/relationships/tags" Target="../tags/tag501.xml"/><Relationship Id="rId14" Type="http://schemas.openxmlformats.org/officeDocument/2006/relationships/tags" Target="../tags/tag506.xml"/></Relationships>
</file>

<file path=ppt/slideLayouts/_rels/slideLayout45.xml.rels><?xml version="1.0" encoding="UTF-8" standalone="yes"?>
<Relationships xmlns="http://schemas.openxmlformats.org/package/2006/relationships"><Relationship Id="rId8" Type="http://schemas.openxmlformats.org/officeDocument/2006/relationships/tags" Target="../tags/tag520.xml"/><Relationship Id="rId13" Type="http://schemas.openxmlformats.org/officeDocument/2006/relationships/tags" Target="../tags/tag525.xml"/><Relationship Id="rId3" Type="http://schemas.openxmlformats.org/officeDocument/2006/relationships/tags" Target="../tags/tag515.xml"/><Relationship Id="rId7" Type="http://schemas.openxmlformats.org/officeDocument/2006/relationships/tags" Target="../tags/tag519.xml"/><Relationship Id="rId12" Type="http://schemas.openxmlformats.org/officeDocument/2006/relationships/tags" Target="../tags/tag524.xml"/><Relationship Id="rId17" Type="http://schemas.openxmlformats.org/officeDocument/2006/relationships/slideMaster" Target="../slideMasters/slideMaster2.xml"/><Relationship Id="rId2" Type="http://schemas.openxmlformats.org/officeDocument/2006/relationships/tags" Target="../tags/tag514.xml"/><Relationship Id="rId16" Type="http://schemas.openxmlformats.org/officeDocument/2006/relationships/tags" Target="../tags/tag528.xml"/><Relationship Id="rId1" Type="http://schemas.openxmlformats.org/officeDocument/2006/relationships/tags" Target="../tags/tag513.xml"/><Relationship Id="rId6" Type="http://schemas.openxmlformats.org/officeDocument/2006/relationships/tags" Target="../tags/tag518.xml"/><Relationship Id="rId11" Type="http://schemas.openxmlformats.org/officeDocument/2006/relationships/tags" Target="../tags/tag523.xml"/><Relationship Id="rId5" Type="http://schemas.openxmlformats.org/officeDocument/2006/relationships/tags" Target="../tags/tag517.xml"/><Relationship Id="rId15" Type="http://schemas.openxmlformats.org/officeDocument/2006/relationships/tags" Target="../tags/tag527.xml"/><Relationship Id="rId10" Type="http://schemas.openxmlformats.org/officeDocument/2006/relationships/tags" Target="../tags/tag522.xml"/><Relationship Id="rId4" Type="http://schemas.openxmlformats.org/officeDocument/2006/relationships/tags" Target="../tags/tag516.xml"/><Relationship Id="rId9" Type="http://schemas.openxmlformats.org/officeDocument/2006/relationships/tags" Target="../tags/tag521.xml"/><Relationship Id="rId14" Type="http://schemas.openxmlformats.org/officeDocument/2006/relationships/tags" Target="../tags/tag526.xml"/></Relationships>
</file>

<file path=ppt/slideLayouts/_rels/slideLayout46.xml.rels><?xml version="1.0" encoding="UTF-8" standalone="yes"?>
<Relationships xmlns="http://schemas.openxmlformats.org/package/2006/relationships"><Relationship Id="rId8" Type="http://schemas.openxmlformats.org/officeDocument/2006/relationships/tags" Target="../tags/tag536.xml"/><Relationship Id="rId13" Type="http://schemas.openxmlformats.org/officeDocument/2006/relationships/tags" Target="../tags/tag541.xml"/><Relationship Id="rId18" Type="http://schemas.openxmlformats.org/officeDocument/2006/relationships/tags" Target="../tags/tag546.xml"/><Relationship Id="rId3" Type="http://schemas.openxmlformats.org/officeDocument/2006/relationships/tags" Target="../tags/tag531.xml"/><Relationship Id="rId21" Type="http://schemas.openxmlformats.org/officeDocument/2006/relationships/slideMaster" Target="../slideMasters/slideMaster2.xml"/><Relationship Id="rId7" Type="http://schemas.openxmlformats.org/officeDocument/2006/relationships/tags" Target="../tags/tag535.xml"/><Relationship Id="rId12" Type="http://schemas.openxmlformats.org/officeDocument/2006/relationships/tags" Target="../tags/tag540.xml"/><Relationship Id="rId17" Type="http://schemas.openxmlformats.org/officeDocument/2006/relationships/tags" Target="../tags/tag545.xml"/><Relationship Id="rId2" Type="http://schemas.openxmlformats.org/officeDocument/2006/relationships/tags" Target="../tags/tag530.xml"/><Relationship Id="rId16" Type="http://schemas.openxmlformats.org/officeDocument/2006/relationships/tags" Target="../tags/tag544.xml"/><Relationship Id="rId20" Type="http://schemas.openxmlformats.org/officeDocument/2006/relationships/tags" Target="../tags/tag548.xml"/><Relationship Id="rId1" Type="http://schemas.openxmlformats.org/officeDocument/2006/relationships/tags" Target="../tags/tag529.xml"/><Relationship Id="rId6" Type="http://schemas.openxmlformats.org/officeDocument/2006/relationships/tags" Target="../tags/tag534.xml"/><Relationship Id="rId11" Type="http://schemas.openxmlformats.org/officeDocument/2006/relationships/tags" Target="../tags/tag539.xml"/><Relationship Id="rId5" Type="http://schemas.openxmlformats.org/officeDocument/2006/relationships/tags" Target="../tags/tag533.xml"/><Relationship Id="rId15" Type="http://schemas.openxmlformats.org/officeDocument/2006/relationships/tags" Target="../tags/tag543.xml"/><Relationship Id="rId10" Type="http://schemas.openxmlformats.org/officeDocument/2006/relationships/tags" Target="../tags/tag538.xml"/><Relationship Id="rId19" Type="http://schemas.openxmlformats.org/officeDocument/2006/relationships/tags" Target="../tags/tag547.xml"/><Relationship Id="rId4" Type="http://schemas.openxmlformats.org/officeDocument/2006/relationships/tags" Target="../tags/tag532.xml"/><Relationship Id="rId9" Type="http://schemas.openxmlformats.org/officeDocument/2006/relationships/tags" Target="../tags/tag537.xml"/><Relationship Id="rId14" Type="http://schemas.openxmlformats.org/officeDocument/2006/relationships/tags" Target="../tags/tag542.xml"/></Relationships>
</file>

<file path=ppt/slideLayouts/_rels/slideLayout47.xml.rels><?xml version="1.0" encoding="UTF-8" standalone="yes"?>
<Relationships xmlns="http://schemas.openxmlformats.org/package/2006/relationships"><Relationship Id="rId8" Type="http://schemas.openxmlformats.org/officeDocument/2006/relationships/tags" Target="../tags/tag556.xml"/><Relationship Id="rId13" Type="http://schemas.openxmlformats.org/officeDocument/2006/relationships/slideMaster" Target="../slideMasters/slideMaster2.xml"/><Relationship Id="rId3" Type="http://schemas.openxmlformats.org/officeDocument/2006/relationships/tags" Target="../tags/tag551.xml"/><Relationship Id="rId7" Type="http://schemas.openxmlformats.org/officeDocument/2006/relationships/tags" Target="../tags/tag555.xml"/><Relationship Id="rId12" Type="http://schemas.openxmlformats.org/officeDocument/2006/relationships/tags" Target="../tags/tag560.xml"/><Relationship Id="rId2" Type="http://schemas.openxmlformats.org/officeDocument/2006/relationships/tags" Target="../tags/tag550.xml"/><Relationship Id="rId1" Type="http://schemas.openxmlformats.org/officeDocument/2006/relationships/tags" Target="../tags/tag549.xml"/><Relationship Id="rId6" Type="http://schemas.openxmlformats.org/officeDocument/2006/relationships/tags" Target="../tags/tag554.xml"/><Relationship Id="rId11" Type="http://schemas.openxmlformats.org/officeDocument/2006/relationships/tags" Target="../tags/tag559.xml"/><Relationship Id="rId5" Type="http://schemas.openxmlformats.org/officeDocument/2006/relationships/tags" Target="../tags/tag553.xml"/><Relationship Id="rId10" Type="http://schemas.openxmlformats.org/officeDocument/2006/relationships/tags" Target="../tags/tag558.xml"/><Relationship Id="rId4" Type="http://schemas.openxmlformats.org/officeDocument/2006/relationships/tags" Target="../tags/tag552.xml"/><Relationship Id="rId9" Type="http://schemas.openxmlformats.org/officeDocument/2006/relationships/tags" Target="../tags/tag557.xml"/></Relationships>
</file>

<file path=ppt/slideLayouts/_rels/slideLayout48.xml.rels><?xml version="1.0" encoding="UTF-8" standalone="yes"?>
<Relationships xmlns="http://schemas.openxmlformats.org/package/2006/relationships"><Relationship Id="rId8" Type="http://schemas.openxmlformats.org/officeDocument/2006/relationships/tags" Target="../tags/tag568.xml"/><Relationship Id="rId13" Type="http://schemas.openxmlformats.org/officeDocument/2006/relationships/tags" Target="../tags/tag573.xml"/><Relationship Id="rId3" Type="http://schemas.openxmlformats.org/officeDocument/2006/relationships/tags" Target="../tags/tag563.xml"/><Relationship Id="rId7" Type="http://schemas.openxmlformats.org/officeDocument/2006/relationships/tags" Target="../tags/tag567.xml"/><Relationship Id="rId12" Type="http://schemas.openxmlformats.org/officeDocument/2006/relationships/tags" Target="../tags/tag572.xml"/><Relationship Id="rId17" Type="http://schemas.openxmlformats.org/officeDocument/2006/relationships/slideMaster" Target="../slideMasters/slideMaster2.xml"/><Relationship Id="rId2" Type="http://schemas.openxmlformats.org/officeDocument/2006/relationships/tags" Target="../tags/tag562.xml"/><Relationship Id="rId16" Type="http://schemas.openxmlformats.org/officeDocument/2006/relationships/tags" Target="../tags/tag576.xml"/><Relationship Id="rId1" Type="http://schemas.openxmlformats.org/officeDocument/2006/relationships/tags" Target="../tags/tag561.xml"/><Relationship Id="rId6" Type="http://schemas.openxmlformats.org/officeDocument/2006/relationships/tags" Target="../tags/tag566.xml"/><Relationship Id="rId11" Type="http://schemas.openxmlformats.org/officeDocument/2006/relationships/tags" Target="../tags/tag571.xml"/><Relationship Id="rId5" Type="http://schemas.openxmlformats.org/officeDocument/2006/relationships/tags" Target="../tags/tag565.xml"/><Relationship Id="rId15" Type="http://schemas.openxmlformats.org/officeDocument/2006/relationships/tags" Target="../tags/tag575.xml"/><Relationship Id="rId10" Type="http://schemas.openxmlformats.org/officeDocument/2006/relationships/tags" Target="../tags/tag570.xml"/><Relationship Id="rId4" Type="http://schemas.openxmlformats.org/officeDocument/2006/relationships/tags" Target="../tags/tag564.xml"/><Relationship Id="rId9" Type="http://schemas.openxmlformats.org/officeDocument/2006/relationships/tags" Target="../tags/tag569.xml"/><Relationship Id="rId14" Type="http://schemas.openxmlformats.org/officeDocument/2006/relationships/tags" Target="../tags/tag574.xml"/></Relationships>
</file>

<file path=ppt/slideLayouts/_rels/slideLayout49.xml.rels><?xml version="1.0" encoding="UTF-8" standalone="yes"?>
<Relationships xmlns="http://schemas.openxmlformats.org/package/2006/relationships"><Relationship Id="rId8" Type="http://schemas.openxmlformats.org/officeDocument/2006/relationships/tags" Target="../tags/tag584.xml"/><Relationship Id="rId13" Type="http://schemas.openxmlformats.org/officeDocument/2006/relationships/tags" Target="../tags/tag589.xml"/><Relationship Id="rId18" Type="http://schemas.openxmlformats.org/officeDocument/2006/relationships/tags" Target="../tags/tag594.xml"/><Relationship Id="rId3" Type="http://schemas.openxmlformats.org/officeDocument/2006/relationships/tags" Target="../tags/tag579.xml"/><Relationship Id="rId21" Type="http://schemas.openxmlformats.org/officeDocument/2006/relationships/slideMaster" Target="../slideMasters/slideMaster2.xml"/><Relationship Id="rId7" Type="http://schemas.openxmlformats.org/officeDocument/2006/relationships/tags" Target="../tags/tag583.xml"/><Relationship Id="rId12" Type="http://schemas.openxmlformats.org/officeDocument/2006/relationships/tags" Target="../tags/tag588.xml"/><Relationship Id="rId17" Type="http://schemas.openxmlformats.org/officeDocument/2006/relationships/tags" Target="../tags/tag593.xml"/><Relationship Id="rId2" Type="http://schemas.openxmlformats.org/officeDocument/2006/relationships/tags" Target="../tags/tag578.xml"/><Relationship Id="rId16" Type="http://schemas.openxmlformats.org/officeDocument/2006/relationships/tags" Target="../tags/tag592.xml"/><Relationship Id="rId20" Type="http://schemas.openxmlformats.org/officeDocument/2006/relationships/tags" Target="../tags/tag596.xml"/><Relationship Id="rId1" Type="http://schemas.openxmlformats.org/officeDocument/2006/relationships/tags" Target="../tags/tag577.xml"/><Relationship Id="rId6" Type="http://schemas.openxmlformats.org/officeDocument/2006/relationships/tags" Target="../tags/tag582.xml"/><Relationship Id="rId11" Type="http://schemas.openxmlformats.org/officeDocument/2006/relationships/tags" Target="../tags/tag587.xml"/><Relationship Id="rId5" Type="http://schemas.openxmlformats.org/officeDocument/2006/relationships/tags" Target="../tags/tag581.xml"/><Relationship Id="rId15" Type="http://schemas.openxmlformats.org/officeDocument/2006/relationships/tags" Target="../tags/tag591.xml"/><Relationship Id="rId10" Type="http://schemas.openxmlformats.org/officeDocument/2006/relationships/tags" Target="../tags/tag586.xml"/><Relationship Id="rId19" Type="http://schemas.openxmlformats.org/officeDocument/2006/relationships/tags" Target="../tags/tag595.xml"/><Relationship Id="rId4" Type="http://schemas.openxmlformats.org/officeDocument/2006/relationships/tags" Target="../tags/tag580.xml"/><Relationship Id="rId9" Type="http://schemas.openxmlformats.org/officeDocument/2006/relationships/tags" Target="../tags/tag585.xml"/><Relationship Id="rId14" Type="http://schemas.openxmlformats.org/officeDocument/2006/relationships/tags" Target="../tags/tag590.xml"/></Relationships>
</file>

<file path=ppt/slideLayouts/_rels/slideLayout50.xml.rels><?xml version="1.0" encoding="UTF-8" standalone="yes"?>
<Relationships xmlns="http://schemas.openxmlformats.org/package/2006/relationships"><Relationship Id="rId8" Type="http://schemas.openxmlformats.org/officeDocument/2006/relationships/tags" Target="../tags/tag604.xml"/><Relationship Id="rId13" Type="http://schemas.openxmlformats.org/officeDocument/2006/relationships/tags" Target="../tags/tag609.xml"/><Relationship Id="rId3" Type="http://schemas.openxmlformats.org/officeDocument/2006/relationships/tags" Target="../tags/tag599.xml"/><Relationship Id="rId7" Type="http://schemas.openxmlformats.org/officeDocument/2006/relationships/tags" Target="../tags/tag603.xml"/><Relationship Id="rId12" Type="http://schemas.openxmlformats.org/officeDocument/2006/relationships/tags" Target="../tags/tag608.xml"/><Relationship Id="rId2" Type="http://schemas.openxmlformats.org/officeDocument/2006/relationships/tags" Target="../tags/tag598.xml"/><Relationship Id="rId1" Type="http://schemas.openxmlformats.org/officeDocument/2006/relationships/tags" Target="../tags/tag597.xml"/><Relationship Id="rId6" Type="http://schemas.openxmlformats.org/officeDocument/2006/relationships/tags" Target="../tags/tag602.xml"/><Relationship Id="rId11" Type="http://schemas.openxmlformats.org/officeDocument/2006/relationships/tags" Target="../tags/tag607.xml"/><Relationship Id="rId5" Type="http://schemas.openxmlformats.org/officeDocument/2006/relationships/tags" Target="../tags/tag601.xml"/><Relationship Id="rId15" Type="http://schemas.openxmlformats.org/officeDocument/2006/relationships/slideMaster" Target="../slideMasters/slideMaster2.xml"/><Relationship Id="rId10" Type="http://schemas.openxmlformats.org/officeDocument/2006/relationships/tags" Target="../tags/tag606.xml"/><Relationship Id="rId4" Type="http://schemas.openxmlformats.org/officeDocument/2006/relationships/tags" Target="../tags/tag600.xml"/><Relationship Id="rId9" Type="http://schemas.openxmlformats.org/officeDocument/2006/relationships/tags" Target="../tags/tag605.xml"/><Relationship Id="rId14" Type="http://schemas.openxmlformats.org/officeDocument/2006/relationships/tags" Target="../tags/tag610.xml"/></Relationships>
</file>

<file path=ppt/slideLayouts/_rels/slideLayout51.xml.rels><?xml version="1.0" encoding="UTF-8" standalone="yes"?>
<Relationships xmlns="http://schemas.openxmlformats.org/package/2006/relationships"><Relationship Id="rId8" Type="http://schemas.openxmlformats.org/officeDocument/2006/relationships/tags" Target="../tags/tag618.xml"/><Relationship Id="rId13" Type="http://schemas.openxmlformats.org/officeDocument/2006/relationships/tags" Target="../tags/tag623.xml"/><Relationship Id="rId3" Type="http://schemas.openxmlformats.org/officeDocument/2006/relationships/tags" Target="../tags/tag613.xml"/><Relationship Id="rId7" Type="http://schemas.openxmlformats.org/officeDocument/2006/relationships/tags" Target="../tags/tag617.xml"/><Relationship Id="rId12" Type="http://schemas.openxmlformats.org/officeDocument/2006/relationships/tags" Target="../tags/tag622.xml"/><Relationship Id="rId17" Type="http://schemas.openxmlformats.org/officeDocument/2006/relationships/slideMaster" Target="../slideMasters/slideMaster2.xml"/><Relationship Id="rId2" Type="http://schemas.openxmlformats.org/officeDocument/2006/relationships/tags" Target="../tags/tag612.xml"/><Relationship Id="rId16" Type="http://schemas.openxmlformats.org/officeDocument/2006/relationships/tags" Target="../tags/tag626.xml"/><Relationship Id="rId1" Type="http://schemas.openxmlformats.org/officeDocument/2006/relationships/tags" Target="../tags/tag611.xml"/><Relationship Id="rId6" Type="http://schemas.openxmlformats.org/officeDocument/2006/relationships/tags" Target="../tags/tag616.xml"/><Relationship Id="rId11" Type="http://schemas.openxmlformats.org/officeDocument/2006/relationships/tags" Target="../tags/tag621.xml"/><Relationship Id="rId5" Type="http://schemas.openxmlformats.org/officeDocument/2006/relationships/tags" Target="../tags/tag615.xml"/><Relationship Id="rId15" Type="http://schemas.openxmlformats.org/officeDocument/2006/relationships/tags" Target="../tags/tag625.xml"/><Relationship Id="rId10" Type="http://schemas.openxmlformats.org/officeDocument/2006/relationships/tags" Target="../tags/tag620.xml"/><Relationship Id="rId4" Type="http://schemas.openxmlformats.org/officeDocument/2006/relationships/tags" Target="../tags/tag614.xml"/><Relationship Id="rId9" Type="http://schemas.openxmlformats.org/officeDocument/2006/relationships/tags" Target="../tags/tag619.xml"/><Relationship Id="rId14" Type="http://schemas.openxmlformats.org/officeDocument/2006/relationships/tags" Target="../tags/tag624.xml"/></Relationships>
</file>

<file path=ppt/slideLayouts/_rels/slideLayout52.xml.rels><?xml version="1.0" encoding="UTF-8" standalone="yes"?>
<Relationships xmlns="http://schemas.openxmlformats.org/package/2006/relationships"><Relationship Id="rId8" Type="http://schemas.openxmlformats.org/officeDocument/2006/relationships/tags" Target="../tags/tag634.xml"/><Relationship Id="rId3" Type="http://schemas.openxmlformats.org/officeDocument/2006/relationships/tags" Target="../tags/tag629.xml"/><Relationship Id="rId7" Type="http://schemas.openxmlformats.org/officeDocument/2006/relationships/tags" Target="../tags/tag633.xml"/><Relationship Id="rId2" Type="http://schemas.openxmlformats.org/officeDocument/2006/relationships/tags" Target="../tags/tag628.xml"/><Relationship Id="rId1" Type="http://schemas.openxmlformats.org/officeDocument/2006/relationships/tags" Target="../tags/tag627.xml"/><Relationship Id="rId6" Type="http://schemas.openxmlformats.org/officeDocument/2006/relationships/tags" Target="../tags/tag632.xml"/><Relationship Id="rId11" Type="http://schemas.openxmlformats.org/officeDocument/2006/relationships/slideMaster" Target="../slideMasters/slideMaster2.xml"/><Relationship Id="rId5" Type="http://schemas.openxmlformats.org/officeDocument/2006/relationships/tags" Target="../tags/tag631.xml"/><Relationship Id="rId10" Type="http://schemas.openxmlformats.org/officeDocument/2006/relationships/tags" Target="../tags/tag636.xml"/><Relationship Id="rId4" Type="http://schemas.openxmlformats.org/officeDocument/2006/relationships/tags" Target="../tags/tag630.xml"/><Relationship Id="rId9" Type="http://schemas.openxmlformats.org/officeDocument/2006/relationships/tags" Target="../tags/tag635.xml"/></Relationships>
</file>

<file path=ppt/slideLayouts/_rels/slideLayout53.xml.rels><?xml version="1.0" encoding="UTF-8" standalone="yes"?>
<Relationships xmlns="http://schemas.openxmlformats.org/package/2006/relationships"><Relationship Id="rId8" Type="http://schemas.openxmlformats.org/officeDocument/2006/relationships/tags" Target="../tags/tag644.xml"/><Relationship Id="rId13" Type="http://schemas.openxmlformats.org/officeDocument/2006/relationships/tags" Target="../tags/tag649.xml"/><Relationship Id="rId18" Type="http://schemas.openxmlformats.org/officeDocument/2006/relationships/tags" Target="../tags/tag654.xml"/><Relationship Id="rId3" Type="http://schemas.openxmlformats.org/officeDocument/2006/relationships/tags" Target="../tags/tag639.xml"/><Relationship Id="rId21" Type="http://schemas.openxmlformats.org/officeDocument/2006/relationships/tags" Target="../tags/tag657.xml"/><Relationship Id="rId7" Type="http://schemas.openxmlformats.org/officeDocument/2006/relationships/tags" Target="../tags/tag643.xml"/><Relationship Id="rId12" Type="http://schemas.openxmlformats.org/officeDocument/2006/relationships/tags" Target="../tags/tag648.xml"/><Relationship Id="rId17" Type="http://schemas.openxmlformats.org/officeDocument/2006/relationships/tags" Target="../tags/tag653.xml"/><Relationship Id="rId2" Type="http://schemas.openxmlformats.org/officeDocument/2006/relationships/tags" Target="../tags/tag638.xml"/><Relationship Id="rId16" Type="http://schemas.openxmlformats.org/officeDocument/2006/relationships/tags" Target="../tags/tag652.xml"/><Relationship Id="rId20" Type="http://schemas.openxmlformats.org/officeDocument/2006/relationships/tags" Target="../tags/tag656.xml"/><Relationship Id="rId1" Type="http://schemas.openxmlformats.org/officeDocument/2006/relationships/tags" Target="../tags/tag637.xml"/><Relationship Id="rId6" Type="http://schemas.openxmlformats.org/officeDocument/2006/relationships/tags" Target="../tags/tag642.xml"/><Relationship Id="rId11" Type="http://schemas.openxmlformats.org/officeDocument/2006/relationships/tags" Target="../tags/tag647.xml"/><Relationship Id="rId24" Type="http://schemas.openxmlformats.org/officeDocument/2006/relationships/slideMaster" Target="../slideMasters/slideMaster2.xml"/><Relationship Id="rId5" Type="http://schemas.openxmlformats.org/officeDocument/2006/relationships/tags" Target="../tags/tag641.xml"/><Relationship Id="rId15" Type="http://schemas.openxmlformats.org/officeDocument/2006/relationships/tags" Target="../tags/tag651.xml"/><Relationship Id="rId23" Type="http://schemas.openxmlformats.org/officeDocument/2006/relationships/tags" Target="../tags/tag659.xml"/><Relationship Id="rId10" Type="http://schemas.openxmlformats.org/officeDocument/2006/relationships/tags" Target="../tags/tag646.xml"/><Relationship Id="rId19" Type="http://schemas.openxmlformats.org/officeDocument/2006/relationships/tags" Target="../tags/tag655.xml"/><Relationship Id="rId4" Type="http://schemas.openxmlformats.org/officeDocument/2006/relationships/tags" Target="../tags/tag640.xml"/><Relationship Id="rId9" Type="http://schemas.openxmlformats.org/officeDocument/2006/relationships/tags" Target="../tags/tag645.xml"/><Relationship Id="rId14" Type="http://schemas.openxmlformats.org/officeDocument/2006/relationships/tags" Target="../tags/tag650.xml"/><Relationship Id="rId22" Type="http://schemas.openxmlformats.org/officeDocument/2006/relationships/tags" Target="../tags/tag658.xml"/></Relationships>
</file>

<file path=ppt/slideLayouts/_rels/slideLayout54.xml.rels><?xml version="1.0" encoding="UTF-8" standalone="yes"?>
<Relationships xmlns="http://schemas.openxmlformats.org/package/2006/relationships"><Relationship Id="rId8" Type="http://schemas.openxmlformats.org/officeDocument/2006/relationships/tags" Target="../tags/tag667.xml"/><Relationship Id="rId13" Type="http://schemas.openxmlformats.org/officeDocument/2006/relationships/tags" Target="../tags/tag672.xml"/><Relationship Id="rId3" Type="http://schemas.openxmlformats.org/officeDocument/2006/relationships/tags" Target="../tags/tag662.xml"/><Relationship Id="rId7" Type="http://schemas.openxmlformats.org/officeDocument/2006/relationships/tags" Target="../tags/tag666.xml"/><Relationship Id="rId12" Type="http://schemas.openxmlformats.org/officeDocument/2006/relationships/tags" Target="../tags/tag671.xml"/><Relationship Id="rId17" Type="http://schemas.openxmlformats.org/officeDocument/2006/relationships/slideMaster" Target="../slideMasters/slideMaster2.xml"/><Relationship Id="rId2" Type="http://schemas.openxmlformats.org/officeDocument/2006/relationships/tags" Target="../tags/tag661.xml"/><Relationship Id="rId16" Type="http://schemas.openxmlformats.org/officeDocument/2006/relationships/tags" Target="../tags/tag675.xml"/><Relationship Id="rId1" Type="http://schemas.openxmlformats.org/officeDocument/2006/relationships/tags" Target="../tags/tag660.xml"/><Relationship Id="rId6" Type="http://schemas.openxmlformats.org/officeDocument/2006/relationships/tags" Target="../tags/tag665.xml"/><Relationship Id="rId11" Type="http://schemas.openxmlformats.org/officeDocument/2006/relationships/tags" Target="../tags/tag670.xml"/><Relationship Id="rId5" Type="http://schemas.openxmlformats.org/officeDocument/2006/relationships/tags" Target="../tags/tag664.xml"/><Relationship Id="rId15" Type="http://schemas.openxmlformats.org/officeDocument/2006/relationships/tags" Target="../tags/tag674.xml"/><Relationship Id="rId10" Type="http://schemas.openxmlformats.org/officeDocument/2006/relationships/tags" Target="../tags/tag669.xml"/><Relationship Id="rId4" Type="http://schemas.openxmlformats.org/officeDocument/2006/relationships/tags" Target="../tags/tag663.xml"/><Relationship Id="rId9" Type="http://schemas.openxmlformats.org/officeDocument/2006/relationships/tags" Target="../tags/tag668.xml"/><Relationship Id="rId14" Type="http://schemas.openxmlformats.org/officeDocument/2006/relationships/tags" Target="../tags/tag673.xml"/></Relationships>
</file>

<file path=ppt/slideLayouts/_rels/slideLayout55.xml.rels><?xml version="1.0" encoding="UTF-8" standalone="yes"?>
<Relationships xmlns="http://schemas.openxmlformats.org/package/2006/relationships"><Relationship Id="rId8" Type="http://schemas.openxmlformats.org/officeDocument/2006/relationships/slideMaster" Target="../slideMasters/slideMaster2.xml"/><Relationship Id="rId3" Type="http://schemas.openxmlformats.org/officeDocument/2006/relationships/tags" Target="../tags/tag678.xml"/><Relationship Id="rId7" Type="http://schemas.openxmlformats.org/officeDocument/2006/relationships/tags" Target="../tags/tag682.xml"/><Relationship Id="rId2" Type="http://schemas.openxmlformats.org/officeDocument/2006/relationships/tags" Target="../tags/tag677.xml"/><Relationship Id="rId1" Type="http://schemas.openxmlformats.org/officeDocument/2006/relationships/tags" Target="../tags/tag676.xml"/><Relationship Id="rId6" Type="http://schemas.openxmlformats.org/officeDocument/2006/relationships/tags" Target="../tags/tag681.xml"/><Relationship Id="rId5" Type="http://schemas.openxmlformats.org/officeDocument/2006/relationships/tags" Target="../tags/tag680.xml"/><Relationship Id="rId4" Type="http://schemas.openxmlformats.org/officeDocument/2006/relationships/tags" Target="../tags/tag679.xml"/></Relationships>
</file>

<file path=ppt/slideLayouts/_rels/slideLayout56.xml.rels><?xml version="1.0" encoding="UTF-8" standalone="yes"?>
<Relationships xmlns="http://schemas.openxmlformats.org/package/2006/relationships"><Relationship Id="rId8" Type="http://schemas.openxmlformats.org/officeDocument/2006/relationships/tags" Target="../tags/tag690.xml"/><Relationship Id="rId3" Type="http://schemas.openxmlformats.org/officeDocument/2006/relationships/tags" Target="../tags/tag685.xml"/><Relationship Id="rId7" Type="http://schemas.openxmlformats.org/officeDocument/2006/relationships/tags" Target="../tags/tag689.xml"/><Relationship Id="rId2" Type="http://schemas.openxmlformats.org/officeDocument/2006/relationships/tags" Target="../tags/tag684.xml"/><Relationship Id="rId1" Type="http://schemas.openxmlformats.org/officeDocument/2006/relationships/tags" Target="../tags/tag683.xml"/><Relationship Id="rId6" Type="http://schemas.openxmlformats.org/officeDocument/2006/relationships/tags" Target="../tags/tag688.xml"/><Relationship Id="rId11" Type="http://schemas.openxmlformats.org/officeDocument/2006/relationships/slideMaster" Target="../slideMasters/slideMaster2.xml"/><Relationship Id="rId5" Type="http://schemas.openxmlformats.org/officeDocument/2006/relationships/tags" Target="../tags/tag687.xml"/><Relationship Id="rId10" Type="http://schemas.openxmlformats.org/officeDocument/2006/relationships/tags" Target="../tags/tag692.xml"/><Relationship Id="rId4" Type="http://schemas.openxmlformats.org/officeDocument/2006/relationships/tags" Target="../tags/tag686.xml"/><Relationship Id="rId9" Type="http://schemas.openxmlformats.org/officeDocument/2006/relationships/tags" Target="../tags/tag691.xml"/></Relationships>
</file>

<file path=ppt/slideLayouts/_rels/slideLayout57.xml.rels><?xml version="1.0" encoding="UTF-8" standalone="yes"?>
<Relationships xmlns="http://schemas.openxmlformats.org/package/2006/relationships"><Relationship Id="rId8" Type="http://schemas.openxmlformats.org/officeDocument/2006/relationships/tags" Target="../tags/tag700.xml"/><Relationship Id="rId13" Type="http://schemas.openxmlformats.org/officeDocument/2006/relationships/slideMaster" Target="../slideMasters/slideMaster2.xml"/><Relationship Id="rId3" Type="http://schemas.openxmlformats.org/officeDocument/2006/relationships/tags" Target="../tags/tag695.xml"/><Relationship Id="rId7" Type="http://schemas.openxmlformats.org/officeDocument/2006/relationships/tags" Target="../tags/tag699.xml"/><Relationship Id="rId12" Type="http://schemas.openxmlformats.org/officeDocument/2006/relationships/tags" Target="../tags/tag704.xml"/><Relationship Id="rId2" Type="http://schemas.openxmlformats.org/officeDocument/2006/relationships/tags" Target="../tags/tag694.xml"/><Relationship Id="rId1" Type="http://schemas.openxmlformats.org/officeDocument/2006/relationships/tags" Target="../tags/tag693.xml"/><Relationship Id="rId6" Type="http://schemas.openxmlformats.org/officeDocument/2006/relationships/tags" Target="../tags/tag698.xml"/><Relationship Id="rId11" Type="http://schemas.openxmlformats.org/officeDocument/2006/relationships/tags" Target="../tags/tag703.xml"/><Relationship Id="rId5" Type="http://schemas.openxmlformats.org/officeDocument/2006/relationships/tags" Target="../tags/tag697.xml"/><Relationship Id="rId10" Type="http://schemas.openxmlformats.org/officeDocument/2006/relationships/tags" Target="../tags/tag702.xml"/><Relationship Id="rId4" Type="http://schemas.openxmlformats.org/officeDocument/2006/relationships/tags" Target="../tags/tag696.xml"/><Relationship Id="rId9" Type="http://schemas.openxmlformats.org/officeDocument/2006/relationships/tags" Target="../tags/tag701.xml"/></Relationships>
</file>

<file path=ppt/slideLayouts/_rels/slideLayout58.xml.rels><?xml version="1.0" encoding="UTF-8" standalone="yes"?>
<Relationships xmlns="http://schemas.openxmlformats.org/package/2006/relationships"><Relationship Id="rId8" Type="http://schemas.openxmlformats.org/officeDocument/2006/relationships/slideMaster" Target="../slideMasters/slideMaster2.xml"/><Relationship Id="rId3" Type="http://schemas.openxmlformats.org/officeDocument/2006/relationships/tags" Target="../tags/tag707.xml"/><Relationship Id="rId7" Type="http://schemas.openxmlformats.org/officeDocument/2006/relationships/tags" Target="../tags/tag711.xml"/><Relationship Id="rId2" Type="http://schemas.openxmlformats.org/officeDocument/2006/relationships/tags" Target="../tags/tag706.xml"/><Relationship Id="rId1" Type="http://schemas.openxmlformats.org/officeDocument/2006/relationships/tags" Target="../tags/tag705.xml"/><Relationship Id="rId6" Type="http://schemas.openxmlformats.org/officeDocument/2006/relationships/tags" Target="../tags/tag710.xml"/><Relationship Id="rId5" Type="http://schemas.openxmlformats.org/officeDocument/2006/relationships/tags" Target="../tags/tag709.xml"/><Relationship Id="rId4" Type="http://schemas.openxmlformats.org/officeDocument/2006/relationships/tags" Target="../tags/tag708.xml"/></Relationships>
</file>

<file path=ppt/slideLayouts/_rels/slideLayout59.xml.rels><?xml version="1.0" encoding="UTF-8" standalone="yes"?>
<Relationships xmlns="http://schemas.openxmlformats.org/package/2006/relationships"><Relationship Id="rId8" Type="http://schemas.openxmlformats.org/officeDocument/2006/relationships/tags" Target="../tags/tag719.xml"/><Relationship Id="rId13" Type="http://schemas.openxmlformats.org/officeDocument/2006/relationships/tags" Target="../tags/tag724.xml"/><Relationship Id="rId18" Type="http://schemas.openxmlformats.org/officeDocument/2006/relationships/tags" Target="../tags/tag729.xml"/><Relationship Id="rId3" Type="http://schemas.openxmlformats.org/officeDocument/2006/relationships/tags" Target="../tags/tag714.xml"/><Relationship Id="rId7" Type="http://schemas.openxmlformats.org/officeDocument/2006/relationships/tags" Target="../tags/tag718.xml"/><Relationship Id="rId12" Type="http://schemas.openxmlformats.org/officeDocument/2006/relationships/tags" Target="../tags/tag723.xml"/><Relationship Id="rId17" Type="http://schemas.openxmlformats.org/officeDocument/2006/relationships/tags" Target="../tags/tag728.xml"/><Relationship Id="rId2" Type="http://schemas.openxmlformats.org/officeDocument/2006/relationships/tags" Target="../tags/tag713.xml"/><Relationship Id="rId16" Type="http://schemas.openxmlformats.org/officeDocument/2006/relationships/tags" Target="../tags/tag727.xml"/><Relationship Id="rId20" Type="http://schemas.openxmlformats.org/officeDocument/2006/relationships/image" Target="../media/image12.png"/><Relationship Id="rId1" Type="http://schemas.openxmlformats.org/officeDocument/2006/relationships/tags" Target="../tags/tag712.xml"/><Relationship Id="rId6" Type="http://schemas.openxmlformats.org/officeDocument/2006/relationships/tags" Target="../tags/tag717.xml"/><Relationship Id="rId11" Type="http://schemas.openxmlformats.org/officeDocument/2006/relationships/tags" Target="../tags/tag722.xml"/><Relationship Id="rId5" Type="http://schemas.openxmlformats.org/officeDocument/2006/relationships/tags" Target="../tags/tag716.xml"/><Relationship Id="rId15" Type="http://schemas.openxmlformats.org/officeDocument/2006/relationships/tags" Target="../tags/tag726.xml"/><Relationship Id="rId10" Type="http://schemas.openxmlformats.org/officeDocument/2006/relationships/tags" Target="../tags/tag721.xml"/><Relationship Id="rId19" Type="http://schemas.openxmlformats.org/officeDocument/2006/relationships/slideMaster" Target="../slideMasters/slideMaster2.xml"/><Relationship Id="rId4" Type="http://schemas.openxmlformats.org/officeDocument/2006/relationships/tags" Target="../tags/tag715.xml"/><Relationship Id="rId9" Type="http://schemas.openxmlformats.org/officeDocument/2006/relationships/tags" Target="../tags/tag720.xml"/><Relationship Id="rId14" Type="http://schemas.openxmlformats.org/officeDocument/2006/relationships/tags" Target="../tags/tag725.xml"/></Relationships>
</file>

<file path=ppt/slideLayouts/_rels/slideLayout60.xml.rels><?xml version="1.0" encoding="UTF-8" standalone="yes"?>
<Relationships xmlns="http://schemas.openxmlformats.org/package/2006/relationships"><Relationship Id="rId8" Type="http://schemas.openxmlformats.org/officeDocument/2006/relationships/tags" Target="../tags/tag737.xml"/><Relationship Id="rId13" Type="http://schemas.openxmlformats.org/officeDocument/2006/relationships/tags" Target="../tags/tag742.xml"/><Relationship Id="rId18" Type="http://schemas.openxmlformats.org/officeDocument/2006/relationships/slideMaster" Target="../slideMasters/slideMaster2.xml"/><Relationship Id="rId3" Type="http://schemas.openxmlformats.org/officeDocument/2006/relationships/tags" Target="../tags/tag732.xml"/><Relationship Id="rId7" Type="http://schemas.openxmlformats.org/officeDocument/2006/relationships/tags" Target="../tags/tag736.xml"/><Relationship Id="rId12" Type="http://schemas.openxmlformats.org/officeDocument/2006/relationships/tags" Target="../tags/tag741.xml"/><Relationship Id="rId17" Type="http://schemas.openxmlformats.org/officeDocument/2006/relationships/tags" Target="../tags/tag746.xml"/><Relationship Id="rId2" Type="http://schemas.openxmlformats.org/officeDocument/2006/relationships/tags" Target="../tags/tag731.xml"/><Relationship Id="rId16" Type="http://schemas.openxmlformats.org/officeDocument/2006/relationships/tags" Target="../tags/tag745.xml"/><Relationship Id="rId1" Type="http://schemas.openxmlformats.org/officeDocument/2006/relationships/tags" Target="../tags/tag730.xml"/><Relationship Id="rId6" Type="http://schemas.openxmlformats.org/officeDocument/2006/relationships/tags" Target="../tags/tag735.xml"/><Relationship Id="rId11" Type="http://schemas.openxmlformats.org/officeDocument/2006/relationships/tags" Target="../tags/tag740.xml"/><Relationship Id="rId5" Type="http://schemas.openxmlformats.org/officeDocument/2006/relationships/tags" Target="../tags/tag734.xml"/><Relationship Id="rId15" Type="http://schemas.openxmlformats.org/officeDocument/2006/relationships/tags" Target="../tags/tag744.xml"/><Relationship Id="rId10" Type="http://schemas.openxmlformats.org/officeDocument/2006/relationships/tags" Target="../tags/tag739.xml"/><Relationship Id="rId19" Type="http://schemas.openxmlformats.org/officeDocument/2006/relationships/image" Target="../media/image12.png"/><Relationship Id="rId4" Type="http://schemas.openxmlformats.org/officeDocument/2006/relationships/tags" Target="../tags/tag733.xml"/><Relationship Id="rId9" Type="http://schemas.openxmlformats.org/officeDocument/2006/relationships/tags" Target="../tags/tag738.xml"/><Relationship Id="rId14" Type="http://schemas.openxmlformats.org/officeDocument/2006/relationships/tags" Target="../tags/tag743.xml"/></Relationships>
</file>

<file path=ppt/slideLayouts/_rels/slideLayout61.xml.rels><?xml version="1.0" encoding="UTF-8" standalone="yes"?>
<Relationships xmlns="http://schemas.openxmlformats.org/package/2006/relationships"><Relationship Id="rId8" Type="http://schemas.openxmlformats.org/officeDocument/2006/relationships/tags" Target="../tags/tag754.xml"/><Relationship Id="rId13" Type="http://schemas.openxmlformats.org/officeDocument/2006/relationships/tags" Target="../tags/tag759.xml"/><Relationship Id="rId3" Type="http://schemas.openxmlformats.org/officeDocument/2006/relationships/tags" Target="../tags/tag749.xml"/><Relationship Id="rId7" Type="http://schemas.openxmlformats.org/officeDocument/2006/relationships/tags" Target="../tags/tag753.xml"/><Relationship Id="rId12" Type="http://schemas.openxmlformats.org/officeDocument/2006/relationships/tags" Target="../tags/tag758.xml"/><Relationship Id="rId17" Type="http://schemas.openxmlformats.org/officeDocument/2006/relationships/slideMaster" Target="../slideMasters/slideMaster2.xml"/><Relationship Id="rId2" Type="http://schemas.openxmlformats.org/officeDocument/2006/relationships/tags" Target="../tags/tag748.xml"/><Relationship Id="rId16" Type="http://schemas.openxmlformats.org/officeDocument/2006/relationships/tags" Target="../tags/tag762.xml"/><Relationship Id="rId1" Type="http://schemas.openxmlformats.org/officeDocument/2006/relationships/tags" Target="../tags/tag747.xml"/><Relationship Id="rId6" Type="http://schemas.openxmlformats.org/officeDocument/2006/relationships/tags" Target="../tags/tag752.xml"/><Relationship Id="rId11" Type="http://schemas.openxmlformats.org/officeDocument/2006/relationships/tags" Target="../tags/tag757.xml"/><Relationship Id="rId5" Type="http://schemas.openxmlformats.org/officeDocument/2006/relationships/tags" Target="../tags/tag751.xml"/><Relationship Id="rId15" Type="http://schemas.openxmlformats.org/officeDocument/2006/relationships/tags" Target="../tags/tag761.xml"/><Relationship Id="rId10" Type="http://schemas.openxmlformats.org/officeDocument/2006/relationships/tags" Target="../tags/tag756.xml"/><Relationship Id="rId4" Type="http://schemas.openxmlformats.org/officeDocument/2006/relationships/tags" Target="../tags/tag750.xml"/><Relationship Id="rId9" Type="http://schemas.openxmlformats.org/officeDocument/2006/relationships/tags" Target="../tags/tag755.xml"/><Relationship Id="rId14" Type="http://schemas.openxmlformats.org/officeDocument/2006/relationships/tags" Target="../tags/tag760.xml"/></Relationships>
</file>

<file path=ppt/slideLayouts/_rels/slideLayout62.xml.rels><?xml version="1.0" encoding="UTF-8" standalone="yes"?>
<Relationships xmlns="http://schemas.openxmlformats.org/package/2006/relationships"><Relationship Id="rId8" Type="http://schemas.openxmlformats.org/officeDocument/2006/relationships/tags" Target="../tags/tag770.xml"/><Relationship Id="rId13" Type="http://schemas.openxmlformats.org/officeDocument/2006/relationships/tags" Target="../tags/tag775.xml"/><Relationship Id="rId18" Type="http://schemas.openxmlformats.org/officeDocument/2006/relationships/tags" Target="../tags/tag780.xml"/><Relationship Id="rId3" Type="http://schemas.openxmlformats.org/officeDocument/2006/relationships/tags" Target="../tags/tag765.xml"/><Relationship Id="rId21" Type="http://schemas.openxmlformats.org/officeDocument/2006/relationships/slideMaster" Target="../slideMasters/slideMaster2.xml"/><Relationship Id="rId7" Type="http://schemas.openxmlformats.org/officeDocument/2006/relationships/tags" Target="../tags/tag769.xml"/><Relationship Id="rId12" Type="http://schemas.openxmlformats.org/officeDocument/2006/relationships/tags" Target="../tags/tag774.xml"/><Relationship Id="rId17" Type="http://schemas.openxmlformats.org/officeDocument/2006/relationships/tags" Target="../tags/tag779.xml"/><Relationship Id="rId2" Type="http://schemas.openxmlformats.org/officeDocument/2006/relationships/tags" Target="../tags/tag764.xml"/><Relationship Id="rId16" Type="http://schemas.openxmlformats.org/officeDocument/2006/relationships/tags" Target="../tags/tag778.xml"/><Relationship Id="rId20" Type="http://schemas.openxmlformats.org/officeDocument/2006/relationships/tags" Target="../tags/tag782.xml"/><Relationship Id="rId1" Type="http://schemas.openxmlformats.org/officeDocument/2006/relationships/tags" Target="../tags/tag763.xml"/><Relationship Id="rId6" Type="http://schemas.openxmlformats.org/officeDocument/2006/relationships/tags" Target="../tags/tag768.xml"/><Relationship Id="rId11" Type="http://schemas.openxmlformats.org/officeDocument/2006/relationships/tags" Target="../tags/tag773.xml"/><Relationship Id="rId5" Type="http://schemas.openxmlformats.org/officeDocument/2006/relationships/tags" Target="../tags/tag767.xml"/><Relationship Id="rId15" Type="http://schemas.openxmlformats.org/officeDocument/2006/relationships/tags" Target="../tags/tag777.xml"/><Relationship Id="rId10" Type="http://schemas.openxmlformats.org/officeDocument/2006/relationships/tags" Target="../tags/tag772.xml"/><Relationship Id="rId19" Type="http://schemas.openxmlformats.org/officeDocument/2006/relationships/tags" Target="../tags/tag781.xml"/><Relationship Id="rId4" Type="http://schemas.openxmlformats.org/officeDocument/2006/relationships/tags" Target="../tags/tag766.xml"/><Relationship Id="rId9" Type="http://schemas.openxmlformats.org/officeDocument/2006/relationships/tags" Target="../tags/tag771.xml"/><Relationship Id="rId14" Type="http://schemas.openxmlformats.org/officeDocument/2006/relationships/tags" Target="../tags/tag776.xml"/></Relationships>
</file>

<file path=ppt/slideLayouts/_rels/slideLayout63.xml.rels><?xml version="1.0" encoding="UTF-8" standalone="yes"?>
<Relationships xmlns="http://schemas.openxmlformats.org/package/2006/relationships"><Relationship Id="rId8" Type="http://schemas.openxmlformats.org/officeDocument/2006/relationships/tags" Target="../tags/tag790.xml"/><Relationship Id="rId13" Type="http://schemas.openxmlformats.org/officeDocument/2006/relationships/tags" Target="../tags/tag795.xml"/><Relationship Id="rId3" Type="http://schemas.openxmlformats.org/officeDocument/2006/relationships/tags" Target="../tags/tag785.xml"/><Relationship Id="rId7" Type="http://schemas.openxmlformats.org/officeDocument/2006/relationships/tags" Target="../tags/tag789.xml"/><Relationship Id="rId12" Type="http://schemas.openxmlformats.org/officeDocument/2006/relationships/tags" Target="../tags/tag794.xml"/><Relationship Id="rId17" Type="http://schemas.openxmlformats.org/officeDocument/2006/relationships/slideMaster" Target="../slideMasters/slideMaster2.xml"/><Relationship Id="rId2" Type="http://schemas.openxmlformats.org/officeDocument/2006/relationships/tags" Target="../tags/tag784.xml"/><Relationship Id="rId16" Type="http://schemas.openxmlformats.org/officeDocument/2006/relationships/tags" Target="../tags/tag798.xml"/><Relationship Id="rId1" Type="http://schemas.openxmlformats.org/officeDocument/2006/relationships/tags" Target="../tags/tag783.xml"/><Relationship Id="rId6" Type="http://schemas.openxmlformats.org/officeDocument/2006/relationships/tags" Target="../tags/tag788.xml"/><Relationship Id="rId11" Type="http://schemas.openxmlformats.org/officeDocument/2006/relationships/tags" Target="../tags/tag793.xml"/><Relationship Id="rId5" Type="http://schemas.openxmlformats.org/officeDocument/2006/relationships/tags" Target="../tags/tag787.xml"/><Relationship Id="rId15" Type="http://schemas.openxmlformats.org/officeDocument/2006/relationships/tags" Target="../tags/tag797.xml"/><Relationship Id="rId10" Type="http://schemas.openxmlformats.org/officeDocument/2006/relationships/tags" Target="../tags/tag792.xml"/><Relationship Id="rId4" Type="http://schemas.openxmlformats.org/officeDocument/2006/relationships/tags" Target="../tags/tag786.xml"/><Relationship Id="rId9" Type="http://schemas.openxmlformats.org/officeDocument/2006/relationships/tags" Target="../tags/tag791.xml"/><Relationship Id="rId14" Type="http://schemas.openxmlformats.org/officeDocument/2006/relationships/tags" Target="../tags/tag796.xml"/></Relationships>
</file>

<file path=ppt/slideLayouts/_rels/slideLayout64.xml.rels><?xml version="1.0" encoding="UTF-8" standalone="yes"?>
<Relationships xmlns="http://schemas.openxmlformats.org/package/2006/relationships"><Relationship Id="rId8" Type="http://schemas.openxmlformats.org/officeDocument/2006/relationships/tags" Target="../tags/tag806.xml"/><Relationship Id="rId13" Type="http://schemas.openxmlformats.org/officeDocument/2006/relationships/tags" Target="../tags/tag811.xml"/><Relationship Id="rId18" Type="http://schemas.openxmlformats.org/officeDocument/2006/relationships/tags" Target="../tags/tag816.xml"/><Relationship Id="rId3" Type="http://schemas.openxmlformats.org/officeDocument/2006/relationships/tags" Target="../tags/tag801.xml"/><Relationship Id="rId7" Type="http://schemas.openxmlformats.org/officeDocument/2006/relationships/tags" Target="../tags/tag805.xml"/><Relationship Id="rId12" Type="http://schemas.openxmlformats.org/officeDocument/2006/relationships/tags" Target="../tags/tag810.xml"/><Relationship Id="rId17" Type="http://schemas.openxmlformats.org/officeDocument/2006/relationships/tags" Target="../tags/tag815.xml"/><Relationship Id="rId2" Type="http://schemas.openxmlformats.org/officeDocument/2006/relationships/tags" Target="../tags/tag800.xml"/><Relationship Id="rId16" Type="http://schemas.openxmlformats.org/officeDocument/2006/relationships/tags" Target="../tags/tag814.xml"/><Relationship Id="rId20" Type="http://schemas.openxmlformats.org/officeDocument/2006/relationships/slideMaster" Target="../slideMasters/slideMaster2.xml"/><Relationship Id="rId1" Type="http://schemas.openxmlformats.org/officeDocument/2006/relationships/tags" Target="../tags/tag799.xml"/><Relationship Id="rId6" Type="http://schemas.openxmlformats.org/officeDocument/2006/relationships/tags" Target="../tags/tag804.xml"/><Relationship Id="rId11" Type="http://schemas.openxmlformats.org/officeDocument/2006/relationships/tags" Target="../tags/tag809.xml"/><Relationship Id="rId5" Type="http://schemas.openxmlformats.org/officeDocument/2006/relationships/tags" Target="../tags/tag803.xml"/><Relationship Id="rId15" Type="http://schemas.openxmlformats.org/officeDocument/2006/relationships/tags" Target="../tags/tag813.xml"/><Relationship Id="rId10" Type="http://schemas.openxmlformats.org/officeDocument/2006/relationships/tags" Target="../tags/tag808.xml"/><Relationship Id="rId19" Type="http://schemas.openxmlformats.org/officeDocument/2006/relationships/tags" Target="../tags/tag817.xml"/><Relationship Id="rId4" Type="http://schemas.openxmlformats.org/officeDocument/2006/relationships/tags" Target="../tags/tag802.xml"/><Relationship Id="rId9" Type="http://schemas.openxmlformats.org/officeDocument/2006/relationships/tags" Target="../tags/tag807.xml"/><Relationship Id="rId14" Type="http://schemas.openxmlformats.org/officeDocument/2006/relationships/tags" Target="../tags/tag812.xml"/></Relationships>
</file>

<file path=ppt/slideLayouts/_rels/slideLayout65.xml.rels><?xml version="1.0" encoding="UTF-8" standalone="yes"?>
<Relationships xmlns="http://schemas.openxmlformats.org/package/2006/relationships"><Relationship Id="rId8" Type="http://schemas.openxmlformats.org/officeDocument/2006/relationships/tags" Target="../tags/tag825.xml"/><Relationship Id="rId13" Type="http://schemas.openxmlformats.org/officeDocument/2006/relationships/tags" Target="../tags/tag830.xml"/><Relationship Id="rId3" Type="http://schemas.openxmlformats.org/officeDocument/2006/relationships/tags" Target="../tags/tag820.xml"/><Relationship Id="rId7" Type="http://schemas.openxmlformats.org/officeDocument/2006/relationships/tags" Target="../tags/tag824.xml"/><Relationship Id="rId12" Type="http://schemas.openxmlformats.org/officeDocument/2006/relationships/tags" Target="../tags/tag829.xml"/><Relationship Id="rId2" Type="http://schemas.openxmlformats.org/officeDocument/2006/relationships/tags" Target="../tags/tag819.xml"/><Relationship Id="rId1" Type="http://schemas.openxmlformats.org/officeDocument/2006/relationships/tags" Target="../tags/tag818.xml"/><Relationship Id="rId6" Type="http://schemas.openxmlformats.org/officeDocument/2006/relationships/tags" Target="../tags/tag823.xml"/><Relationship Id="rId11" Type="http://schemas.openxmlformats.org/officeDocument/2006/relationships/tags" Target="../tags/tag828.xml"/><Relationship Id="rId5" Type="http://schemas.openxmlformats.org/officeDocument/2006/relationships/tags" Target="../tags/tag822.xml"/><Relationship Id="rId15" Type="http://schemas.openxmlformats.org/officeDocument/2006/relationships/slideMaster" Target="../slideMasters/slideMaster2.xml"/><Relationship Id="rId10" Type="http://schemas.openxmlformats.org/officeDocument/2006/relationships/tags" Target="../tags/tag827.xml"/><Relationship Id="rId4" Type="http://schemas.openxmlformats.org/officeDocument/2006/relationships/tags" Target="../tags/tag821.xml"/><Relationship Id="rId9" Type="http://schemas.openxmlformats.org/officeDocument/2006/relationships/tags" Target="../tags/tag826.xml"/><Relationship Id="rId14" Type="http://schemas.openxmlformats.org/officeDocument/2006/relationships/tags" Target="../tags/tag831.xml"/></Relationships>
</file>

<file path=ppt/slideLayouts/_rels/slideLayout66.xml.rels><?xml version="1.0" encoding="UTF-8" standalone="yes"?>
<Relationships xmlns="http://schemas.openxmlformats.org/package/2006/relationships"><Relationship Id="rId8" Type="http://schemas.openxmlformats.org/officeDocument/2006/relationships/tags" Target="../tags/tag839.xml"/><Relationship Id="rId13" Type="http://schemas.openxmlformats.org/officeDocument/2006/relationships/tags" Target="../tags/tag844.xml"/><Relationship Id="rId3" Type="http://schemas.openxmlformats.org/officeDocument/2006/relationships/tags" Target="../tags/tag834.xml"/><Relationship Id="rId7" Type="http://schemas.openxmlformats.org/officeDocument/2006/relationships/tags" Target="../tags/tag838.xml"/><Relationship Id="rId12" Type="http://schemas.openxmlformats.org/officeDocument/2006/relationships/tags" Target="../tags/tag843.xml"/><Relationship Id="rId17" Type="http://schemas.openxmlformats.org/officeDocument/2006/relationships/slideMaster" Target="../slideMasters/slideMaster2.xml"/><Relationship Id="rId2" Type="http://schemas.openxmlformats.org/officeDocument/2006/relationships/tags" Target="../tags/tag833.xml"/><Relationship Id="rId16" Type="http://schemas.openxmlformats.org/officeDocument/2006/relationships/tags" Target="../tags/tag847.xml"/><Relationship Id="rId1" Type="http://schemas.openxmlformats.org/officeDocument/2006/relationships/tags" Target="../tags/tag832.xml"/><Relationship Id="rId6" Type="http://schemas.openxmlformats.org/officeDocument/2006/relationships/tags" Target="../tags/tag837.xml"/><Relationship Id="rId11" Type="http://schemas.openxmlformats.org/officeDocument/2006/relationships/tags" Target="../tags/tag842.xml"/><Relationship Id="rId5" Type="http://schemas.openxmlformats.org/officeDocument/2006/relationships/tags" Target="../tags/tag836.xml"/><Relationship Id="rId15" Type="http://schemas.openxmlformats.org/officeDocument/2006/relationships/tags" Target="../tags/tag846.xml"/><Relationship Id="rId10" Type="http://schemas.openxmlformats.org/officeDocument/2006/relationships/tags" Target="../tags/tag841.xml"/><Relationship Id="rId4" Type="http://schemas.openxmlformats.org/officeDocument/2006/relationships/tags" Target="../tags/tag835.xml"/><Relationship Id="rId9" Type="http://schemas.openxmlformats.org/officeDocument/2006/relationships/tags" Target="../tags/tag840.xml"/><Relationship Id="rId14" Type="http://schemas.openxmlformats.org/officeDocument/2006/relationships/tags" Target="../tags/tag845.xml"/></Relationships>
</file>

<file path=ppt/slideLayouts/_rels/slideLayout67.xml.rels><?xml version="1.0" encoding="UTF-8" standalone="yes"?>
<Relationships xmlns="http://schemas.openxmlformats.org/package/2006/relationships"><Relationship Id="rId8" Type="http://schemas.openxmlformats.org/officeDocument/2006/relationships/tags" Target="../tags/tag855.xml"/><Relationship Id="rId13" Type="http://schemas.openxmlformats.org/officeDocument/2006/relationships/tags" Target="../tags/tag860.xml"/><Relationship Id="rId3" Type="http://schemas.openxmlformats.org/officeDocument/2006/relationships/tags" Target="../tags/tag850.xml"/><Relationship Id="rId7" Type="http://schemas.openxmlformats.org/officeDocument/2006/relationships/tags" Target="../tags/tag854.xml"/><Relationship Id="rId12" Type="http://schemas.openxmlformats.org/officeDocument/2006/relationships/tags" Target="../tags/tag859.xml"/><Relationship Id="rId2" Type="http://schemas.openxmlformats.org/officeDocument/2006/relationships/tags" Target="../tags/tag849.xml"/><Relationship Id="rId1" Type="http://schemas.openxmlformats.org/officeDocument/2006/relationships/tags" Target="../tags/tag848.xml"/><Relationship Id="rId6" Type="http://schemas.openxmlformats.org/officeDocument/2006/relationships/tags" Target="../tags/tag853.xml"/><Relationship Id="rId11" Type="http://schemas.openxmlformats.org/officeDocument/2006/relationships/tags" Target="../tags/tag858.xml"/><Relationship Id="rId5" Type="http://schemas.openxmlformats.org/officeDocument/2006/relationships/tags" Target="../tags/tag852.xml"/><Relationship Id="rId10" Type="http://schemas.openxmlformats.org/officeDocument/2006/relationships/tags" Target="../tags/tag857.xml"/><Relationship Id="rId4" Type="http://schemas.openxmlformats.org/officeDocument/2006/relationships/tags" Target="../tags/tag851.xml"/><Relationship Id="rId9" Type="http://schemas.openxmlformats.org/officeDocument/2006/relationships/tags" Target="../tags/tag856.xml"/><Relationship Id="rId14"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8" Type="http://schemas.openxmlformats.org/officeDocument/2006/relationships/tags" Target="../tags/tag868.xml"/><Relationship Id="rId3" Type="http://schemas.openxmlformats.org/officeDocument/2006/relationships/tags" Target="../tags/tag863.xml"/><Relationship Id="rId7" Type="http://schemas.openxmlformats.org/officeDocument/2006/relationships/tags" Target="../tags/tag867.xml"/><Relationship Id="rId12" Type="http://schemas.openxmlformats.org/officeDocument/2006/relationships/slideMaster" Target="../slideMasters/slideMaster2.xml"/><Relationship Id="rId2" Type="http://schemas.openxmlformats.org/officeDocument/2006/relationships/tags" Target="../tags/tag862.xml"/><Relationship Id="rId1" Type="http://schemas.openxmlformats.org/officeDocument/2006/relationships/tags" Target="../tags/tag861.xml"/><Relationship Id="rId6" Type="http://schemas.openxmlformats.org/officeDocument/2006/relationships/tags" Target="../tags/tag866.xml"/><Relationship Id="rId11" Type="http://schemas.openxmlformats.org/officeDocument/2006/relationships/tags" Target="../tags/tag871.xml"/><Relationship Id="rId5" Type="http://schemas.openxmlformats.org/officeDocument/2006/relationships/tags" Target="../tags/tag865.xml"/><Relationship Id="rId10" Type="http://schemas.openxmlformats.org/officeDocument/2006/relationships/tags" Target="../tags/tag870.xml"/><Relationship Id="rId4" Type="http://schemas.openxmlformats.org/officeDocument/2006/relationships/tags" Target="../tags/tag864.xml"/><Relationship Id="rId9" Type="http://schemas.openxmlformats.org/officeDocument/2006/relationships/tags" Target="../tags/tag869.xml"/></Relationships>
</file>

<file path=ppt/slideLayouts/_rels/slideLayout69.xml.rels><?xml version="1.0" encoding="UTF-8" standalone="yes"?>
<Relationships xmlns="http://schemas.openxmlformats.org/package/2006/relationships"><Relationship Id="rId8" Type="http://schemas.openxmlformats.org/officeDocument/2006/relationships/tags" Target="../tags/tag879.xml"/><Relationship Id="rId3" Type="http://schemas.openxmlformats.org/officeDocument/2006/relationships/tags" Target="../tags/tag874.xml"/><Relationship Id="rId7" Type="http://schemas.openxmlformats.org/officeDocument/2006/relationships/tags" Target="../tags/tag878.xml"/><Relationship Id="rId12" Type="http://schemas.openxmlformats.org/officeDocument/2006/relationships/slideMaster" Target="../slideMasters/slideMaster2.xml"/><Relationship Id="rId2" Type="http://schemas.openxmlformats.org/officeDocument/2006/relationships/tags" Target="../tags/tag873.xml"/><Relationship Id="rId1" Type="http://schemas.openxmlformats.org/officeDocument/2006/relationships/tags" Target="../tags/tag872.xml"/><Relationship Id="rId6" Type="http://schemas.openxmlformats.org/officeDocument/2006/relationships/tags" Target="../tags/tag877.xml"/><Relationship Id="rId11" Type="http://schemas.openxmlformats.org/officeDocument/2006/relationships/tags" Target="../tags/tag882.xml"/><Relationship Id="rId5" Type="http://schemas.openxmlformats.org/officeDocument/2006/relationships/tags" Target="../tags/tag876.xml"/><Relationship Id="rId10" Type="http://schemas.openxmlformats.org/officeDocument/2006/relationships/tags" Target="../tags/tag881.xml"/><Relationship Id="rId4" Type="http://schemas.openxmlformats.org/officeDocument/2006/relationships/tags" Target="../tags/tag875.xml"/><Relationship Id="rId9" Type="http://schemas.openxmlformats.org/officeDocument/2006/relationships/tags" Target="../tags/tag880.xml"/></Relationships>
</file>

<file path=ppt/slideLayouts/_rels/slideLayout70.xml.rels><?xml version="1.0" encoding="UTF-8" standalone="yes"?>
<Relationships xmlns="http://schemas.openxmlformats.org/package/2006/relationships"><Relationship Id="rId8" Type="http://schemas.openxmlformats.org/officeDocument/2006/relationships/tags" Target="../tags/tag890.xml"/><Relationship Id="rId13" Type="http://schemas.openxmlformats.org/officeDocument/2006/relationships/tags" Target="../tags/tag895.xml"/><Relationship Id="rId18" Type="http://schemas.openxmlformats.org/officeDocument/2006/relationships/tags" Target="../tags/tag900.xml"/><Relationship Id="rId3" Type="http://schemas.openxmlformats.org/officeDocument/2006/relationships/tags" Target="../tags/tag885.xml"/><Relationship Id="rId21" Type="http://schemas.openxmlformats.org/officeDocument/2006/relationships/tags" Target="../tags/tag903.xml"/><Relationship Id="rId7" Type="http://schemas.openxmlformats.org/officeDocument/2006/relationships/tags" Target="../tags/tag889.xml"/><Relationship Id="rId12" Type="http://schemas.openxmlformats.org/officeDocument/2006/relationships/tags" Target="../tags/tag894.xml"/><Relationship Id="rId17" Type="http://schemas.openxmlformats.org/officeDocument/2006/relationships/tags" Target="../tags/tag899.xml"/><Relationship Id="rId2" Type="http://schemas.openxmlformats.org/officeDocument/2006/relationships/tags" Target="../tags/tag884.xml"/><Relationship Id="rId16" Type="http://schemas.openxmlformats.org/officeDocument/2006/relationships/tags" Target="../tags/tag898.xml"/><Relationship Id="rId20" Type="http://schemas.openxmlformats.org/officeDocument/2006/relationships/tags" Target="../tags/tag902.xml"/><Relationship Id="rId1" Type="http://schemas.openxmlformats.org/officeDocument/2006/relationships/tags" Target="../tags/tag883.xml"/><Relationship Id="rId6" Type="http://schemas.openxmlformats.org/officeDocument/2006/relationships/tags" Target="../tags/tag888.xml"/><Relationship Id="rId11" Type="http://schemas.openxmlformats.org/officeDocument/2006/relationships/tags" Target="../tags/tag893.xml"/><Relationship Id="rId5" Type="http://schemas.openxmlformats.org/officeDocument/2006/relationships/tags" Target="../tags/tag887.xml"/><Relationship Id="rId15" Type="http://schemas.openxmlformats.org/officeDocument/2006/relationships/tags" Target="../tags/tag897.xml"/><Relationship Id="rId10" Type="http://schemas.openxmlformats.org/officeDocument/2006/relationships/tags" Target="../tags/tag892.xml"/><Relationship Id="rId19" Type="http://schemas.openxmlformats.org/officeDocument/2006/relationships/tags" Target="../tags/tag901.xml"/><Relationship Id="rId4" Type="http://schemas.openxmlformats.org/officeDocument/2006/relationships/tags" Target="../tags/tag886.xml"/><Relationship Id="rId9" Type="http://schemas.openxmlformats.org/officeDocument/2006/relationships/tags" Target="../tags/tag891.xml"/><Relationship Id="rId14" Type="http://schemas.openxmlformats.org/officeDocument/2006/relationships/tags" Target="../tags/tag896.xml"/><Relationship Id="rId22"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8" Type="http://schemas.openxmlformats.org/officeDocument/2006/relationships/tags" Target="../tags/tag911.xml"/><Relationship Id="rId13" Type="http://schemas.openxmlformats.org/officeDocument/2006/relationships/tags" Target="../tags/tag916.xml"/><Relationship Id="rId3" Type="http://schemas.openxmlformats.org/officeDocument/2006/relationships/tags" Target="../tags/tag906.xml"/><Relationship Id="rId7" Type="http://schemas.openxmlformats.org/officeDocument/2006/relationships/tags" Target="../tags/tag910.xml"/><Relationship Id="rId12" Type="http://schemas.openxmlformats.org/officeDocument/2006/relationships/tags" Target="../tags/tag915.xml"/><Relationship Id="rId17" Type="http://schemas.openxmlformats.org/officeDocument/2006/relationships/slideMaster" Target="../slideMasters/slideMaster2.xml"/><Relationship Id="rId2" Type="http://schemas.openxmlformats.org/officeDocument/2006/relationships/tags" Target="../tags/tag905.xml"/><Relationship Id="rId16" Type="http://schemas.openxmlformats.org/officeDocument/2006/relationships/tags" Target="../tags/tag919.xml"/><Relationship Id="rId1" Type="http://schemas.openxmlformats.org/officeDocument/2006/relationships/tags" Target="../tags/tag904.xml"/><Relationship Id="rId6" Type="http://schemas.openxmlformats.org/officeDocument/2006/relationships/tags" Target="../tags/tag909.xml"/><Relationship Id="rId11" Type="http://schemas.openxmlformats.org/officeDocument/2006/relationships/tags" Target="../tags/tag914.xml"/><Relationship Id="rId5" Type="http://schemas.openxmlformats.org/officeDocument/2006/relationships/tags" Target="../tags/tag908.xml"/><Relationship Id="rId15" Type="http://schemas.openxmlformats.org/officeDocument/2006/relationships/tags" Target="../tags/tag918.xml"/><Relationship Id="rId10" Type="http://schemas.openxmlformats.org/officeDocument/2006/relationships/tags" Target="../tags/tag913.xml"/><Relationship Id="rId4" Type="http://schemas.openxmlformats.org/officeDocument/2006/relationships/tags" Target="../tags/tag907.xml"/><Relationship Id="rId9" Type="http://schemas.openxmlformats.org/officeDocument/2006/relationships/tags" Target="../tags/tag912.xml"/><Relationship Id="rId14" Type="http://schemas.openxmlformats.org/officeDocument/2006/relationships/tags" Target="../tags/tag917.xml"/></Relationships>
</file>

<file path=ppt/slideLayouts/_rels/slideLayout72.xml.rels><?xml version="1.0" encoding="UTF-8" standalone="yes"?>
<Relationships xmlns="http://schemas.openxmlformats.org/package/2006/relationships"><Relationship Id="rId8" Type="http://schemas.openxmlformats.org/officeDocument/2006/relationships/tags" Target="../tags/tag927.xml"/><Relationship Id="rId13" Type="http://schemas.openxmlformats.org/officeDocument/2006/relationships/tags" Target="../tags/tag932.xml"/><Relationship Id="rId3" Type="http://schemas.openxmlformats.org/officeDocument/2006/relationships/tags" Target="../tags/tag922.xml"/><Relationship Id="rId7" Type="http://schemas.openxmlformats.org/officeDocument/2006/relationships/tags" Target="../tags/tag926.xml"/><Relationship Id="rId12" Type="http://schemas.openxmlformats.org/officeDocument/2006/relationships/tags" Target="../tags/tag931.xml"/><Relationship Id="rId2" Type="http://schemas.openxmlformats.org/officeDocument/2006/relationships/tags" Target="../tags/tag921.xml"/><Relationship Id="rId1" Type="http://schemas.openxmlformats.org/officeDocument/2006/relationships/tags" Target="../tags/tag920.xml"/><Relationship Id="rId6" Type="http://schemas.openxmlformats.org/officeDocument/2006/relationships/tags" Target="../tags/tag925.xml"/><Relationship Id="rId11" Type="http://schemas.openxmlformats.org/officeDocument/2006/relationships/tags" Target="../tags/tag930.xml"/><Relationship Id="rId5" Type="http://schemas.openxmlformats.org/officeDocument/2006/relationships/tags" Target="../tags/tag924.xml"/><Relationship Id="rId10" Type="http://schemas.openxmlformats.org/officeDocument/2006/relationships/tags" Target="../tags/tag929.xml"/><Relationship Id="rId4" Type="http://schemas.openxmlformats.org/officeDocument/2006/relationships/tags" Target="../tags/tag923.xml"/><Relationship Id="rId9" Type="http://schemas.openxmlformats.org/officeDocument/2006/relationships/tags" Target="../tags/tag928.xml"/><Relationship Id="rId14"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8" Type="http://schemas.openxmlformats.org/officeDocument/2006/relationships/tags" Target="../tags/tag940.xml"/><Relationship Id="rId13" Type="http://schemas.openxmlformats.org/officeDocument/2006/relationships/tags" Target="../tags/tag945.xml"/><Relationship Id="rId3" Type="http://schemas.openxmlformats.org/officeDocument/2006/relationships/tags" Target="../tags/tag935.xml"/><Relationship Id="rId7" Type="http://schemas.openxmlformats.org/officeDocument/2006/relationships/tags" Target="../tags/tag939.xml"/><Relationship Id="rId12" Type="http://schemas.openxmlformats.org/officeDocument/2006/relationships/tags" Target="../tags/tag944.xml"/><Relationship Id="rId2" Type="http://schemas.openxmlformats.org/officeDocument/2006/relationships/tags" Target="../tags/tag934.xml"/><Relationship Id="rId1" Type="http://schemas.openxmlformats.org/officeDocument/2006/relationships/tags" Target="../tags/tag933.xml"/><Relationship Id="rId6" Type="http://schemas.openxmlformats.org/officeDocument/2006/relationships/tags" Target="../tags/tag938.xml"/><Relationship Id="rId11" Type="http://schemas.openxmlformats.org/officeDocument/2006/relationships/tags" Target="../tags/tag943.xml"/><Relationship Id="rId5" Type="http://schemas.openxmlformats.org/officeDocument/2006/relationships/tags" Target="../tags/tag937.xml"/><Relationship Id="rId15" Type="http://schemas.openxmlformats.org/officeDocument/2006/relationships/slideMaster" Target="../slideMasters/slideMaster2.xml"/><Relationship Id="rId10" Type="http://schemas.openxmlformats.org/officeDocument/2006/relationships/tags" Target="../tags/tag942.xml"/><Relationship Id="rId4" Type="http://schemas.openxmlformats.org/officeDocument/2006/relationships/tags" Target="../tags/tag936.xml"/><Relationship Id="rId9" Type="http://schemas.openxmlformats.org/officeDocument/2006/relationships/tags" Target="../tags/tag941.xml"/><Relationship Id="rId14" Type="http://schemas.openxmlformats.org/officeDocument/2006/relationships/tags" Target="../tags/tag946.xml"/></Relationships>
</file>

<file path=ppt/slideLayouts/_rels/slideLayout74.xml.rels><?xml version="1.0" encoding="UTF-8" standalone="yes"?>
<Relationships xmlns="http://schemas.openxmlformats.org/package/2006/relationships"><Relationship Id="rId8" Type="http://schemas.openxmlformats.org/officeDocument/2006/relationships/tags" Target="../tags/tag954.xml"/><Relationship Id="rId13" Type="http://schemas.openxmlformats.org/officeDocument/2006/relationships/tags" Target="../tags/tag959.xml"/><Relationship Id="rId18" Type="http://schemas.openxmlformats.org/officeDocument/2006/relationships/tags" Target="../tags/tag964.xml"/><Relationship Id="rId3" Type="http://schemas.openxmlformats.org/officeDocument/2006/relationships/tags" Target="../tags/tag949.xml"/><Relationship Id="rId21" Type="http://schemas.openxmlformats.org/officeDocument/2006/relationships/tags" Target="../tags/tag967.xml"/><Relationship Id="rId7" Type="http://schemas.openxmlformats.org/officeDocument/2006/relationships/tags" Target="../tags/tag953.xml"/><Relationship Id="rId12" Type="http://schemas.openxmlformats.org/officeDocument/2006/relationships/tags" Target="../tags/tag958.xml"/><Relationship Id="rId17" Type="http://schemas.openxmlformats.org/officeDocument/2006/relationships/tags" Target="../tags/tag963.xml"/><Relationship Id="rId25" Type="http://schemas.openxmlformats.org/officeDocument/2006/relationships/slideMaster" Target="../slideMasters/slideMaster2.xml"/><Relationship Id="rId2" Type="http://schemas.openxmlformats.org/officeDocument/2006/relationships/tags" Target="../tags/tag948.xml"/><Relationship Id="rId16" Type="http://schemas.openxmlformats.org/officeDocument/2006/relationships/tags" Target="../tags/tag962.xml"/><Relationship Id="rId20" Type="http://schemas.openxmlformats.org/officeDocument/2006/relationships/tags" Target="../tags/tag966.xml"/><Relationship Id="rId1" Type="http://schemas.openxmlformats.org/officeDocument/2006/relationships/tags" Target="../tags/tag947.xml"/><Relationship Id="rId6" Type="http://schemas.openxmlformats.org/officeDocument/2006/relationships/tags" Target="../tags/tag952.xml"/><Relationship Id="rId11" Type="http://schemas.openxmlformats.org/officeDocument/2006/relationships/tags" Target="../tags/tag957.xml"/><Relationship Id="rId24" Type="http://schemas.openxmlformats.org/officeDocument/2006/relationships/tags" Target="../tags/tag970.xml"/><Relationship Id="rId5" Type="http://schemas.openxmlformats.org/officeDocument/2006/relationships/tags" Target="../tags/tag951.xml"/><Relationship Id="rId15" Type="http://schemas.openxmlformats.org/officeDocument/2006/relationships/tags" Target="../tags/tag961.xml"/><Relationship Id="rId23" Type="http://schemas.openxmlformats.org/officeDocument/2006/relationships/tags" Target="../tags/tag969.xml"/><Relationship Id="rId10" Type="http://schemas.openxmlformats.org/officeDocument/2006/relationships/tags" Target="../tags/tag956.xml"/><Relationship Id="rId19" Type="http://schemas.openxmlformats.org/officeDocument/2006/relationships/tags" Target="../tags/tag965.xml"/><Relationship Id="rId4" Type="http://schemas.openxmlformats.org/officeDocument/2006/relationships/tags" Target="../tags/tag950.xml"/><Relationship Id="rId9" Type="http://schemas.openxmlformats.org/officeDocument/2006/relationships/tags" Target="../tags/tag955.xml"/><Relationship Id="rId14" Type="http://schemas.openxmlformats.org/officeDocument/2006/relationships/tags" Target="../tags/tag960.xml"/><Relationship Id="rId22" Type="http://schemas.openxmlformats.org/officeDocument/2006/relationships/tags" Target="../tags/tag968.xml"/></Relationships>
</file>

<file path=ppt/slideLayouts/_rels/slideLayout75.xml.rels><?xml version="1.0" encoding="UTF-8" standalone="yes"?>
<Relationships xmlns="http://schemas.openxmlformats.org/package/2006/relationships"><Relationship Id="rId8" Type="http://schemas.openxmlformats.org/officeDocument/2006/relationships/tags" Target="../tags/tag978.xml"/><Relationship Id="rId13" Type="http://schemas.openxmlformats.org/officeDocument/2006/relationships/tags" Target="../tags/tag983.xml"/><Relationship Id="rId18" Type="http://schemas.openxmlformats.org/officeDocument/2006/relationships/slideMaster" Target="../slideMasters/slideMaster2.xml"/><Relationship Id="rId3" Type="http://schemas.openxmlformats.org/officeDocument/2006/relationships/tags" Target="../tags/tag973.xml"/><Relationship Id="rId7" Type="http://schemas.openxmlformats.org/officeDocument/2006/relationships/tags" Target="../tags/tag977.xml"/><Relationship Id="rId12" Type="http://schemas.openxmlformats.org/officeDocument/2006/relationships/tags" Target="../tags/tag982.xml"/><Relationship Id="rId17" Type="http://schemas.openxmlformats.org/officeDocument/2006/relationships/tags" Target="../tags/tag987.xml"/><Relationship Id="rId2" Type="http://schemas.openxmlformats.org/officeDocument/2006/relationships/tags" Target="../tags/tag972.xml"/><Relationship Id="rId16" Type="http://schemas.openxmlformats.org/officeDocument/2006/relationships/tags" Target="../tags/tag986.xml"/><Relationship Id="rId1" Type="http://schemas.openxmlformats.org/officeDocument/2006/relationships/tags" Target="../tags/tag971.xml"/><Relationship Id="rId6" Type="http://schemas.openxmlformats.org/officeDocument/2006/relationships/tags" Target="../tags/tag976.xml"/><Relationship Id="rId11" Type="http://schemas.openxmlformats.org/officeDocument/2006/relationships/tags" Target="../tags/tag981.xml"/><Relationship Id="rId5" Type="http://schemas.openxmlformats.org/officeDocument/2006/relationships/tags" Target="../tags/tag975.xml"/><Relationship Id="rId15" Type="http://schemas.openxmlformats.org/officeDocument/2006/relationships/tags" Target="../tags/tag985.xml"/><Relationship Id="rId10" Type="http://schemas.openxmlformats.org/officeDocument/2006/relationships/tags" Target="../tags/tag980.xml"/><Relationship Id="rId4" Type="http://schemas.openxmlformats.org/officeDocument/2006/relationships/tags" Target="../tags/tag974.xml"/><Relationship Id="rId9" Type="http://schemas.openxmlformats.org/officeDocument/2006/relationships/tags" Target="../tags/tag979.xml"/><Relationship Id="rId14" Type="http://schemas.openxmlformats.org/officeDocument/2006/relationships/tags" Target="../tags/tag984.xml"/></Relationships>
</file>

<file path=ppt/slideLayouts/_rels/slideLayout76.xml.rels><?xml version="1.0" encoding="UTF-8" standalone="yes"?>
<Relationships xmlns="http://schemas.openxmlformats.org/package/2006/relationships"><Relationship Id="rId8" Type="http://schemas.openxmlformats.org/officeDocument/2006/relationships/tags" Target="../tags/tag995.xml"/><Relationship Id="rId13" Type="http://schemas.openxmlformats.org/officeDocument/2006/relationships/tags" Target="../tags/tag1000.xml"/><Relationship Id="rId3" Type="http://schemas.openxmlformats.org/officeDocument/2006/relationships/tags" Target="../tags/tag990.xml"/><Relationship Id="rId7" Type="http://schemas.openxmlformats.org/officeDocument/2006/relationships/tags" Target="../tags/tag994.xml"/><Relationship Id="rId12" Type="http://schemas.openxmlformats.org/officeDocument/2006/relationships/tags" Target="../tags/tag999.xml"/><Relationship Id="rId17" Type="http://schemas.openxmlformats.org/officeDocument/2006/relationships/slideMaster" Target="../slideMasters/slideMaster2.xml"/><Relationship Id="rId2" Type="http://schemas.openxmlformats.org/officeDocument/2006/relationships/tags" Target="../tags/tag989.xml"/><Relationship Id="rId16" Type="http://schemas.openxmlformats.org/officeDocument/2006/relationships/tags" Target="../tags/tag1003.xml"/><Relationship Id="rId1" Type="http://schemas.openxmlformats.org/officeDocument/2006/relationships/tags" Target="../tags/tag988.xml"/><Relationship Id="rId6" Type="http://schemas.openxmlformats.org/officeDocument/2006/relationships/tags" Target="../tags/tag993.xml"/><Relationship Id="rId11" Type="http://schemas.openxmlformats.org/officeDocument/2006/relationships/tags" Target="../tags/tag998.xml"/><Relationship Id="rId5" Type="http://schemas.openxmlformats.org/officeDocument/2006/relationships/tags" Target="../tags/tag992.xml"/><Relationship Id="rId15" Type="http://schemas.openxmlformats.org/officeDocument/2006/relationships/tags" Target="../tags/tag1002.xml"/><Relationship Id="rId10" Type="http://schemas.openxmlformats.org/officeDocument/2006/relationships/tags" Target="../tags/tag997.xml"/><Relationship Id="rId4" Type="http://schemas.openxmlformats.org/officeDocument/2006/relationships/tags" Target="../tags/tag991.xml"/><Relationship Id="rId9" Type="http://schemas.openxmlformats.org/officeDocument/2006/relationships/tags" Target="../tags/tag996.xml"/><Relationship Id="rId14" Type="http://schemas.openxmlformats.org/officeDocument/2006/relationships/tags" Target="../tags/tag1001.xml"/></Relationships>
</file>

<file path=ppt/slideLayouts/_rels/slideLayout77.xml.rels><?xml version="1.0" encoding="UTF-8" standalone="yes"?>
<Relationships xmlns="http://schemas.openxmlformats.org/package/2006/relationships"><Relationship Id="rId8" Type="http://schemas.openxmlformats.org/officeDocument/2006/relationships/tags" Target="../tags/tag1011.xml"/><Relationship Id="rId13" Type="http://schemas.openxmlformats.org/officeDocument/2006/relationships/tags" Target="../tags/tag1016.xml"/><Relationship Id="rId3" Type="http://schemas.openxmlformats.org/officeDocument/2006/relationships/tags" Target="../tags/tag1006.xml"/><Relationship Id="rId7" Type="http://schemas.openxmlformats.org/officeDocument/2006/relationships/tags" Target="../tags/tag1010.xml"/><Relationship Id="rId12" Type="http://schemas.openxmlformats.org/officeDocument/2006/relationships/tags" Target="../tags/tag1015.xml"/><Relationship Id="rId2" Type="http://schemas.openxmlformats.org/officeDocument/2006/relationships/tags" Target="../tags/tag1005.xml"/><Relationship Id="rId1" Type="http://schemas.openxmlformats.org/officeDocument/2006/relationships/tags" Target="../tags/tag1004.xml"/><Relationship Id="rId6" Type="http://schemas.openxmlformats.org/officeDocument/2006/relationships/tags" Target="../tags/tag1009.xml"/><Relationship Id="rId11" Type="http://schemas.openxmlformats.org/officeDocument/2006/relationships/tags" Target="../tags/tag1014.xml"/><Relationship Id="rId5" Type="http://schemas.openxmlformats.org/officeDocument/2006/relationships/tags" Target="../tags/tag1008.xml"/><Relationship Id="rId10" Type="http://schemas.openxmlformats.org/officeDocument/2006/relationships/tags" Target="../tags/tag1013.xml"/><Relationship Id="rId4" Type="http://schemas.openxmlformats.org/officeDocument/2006/relationships/tags" Target="../tags/tag1007.xml"/><Relationship Id="rId9" Type="http://schemas.openxmlformats.org/officeDocument/2006/relationships/tags" Target="../tags/tag1012.xml"/><Relationship Id="rId14"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8" Type="http://schemas.openxmlformats.org/officeDocument/2006/relationships/tags" Target="../tags/tag1024.xml"/><Relationship Id="rId13" Type="http://schemas.openxmlformats.org/officeDocument/2006/relationships/tags" Target="../tags/tag1029.xml"/><Relationship Id="rId3" Type="http://schemas.openxmlformats.org/officeDocument/2006/relationships/tags" Target="../tags/tag1019.xml"/><Relationship Id="rId7" Type="http://schemas.openxmlformats.org/officeDocument/2006/relationships/tags" Target="../tags/tag1023.xml"/><Relationship Id="rId12" Type="http://schemas.openxmlformats.org/officeDocument/2006/relationships/tags" Target="../tags/tag1028.xml"/><Relationship Id="rId17" Type="http://schemas.openxmlformats.org/officeDocument/2006/relationships/slideMaster" Target="../slideMasters/slideMaster2.xml"/><Relationship Id="rId2" Type="http://schemas.openxmlformats.org/officeDocument/2006/relationships/tags" Target="../tags/tag1018.xml"/><Relationship Id="rId16" Type="http://schemas.openxmlformats.org/officeDocument/2006/relationships/tags" Target="../tags/tag1032.xml"/><Relationship Id="rId1" Type="http://schemas.openxmlformats.org/officeDocument/2006/relationships/tags" Target="../tags/tag1017.xml"/><Relationship Id="rId6" Type="http://schemas.openxmlformats.org/officeDocument/2006/relationships/tags" Target="../tags/tag1022.xml"/><Relationship Id="rId11" Type="http://schemas.openxmlformats.org/officeDocument/2006/relationships/tags" Target="../tags/tag1027.xml"/><Relationship Id="rId5" Type="http://schemas.openxmlformats.org/officeDocument/2006/relationships/tags" Target="../tags/tag1021.xml"/><Relationship Id="rId15" Type="http://schemas.openxmlformats.org/officeDocument/2006/relationships/tags" Target="../tags/tag1031.xml"/><Relationship Id="rId10" Type="http://schemas.openxmlformats.org/officeDocument/2006/relationships/tags" Target="../tags/tag1026.xml"/><Relationship Id="rId4" Type="http://schemas.openxmlformats.org/officeDocument/2006/relationships/tags" Target="../tags/tag1020.xml"/><Relationship Id="rId9" Type="http://schemas.openxmlformats.org/officeDocument/2006/relationships/tags" Target="../tags/tag1025.xml"/><Relationship Id="rId14" Type="http://schemas.openxmlformats.org/officeDocument/2006/relationships/tags" Target="../tags/tag1030.xml"/></Relationships>
</file>

<file path=ppt/slideLayouts/_rels/slideLayout79.xml.rels><?xml version="1.0" encoding="UTF-8" standalone="yes"?>
<Relationships xmlns="http://schemas.openxmlformats.org/package/2006/relationships"><Relationship Id="rId8" Type="http://schemas.openxmlformats.org/officeDocument/2006/relationships/tags" Target="../tags/tag1040.xml"/><Relationship Id="rId13" Type="http://schemas.openxmlformats.org/officeDocument/2006/relationships/tags" Target="../tags/tag1045.xml"/><Relationship Id="rId3" Type="http://schemas.openxmlformats.org/officeDocument/2006/relationships/tags" Target="../tags/tag1035.xml"/><Relationship Id="rId7" Type="http://schemas.openxmlformats.org/officeDocument/2006/relationships/tags" Target="../tags/tag1039.xml"/><Relationship Id="rId12" Type="http://schemas.openxmlformats.org/officeDocument/2006/relationships/tags" Target="../tags/tag1044.xml"/><Relationship Id="rId17" Type="http://schemas.openxmlformats.org/officeDocument/2006/relationships/slideMaster" Target="../slideMasters/slideMaster2.xml"/><Relationship Id="rId2" Type="http://schemas.openxmlformats.org/officeDocument/2006/relationships/tags" Target="../tags/tag1034.xml"/><Relationship Id="rId16" Type="http://schemas.openxmlformats.org/officeDocument/2006/relationships/tags" Target="../tags/tag1048.xml"/><Relationship Id="rId1" Type="http://schemas.openxmlformats.org/officeDocument/2006/relationships/tags" Target="../tags/tag1033.xml"/><Relationship Id="rId6" Type="http://schemas.openxmlformats.org/officeDocument/2006/relationships/tags" Target="../tags/tag1038.xml"/><Relationship Id="rId11" Type="http://schemas.openxmlformats.org/officeDocument/2006/relationships/tags" Target="../tags/tag1043.xml"/><Relationship Id="rId5" Type="http://schemas.openxmlformats.org/officeDocument/2006/relationships/tags" Target="../tags/tag1037.xml"/><Relationship Id="rId15" Type="http://schemas.openxmlformats.org/officeDocument/2006/relationships/tags" Target="../tags/tag1047.xml"/><Relationship Id="rId10" Type="http://schemas.openxmlformats.org/officeDocument/2006/relationships/tags" Target="../tags/tag1042.xml"/><Relationship Id="rId4" Type="http://schemas.openxmlformats.org/officeDocument/2006/relationships/tags" Target="../tags/tag1036.xml"/><Relationship Id="rId9" Type="http://schemas.openxmlformats.org/officeDocument/2006/relationships/tags" Target="../tags/tag1041.xml"/><Relationship Id="rId14" Type="http://schemas.openxmlformats.org/officeDocument/2006/relationships/tags" Target="../tags/tag1046.xml"/></Relationships>
</file>

<file path=ppt/slideLayouts/_rels/slideLayout80.xml.rels><?xml version="1.0" encoding="UTF-8" standalone="yes"?>
<Relationships xmlns="http://schemas.openxmlformats.org/package/2006/relationships"><Relationship Id="rId8" Type="http://schemas.openxmlformats.org/officeDocument/2006/relationships/tags" Target="../tags/tag1056.xml"/><Relationship Id="rId13" Type="http://schemas.openxmlformats.org/officeDocument/2006/relationships/tags" Target="../tags/tag1061.xml"/><Relationship Id="rId3" Type="http://schemas.openxmlformats.org/officeDocument/2006/relationships/tags" Target="../tags/tag1051.xml"/><Relationship Id="rId7" Type="http://schemas.openxmlformats.org/officeDocument/2006/relationships/tags" Target="../tags/tag1055.xml"/><Relationship Id="rId12" Type="http://schemas.openxmlformats.org/officeDocument/2006/relationships/tags" Target="../tags/tag1060.xml"/><Relationship Id="rId2" Type="http://schemas.openxmlformats.org/officeDocument/2006/relationships/tags" Target="../tags/tag1050.xml"/><Relationship Id="rId1" Type="http://schemas.openxmlformats.org/officeDocument/2006/relationships/tags" Target="../tags/tag1049.xml"/><Relationship Id="rId6" Type="http://schemas.openxmlformats.org/officeDocument/2006/relationships/tags" Target="../tags/tag1054.xml"/><Relationship Id="rId11" Type="http://schemas.openxmlformats.org/officeDocument/2006/relationships/tags" Target="../tags/tag1059.xml"/><Relationship Id="rId5" Type="http://schemas.openxmlformats.org/officeDocument/2006/relationships/tags" Target="../tags/tag1053.xml"/><Relationship Id="rId15" Type="http://schemas.openxmlformats.org/officeDocument/2006/relationships/slideMaster" Target="../slideMasters/slideMaster2.xml"/><Relationship Id="rId10" Type="http://schemas.openxmlformats.org/officeDocument/2006/relationships/tags" Target="../tags/tag1058.xml"/><Relationship Id="rId4" Type="http://schemas.openxmlformats.org/officeDocument/2006/relationships/tags" Target="../tags/tag1052.xml"/><Relationship Id="rId9" Type="http://schemas.openxmlformats.org/officeDocument/2006/relationships/tags" Target="../tags/tag1057.xml"/><Relationship Id="rId14" Type="http://schemas.openxmlformats.org/officeDocument/2006/relationships/tags" Target="../tags/tag1062.xml"/></Relationships>
</file>

<file path=ppt/slideLayouts/_rels/slideLayout81.xml.rels><?xml version="1.0" encoding="UTF-8" standalone="yes"?>
<Relationships xmlns="http://schemas.openxmlformats.org/package/2006/relationships"><Relationship Id="rId8" Type="http://schemas.openxmlformats.org/officeDocument/2006/relationships/tags" Target="../tags/tag1070.xml"/><Relationship Id="rId13" Type="http://schemas.openxmlformats.org/officeDocument/2006/relationships/tags" Target="../tags/tag1075.xml"/><Relationship Id="rId18" Type="http://schemas.openxmlformats.org/officeDocument/2006/relationships/tags" Target="../tags/tag1080.xml"/><Relationship Id="rId3" Type="http://schemas.openxmlformats.org/officeDocument/2006/relationships/tags" Target="../tags/tag1065.xml"/><Relationship Id="rId7" Type="http://schemas.openxmlformats.org/officeDocument/2006/relationships/tags" Target="../tags/tag1069.xml"/><Relationship Id="rId12" Type="http://schemas.openxmlformats.org/officeDocument/2006/relationships/tags" Target="../tags/tag1074.xml"/><Relationship Id="rId17" Type="http://schemas.openxmlformats.org/officeDocument/2006/relationships/tags" Target="../tags/tag1079.xml"/><Relationship Id="rId2" Type="http://schemas.openxmlformats.org/officeDocument/2006/relationships/tags" Target="../tags/tag1064.xml"/><Relationship Id="rId16" Type="http://schemas.openxmlformats.org/officeDocument/2006/relationships/tags" Target="../tags/tag1078.xml"/><Relationship Id="rId20" Type="http://schemas.openxmlformats.org/officeDocument/2006/relationships/image" Target="../media/image13.png"/><Relationship Id="rId1" Type="http://schemas.openxmlformats.org/officeDocument/2006/relationships/tags" Target="../tags/tag1063.xml"/><Relationship Id="rId6" Type="http://schemas.openxmlformats.org/officeDocument/2006/relationships/tags" Target="../tags/tag1068.xml"/><Relationship Id="rId11" Type="http://schemas.openxmlformats.org/officeDocument/2006/relationships/tags" Target="../tags/tag1073.xml"/><Relationship Id="rId5" Type="http://schemas.openxmlformats.org/officeDocument/2006/relationships/tags" Target="../tags/tag1067.xml"/><Relationship Id="rId15" Type="http://schemas.openxmlformats.org/officeDocument/2006/relationships/tags" Target="../tags/tag1077.xml"/><Relationship Id="rId10" Type="http://schemas.openxmlformats.org/officeDocument/2006/relationships/tags" Target="../tags/tag1072.xml"/><Relationship Id="rId19" Type="http://schemas.openxmlformats.org/officeDocument/2006/relationships/slideMaster" Target="../slideMasters/slideMaster2.xml"/><Relationship Id="rId4" Type="http://schemas.openxmlformats.org/officeDocument/2006/relationships/tags" Target="../tags/tag1066.xml"/><Relationship Id="rId9" Type="http://schemas.openxmlformats.org/officeDocument/2006/relationships/tags" Target="../tags/tag1071.xml"/><Relationship Id="rId14" Type="http://schemas.openxmlformats.org/officeDocument/2006/relationships/tags" Target="../tags/tag1076.xml"/></Relationships>
</file>

<file path=ppt/slideLayouts/_rels/slideLayout82.xml.rels><?xml version="1.0" encoding="UTF-8" standalone="yes"?>
<Relationships xmlns="http://schemas.openxmlformats.org/package/2006/relationships"><Relationship Id="rId8" Type="http://schemas.openxmlformats.org/officeDocument/2006/relationships/tags" Target="../tags/tag1088.xml"/><Relationship Id="rId13" Type="http://schemas.openxmlformats.org/officeDocument/2006/relationships/tags" Target="../tags/tag1093.xml"/><Relationship Id="rId18" Type="http://schemas.openxmlformats.org/officeDocument/2006/relationships/tags" Target="../tags/tag1098.xml"/><Relationship Id="rId3" Type="http://schemas.openxmlformats.org/officeDocument/2006/relationships/tags" Target="../tags/tag1083.xml"/><Relationship Id="rId21" Type="http://schemas.openxmlformats.org/officeDocument/2006/relationships/slideMaster" Target="../slideMasters/slideMaster2.xml"/><Relationship Id="rId7" Type="http://schemas.openxmlformats.org/officeDocument/2006/relationships/tags" Target="../tags/tag1087.xml"/><Relationship Id="rId12" Type="http://schemas.openxmlformats.org/officeDocument/2006/relationships/tags" Target="../tags/tag1092.xml"/><Relationship Id="rId17" Type="http://schemas.openxmlformats.org/officeDocument/2006/relationships/tags" Target="../tags/tag1097.xml"/><Relationship Id="rId2" Type="http://schemas.openxmlformats.org/officeDocument/2006/relationships/tags" Target="../tags/tag1082.xml"/><Relationship Id="rId16" Type="http://schemas.openxmlformats.org/officeDocument/2006/relationships/tags" Target="../tags/tag1096.xml"/><Relationship Id="rId20" Type="http://schemas.openxmlformats.org/officeDocument/2006/relationships/tags" Target="../tags/tag1100.xml"/><Relationship Id="rId1" Type="http://schemas.openxmlformats.org/officeDocument/2006/relationships/tags" Target="../tags/tag1081.xml"/><Relationship Id="rId6" Type="http://schemas.openxmlformats.org/officeDocument/2006/relationships/tags" Target="../tags/tag1086.xml"/><Relationship Id="rId11" Type="http://schemas.openxmlformats.org/officeDocument/2006/relationships/tags" Target="../tags/tag1091.xml"/><Relationship Id="rId5" Type="http://schemas.openxmlformats.org/officeDocument/2006/relationships/tags" Target="../tags/tag1085.xml"/><Relationship Id="rId15" Type="http://schemas.openxmlformats.org/officeDocument/2006/relationships/tags" Target="../tags/tag1095.xml"/><Relationship Id="rId10" Type="http://schemas.openxmlformats.org/officeDocument/2006/relationships/tags" Target="../tags/tag1090.xml"/><Relationship Id="rId19" Type="http://schemas.openxmlformats.org/officeDocument/2006/relationships/tags" Target="../tags/tag1099.xml"/><Relationship Id="rId4" Type="http://schemas.openxmlformats.org/officeDocument/2006/relationships/tags" Target="../tags/tag1084.xml"/><Relationship Id="rId9" Type="http://schemas.openxmlformats.org/officeDocument/2006/relationships/tags" Target="../tags/tag1089.xml"/><Relationship Id="rId14" Type="http://schemas.openxmlformats.org/officeDocument/2006/relationships/tags" Target="../tags/tag1094.xml"/></Relationships>
</file>

<file path=ppt/slideLayouts/_rels/slideLayout83.xml.rels><?xml version="1.0" encoding="UTF-8" standalone="yes"?>
<Relationships xmlns="http://schemas.openxmlformats.org/package/2006/relationships"><Relationship Id="rId3" Type="http://schemas.openxmlformats.org/officeDocument/2006/relationships/tags" Target="../tags/tag1103.xml"/><Relationship Id="rId2" Type="http://schemas.openxmlformats.org/officeDocument/2006/relationships/tags" Target="../tags/tag1102.xml"/><Relationship Id="rId1" Type="http://schemas.openxmlformats.org/officeDocument/2006/relationships/tags" Target="../tags/tag1101.xml"/><Relationship Id="rId6" Type="http://schemas.openxmlformats.org/officeDocument/2006/relationships/slideMaster" Target="../slideMasters/slideMaster2.xml"/><Relationship Id="rId5" Type="http://schemas.openxmlformats.org/officeDocument/2006/relationships/tags" Target="../tags/tag1105.xml"/><Relationship Id="rId4" Type="http://schemas.openxmlformats.org/officeDocument/2006/relationships/tags" Target="../tags/tag1104.xml"/></Relationships>
</file>

<file path=ppt/slideLayouts/_rels/slideLayout84.xml.rels><?xml version="1.0" encoding="UTF-8" standalone="yes"?>
<Relationships xmlns="http://schemas.openxmlformats.org/package/2006/relationships"><Relationship Id="rId8" Type="http://schemas.openxmlformats.org/officeDocument/2006/relationships/tags" Target="../tags/tag1113.xml"/><Relationship Id="rId13" Type="http://schemas.openxmlformats.org/officeDocument/2006/relationships/tags" Target="../tags/tag1118.xml"/><Relationship Id="rId3" Type="http://schemas.openxmlformats.org/officeDocument/2006/relationships/tags" Target="../tags/tag1108.xml"/><Relationship Id="rId7" Type="http://schemas.openxmlformats.org/officeDocument/2006/relationships/tags" Target="../tags/tag1112.xml"/><Relationship Id="rId12" Type="http://schemas.openxmlformats.org/officeDocument/2006/relationships/tags" Target="../tags/tag1117.xml"/><Relationship Id="rId2" Type="http://schemas.openxmlformats.org/officeDocument/2006/relationships/tags" Target="../tags/tag1107.xml"/><Relationship Id="rId1" Type="http://schemas.openxmlformats.org/officeDocument/2006/relationships/tags" Target="../tags/tag1106.xml"/><Relationship Id="rId6" Type="http://schemas.openxmlformats.org/officeDocument/2006/relationships/tags" Target="../tags/tag1111.xml"/><Relationship Id="rId11" Type="http://schemas.openxmlformats.org/officeDocument/2006/relationships/tags" Target="../tags/tag1116.xml"/><Relationship Id="rId5" Type="http://schemas.openxmlformats.org/officeDocument/2006/relationships/tags" Target="../tags/tag1110.xml"/><Relationship Id="rId15" Type="http://schemas.openxmlformats.org/officeDocument/2006/relationships/slideMaster" Target="../slideMasters/slideMaster2.xml"/><Relationship Id="rId10" Type="http://schemas.openxmlformats.org/officeDocument/2006/relationships/tags" Target="../tags/tag1115.xml"/><Relationship Id="rId4" Type="http://schemas.openxmlformats.org/officeDocument/2006/relationships/tags" Target="../tags/tag1109.xml"/><Relationship Id="rId9" Type="http://schemas.openxmlformats.org/officeDocument/2006/relationships/tags" Target="../tags/tag1114.xml"/><Relationship Id="rId14" Type="http://schemas.openxmlformats.org/officeDocument/2006/relationships/tags" Target="../tags/tag1119.xml"/></Relationships>
</file>

<file path=ppt/slideLayouts/_rels/slideLayout85.xml.rels><?xml version="1.0" encoding="UTF-8" standalone="yes"?>
<Relationships xmlns="http://schemas.openxmlformats.org/package/2006/relationships"><Relationship Id="rId3" Type="http://schemas.openxmlformats.org/officeDocument/2006/relationships/tags" Target="../tags/tag1122.xml"/><Relationship Id="rId7" Type="http://schemas.openxmlformats.org/officeDocument/2006/relationships/slideMaster" Target="../slideMasters/slideMaster2.xml"/><Relationship Id="rId2" Type="http://schemas.openxmlformats.org/officeDocument/2006/relationships/tags" Target="../tags/tag1121.xml"/><Relationship Id="rId1" Type="http://schemas.openxmlformats.org/officeDocument/2006/relationships/tags" Target="../tags/tag1120.xml"/><Relationship Id="rId6" Type="http://schemas.openxmlformats.org/officeDocument/2006/relationships/tags" Target="../tags/tag1125.xml"/><Relationship Id="rId5" Type="http://schemas.openxmlformats.org/officeDocument/2006/relationships/tags" Target="../tags/tag1124.xml"/><Relationship Id="rId4" Type="http://schemas.openxmlformats.org/officeDocument/2006/relationships/tags" Target="../tags/tag1123.xml"/></Relationships>
</file>

<file path=ppt/slideLayouts/_rels/slideLayout86.xml.rels><?xml version="1.0" encoding="UTF-8" standalone="yes"?>
<Relationships xmlns="http://schemas.openxmlformats.org/package/2006/relationships"><Relationship Id="rId8" Type="http://schemas.openxmlformats.org/officeDocument/2006/relationships/tags" Target="../tags/tag1133.xml"/><Relationship Id="rId3" Type="http://schemas.openxmlformats.org/officeDocument/2006/relationships/tags" Target="../tags/tag1128.xml"/><Relationship Id="rId7" Type="http://schemas.openxmlformats.org/officeDocument/2006/relationships/tags" Target="../tags/tag1132.xml"/><Relationship Id="rId2" Type="http://schemas.openxmlformats.org/officeDocument/2006/relationships/tags" Target="../tags/tag1127.xml"/><Relationship Id="rId1" Type="http://schemas.openxmlformats.org/officeDocument/2006/relationships/tags" Target="../tags/tag1126.xml"/><Relationship Id="rId6" Type="http://schemas.openxmlformats.org/officeDocument/2006/relationships/tags" Target="../tags/tag1131.xml"/><Relationship Id="rId5" Type="http://schemas.openxmlformats.org/officeDocument/2006/relationships/tags" Target="../tags/tag1130.xml"/><Relationship Id="rId4" Type="http://schemas.openxmlformats.org/officeDocument/2006/relationships/tags" Target="../tags/tag1129.xml"/><Relationship Id="rId9" Type="http://schemas.openxmlformats.org/officeDocument/2006/relationships/slideMaster" Target="../slideMasters/slideMaster2.xml"/></Relationships>
</file>

<file path=ppt/slideLayouts/_rels/slideLayout87.xml.rels><?xml version="1.0" encoding="UTF-8" standalone="yes"?>
<Relationships xmlns="http://schemas.openxmlformats.org/package/2006/relationships"><Relationship Id="rId3" Type="http://schemas.openxmlformats.org/officeDocument/2006/relationships/tags" Target="../tags/tag1136.xml"/><Relationship Id="rId2" Type="http://schemas.openxmlformats.org/officeDocument/2006/relationships/tags" Target="../tags/tag1135.xml"/><Relationship Id="rId1" Type="http://schemas.openxmlformats.org/officeDocument/2006/relationships/tags" Target="../tags/tag1134.xml"/><Relationship Id="rId5" Type="http://schemas.openxmlformats.org/officeDocument/2006/relationships/slideMaster" Target="../slideMasters/slideMaster2.xml"/><Relationship Id="rId4" Type="http://schemas.openxmlformats.org/officeDocument/2006/relationships/tags" Target="../tags/tag1137.xml"/></Relationships>
</file>

<file path=ppt/slideLayouts/_rels/slideLayout88.xml.rels><?xml version="1.0" encoding="UTF-8" standalone="yes"?>
<Relationships xmlns="http://schemas.openxmlformats.org/package/2006/relationships"><Relationship Id="rId3" Type="http://schemas.openxmlformats.org/officeDocument/2006/relationships/tags" Target="../tags/tag1140.xml"/><Relationship Id="rId2" Type="http://schemas.openxmlformats.org/officeDocument/2006/relationships/tags" Target="../tags/tag1139.xml"/><Relationship Id="rId1" Type="http://schemas.openxmlformats.org/officeDocument/2006/relationships/tags" Target="../tags/tag1138.xml"/><Relationship Id="rId4" Type="http://schemas.openxmlformats.org/officeDocument/2006/relationships/slideMaster" Target="../slideMasters/slideMaster2.xml"/></Relationships>
</file>

<file path=ppt/slideLayouts/_rels/slideLayout89.xml.rels><?xml version="1.0" encoding="UTF-8" standalone="yes"?>
<Relationships xmlns="http://schemas.openxmlformats.org/package/2006/relationships"><Relationship Id="rId3" Type="http://schemas.openxmlformats.org/officeDocument/2006/relationships/tags" Target="../tags/tag1143.xml"/><Relationship Id="rId2" Type="http://schemas.openxmlformats.org/officeDocument/2006/relationships/tags" Target="../tags/tag1142.xml"/><Relationship Id="rId1" Type="http://schemas.openxmlformats.org/officeDocument/2006/relationships/tags" Target="../tags/tag1141.xml"/><Relationship Id="rId5" Type="http://schemas.openxmlformats.org/officeDocument/2006/relationships/slideMaster" Target="../slideMasters/slideMaster2.xml"/><Relationship Id="rId4" Type="http://schemas.openxmlformats.org/officeDocument/2006/relationships/tags" Target="../tags/tag1144.xml"/></Relationships>
</file>

<file path=ppt/slideLayouts/_rels/slideLayout90.xml.rels><?xml version="1.0" encoding="UTF-8" standalone="yes"?>
<Relationships xmlns="http://schemas.openxmlformats.org/package/2006/relationships"><Relationship Id="rId3" Type="http://schemas.openxmlformats.org/officeDocument/2006/relationships/tags" Target="../tags/tag1147.xml"/><Relationship Id="rId2" Type="http://schemas.openxmlformats.org/officeDocument/2006/relationships/tags" Target="../tags/tag1146.xml"/><Relationship Id="rId1" Type="http://schemas.openxmlformats.org/officeDocument/2006/relationships/tags" Target="../tags/tag1145.xml"/><Relationship Id="rId6" Type="http://schemas.openxmlformats.org/officeDocument/2006/relationships/slideMaster" Target="../slideMasters/slideMaster2.xml"/><Relationship Id="rId5" Type="http://schemas.openxmlformats.org/officeDocument/2006/relationships/tags" Target="../tags/tag1149.xml"/><Relationship Id="rId4" Type="http://schemas.openxmlformats.org/officeDocument/2006/relationships/tags" Target="../tags/tag1148.xml"/></Relationships>
</file>

<file path=ppt/slideLayouts/_rels/slideLayout91.xml.rels><?xml version="1.0" encoding="UTF-8" standalone="yes"?>
<Relationships xmlns="http://schemas.openxmlformats.org/package/2006/relationships"><Relationship Id="rId8" Type="http://schemas.openxmlformats.org/officeDocument/2006/relationships/tags" Target="../tags/tag1157.xml"/><Relationship Id="rId13" Type="http://schemas.openxmlformats.org/officeDocument/2006/relationships/tags" Target="../tags/tag1162.xml"/><Relationship Id="rId18" Type="http://schemas.openxmlformats.org/officeDocument/2006/relationships/slideMaster" Target="../slideMasters/slideMaster2.xml"/><Relationship Id="rId3" Type="http://schemas.openxmlformats.org/officeDocument/2006/relationships/tags" Target="../tags/tag1152.xml"/><Relationship Id="rId7" Type="http://schemas.openxmlformats.org/officeDocument/2006/relationships/tags" Target="../tags/tag1156.xml"/><Relationship Id="rId12" Type="http://schemas.openxmlformats.org/officeDocument/2006/relationships/tags" Target="../tags/tag1161.xml"/><Relationship Id="rId17" Type="http://schemas.openxmlformats.org/officeDocument/2006/relationships/tags" Target="../tags/tag1166.xml"/><Relationship Id="rId2" Type="http://schemas.openxmlformats.org/officeDocument/2006/relationships/tags" Target="../tags/tag1151.xml"/><Relationship Id="rId16" Type="http://schemas.openxmlformats.org/officeDocument/2006/relationships/tags" Target="../tags/tag1165.xml"/><Relationship Id="rId1" Type="http://schemas.openxmlformats.org/officeDocument/2006/relationships/tags" Target="../tags/tag1150.xml"/><Relationship Id="rId6" Type="http://schemas.openxmlformats.org/officeDocument/2006/relationships/tags" Target="../tags/tag1155.xml"/><Relationship Id="rId11" Type="http://schemas.openxmlformats.org/officeDocument/2006/relationships/tags" Target="../tags/tag1160.xml"/><Relationship Id="rId5" Type="http://schemas.openxmlformats.org/officeDocument/2006/relationships/tags" Target="../tags/tag1154.xml"/><Relationship Id="rId15" Type="http://schemas.openxmlformats.org/officeDocument/2006/relationships/tags" Target="../tags/tag1164.xml"/><Relationship Id="rId10" Type="http://schemas.openxmlformats.org/officeDocument/2006/relationships/tags" Target="../tags/tag1159.xml"/><Relationship Id="rId4" Type="http://schemas.openxmlformats.org/officeDocument/2006/relationships/tags" Target="../tags/tag1153.xml"/><Relationship Id="rId9" Type="http://schemas.openxmlformats.org/officeDocument/2006/relationships/tags" Target="../tags/tag1158.xml"/><Relationship Id="rId14" Type="http://schemas.openxmlformats.org/officeDocument/2006/relationships/tags" Target="../tags/tag1163.xml"/></Relationships>
</file>

<file path=ppt/slideLayouts/_rels/slideLayout92.xml.rels><?xml version="1.0" encoding="UTF-8" standalone="yes"?>
<Relationships xmlns="http://schemas.openxmlformats.org/package/2006/relationships"><Relationship Id="rId8" Type="http://schemas.openxmlformats.org/officeDocument/2006/relationships/tags" Target="../tags/tag1174.xml"/><Relationship Id="rId13" Type="http://schemas.openxmlformats.org/officeDocument/2006/relationships/tags" Target="../tags/tag1179.xml"/><Relationship Id="rId18" Type="http://schemas.openxmlformats.org/officeDocument/2006/relationships/slideMaster" Target="../slideMasters/slideMaster2.xml"/><Relationship Id="rId3" Type="http://schemas.openxmlformats.org/officeDocument/2006/relationships/tags" Target="../tags/tag1169.xml"/><Relationship Id="rId7" Type="http://schemas.openxmlformats.org/officeDocument/2006/relationships/tags" Target="../tags/tag1173.xml"/><Relationship Id="rId12" Type="http://schemas.openxmlformats.org/officeDocument/2006/relationships/tags" Target="../tags/tag1178.xml"/><Relationship Id="rId17" Type="http://schemas.openxmlformats.org/officeDocument/2006/relationships/tags" Target="../tags/tag1183.xml"/><Relationship Id="rId2" Type="http://schemas.openxmlformats.org/officeDocument/2006/relationships/tags" Target="../tags/tag1168.xml"/><Relationship Id="rId16" Type="http://schemas.openxmlformats.org/officeDocument/2006/relationships/tags" Target="../tags/tag1182.xml"/><Relationship Id="rId1" Type="http://schemas.openxmlformats.org/officeDocument/2006/relationships/tags" Target="../tags/tag1167.xml"/><Relationship Id="rId6" Type="http://schemas.openxmlformats.org/officeDocument/2006/relationships/tags" Target="../tags/tag1172.xml"/><Relationship Id="rId11" Type="http://schemas.openxmlformats.org/officeDocument/2006/relationships/tags" Target="../tags/tag1177.xml"/><Relationship Id="rId5" Type="http://schemas.openxmlformats.org/officeDocument/2006/relationships/tags" Target="../tags/tag1171.xml"/><Relationship Id="rId15" Type="http://schemas.openxmlformats.org/officeDocument/2006/relationships/tags" Target="../tags/tag1181.xml"/><Relationship Id="rId10" Type="http://schemas.openxmlformats.org/officeDocument/2006/relationships/tags" Target="../tags/tag1176.xml"/><Relationship Id="rId4" Type="http://schemas.openxmlformats.org/officeDocument/2006/relationships/tags" Target="../tags/tag1170.xml"/><Relationship Id="rId9" Type="http://schemas.openxmlformats.org/officeDocument/2006/relationships/tags" Target="../tags/tag1175.xml"/><Relationship Id="rId14" Type="http://schemas.openxmlformats.org/officeDocument/2006/relationships/tags" Target="../tags/tag1180.xml"/></Relationships>
</file>

<file path=ppt/slideLayouts/_rels/slideLayout93.xml.rels><?xml version="1.0" encoding="UTF-8" standalone="yes"?>
<Relationships xmlns="http://schemas.openxmlformats.org/package/2006/relationships"><Relationship Id="rId8" Type="http://schemas.openxmlformats.org/officeDocument/2006/relationships/tags" Target="../tags/tag1191.xml"/><Relationship Id="rId3" Type="http://schemas.openxmlformats.org/officeDocument/2006/relationships/tags" Target="../tags/tag1186.xml"/><Relationship Id="rId7" Type="http://schemas.openxmlformats.org/officeDocument/2006/relationships/tags" Target="../tags/tag1190.xml"/><Relationship Id="rId2" Type="http://schemas.openxmlformats.org/officeDocument/2006/relationships/tags" Target="../tags/tag1185.xml"/><Relationship Id="rId1" Type="http://schemas.openxmlformats.org/officeDocument/2006/relationships/tags" Target="../tags/tag1184.xml"/><Relationship Id="rId6" Type="http://schemas.openxmlformats.org/officeDocument/2006/relationships/tags" Target="../tags/tag1189.xml"/><Relationship Id="rId11" Type="http://schemas.openxmlformats.org/officeDocument/2006/relationships/slideMaster" Target="../slideMasters/slideMaster2.xml"/><Relationship Id="rId5" Type="http://schemas.openxmlformats.org/officeDocument/2006/relationships/tags" Target="../tags/tag1188.xml"/><Relationship Id="rId10" Type="http://schemas.openxmlformats.org/officeDocument/2006/relationships/tags" Target="../tags/tag1193.xml"/><Relationship Id="rId4" Type="http://schemas.openxmlformats.org/officeDocument/2006/relationships/tags" Target="../tags/tag1187.xml"/><Relationship Id="rId9" Type="http://schemas.openxmlformats.org/officeDocument/2006/relationships/tags" Target="../tags/tag1192.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7" name="标题 1"/>
          <p:cNvSpPr txBox="1"/>
          <p:nvPr userDrawn="1"/>
        </p:nvSpPr>
        <p:spPr>
          <a:xfrm>
            <a:off x="321303" y="961510"/>
            <a:ext cx="11549394" cy="3990500"/>
          </a:xfrm>
          <a:prstGeom prst="plaque">
            <a:avLst>
              <a:gd name="adj" fmla="val 4630"/>
            </a:avLst>
          </a:prstGeom>
          <a:solidFill>
            <a:schemeClr val="bg1"/>
          </a:solidFill>
          <a:ln w="12700" cap="sq">
            <a:noFill/>
            <a:miter/>
          </a:ln>
          <a:effectLst>
            <a:outerShdw blurRad="368300" algn="ctr" rotWithShape="0">
              <a:schemeClr val="accent1">
                <a:lumMod val="60000"/>
                <a:lumOff val="40000"/>
                <a:alpha val="40000"/>
              </a:schemeClr>
            </a:outerShdw>
          </a:effectLst>
        </p:spPr>
        <p:txBody>
          <a:bodyPr vert="horz" wrap="square" lIns="91440" tIns="45720" rIns="91440" bIns="45720"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10000"/>
              </a:lnSpc>
            </a:pPr>
            <a:endParaRPr kumimoji="1" lang="zh-CN" altLang="en-US"/>
          </a:p>
        </p:txBody>
      </p:sp>
      <p:sp>
        <p:nvSpPr>
          <p:cNvPr id="8" name="标题 1"/>
          <p:cNvSpPr>
            <a:spLocks noGrp="1"/>
          </p:cNvSpPr>
          <p:nvPr>
            <p:ph type="ctrTitle"/>
          </p:nvPr>
        </p:nvSpPr>
        <p:spPr>
          <a:xfrm>
            <a:off x="1388188" y="970756"/>
            <a:ext cx="9415624" cy="2387600"/>
          </a:xfrm>
          <a:prstGeom prst="rect">
            <a:avLst/>
          </a:prstGeom>
        </p:spPr>
        <p:txBody>
          <a:bodyPr anchor="ctr"/>
          <a:lstStyle>
            <a:lvl1pPr algn="ctr">
              <a:defRPr sz="6000"/>
            </a:lvl1pPr>
          </a:lstStyle>
          <a:p>
            <a:r>
              <a:rPr lang="zh-CN" altLang="en-US" dirty="0"/>
              <a:t>单击此处编辑母版标题样式</a:t>
            </a:r>
          </a:p>
        </p:txBody>
      </p:sp>
      <p:cxnSp>
        <p:nvCxnSpPr>
          <p:cNvPr id="9" name="直线连接符 11"/>
          <p:cNvCxnSpPr/>
          <p:nvPr userDrawn="1"/>
        </p:nvCxnSpPr>
        <p:spPr>
          <a:xfrm>
            <a:off x="0" y="667469"/>
            <a:ext cx="12192000"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10" name="图片 9"/>
          <p:cNvPicPr>
            <a:picLocks noChangeAspect="1"/>
          </p:cNvPicPr>
          <p:nvPr userDrawn="1"/>
        </p:nvPicPr>
        <p:blipFill>
          <a:blip r:embed="rId2" cstate="print">
            <a:extLst>
              <a:ext uri="{28A0092B-C50C-407E-A947-70E740481C1C}">
                <a14:useLocalDpi xmlns:a14="http://schemas.microsoft.com/office/drawing/2010/main" val="0"/>
              </a:ext>
            </a:extLst>
          </a:blip>
          <a:srcRect t="42287"/>
          <a:stretch>
            <a:fillRect/>
          </a:stretch>
        </p:blipFill>
        <p:spPr>
          <a:xfrm>
            <a:off x="0" y="5075428"/>
            <a:ext cx="12192000" cy="1782572"/>
          </a:xfrm>
          <a:prstGeom prst="rect">
            <a:avLst/>
          </a:prstGeom>
        </p:spPr>
      </p:pic>
      <p:pic>
        <p:nvPicPr>
          <p:cNvPr id="11" name="图片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8248040" y="0"/>
            <a:ext cx="3943960" cy="655174"/>
          </a:xfrm>
          <a:prstGeom prst="rect">
            <a:avLst/>
          </a:prstGeom>
        </p:spPr>
      </p:pic>
      <p:pic>
        <p:nvPicPr>
          <p:cNvPr id="12" name="图片 11"/>
          <p:cNvPicPr>
            <a:picLocks noChangeAspect="1"/>
          </p:cNvPicPr>
          <p:nvPr userDrawn="1"/>
        </p:nvPicPr>
        <p:blipFill>
          <a:blip r:embed="rId4">
            <a:extLst>
              <a:ext uri="{28A0092B-C50C-407E-A947-70E740481C1C}">
                <a14:useLocalDpi xmlns:a14="http://schemas.microsoft.com/office/drawing/2010/main" val="0"/>
              </a:ext>
            </a:extLst>
          </a:blip>
          <a:srcRect/>
          <a:stretch>
            <a:fillRect/>
          </a:stretch>
        </p:blipFill>
        <p:spPr>
          <a:xfrm>
            <a:off x="0" y="52197"/>
            <a:ext cx="2634199" cy="553563"/>
          </a:xfrm>
          <a:prstGeom prst="rect">
            <a:avLst/>
          </a:prstGeom>
        </p:spPr>
      </p:pic>
      <p:sp>
        <p:nvSpPr>
          <p:cNvPr id="14" name="副标题 2"/>
          <p:cNvSpPr>
            <a:spLocks noGrp="1"/>
          </p:cNvSpPr>
          <p:nvPr>
            <p:ph type="subTitle" idx="1"/>
          </p:nvPr>
        </p:nvSpPr>
        <p:spPr>
          <a:xfrm>
            <a:off x="1388188" y="3481774"/>
            <a:ext cx="9415624" cy="912096"/>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p>
        </p:txBody>
      </p:sp>
    </p:spTree>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目录">
    <p:spTree>
      <p:nvGrpSpPr>
        <p:cNvPr id="1" name=""/>
        <p:cNvGrpSpPr/>
        <p:nvPr/>
      </p:nvGrpSpPr>
      <p:grpSpPr>
        <a:xfrm>
          <a:off x="0" y="0"/>
          <a:ext cx="0" cy="0"/>
          <a:chOff x="0" y="0"/>
          <a:chExt cx="0" cy="0"/>
        </a:xfrm>
      </p:grpSpPr>
      <p:sp>
        <p:nvSpPr>
          <p:cNvPr id="7" name="矩形 6"/>
          <p:cNvSpPr/>
          <p:nvPr userDrawn="1"/>
        </p:nvSpPr>
        <p:spPr>
          <a:xfrm>
            <a:off x="0" y="4878222"/>
            <a:ext cx="12192000" cy="1979778"/>
          </a:xfrm>
          <a:prstGeom prst="rect">
            <a:avLst/>
          </a:prstGeom>
          <a:blipFill dpi="0" rotWithShape="1">
            <a:blip r:embed="rId2">
              <a:alphaModFix amt="60000"/>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object 3"/>
          <p:cNvSpPr/>
          <p:nvPr userDrawn="1"/>
        </p:nvSpPr>
        <p:spPr>
          <a:xfrm>
            <a:off x="0" y="0"/>
            <a:ext cx="4180840" cy="6858000"/>
          </a:xfrm>
          <a:custGeom>
            <a:avLst/>
            <a:gdLst/>
            <a:ahLst/>
            <a:cxnLst/>
            <a:rect l="l" t="t" r="r" b="b"/>
            <a:pathLst>
              <a:path w="4180840" h="6858000">
                <a:moveTo>
                  <a:pt x="0" y="6857999"/>
                </a:moveTo>
                <a:lnTo>
                  <a:pt x="4180331" y="6858000"/>
                </a:lnTo>
                <a:lnTo>
                  <a:pt x="4180331" y="0"/>
                </a:lnTo>
                <a:lnTo>
                  <a:pt x="0" y="0"/>
                </a:lnTo>
                <a:lnTo>
                  <a:pt x="0" y="6857999"/>
                </a:lnTo>
                <a:close/>
              </a:path>
            </a:pathLst>
          </a:custGeom>
          <a:solidFill>
            <a:srgbClr val="4471C4">
              <a:alpha val="90194"/>
            </a:srgbClr>
          </a:solidFill>
        </p:spPr>
        <p:txBody>
          <a:bodyPr wrap="square" lIns="0" tIns="0" rIns="0" bIns="0" rtlCol="0"/>
          <a:lstStyle/>
          <a:p>
            <a:pPr algn="ctr"/>
            <a:endParaRPr>
              <a:solidFill>
                <a:schemeClr val="bg1"/>
              </a:solidFill>
            </a:endParaRPr>
          </a:p>
        </p:txBody>
      </p:sp>
      <p:sp>
        <p:nvSpPr>
          <p:cNvPr id="9" name="object 6"/>
          <p:cNvSpPr txBox="1"/>
          <p:nvPr userDrawn="1"/>
        </p:nvSpPr>
        <p:spPr>
          <a:xfrm>
            <a:off x="-184052" y="3053256"/>
            <a:ext cx="4448931" cy="751488"/>
          </a:xfrm>
          <a:prstGeom prst="rect">
            <a:avLst/>
          </a:prstGeom>
        </p:spPr>
        <p:txBody>
          <a:bodyPr vert="horz" wrap="square" lIns="0" tIns="12700" rIns="0" bIns="0" rtlCol="0">
            <a:spAutoFit/>
          </a:bodyPr>
          <a:lstStyle/>
          <a:p>
            <a:pPr marL="12700" algn="ctr">
              <a:lnSpc>
                <a:spcPct val="100000"/>
              </a:lnSpc>
              <a:spcBef>
                <a:spcPts val="100"/>
              </a:spcBef>
            </a:pPr>
            <a:r>
              <a:rPr sz="4800" spc="285" dirty="0">
                <a:solidFill>
                  <a:schemeClr val="bg1"/>
                </a:solidFill>
                <a:latin typeface="+mj-lt"/>
                <a:cs typeface="宋体" panose="02010600030101010101" pitchFamily="2" charset="-122"/>
              </a:rPr>
              <a:t>C</a:t>
            </a:r>
            <a:r>
              <a:rPr sz="4800" spc="-265" dirty="0">
                <a:solidFill>
                  <a:schemeClr val="bg1"/>
                </a:solidFill>
                <a:latin typeface="+mj-lt"/>
                <a:cs typeface="宋体" panose="02010600030101010101" pitchFamily="2" charset="-122"/>
              </a:rPr>
              <a:t> </a:t>
            </a:r>
            <a:r>
              <a:rPr sz="4800" spc="610" dirty="0">
                <a:solidFill>
                  <a:schemeClr val="bg1"/>
                </a:solidFill>
                <a:latin typeface="+mj-lt"/>
                <a:cs typeface="宋体" panose="02010600030101010101" pitchFamily="2" charset="-122"/>
              </a:rPr>
              <a:t>O</a:t>
            </a:r>
            <a:r>
              <a:rPr sz="4800" spc="-270" dirty="0">
                <a:solidFill>
                  <a:schemeClr val="bg1"/>
                </a:solidFill>
                <a:latin typeface="+mj-lt"/>
                <a:cs typeface="宋体" panose="02010600030101010101" pitchFamily="2" charset="-122"/>
              </a:rPr>
              <a:t> </a:t>
            </a:r>
            <a:r>
              <a:rPr sz="4800" spc="540" dirty="0">
                <a:solidFill>
                  <a:schemeClr val="bg1"/>
                </a:solidFill>
                <a:latin typeface="+mj-lt"/>
                <a:cs typeface="宋体" panose="02010600030101010101" pitchFamily="2" charset="-122"/>
              </a:rPr>
              <a:t>N</a:t>
            </a:r>
            <a:r>
              <a:rPr lang="en-US" sz="4800" spc="-265" dirty="0">
                <a:solidFill>
                  <a:schemeClr val="bg1"/>
                </a:solidFill>
                <a:latin typeface="+mj-lt"/>
                <a:cs typeface="宋体" panose="02010600030101010101" pitchFamily="2" charset="-122"/>
              </a:rPr>
              <a:t> </a:t>
            </a:r>
            <a:r>
              <a:rPr sz="4800" dirty="0">
                <a:solidFill>
                  <a:schemeClr val="bg1"/>
                </a:solidFill>
                <a:latin typeface="+mj-lt"/>
                <a:cs typeface="宋体" panose="02010600030101010101" pitchFamily="2" charset="-122"/>
              </a:rPr>
              <a:t>T</a:t>
            </a:r>
            <a:r>
              <a:rPr sz="4800" spc="-260" dirty="0">
                <a:solidFill>
                  <a:schemeClr val="bg1"/>
                </a:solidFill>
                <a:latin typeface="+mj-lt"/>
                <a:cs typeface="宋体" panose="02010600030101010101" pitchFamily="2" charset="-122"/>
              </a:rPr>
              <a:t> </a:t>
            </a:r>
            <a:r>
              <a:rPr sz="4800" dirty="0">
                <a:solidFill>
                  <a:schemeClr val="bg1"/>
                </a:solidFill>
                <a:latin typeface="+mj-lt"/>
                <a:cs typeface="宋体" panose="02010600030101010101" pitchFamily="2" charset="-122"/>
              </a:rPr>
              <a:t>E</a:t>
            </a:r>
            <a:r>
              <a:rPr sz="4800" spc="-270" dirty="0">
                <a:solidFill>
                  <a:schemeClr val="bg1"/>
                </a:solidFill>
                <a:latin typeface="+mj-lt"/>
                <a:cs typeface="宋体" panose="02010600030101010101" pitchFamily="2" charset="-122"/>
              </a:rPr>
              <a:t> </a:t>
            </a:r>
            <a:r>
              <a:rPr sz="4800" spc="540" dirty="0">
                <a:solidFill>
                  <a:schemeClr val="bg1"/>
                </a:solidFill>
                <a:latin typeface="+mj-lt"/>
                <a:cs typeface="宋体" panose="02010600030101010101" pitchFamily="2" charset="-122"/>
              </a:rPr>
              <a:t>N</a:t>
            </a:r>
            <a:r>
              <a:rPr sz="4800" spc="-254" dirty="0">
                <a:solidFill>
                  <a:schemeClr val="bg1"/>
                </a:solidFill>
                <a:latin typeface="+mj-lt"/>
                <a:cs typeface="宋体" panose="02010600030101010101" pitchFamily="2" charset="-122"/>
              </a:rPr>
              <a:t> </a:t>
            </a:r>
            <a:r>
              <a:rPr sz="4800" spc="-50" dirty="0">
                <a:solidFill>
                  <a:schemeClr val="bg1"/>
                </a:solidFill>
                <a:latin typeface="+mj-lt"/>
                <a:cs typeface="宋体" panose="02010600030101010101" pitchFamily="2" charset="-122"/>
              </a:rPr>
              <a:t>T</a:t>
            </a:r>
            <a:endParaRPr sz="4800" dirty="0">
              <a:solidFill>
                <a:schemeClr val="bg1"/>
              </a:solidFill>
              <a:latin typeface="+mj-lt"/>
              <a:cs typeface="宋体" panose="02010600030101010101" pitchFamily="2" charset="-122"/>
            </a:endParaRPr>
          </a:p>
        </p:txBody>
      </p:sp>
      <p:sp>
        <p:nvSpPr>
          <p:cNvPr id="10" name="object 7"/>
          <p:cNvSpPr txBox="1"/>
          <p:nvPr userDrawn="1"/>
        </p:nvSpPr>
        <p:spPr>
          <a:xfrm>
            <a:off x="-134046" y="714337"/>
            <a:ext cx="4245384" cy="1859483"/>
          </a:xfrm>
          <a:prstGeom prst="rect">
            <a:avLst/>
          </a:prstGeom>
        </p:spPr>
        <p:txBody>
          <a:bodyPr vert="horz" wrap="square" lIns="0" tIns="12700" rIns="0" bIns="0" rtlCol="0">
            <a:spAutoFit/>
          </a:bodyPr>
          <a:lstStyle/>
          <a:p>
            <a:pPr marL="12700" algn="ctr">
              <a:lnSpc>
                <a:spcPct val="100000"/>
              </a:lnSpc>
              <a:spcBef>
                <a:spcPts val="100"/>
              </a:spcBef>
              <a:tabLst>
                <a:tab pos="1324610" algn="l"/>
              </a:tabLst>
            </a:pPr>
            <a:r>
              <a:rPr sz="12000" spc="-50" dirty="0">
                <a:solidFill>
                  <a:schemeClr val="bg1"/>
                </a:solidFill>
                <a:latin typeface="微软雅黑" panose="020B0503020204020204" charset="-122"/>
                <a:cs typeface="微软雅黑" panose="020B0503020204020204" charset="-122"/>
              </a:rPr>
              <a:t>目</a:t>
            </a:r>
            <a:r>
              <a:rPr sz="12000" dirty="0">
                <a:solidFill>
                  <a:schemeClr val="bg1"/>
                </a:solidFill>
                <a:latin typeface="微软雅黑" panose="020B0503020204020204" charset="-122"/>
                <a:cs typeface="微软雅黑" panose="020B0503020204020204" charset="-122"/>
              </a:rPr>
              <a:t>	</a:t>
            </a:r>
            <a:r>
              <a:rPr sz="12000" spc="-50" dirty="0">
                <a:solidFill>
                  <a:schemeClr val="bg1"/>
                </a:solidFill>
                <a:latin typeface="微软雅黑" panose="020B0503020204020204" charset="-122"/>
                <a:cs typeface="微软雅黑" panose="020B0503020204020204" charset="-122"/>
              </a:rPr>
              <a:t>录</a:t>
            </a:r>
            <a:endParaRPr sz="12000" dirty="0">
              <a:solidFill>
                <a:schemeClr val="bg1"/>
              </a:solidFill>
              <a:latin typeface="微软雅黑" panose="020B0503020204020204" charset="-122"/>
              <a:cs typeface="微软雅黑" panose="020B0503020204020204" charset="-122"/>
            </a:endParaRPr>
          </a:p>
        </p:txBody>
      </p:sp>
      <p:grpSp>
        <p:nvGrpSpPr>
          <p:cNvPr id="12" name="组合 11"/>
          <p:cNvGrpSpPr/>
          <p:nvPr userDrawn="1"/>
        </p:nvGrpSpPr>
        <p:grpSpPr>
          <a:xfrm>
            <a:off x="292937" y="4552540"/>
            <a:ext cx="3391417" cy="1557664"/>
            <a:chOff x="144167" y="4585999"/>
            <a:chExt cx="3391417" cy="1557664"/>
          </a:xfrm>
        </p:grpSpPr>
        <p:pic>
          <p:nvPicPr>
            <p:cNvPr id="13" name="object 18"/>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rcRect l="24401" t="15529" r="24997" b="12057"/>
            <a:stretch>
              <a:fillRect/>
            </a:stretch>
          </p:blipFill>
          <p:spPr>
            <a:xfrm>
              <a:off x="1981687" y="4585999"/>
              <a:ext cx="1553897" cy="1557664"/>
            </a:xfrm>
            <a:prstGeom prst="rect">
              <a:avLst/>
            </a:prstGeom>
          </p:spPr>
        </p:pic>
        <p:pic>
          <p:nvPicPr>
            <p:cNvPr id="14" name="Picture 2" descr="广东石油化工学院"/>
            <p:cNvPicPr>
              <a:picLocks noChangeAspect="1" noChangeArrowheads="1"/>
            </p:cNvPicPr>
            <p:nvPr userDrawn="1"/>
          </p:nvPicPr>
          <p:blipFill rotWithShape="1">
            <a:blip r:embed="rId4" cstate="print">
              <a:clrChange>
                <a:clrFrom>
                  <a:srgbClr val="FFFFFF"/>
                </a:clrFrom>
                <a:clrTo>
                  <a:srgbClr val="FFFFFF">
                    <a:alpha val="0"/>
                  </a:srgbClr>
                </a:clrTo>
              </a:clrChange>
              <a:duotone>
                <a:schemeClr val="bg2">
                  <a:shade val="45000"/>
                  <a:satMod val="135000"/>
                </a:schemeClr>
                <a:prstClr val="white"/>
              </a:duotone>
              <a:extLst>
                <a:ext uri="{28A0092B-C50C-407E-A947-70E740481C1C}">
                  <a14:useLocalDpi xmlns:a14="http://schemas.microsoft.com/office/drawing/2010/main" val="0"/>
                </a:ext>
              </a:extLst>
            </a:blip>
            <a:srcRect l="24589" t="13775" r="26846" b="13201"/>
            <a:stretch>
              <a:fillRect/>
            </a:stretch>
          </p:blipFill>
          <p:spPr bwMode="auto">
            <a:xfrm>
              <a:off x="144167" y="4585999"/>
              <a:ext cx="1553897" cy="1557664"/>
            </a:xfrm>
            <a:prstGeom prst="rect">
              <a:avLst/>
            </a:prstGeom>
            <a:noFill/>
            <a:extLst>
              <a:ext uri="{909E8E84-426E-40DD-AFC4-6F175D3DCCD1}">
                <a14:hiddenFill xmlns:a14="http://schemas.microsoft.com/office/drawing/2010/main">
                  <a:solidFill>
                    <a:srgbClr val="FFFFFF"/>
                  </a:solidFill>
                </a14:hiddenFill>
              </a:ext>
            </a:extLst>
          </p:spPr>
        </p:pic>
        <p:cxnSp>
          <p:nvCxnSpPr>
            <p:cNvPr id="15" name="直接连接符 14"/>
            <p:cNvCxnSpPr/>
            <p:nvPr userDrawn="1"/>
          </p:nvCxnSpPr>
          <p:spPr>
            <a:xfrm>
              <a:off x="1886611" y="4585999"/>
              <a:ext cx="0" cy="1557664"/>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17" name="内容占位符 2"/>
          <p:cNvSpPr>
            <a:spLocks noGrp="1"/>
          </p:cNvSpPr>
          <p:nvPr>
            <p:ph idx="1"/>
          </p:nvPr>
        </p:nvSpPr>
        <p:spPr>
          <a:xfrm>
            <a:off x="4725914" y="1516773"/>
            <a:ext cx="6967506" cy="4351338"/>
          </a:xfrm>
          <a:prstGeom prst="rect">
            <a:avLst/>
          </a:prstGeo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pic>
        <p:nvPicPr>
          <p:cNvPr id="19" name="Picture 2" descr="广东石油化工学院"/>
          <p:cNvPicPr>
            <a:picLocks noChangeAspect="1" noChangeArrowheads="1"/>
          </p:cNvPicPr>
          <p:nvPr userDrawn="1"/>
        </p:nvPicPr>
        <p:blipFill rotWithShape="1">
          <a:blip r:embed="rId5" cstate="print">
            <a:alphaModFix amt="50000"/>
            <a:clrChange>
              <a:clrFrom>
                <a:srgbClr val="FFFFFF"/>
              </a:clrFrom>
              <a:clrTo>
                <a:srgbClr val="FFFFFF">
                  <a:alpha val="0"/>
                </a:srgbClr>
              </a:clrTo>
            </a:clrChange>
            <a:extLst>
              <a:ext uri="{28A0092B-C50C-407E-A947-70E740481C1C}">
                <a14:useLocalDpi xmlns:a14="http://schemas.microsoft.com/office/drawing/2010/main" val="0"/>
              </a:ext>
            </a:extLst>
          </a:blip>
          <a:srcRect l="24589" t="13775" r="26846" b="13201"/>
          <a:stretch>
            <a:fillRect/>
          </a:stretch>
        </p:blipFill>
        <p:spPr bwMode="auto">
          <a:xfrm>
            <a:off x="11545817" y="16342"/>
            <a:ext cx="634857" cy="63639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grpSp>
        <p:nvGrpSpPr>
          <p:cNvPr id="7" name="组合 6"/>
          <p:cNvGrpSpPr/>
          <p:nvPr userDrawn="1"/>
        </p:nvGrpSpPr>
        <p:grpSpPr>
          <a:xfrm>
            <a:off x="48289" y="48432"/>
            <a:ext cx="12138214" cy="6858000"/>
            <a:chOff x="1" y="0"/>
            <a:chExt cx="11907435" cy="6858000"/>
          </a:xfrm>
        </p:grpSpPr>
        <p:pic>
          <p:nvPicPr>
            <p:cNvPr id="8" name="图片 7"/>
            <p:cNvPicPr preferRelativeResize="0"/>
            <p:nvPr userDrawn="1"/>
          </p:nvPicPr>
          <p:blipFill>
            <a:blip r:embed="rId2" cstate="screen"/>
            <a:srcRect/>
            <a:stretch>
              <a:fillRect/>
            </a:stretch>
          </p:blipFill>
          <p:spPr>
            <a:xfrm flipH="1">
              <a:off x="1" y="0"/>
              <a:ext cx="5942055" cy="6858000"/>
            </a:xfrm>
            <a:custGeom>
              <a:avLst/>
              <a:gdLst>
                <a:gd name="connsiteX0" fmla="*/ 0 w 5942055"/>
                <a:gd name="connsiteY0" fmla="*/ 0 h 6858000"/>
                <a:gd name="connsiteX1" fmla="*/ 5942055 w 5942055"/>
                <a:gd name="connsiteY1" fmla="*/ 0 h 6858000"/>
                <a:gd name="connsiteX2" fmla="*/ 5942055 w 5942055"/>
                <a:gd name="connsiteY2" fmla="*/ 6858000 h 6858000"/>
                <a:gd name="connsiteX3" fmla="*/ 0 w 5942055"/>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5942055" h="6858000">
                  <a:moveTo>
                    <a:pt x="0" y="0"/>
                  </a:moveTo>
                  <a:lnTo>
                    <a:pt x="5942055" y="0"/>
                  </a:lnTo>
                  <a:lnTo>
                    <a:pt x="5942055" y="6858000"/>
                  </a:lnTo>
                  <a:lnTo>
                    <a:pt x="0" y="6858000"/>
                  </a:lnTo>
                  <a:close/>
                </a:path>
              </a:pathLst>
            </a:custGeom>
          </p:spPr>
        </p:pic>
        <p:pic>
          <p:nvPicPr>
            <p:cNvPr id="9" name="图片 8"/>
            <p:cNvPicPr preferRelativeResize="0"/>
            <p:nvPr userDrawn="1"/>
          </p:nvPicPr>
          <p:blipFill>
            <a:blip r:embed="rId2" cstate="screen"/>
            <a:srcRect/>
            <a:stretch>
              <a:fillRect/>
            </a:stretch>
          </p:blipFill>
          <p:spPr>
            <a:xfrm>
              <a:off x="5965381" y="0"/>
              <a:ext cx="5942055" cy="6858000"/>
            </a:xfrm>
            <a:custGeom>
              <a:avLst/>
              <a:gdLst>
                <a:gd name="connsiteX0" fmla="*/ 0 w 5942055"/>
                <a:gd name="connsiteY0" fmla="*/ 0 h 6858000"/>
                <a:gd name="connsiteX1" fmla="*/ 5942055 w 5942055"/>
                <a:gd name="connsiteY1" fmla="*/ 0 h 6858000"/>
                <a:gd name="connsiteX2" fmla="*/ 5942055 w 5942055"/>
                <a:gd name="connsiteY2" fmla="*/ 6858000 h 6858000"/>
                <a:gd name="connsiteX3" fmla="*/ 0 w 5942055"/>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5942055" h="6858000">
                  <a:moveTo>
                    <a:pt x="0" y="0"/>
                  </a:moveTo>
                  <a:lnTo>
                    <a:pt x="5942055" y="0"/>
                  </a:lnTo>
                  <a:lnTo>
                    <a:pt x="5942055" y="6858000"/>
                  </a:lnTo>
                  <a:lnTo>
                    <a:pt x="0" y="6858000"/>
                  </a:lnTo>
                  <a:close/>
                </a:path>
              </a:pathLst>
            </a:custGeom>
          </p:spPr>
        </p:pic>
      </p:grpSp>
      <p:sp>
        <p:nvSpPr>
          <p:cNvPr id="10" name="矩形: 圆角 9"/>
          <p:cNvSpPr/>
          <p:nvPr userDrawn="1"/>
        </p:nvSpPr>
        <p:spPr>
          <a:xfrm>
            <a:off x="4160232" y="2202744"/>
            <a:ext cx="7630116" cy="2892781"/>
          </a:xfrm>
          <a:prstGeom prst="roundRect">
            <a:avLst/>
          </a:prstGeom>
          <a:gradFill>
            <a:gsLst>
              <a:gs pos="100000">
                <a:schemeClr val="accent1"/>
              </a:gs>
              <a:gs pos="0">
                <a:schemeClr val="accent1">
                  <a:lumMod val="20000"/>
                  <a:lumOff val="8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椭圆 10"/>
          <p:cNvSpPr/>
          <p:nvPr userDrawn="1"/>
        </p:nvSpPr>
        <p:spPr>
          <a:xfrm>
            <a:off x="147652" y="1156837"/>
            <a:ext cx="4984594" cy="4984594"/>
          </a:xfrm>
          <a:prstGeom prst="ellipse">
            <a:avLst/>
          </a:prstGeom>
          <a:solidFill>
            <a:schemeClr val="accent1">
              <a:lumMod val="60000"/>
              <a:lumOff val="4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2" name="图片 11"/>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a:xfrm>
            <a:off x="406025" y="1473378"/>
            <a:ext cx="4470266" cy="4470266"/>
          </a:xfrm>
          <a:custGeom>
            <a:avLst/>
            <a:gdLst>
              <a:gd name="connsiteX0" fmla="*/ 2025472 w 4470266"/>
              <a:gd name="connsiteY0" fmla="*/ 0 h 4459677"/>
              <a:gd name="connsiteX1" fmla="*/ 2444795 w 4470266"/>
              <a:gd name="connsiteY1" fmla="*/ 0 h 4459677"/>
              <a:gd name="connsiteX2" fmla="*/ 2463663 w 4470266"/>
              <a:gd name="connsiteY2" fmla="*/ 953 h 4459677"/>
              <a:gd name="connsiteX3" fmla="*/ 4470266 w 4470266"/>
              <a:gd name="connsiteY3" fmla="*/ 2224546 h 4459677"/>
              <a:gd name="connsiteX4" fmla="*/ 2463663 w 4470266"/>
              <a:gd name="connsiteY4" fmla="*/ 4448139 h 4459677"/>
              <a:gd name="connsiteX5" fmla="*/ 2235173 w 4470266"/>
              <a:gd name="connsiteY5" fmla="*/ 4459677 h 4459677"/>
              <a:gd name="connsiteX6" fmla="*/ 2235094 w 4470266"/>
              <a:gd name="connsiteY6" fmla="*/ 4459677 h 4459677"/>
              <a:gd name="connsiteX7" fmla="*/ 2006604 w 4470266"/>
              <a:gd name="connsiteY7" fmla="*/ 4448139 h 4459677"/>
              <a:gd name="connsiteX8" fmla="*/ 0 w 4470266"/>
              <a:gd name="connsiteY8" fmla="*/ 2224546 h 4459677"/>
              <a:gd name="connsiteX9" fmla="*/ 2006604 w 4470266"/>
              <a:gd name="connsiteY9" fmla="*/ 953 h 44596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470266" h="4459677">
                <a:moveTo>
                  <a:pt x="2025472" y="0"/>
                </a:moveTo>
                <a:lnTo>
                  <a:pt x="2444795" y="0"/>
                </a:lnTo>
                <a:lnTo>
                  <a:pt x="2463663" y="953"/>
                </a:lnTo>
                <a:cubicBezTo>
                  <a:pt x="3590742" y="115414"/>
                  <a:pt x="4470266" y="1067268"/>
                  <a:pt x="4470266" y="2224546"/>
                </a:cubicBezTo>
                <a:cubicBezTo>
                  <a:pt x="4470266" y="3381824"/>
                  <a:pt x="3590742" y="4333678"/>
                  <a:pt x="2463663" y="4448139"/>
                </a:cubicBezTo>
                <a:lnTo>
                  <a:pt x="2235173" y="4459677"/>
                </a:lnTo>
                <a:lnTo>
                  <a:pt x="2235094" y="4459677"/>
                </a:lnTo>
                <a:lnTo>
                  <a:pt x="2006604" y="4448139"/>
                </a:lnTo>
                <a:cubicBezTo>
                  <a:pt x="879524" y="4333678"/>
                  <a:pt x="0" y="3381824"/>
                  <a:pt x="0" y="2224546"/>
                </a:cubicBezTo>
                <a:cubicBezTo>
                  <a:pt x="0" y="1067268"/>
                  <a:pt x="879524" y="115414"/>
                  <a:pt x="2006604" y="953"/>
                </a:cubicBezTo>
                <a:close/>
              </a:path>
            </a:pathLst>
          </a:custGeom>
        </p:spPr>
      </p:pic>
      <p:sp>
        <p:nvSpPr>
          <p:cNvPr id="13" name="椭圆 12"/>
          <p:cNvSpPr/>
          <p:nvPr userDrawn="1"/>
        </p:nvSpPr>
        <p:spPr>
          <a:xfrm>
            <a:off x="406025" y="1464472"/>
            <a:ext cx="4470266" cy="4470266"/>
          </a:xfrm>
          <a:prstGeom prst="ellips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5" name="标题 1"/>
          <p:cNvSpPr>
            <a:spLocks noGrp="1"/>
          </p:cNvSpPr>
          <p:nvPr>
            <p:ph type="title"/>
          </p:nvPr>
        </p:nvSpPr>
        <p:spPr>
          <a:xfrm>
            <a:off x="5132246" y="2864881"/>
            <a:ext cx="721327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dirty="0"/>
              <a:t>单击此处编辑母版标题样式</a:t>
            </a:r>
          </a:p>
        </p:txBody>
      </p:sp>
      <p:pic>
        <p:nvPicPr>
          <p:cNvPr id="17" name="Picture 2" descr="广东石油化工学院"/>
          <p:cNvPicPr>
            <a:picLocks noChangeAspect="1" noChangeArrowheads="1"/>
          </p:cNvPicPr>
          <p:nvPr userDrawn="1"/>
        </p:nvPicPr>
        <p:blipFill rotWithShape="1">
          <a:blip r:embed="rId4" cstate="print">
            <a:alphaModFix amt="50000"/>
            <a:clrChange>
              <a:clrFrom>
                <a:srgbClr val="FFFFFF"/>
              </a:clrFrom>
              <a:clrTo>
                <a:srgbClr val="FFFFFF">
                  <a:alpha val="0"/>
                </a:srgbClr>
              </a:clrTo>
            </a:clrChange>
            <a:extLst>
              <a:ext uri="{28A0092B-C50C-407E-A947-70E740481C1C}">
                <a14:useLocalDpi xmlns:a14="http://schemas.microsoft.com/office/drawing/2010/main" val="0"/>
              </a:ext>
            </a:extLst>
          </a:blip>
          <a:srcRect l="24589" t="13775" r="26846" b="13201"/>
          <a:stretch>
            <a:fillRect/>
          </a:stretch>
        </p:blipFill>
        <p:spPr bwMode="auto">
          <a:xfrm>
            <a:off x="11545817" y="16342"/>
            <a:ext cx="634857" cy="63639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cxnSp>
        <p:nvCxnSpPr>
          <p:cNvPr id="8" name="直线连接符 11"/>
          <p:cNvCxnSpPr/>
          <p:nvPr userDrawn="1"/>
        </p:nvCxnSpPr>
        <p:spPr>
          <a:xfrm>
            <a:off x="0" y="667469"/>
            <a:ext cx="12192000"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10" name="矩形 9"/>
          <p:cNvSpPr/>
          <p:nvPr userDrawn="1"/>
        </p:nvSpPr>
        <p:spPr>
          <a:xfrm>
            <a:off x="276679" y="276679"/>
            <a:ext cx="248040" cy="248040"/>
          </a:xfrm>
          <a:prstGeom prst="rect">
            <a:avLst/>
          </a:prstGeom>
          <a:solidFill>
            <a:schemeClr val="accent2">
              <a:lumMod val="60000"/>
              <a:lumOff val="4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l"/>
            <a:endParaRPr lang="zh-CN" altLang="en-US" sz="1600">
              <a:solidFill>
                <a:schemeClr val="bg1"/>
              </a:solidFill>
              <a:latin typeface="+mj-ea"/>
              <a:ea typeface="+mj-ea"/>
            </a:endParaRPr>
          </a:p>
        </p:txBody>
      </p:sp>
      <p:sp>
        <p:nvSpPr>
          <p:cNvPr id="11" name="矩形 10"/>
          <p:cNvSpPr/>
          <p:nvPr userDrawn="1"/>
        </p:nvSpPr>
        <p:spPr>
          <a:xfrm>
            <a:off x="0" y="0"/>
            <a:ext cx="393701" cy="3937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l"/>
            <a:endParaRPr lang="zh-CN" altLang="en-US" sz="1600">
              <a:solidFill>
                <a:schemeClr val="bg1"/>
              </a:solidFill>
              <a:latin typeface="+mj-ea"/>
              <a:ea typeface="+mj-ea"/>
            </a:endParaRPr>
          </a:p>
        </p:txBody>
      </p:sp>
      <p:cxnSp>
        <p:nvCxnSpPr>
          <p:cNvPr id="12" name="直线连接符 6"/>
          <p:cNvCxnSpPr/>
          <p:nvPr userDrawn="1"/>
        </p:nvCxnSpPr>
        <p:spPr>
          <a:xfrm>
            <a:off x="0" y="6814457"/>
            <a:ext cx="12192000" cy="0"/>
          </a:xfrm>
          <a:prstGeom prst="line">
            <a:avLst/>
          </a:prstGeom>
          <a:ln w="101600" cmpd="thinThick">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13" name="灯片编号占位符 5"/>
          <p:cNvSpPr txBox="1"/>
          <p:nvPr userDrawn="1"/>
        </p:nvSpPr>
        <p:spPr>
          <a:xfrm>
            <a:off x="11508581" y="6602431"/>
            <a:ext cx="683418" cy="261859"/>
          </a:xfrm>
          <a:prstGeom prst="rect">
            <a:avLst/>
          </a:prstGeom>
          <a:solidFill>
            <a:schemeClr val="accent2">
              <a:lumMod val="60000"/>
              <a:lumOff val="40000"/>
            </a:schemeClr>
          </a:solidFill>
          <a:ln w="25400" cap="flat" cmpd="sng" algn="ctr">
            <a:noFill/>
            <a:prstDash val="solid"/>
          </a:ln>
        </p:spPr>
        <p:style>
          <a:lnRef idx="2">
            <a:schemeClr val="accent1">
              <a:shade val="50000"/>
            </a:schemeClr>
          </a:lnRef>
          <a:fillRef idx="1">
            <a:schemeClr val="accent1"/>
          </a:fillRef>
          <a:effectRef idx="0">
            <a:schemeClr val="accent1"/>
          </a:effectRef>
          <a:fontRef idx="none"/>
        </p:style>
        <p:txBody>
          <a:bodyPr vert="horz" lIns="0" tIns="45720" rIns="0" bIns="45720" rtlCol="0" anchor="ctr"/>
          <a:lstStyle>
            <a:defPPr>
              <a:defRPr lang="zh-CN"/>
            </a:defPPr>
            <a:lvl1pPr marL="0" algn="ctr" defTabSz="914400" rtl="0" eaLnBrk="1" latinLnBrk="0" hangingPunct="1">
              <a:defRPr sz="1400" b="1" kern="1200">
                <a:solidFill>
                  <a:schemeClr val="bg1"/>
                </a:solidFill>
                <a:latin typeface="微软雅黑" panose="020B0503020204020204" charset="-122"/>
                <a:ea typeface="微软雅黑" panose="020B0503020204020204"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18B1CCC-5B4E-41DC-9FD8-30B8F0069F97}" type="slidenum">
              <a:rPr lang="zh-CN" altLang="en-US" sz="1400" smtClean="0"/>
              <a:pPr/>
              <a:t>‹#›</a:t>
            </a:fld>
            <a:endParaRPr lang="zh-CN" altLang="en-US" sz="1400" dirty="0"/>
          </a:p>
        </p:txBody>
      </p:sp>
      <p:sp>
        <p:nvSpPr>
          <p:cNvPr id="14" name="日期占位符 3"/>
          <p:cNvSpPr>
            <a:spLocks noGrp="1"/>
          </p:cNvSpPr>
          <p:nvPr>
            <p:ph type="dt" sz="half" idx="10"/>
          </p:nvPr>
        </p:nvSpPr>
        <p:spPr>
          <a:xfrm>
            <a:off x="0" y="6419869"/>
            <a:ext cx="1169194" cy="365125"/>
          </a:xfrm>
          <a:prstGeom prst="rect">
            <a:avLst/>
          </a:prstGeom>
        </p:spPr>
        <p:txBody>
          <a:bodyPr/>
          <a:lstStyle>
            <a:lvl1pPr algn="ctr">
              <a:defRPr>
                <a:solidFill>
                  <a:schemeClr val="accent1"/>
                </a:solidFill>
              </a:defRPr>
            </a:lvl1pPr>
          </a:lstStyle>
          <a:p>
            <a:fld id="{427B852C-D69C-4447-A656-272F5CAA5127}" type="datetimeFigureOut">
              <a:rPr lang="zh-CN" altLang="en-US" smtClean="0"/>
              <a:pPr/>
              <a:t>2026/10/10</a:t>
            </a:fld>
            <a:endParaRPr lang="zh-CN" altLang="en-US" dirty="0"/>
          </a:p>
        </p:txBody>
      </p:sp>
      <p:sp>
        <p:nvSpPr>
          <p:cNvPr id="16" name="标题 1"/>
          <p:cNvSpPr>
            <a:spLocks noGrp="1"/>
          </p:cNvSpPr>
          <p:nvPr>
            <p:ph type="title"/>
          </p:nvPr>
        </p:nvSpPr>
        <p:spPr>
          <a:xfrm>
            <a:off x="749135" y="43542"/>
            <a:ext cx="8775438" cy="599705"/>
          </a:xfrm>
          <a:prstGeom prst="rect">
            <a:avLst/>
          </a:prstGeom>
        </p:spPr>
        <p:txBody>
          <a:bodyPr vert="horz" lIns="91440" tIns="45720" rIns="91440" bIns="45720" rtlCol="0" anchor="ctr">
            <a:normAutofit/>
          </a:bodyPr>
          <a:lstStyle>
            <a:lvl1pPr marL="0" algn="l" defTabSz="914400" rtl="0" eaLnBrk="1" latinLnBrk="0" hangingPunct="1">
              <a:lnSpc>
                <a:spcPct val="100000"/>
              </a:lnSpc>
              <a:spcBef>
                <a:spcPct val="0"/>
              </a:spcBef>
              <a:buNone/>
              <a:defRPr lang="zh-CN" altLang="en-US" sz="3600" kern="1200" dirty="0">
                <a:solidFill>
                  <a:schemeClr val="accent1"/>
                </a:solidFill>
                <a:latin typeface="+mj-lt"/>
                <a:ea typeface="+mj-ea"/>
                <a:cs typeface="+mj-cs"/>
              </a:defRPr>
            </a:lvl1pPr>
          </a:lstStyle>
          <a:p>
            <a:r>
              <a:rPr lang="zh-CN" altLang="en-US" dirty="0"/>
              <a:t>单击此处编辑母版标题样式</a:t>
            </a:r>
          </a:p>
        </p:txBody>
      </p:sp>
      <p:pic>
        <p:nvPicPr>
          <p:cNvPr id="17" name="Picture 2" descr="广东石油化工学院"/>
          <p:cNvPicPr>
            <a:picLocks noChangeAspect="1" noChangeArrowheads="1"/>
          </p:cNvPicPr>
          <p:nvPr userDrawn="1"/>
        </p:nvPicPr>
        <p:blipFill rotWithShape="1">
          <a:blip r:embed="rId2" cstate="print">
            <a:alphaModFix amt="50000"/>
            <a:clrChange>
              <a:clrFrom>
                <a:srgbClr val="FFFFFF"/>
              </a:clrFrom>
              <a:clrTo>
                <a:srgbClr val="FFFFFF">
                  <a:alpha val="0"/>
                </a:srgbClr>
              </a:clrTo>
            </a:clrChange>
            <a:extLst>
              <a:ext uri="{28A0092B-C50C-407E-A947-70E740481C1C}">
                <a14:useLocalDpi xmlns:a14="http://schemas.microsoft.com/office/drawing/2010/main" val="0"/>
              </a:ext>
            </a:extLst>
          </a:blip>
          <a:srcRect l="24589" t="13775" r="26846" b="13201"/>
          <a:stretch>
            <a:fillRect/>
          </a:stretch>
        </p:blipFill>
        <p:spPr bwMode="auto">
          <a:xfrm>
            <a:off x="11545817" y="16342"/>
            <a:ext cx="634857" cy="63639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pic>
        <p:nvPicPr>
          <p:cNvPr id="5" name="object 4"/>
          <p:cNvPicPr/>
          <p:nvPr userDrawn="1"/>
        </p:nvPicPr>
        <p:blipFill>
          <a:blip r:embed="rId2" cstate="print">
            <a:extLst>
              <a:ext uri="{BEBA8EAE-BF5A-486C-A8C5-ECC9F3942E4B}">
                <a14:imgProps xmlns:a14="http://schemas.microsoft.com/office/drawing/2010/main">
                  <a14:imgLayer r:embed="rId3">
                    <a14:imgEffect>
                      <a14:artisticPhotocopy detail="2"/>
                    </a14:imgEffect>
                    <a14:imgEffect>
                      <a14:sharpenSoften amount="-99000"/>
                    </a14:imgEffect>
                  </a14:imgLayer>
                </a14:imgProps>
              </a:ext>
            </a:extLst>
          </a:blip>
          <a:stretch>
            <a:fillRect/>
          </a:stretch>
        </p:blipFill>
        <p:spPr>
          <a:xfrm>
            <a:off x="0" y="8473"/>
            <a:ext cx="12192000" cy="6858000"/>
          </a:xfrm>
          <a:prstGeom prst="rect">
            <a:avLst/>
          </a:prstGeom>
        </p:spPr>
      </p:pic>
      <p:grpSp>
        <p:nvGrpSpPr>
          <p:cNvPr id="6" name="组合 5"/>
          <p:cNvGrpSpPr/>
          <p:nvPr userDrawn="1"/>
        </p:nvGrpSpPr>
        <p:grpSpPr>
          <a:xfrm>
            <a:off x="1893835" y="1413748"/>
            <a:ext cx="8590598" cy="4030504"/>
            <a:chOff x="276701" y="1331119"/>
            <a:chExt cx="8590598" cy="4030504"/>
          </a:xfrm>
          <a:solidFill>
            <a:schemeClr val="bg1"/>
          </a:solidFill>
        </p:grpSpPr>
        <p:sp>
          <p:nvSpPr>
            <p:cNvPr id="7" name="矩形 6"/>
            <p:cNvSpPr/>
            <p:nvPr/>
          </p:nvSpPr>
          <p:spPr>
            <a:xfrm>
              <a:off x="276701" y="1331119"/>
              <a:ext cx="8590598" cy="4030504"/>
            </a:xfrm>
            <a:prstGeom prst="rect">
              <a:avLst/>
            </a:prstGeom>
            <a:grpFill/>
            <a:ln>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8" name="文本框 7"/>
            <p:cNvSpPr txBox="1"/>
            <p:nvPr/>
          </p:nvSpPr>
          <p:spPr>
            <a:xfrm>
              <a:off x="1453039" y="2510314"/>
              <a:ext cx="6236494" cy="1107996"/>
            </a:xfrm>
            <a:prstGeom prst="rect">
              <a:avLst/>
            </a:prstGeom>
            <a:grpFill/>
            <a:effectLst/>
          </p:spPr>
          <p:txBody>
            <a:bodyPr wrap="square" rtlCol="0">
              <a:spAutoFit/>
            </a:bodyPr>
            <a:lstStyle/>
            <a:p>
              <a:pPr algn="ctr"/>
              <a:r>
                <a:rPr lang="en-US" altLang="zh-CN" sz="6600" b="1" dirty="0">
                  <a:solidFill>
                    <a:schemeClr val="tx1">
                      <a:lumMod val="75000"/>
                      <a:lumOff val="25000"/>
                    </a:schemeClr>
                  </a:solidFill>
                  <a:cs typeface="+mn-ea"/>
                  <a:sym typeface="+mn-lt"/>
                </a:rPr>
                <a:t>THANK YOU</a:t>
              </a:r>
            </a:p>
          </p:txBody>
        </p:sp>
        <p:cxnSp>
          <p:nvCxnSpPr>
            <p:cNvPr id="9" name="直接连接符 8"/>
            <p:cNvCxnSpPr/>
            <p:nvPr/>
          </p:nvCxnSpPr>
          <p:spPr>
            <a:xfrm>
              <a:off x="276702" y="3052286"/>
              <a:ext cx="1273016" cy="0"/>
            </a:xfrm>
            <a:prstGeom prst="line">
              <a:avLst/>
            </a:prstGeom>
            <a:grpFill/>
            <a:ln w="254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7594283" y="3052286"/>
              <a:ext cx="1273016" cy="0"/>
            </a:xfrm>
            <a:prstGeom prst="line">
              <a:avLst/>
            </a:prstGeom>
            <a:grpFill/>
            <a:ln w="254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11" name="矩形 10"/>
            <p:cNvSpPr/>
            <p:nvPr/>
          </p:nvSpPr>
          <p:spPr>
            <a:xfrm>
              <a:off x="4542949" y="1331119"/>
              <a:ext cx="57150" cy="33337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pic>
        <p:nvPicPr>
          <p:cNvPr id="13" name="Picture 2" descr="广东石油化工学院"/>
          <p:cNvPicPr>
            <a:picLocks noChangeAspect="1" noChangeArrowheads="1"/>
          </p:cNvPicPr>
          <p:nvPr userDrawn="1"/>
        </p:nvPicPr>
        <p:blipFill rotWithShape="1">
          <a:blip r:embed="rId4" cstate="print">
            <a:alphaModFix amt="50000"/>
            <a:clrChange>
              <a:clrFrom>
                <a:srgbClr val="FFFFFF"/>
              </a:clrFrom>
              <a:clrTo>
                <a:srgbClr val="FFFFFF">
                  <a:alpha val="0"/>
                </a:srgbClr>
              </a:clrTo>
            </a:clrChange>
            <a:extLst>
              <a:ext uri="{28A0092B-C50C-407E-A947-70E740481C1C}">
                <a14:useLocalDpi xmlns:a14="http://schemas.microsoft.com/office/drawing/2010/main" val="0"/>
              </a:ext>
            </a:extLst>
          </a:blip>
          <a:srcRect l="24589" t="13775" r="26846" b="13201"/>
          <a:stretch>
            <a:fillRect/>
          </a:stretch>
        </p:blipFill>
        <p:spPr bwMode="auto">
          <a:xfrm>
            <a:off x="5469615" y="1474261"/>
            <a:ext cx="1252769" cy="125580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a:xfrm>
            <a:off x="609600" y="1600203"/>
            <a:ext cx="10972800" cy="4525963"/>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26136772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920771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正文页-上标下内-装饰无-颜色错位-并列-2_8_group1">
    <p:bg>
      <p:bgRef idx="1001">
        <a:schemeClr val="bg2"/>
      </p:bgRef>
    </p:bg>
    <p:spTree>
      <p:nvGrpSpPr>
        <p:cNvPr id="1" name=""/>
        <p:cNvGrpSpPr/>
        <p:nvPr/>
      </p:nvGrpSpPr>
      <p:grpSpPr>
        <a:xfrm>
          <a:off x="0" y="0"/>
          <a:ext cx="0" cy="0"/>
          <a:chOff x="0" y="0"/>
          <a:chExt cx="0" cy="0"/>
        </a:xfrm>
      </p:grpSpPr>
      <p:sp>
        <p:nvSpPr>
          <p:cNvPr id="8" name="日期占位符 7"/>
          <p:cNvSpPr>
            <a:spLocks noGrp="1"/>
          </p:cNvSpPr>
          <p:nvPr>
            <p:ph type="dt" sz="half" idx="10"/>
            <p:custDataLst>
              <p:tags r:id="rId1"/>
            </p:custDataLst>
          </p:nvPr>
        </p:nvSpPr>
        <p:spPr/>
        <p:txBody>
          <a:bodyPr wrap="square">
            <a:normAutofit/>
          </a:bodyPr>
          <a:lstStyle/>
          <a:p>
            <a:fld id="{5592522B-0F24-4480-B9DD-A9474A6880D6}" type="datetimeFigureOut">
              <a:rPr lang="zh-CN" altLang="en-US" smtClean="0"/>
              <a:t>2026/10/10</a:t>
            </a:fld>
            <a:endParaRPr lang="zh-CN" altLang="en-US"/>
          </a:p>
        </p:txBody>
      </p:sp>
      <p:sp>
        <p:nvSpPr>
          <p:cNvPr id="9" name="页脚占位符 8"/>
          <p:cNvSpPr>
            <a:spLocks noGrp="1"/>
          </p:cNvSpPr>
          <p:nvPr>
            <p:ph type="ftr" sz="quarter" idx="11"/>
            <p:custDataLst>
              <p:tags r:id="rId2"/>
            </p:custDataLst>
          </p:nvPr>
        </p:nvSpPr>
        <p:spPr/>
        <p:txBody>
          <a:bodyPr/>
          <a:lstStyle/>
          <a:p>
            <a:endParaRPr lang="zh-CN" altLang="en-US"/>
          </a:p>
        </p:txBody>
      </p:sp>
      <p:sp>
        <p:nvSpPr>
          <p:cNvPr id="10" name="灯片编号占位符 9"/>
          <p:cNvSpPr>
            <a:spLocks noGrp="1"/>
          </p:cNvSpPr>
          <p:nvPr>
            <p:ph type="sldNum" sz="quarter" idx="12"/>
            <p:custDataLst>
              <p:tags r:id="rId3"/>
            </p:custDataLst>
          </p:nvPr>
        </p:nvSpPr>
        <p:spPr/>
        <p:txBody>
          <a:bodyPr wrap="square">
            <a:normAutofit/>
          </a:bodyPr>
          <a:lstStyle/>
          <a:p>
            <a:fld id="{BE5F26B5-172A-4DC2-B0B7-181CFC56B87C}" type="slidenum">
              <a:rPr lang="zh-CN" altLang="en-US" smtClean="0"/>
              <a:t>‹#›</a:t>
            </a:fld>
            <a:endParaRPr lang="zh-CN" altLang="en-US"/>
          </a:p>
        </p:txBody>
      </p:sp>
      <p:sp>
        <p:nvSpPr>
          <p:cNvPr id="7" name="装饰  6"/>
          <p:cNvSpPr>
            <a:spLocks noGrp="1"/>
          </p:cNvSpPr>
          <p:nvPr>
            <p:ph type="body" idx="16390" hasCustomPrompt="1"/>
            <p:custDataLst>
              <p:tags r:id="rId4"/>
            </p:custDataLst>
          </p:nvPr>
        </p:nvSpPr>
        <p:spPr>
          <a:xfrm>
            <a:off x="6197600" y="1524000"/>
            <a:ext cx="5384800" cy="2209800"/>
          </a:xfrm>
          <a:custGeom>
            <a:avLst/>
            <a:gdLst>
              <a:gd name="connisteX0" fmla="*/ 0 w 5384800"/>
              <a:gd name="connsiteY0" fmla="*/ 0 h 2209800"/>
              <a:gd name="connisteX1" fmla="*/ 5181600 w 5384800"/>
              <a:gd name="connsiteY1" fmla="*/ 0 h 2209800"/>
              <a:gd name="connisteX2" fmla="*/ 5384800 w 5384800"/>
              <a:gd name="connsiteY2" fmla="*/ 203200 h 2209800"/>
              <a:gd name="connisteX3" fmla="*/ 5384800 w 5384800"/>
              <a:gd name="connsiteY3" fmla="*/ 2006600 h 2209800"/>
              <a:gd name="connisteX4" fmla="*/ 5181600 w 5384800"/>
              <a:gd name="connsiteY4" fmla="*/ 2209800 h 2209800"/>
              <a:gd name="connisteX5" fmla="*/ 0 w 5384800"/>
              <a:gd name="connsiteY5" fmla="*/ 2209800 h 2209800"/>
              <a:gd name="connisteX6" fmla="*/ 0 w 5384800"/>
              <a:gd name="connsiteY6" fmla="*/ 0 h 2209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rect l="0" t="0" r="0" b="0"/>
            <a:pathLst>
              <a:path w="5384800" h="2209800">
                <a:moveTo>
                  <a:pt x="0" y="0"/>
                </a:moveTo>
                <a:lnTo>
                  <a:pt x="5181600" y="0"/>
                </a:lnTo>
                <a:cubicBezTo>
                  <a:pt x="5293824" y="0"/>
                  <a:pt x="5384800" y="90976"/>
                  <a:pt x="5384800" y="203200"/>
                </a:cubicBezTo>
                <a:lnTo>
                  <a:pt x="5384800" y="2006600"/>
                </a:lnTo>
                <a:cubicBezTo>
                  <a:pt x="5384800" y="2118824"/>
                  <a:pt x="5293824" y="2209800"/>
                  <a:pt x="5181600" y="2209800"/>
                </a:cubicBezTo>
                <a:lnTo>
                  <a:pt x="0" y="2209800"/>
                </a:lnTo>
                <a:lnTo>
                  <a:pt x="0" y="0"/>
                </a:lnTo>
                <a:close/>
              </a:path>
            </a:pathLst>
          </a:custGeom>
          <a:gradFill>
            <a:gsLst>
              <a:gs pos="0">
                <a:schemeClr val="accent1">
                  <a:lumMod val="0"/>
                  <a:lumOff val="100000"/>
                </a:schemeClr>
              </a:gs>
              <a:gs pos="100000">
                <a:schemeClr val="accent1">
                  <a:lumMod val="0"/>
                  <a:lumOff val="100000"/>
                </a:schemeClr>
              </a:gs>
            </a:gsLst>
            <a:lin ang="5400000"/>
          </a:gra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6" name="标题 5"/>
          <p:cNvSpPr>
            <a:spLocks noGrp="1"/>
          </p:cNvSpPr>
          <p:nvPr>
            <p:ph type="ctrTitle" idx="16385" hasCustomPrompt="1"/>
            <p:custDataLst>
              <p:tags r:id="rId5"/>
            </p:custDataLst>
          </p:nvPr>
        </p:nvSpPr>
        <p:spPr>
          <a:xfrm>
            <a:off x="609600" y="533400"/>
            <a:ext cx="10972800" cy="609600"/>
          </a:xfrm>
          <a:noFill/>
        </p:spPr>
        <p:txBody>
          <a:bodyPr vert="horz" wrap="square" lIns="0" tIns="0" rIns="0" bIns="0" rtlCol="0" anchor="t" anchorCtr="0">
            <a:normAutofit/>
          </a:bodyPr>
          <a:lstStyle>
            <a:lvl1pPr marL="0" marR="0" indent="0" algn="l" defTabSz="914400" rtl="0" eaLnBrk="1" fontAlgn="auto" latinLnBrk="0" hangingPunct="1">
              <a:lnSpc>
                <a:spcPct val="111000"/>
              </a:lnSpc>
              <a:spcBef>
                <a:spcPct val="0"/>
              </a:spcBef>
              <a:spcAft>
                <a:spcPct val="0"/>
              </a:spcAft>
              <a:buClrTx/>
              <a:buSzTx/>
              <a:buFontTx/>
              <a:buNone/>
              <a:defRPr kumimoji="0" lang="zh-CN" altLang="en-US" sz="3600" b="1" i="0" u="none" strike="noStrike" kern="1200" cap="none" spc="0" normalizeH="0" baseline="0" noProof="1">
                <a:solidFill>
                  <a:schemeClr val="tx1"/>
                </a:solidFill>
                <a:latin typeface="+mj-lt"/>
                <a:ea typeface="+mj-ea"/>
                <a:cs typeface="+mj-cs"/>
              </a:defRPr>
            </a:lvl1pPr>
          </a:lstStyle>
          <a:p>
            <a:pPr lvl="0"/>
            <a:r>
              <a:rPr>
                <a:sym typeface="+mn-ea"/>
              </a:rPr>
              <a:t>单击此处添加标题</a:t>
            </a:r>
          </a:p>
        </p:txBody>
      </p:sp>
      <p:sp>
        <p:nvSpPr>
          <p:cNvPr id="21" name="图片占位符 20"/>
          <p:cNvSpPr>
            <a:spLocks noGrp="1"/>
          </p:cNvSpPr>
          <p:nvPr>
            <p:ph type="pic" idx="16391" hasCustomPrompt="1"/>
            <p:custDataLst>
              <p:tags r:id="rId6"/>
            </p:custDataLst>
          </p:nvPr>
        </p:nvSpPr>
        <p:spPr>
          <a:xfrm>
            <a:off x="609600" y="1524000"/>
            <a:ext cx="5588000" cy="2209800"/>
          </a:xfrm>
          <a:custGeom>
            <a:avLst/>
            <a:gdLst>
              <a:gd name="connisteX0" fmla="*/ 0 w 5588000"/>
              <a:gd name="connsiteY0" fmla="*/ 203200 h 2209800"/>
              <a:gd name="connisteX1" fmla="*/ 203200 w 5588000"/>
              <a:gd name="connsiteY1" fmla="*/ 0 h 2209800"/>
              <a:gd name="connisteX2" fmla="*/ 5588000 w 5588000"/>
              <a:gd name="connsiteY2" fmla="*/ 0 h 2209800"/>
              <a:gd name="connisteX3" fmla="*/ 5588000 w 5588000"/>
              <a:gd name="connsiteY3" fmla="*/ 2209800 h 2209800"/>
              <a:gd name="connisteX4" fmla="*/ 203200 w 5588000"/>
              <a:gd name="connsiteY4" fmla="*/ 2209800 h 2209800"/>
              <a:gd name="connisteX5" fmla="*/ 0 w 5588000"/>
              <a:gd name="connsiteY5" fmla="*/ 2006600 h 2209800"/>
              <a:gd name="connisteX6" fmla="*/ 0 w 5588000"/>
              <a:gd name="connsiteY6" fmla="*/ 203200 h 2209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rect l="0" t="0" r="0" b="0"/>
            <a:pathLst>
              <a:path w="5588000" h="2209800">
                <a:moveTo>
                  <a:pt x="0" y="203200"/>
                </a:moveTo>
                <a:cubicBezTo>
                  <a:pt x="0" y="90976"/>
                  <a:pt x="90976" y="0"/>
                  <a:pt x="203200" y="0"/>
                </a:cubicBezTo>
                <a:lnTo>
                  <a:pt x="5588000" y="0"/>
                </a:lnTo>
                <a:lnTo>
                  <a:pt x="5588000" y="2209800"/>
                </a:lnTo>
                <a:lnTo>
                  <a:pt x="203200" y="2209800"/>
                </a:lnTo>
                <a:cubicBezTo>
                  <a:pt x="90976" y="2209800"/>
                  <a:pt x="0" y="2118824"/>
                  <a:pt x="0" y="2006600"/>
                </a:cubicBezTo>
                <a:lnTo>
                  <a:pt x="0" y="203200"/>
                </a:lnTo>
                <a:close/>
              </a:path>
            </a:pathLst>
          </a:custGeo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p>
        </p:txBody>
      </p:sp>
      <p:sp>
        <p:nvSpPr>
          <p:cNvPr id="22" name="文本占位符 21"/>
          <p:cNvSpPr>
            <a:spLocks noGrp="1"/>
          </p:cNvSpPr>
          <p:nvPr>
            <p:ph type="body" idx="16386" hasCustomPrompt="1"/>
            <p:custDataLst>
              <p:tags r:id="rId7"/>
            </p:custDataLst>
          </p:nvPr>
        </p:nvSpPr>
        <p:spPr>
          <a:xfrm>
            <a:off x="6502400" y="2044700"/>
            <a:ext cx="47752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23" name="文本占位符 22"/>
          <p:cNvSpPr>
            <a:spLocks noGrp="1"/>
          </p:cNvSpPr>
          <p:nvPr>
            <p:ph type="body" idx="16387" hasCustomPrompt="1"/>
            <p:custDataLst>
              <p:tags r:id="rId8"/>
            </p:custDataLst>
          </p:nvPr>
        </p:nvSpPr>
        <p:spPr>
          <a:xfrm>
            <a:off x="6502400" y="2603500"/>
            <a:ext cx="4775200" cy="6096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
        <p:nvSpPr>
          <p:cNvPr id="24" name="装饰  3"/>
          <p:cNvSpPr>
            <a:spLocks noGrp="1"/>
          </p:cNvSpPr>
          <p:nvPr>
            <p:ph type="body" idx="16392" hasCustomPrompt="1"/>
            <p:custDataLst>
              <p:tags r:id="rId9"/>
            </p:custDataLst>
          </p:nvPr>
        </p:nvSpPr>
        <p:spPr>
          <a:xfrm>
            <a:off x="6197600" y="4038600"/>
            <a:ext cx="5384800" cy="2209800"/>
          </a:xfrm>
          <a:custGeom>
            <a:avLst/>
            <a:gdLst>
              <a:gd name="connisteX0" fmla="*/ 0 w 5384800"/>
              <a:gd name="connsiteY0" fmla="*/ 0 h 2209800"/>
              <a:gd name="connisteX1" fmla="*/ 5181600 w 5384800"/>
              <a:gd name="connsiteY1" fmla="*/ 0 h 2209800"/>
              <a:gd name="connisteX2" fmla="*/ 5384800 w 5384800"/>
              <a:gd name="connsiteY2" fmla="*/ 203200 h 2209800"/>
              <a:gd name="connisteX3" fmla="*/ 5384800 w 5384800"/>
              <a:gd name="connsiteY3" fmla="*/ 2006600 h 2209800"/>
              <a:gd name="connisteX4" fmla="*/ 5181600 w 5384800"/>
              <a:gd name="connsiteY4" fmla="*/ 2209800 h 2209800"/>
              <a:gd name="connisteX5" fmla="*/ 0 w 5384800"/>
              <a:gd name="connsiteY5" fmla="*/ 2209800 h 2209800"/>
              <a:gd name="connisteX6" fmla="*/ 0 w 5384800"/>
              <a:gd name="connsiteY6" fmla="*/ 0 h 2209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rect l="0" t="0" r="0" b="0"/>
            <a:pathLst>
              <a:path w="5384800" h="2209800">
                <a:moveTo>
                  <a:pt x="0" y="0"/>
                </a:moveTo>
                <a:lnTo>
                  <a:pt x="5181600" y="0"/>
                </a:lnTo>
                <a:cubicBezTo>
                  <a:pt x="5293824" y="0"/>
                  <a:pt x="5384800" y="90976"/>
                  <a:pt x="5384800" y="203200"/>
                </a:cubicBezTo>
                <a:lnTo>
                  <a:pt x="5384800" y="2006600"/>
                </a:lnTo>
                <a:cubicBezTo>
                  <a:pt x="5384800" y="2118824"/>
                  <a:pt x="5293824" y="2209800"/>
                  <a:pt x="5181600" y="2209800"/>
                </a:cubicBezTo>
                <a:lnTo>
                  <a:pt x="0" y="2209800"/>
                </a:lnTo>
                <a:lnTo>
                  <a:pt x="0" y="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25" name="图片占位符 24"/>
          <p:cNvSpPr>
            <a:spLocks noGrp="1"/>
          </p:cNvSpPr>
          <p:nvPr>
            <p:ph type="pic" idx="16393" hasCustomPrompt="1"/>
            <p:custDataLst>
              <p:tags r:id="rId10"/>
            </p:custDataLst>
          </p:nvPr>
        </p:nvSpPr>
        <p:spPr>
          <a:xfrm>
            <a:off x="609600" y="4038600"/>
            <a:ext cx="5588000" cy="2209800"/>
          </a:xfrm>
          <a:custGeom>
            <a:avLst/>
            <a:gdLst>
              <a:gd name="connisteX0" fmla="*/ 0 w 5588000"/>
              <a:gd name="connsiteY0" fmla="*/ 203200 h 2209800"/>
              <a:gd name="connisteX1" fmla="*/ 203200 w 5588000"/>
              <a:gd name="connsiteY1" fmla="*/ 0 h 2209800"/>
              <a:gd name="connisteX2" fmla="*/ 5588000 w 5588000"/>
              <a:gd name="connsiteY2" fmla="*/ 0 h 2209800"/>
              <a:gd name="connisteX3" fmla="*/ 5588000 w 5588000"/>
              <a:gd name="connsiteY3" fmla="*/ 2209800 h 2209800"/>
              <a:gd name="connisteX4" fmla="*/ 203200 w 5588000"/>
              <a:gd name="connsiteY4" fmla="*/ 2209800 h 2209800"/>
              <a:gd name="connisteX5" fmla="*/ 0 w 5588000"/>
              <a:gd name="connsiteY5" fmla="*/ 2006600 h 2209800"/>
              <a:gd name="connisteX6" fmla="*/ 0 w 5588000"/>
              <a:gd name="connsiteY6" fmla="*/ 203200 h 2209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rect l="0" t="0" r="0" b="0"/>
            <a:pathLst>
              <a:path w="5588000" h="2209800">
                <a:moveTo>
                  <a:pt x="0" y="203200"/>
                </a:moveTo>
                <a:cubicBezTo>
                  <a:pt x="0" y="90976"/>
                  <a:pt x="90976" y="0"/>
                  <a:pt x="203200" y="0"/>
                </a:cubicBezTo>
                <a:lnTo>
                  <a:pt x="5588000" y="0"/>
                </a:lnTo>
                <a:lnTo>
                  <a:pt x="5588000" y="2209800"/>
                </a:lnTo>
                <a:lnTo>
                  <a:pt x="203200" y="2209800"/>
                </a:lnTo>
                <a:cubicBezTo>
                  <a:pt x="90976" y="2209800"/>
                  <a:pt x="0" y="2118824"/>
                  <a:pt x="0" y="2006600"/>
                </a:cubicBezTo>
                <a:lnTo>
                  <a:pt x="0" y="203200"/>
                </a:lnTo>
                <a:close/>
              </a:path>
            </a:pathLst>
          </a:custGeo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p>
        </p:txBody>
      </p:sp>
      <p:sp>
        <p:nvSpPr>
          <p:cNvPr id="26" name="文本占位符 25"/>
          <p:cNvSpPr>
            <a:spLocks noGrp="1"/>
          </p:cNvSpPr>
          <p:nvPr>
            <p:ph type="body" idx="16388" hasCustomPrompt="1"/>
            <p:custDataLst>
              <p:tags r:id="rId11"/>
            </p:custDataLst>
          </p:nvPr>
        </p:nvSpPr>
        <p:spPr>
          <a:xfrm>
            <a:off x="6502400" y="4559300"/>
            <a:ext cx="4775200" cy="406400"/>
          </a:xfrm>
          <a:noFill/>
        </p:spPr>
        <p:txBody>
          <a:bodyPr lIns="0" tIns="0" rIns="0" bIns="0" anchor="t">
            <a:normAutofit/>
          </a:bodyPr>
          <a:lstStyle>
            <a:lvl1pPr marL="0" indent="0" algn="l">
              <a:lnSpc>
                <a:spcPct val="111000"/>
              </a:lnSpc>
              <a:spcBef>
                <a:spcPct val="0"/>
              </a:spcBef>
              <a:spcAft>
                <a:spcPct val="0"/>
              </a:spcAft>
              <a:buNone/>
              <a:defRPr sz="2400" b="0" spc="0">
                <a:solidFill>
                  <a:srgbClr val="FFFFFF"/>
                </a:solidFill>
              </a:defRPr>
            </a:lvl1pPr>
          </a:lstStyle>
          <a:p>
            <a:pPr lvl="0"/>
            <a:r>
              <a:rPr lang="zh-CN" altLang="en-US"/>
              <a:t>单击此处添加项标题</a:t>
            </a:r>
          </a:p>
        </p:txBody>
      </p:sp>
      <p:sp>
        <p:nvSpPr>
          <p:cNvPr id="27" name="文本占位符 26"/>
          <p:cNvSpPr>
            <a:spLocks noGrp="1"/>
          </p:cNvSpPr>
          <p:nvPr>
            <p:ph type="body" idx="16389" hasCustomPrompt="1"/>
            <p:custDataLst>
              <p:tags r:id="rId12"/>
            </p:custDataLst>
          </p:nvPr>
        </p:nvSpPr>
        <p:spPr>
          <a:xfrm>
            <a:off x="6502400" y="5118100"/>
            <a:ext cx="4775200" cy="609600"/>
          </a:xfrm>
          <a:noFill/>
        </p:spPr>
        <p:txBody>
          <a:bodyPr lIns="0" tIns="0" rIns="0" bIns="0" anchor="t">
            <a:normAutofit/>
          </a:bodyPr>
          <a:lstStyle>
            <a:lvl1pPr marL="0" indent="0" algn="l">
              <a:lnSpc>
                <a:spcPct val="125000"/>
              </a:lnSpc>
              <a:spcBef>
                <a:spcPct val="0"/>
              </a:spcBef>
              <a:spcAft>
                <a:spcPct val="0"/>
              </a:spcAft>
              <a:buNone/>
              <a:defRPr sz="1600" b="0" spc="0">
                <a:solidFill>
                  <a:srgbClr val="FFFFFF"/>
                </a:solidFill>
              </a:defRPr>
            </a:lvl1pPr>
          </a:lstStyle>
          <a:p>
            <a:pPr lvl="0"/>
            <a:r>
              <a:rPr lang="zh-CN" altLang="en-US"/>
              <a:t>单击此处添加项正文</a:t>
            </a:r>
          </a:p>
        </p:txBody>
      </p:sp>
    </p:spTree>
    <p:extLst>
      <p:ext uri="{BB962C8B-B14F-4D97-AF65-F5344CB8AC3E}">
        <p14:creationId xmlns:p14="http://schemas.microsoft.com/office/powerpoint/2010/main" val="4225449842"/>
      </p:ext>
    </p:extLst>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正文页-53_2">
    <p:bg>
      <p:bgRef idx="1001">
        <a:schemeClr val="bg2"/>
      </p:bgRef>
    </p:bg>
    <p:spTree>
      <p:nvGrpSpPr>
        <p:cNvPr id="1" name=""/>
        <p:cNvGrpSpPr/>
        <p:nvPr/>
      </p:nvGrpSpPr>
      <p:grpSpPr>
        <a:xfrm>
          <a:off x="0" y="0"/>
          <a:ext cx="0" cy="0"/>
          <a:chOff x="0" y="0"/>
          <a:chExt cx="0" cy="0"/>
        </a:xfrm>
      </p:grpSpPr>
      <p:sp>
        <p:nvSpPr>
          <p:cNvPr id="8" name="日期占位符 7"/>
          <p:cNvSpPr>
            <a:spLocks noGrp="1"/>
          </p:cNvSpPr>
          <p:nvPr>
            <p:ph type="dt" sz="half" idx="10"/>
            <p:custDataLst>
              <p:tags r:id="rId1"/>
            </p:custDataLst>
          </p:nvPr>
        </p:nvSpPr>
        <p:spPr/>
        <p:txBody>
          <a:bodyPr wrap="square">
            <a:normAutofit/>
          </a:bodyPr>
          <a:lstStyle/>
          <a:p>
            <a:fld id="{5592522B-0F24-4480-B9DD-A9474A6880D6}" type="datetimeFigureOut">
              <a:rPr lang="zh-CN" altLang="en-US" smtClean="0"/>
              <a:t>2026/10/10</a:t>
            </a:fld>
            <a:endParaRPr lang="zh-CN" altLang="en-US"/>
          </a:p>
        </p:txBody>
      </p:sp>
      <p:sp>
        <p:nvSpPr>
          <p:cNvPr id="9" name="页脚占位符 8"/>
          <p:cNvSpPr>
            <a:spLocks noGrp="1"/>
          </p:cNvSpPr>
          <p:nvPr>
            <p:ph type="ftr" sz="quarter" idx="11"/>
            <p:custDataLst>
              <p:tags r:id="rId2"/>
            </p:custDataLst>
          </p:nvPr>
        </p:nvSpPr>
        <p:spPr/>
        <p:txBody>
          <a:bodyPr/>
          <a:lstStyle/>
          <a:p>
            <a:endParaRPr lang="zh-CN" altLang="en-US"/>
          </a:p>
        </p:txBody>
      </p:sp>
      <p:sp>
        <p:nvSpPr>
          <p:cNvPr id="10" name="灯片编号占位符 9"/>
          <p:cNvSpPr>
            <a:spLocks noGrp="1"/>
          </p:cNvSpPr>
          <p:nvPr>
            <p:ph type="sldNum" sz="quarter" idx="12"/>
            <p:custDataLst>
              <p:tags r:id="rId3"/>
            </p:custDataLst>
          </p:nvPr>
        </p:nvSpPr>
        <p:spPr/>
        <p:txBody>
          <a:bodyPr wrap="square">
            <a:normAutofit/>
          </a:bodyPr>
          <a:lstStyle/>
          <a:p>
            <a:fld id="{BE5F26B5-172A-4DC2-B0B7-181CFC56B87C}" type="slidenum">
              <a:rPr lang="zh-CN" altLang="en-US" smtClean="0"/>
              <a:t>‹#›</a:t>
            </a:fld>
            <a:endParaRPr lang="zh-CN" altLang="en-US"/>
          </a:p>
        </p:txBody>
      </p:sp>
      <p:sp>
        <p:nvSpPr>
          <p:cNvPr id="7" name="装饰  6"/>
          <p:cNvSpPr>
            <a:spLocks noGrp="1"/>
          </p:cNvSpPr>
          <p:nvPr>
            <p:ph type="body" idx="16390" hasCustomPrompt="1"/>
            <p:custDataLst>
              <p:tags r:id="rId4"/>
            </p:custDataLst>
          </p:nvPr>
        </p:nvSpPr>
        <p:spPr>
          <a:xfrm>
            <a:off x="609600" y="4470400"/>
            <a:ext cx="5334000" cy="1778000"/>
          </a:xfrm>
          <a:custGeom>
            <a:avLst/>
            <a:gdLst>
              <a:gd name="connisteX0" fmla="*/ 0 w 5334000"/>
              <a:gd name="connsiteY0" fmla="*/ 0 h 1778000"/>
              <a:gd name="connisteX1" fmla="*/ 5334000 w 5334000"/>
              <a:gd name="connsiteY1" fmla="*/ 0 h 1778000"/>
              <a:gd name="connisteX2" fmla="*/ 5334000 w 5334000"/>
              <a:gd name="connsiteY2" fmla="*/ 1574800 h 1778000"/>
              <a:gd name="connisteX3" fmla="*/ 5130800 w 5334000"/>
              <a:gd name="connsiteY3" fmla="*/ 1778000 h 1778000"/>
              <a:gd name="connisteX4" fmla="*/ 203200 w 5334000"/>
              <a:gd name="connsiteY4" fmla="*/ 1778000 h 1778000"/>
              <a:gd name="connisteX5" fmla="*/ 0 w 5334000"/>
              <a:gd name="connsiteY5" fmla="*/ 1574800 h 1778000"/>
              <a:gd name="connisteX6" fmla="*/ 0 w 5334000"/>
              <a:gd name="connsiteY6" fmla="*/ 0 h 1778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rect l="0" t="0" r="0" b="0"/>
            <a:pathLst>
              <a:path w="5334000" h="1778000">
                <a:moveTo>
                  <a:pt x="0" y="0"/>
                </a:moveTo>
                <a:lnTo>
                  <a:pt x="5334000" y="0"/>
                </a:lnTo>
                <a:lnTo>
                  <a:pt x="5334000" y="1574800"/>
                </a:lnTo>
                <a:cubicBezTo>
                  <a:pt x="5334000" y="1687024"/>
                  <a:pt x="5243024" y="1778000"/>
                  <a:pt x="5130800" y="1778000"/>
                </a:cubicBezTo>
                <a:lnTo>
                  <a:pt x="203200" y="1778000"/>
                </a:lnTo>
                <a:cubicBezTo>
                  <a:pt x="90976" y="1778000"/>
                  <a:pt x="0" y="1687024"/>
                  <a:pt x="0" y="1574800"/>
                </a:cubicBezTo>
                <a:lnTo>
                  <a:pt x="0" y="0"/>
                </a:lnTo>
                <a:close/>
              </a:path>
            </a:pathLst>
          </a:custGeom>
          <a:gradFill>
            <a:gsLst>
              <a:gs pos="0">
                <a:schemeClr val="accent1">
                  <a:lumMod val="0"/>
                  <a:lumOff val="100000"/>
                </a:schemeClr>
              </a:gs>
              <a:gs pos="100000">
                <a:schemeClr val="accent1">
                  <a:lumMod val="0"/>
                  <a:lumOff val="100000"/>
                </a:schemeClr>
              </a:gs>
            </a:gsLst>
            <a:lin ang="5400000"/>
          </a:gra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6" name="标题 5"/>
          <p:cNvSpPr>
            <a:spLocks noGrp="1"/>
          </p:cNvSpPr>
          <p:nvPr>
            <p:ph type="ctrTitle" idx="16385" hasCustomPrompt="1"/>
            <p:custDataLst>
              <p:tags r:id="rId5"/>
            </p:custDataLst>
          </p:nvPr>
        </p:nvSpPr>
        <p:spPr>
          <a:xfrm>
            <a:off x="609600" y="533400"/>
            <a:ext cx="10972800" cy="609600"/>
          </a:xfrm>
          <a:noFill/>
        </p:spPr>
        <p:txBody>
          <a:bodyPr vert="horz" wrap="square" lIns="0" tIns="0" rIns="0" bIns="0" rtlCol="0" anchor="t" anchorCtr="0">
            <a:normAutofit/>
          </a:bodyPr>
          <a:lstStyle>
            <a:lvl1pPr marL="0" marR="0" indent="0" algn="l" defTabSz="914400" rtl="0" eaLnBrk="1" fontAlgn="auto" latinLnBrk="0" hangingPunct="1">
              <a:lnSpc>
                <a:spcPct val="111000"/>
              </a:lnSpc>
              <a:spcBef>
                <a:spcPct val="0"/>
              </a:spcBef>
              <a:spcAft>
                <a:spcPct val="0"/>
              </a:spcAft>
              <a:buClrTx/>
              <a:buSzTx/>
              <a:buFontTx/>
              <a:buNone/>
              <a:defRPr kumimoji="0" lang="zh-CN" altLang="en-US" sz="3600" b="1" i="0" u="none" strike="noStrike" kern="1200" cap="none" spc="0" normalizeH="0" baseline="0" noProof="1">
                <a:solidFill>
                  <a:schemeClr val="tx1"/>
                </a:solidFill>
                <a:latin typeface="+mj-lt"/>
                <a:ea typeface="+mj-ea"/>
                <a:cs typeface="+mj-cs"/>
              </a:defRPr>
            </a:lvl1pPr>
          </a:lstStyle>
          <a:p>
            <a:pPr lvl="0"/>
            <a:r>
              <a:rPr>
                <a:sym typeface="+mn-ea"/>
              </a:rPr>
              <a:t>单击此处添加标题</a:t>
            </a:r>
          </a:p>
        </p:txBody>
      </p:sp>
      <p:sp>
        <p:nvSpPr>
          <p:cNvPr id="21" name="图片占位符 20"/>
          <p:cNvSpPr>
            <a:spLocks noGrp="1"/>
          </p:cNvSpPr>
          <p:nvPr>
            <p:ph type="pic" idx="16391" hasCustomPrompt="1"/>
            <p:custDataLst>
              <p:tags r:id="rId6"/>
            </p:custDataLst>
          </p:nvPr>
        </p:nvSpPr>
        <p:spPr>
          <a:xfrm>
            <a:off x="609600" y="1524000"/>
            <a:ext cx="5334000" cy="2946400"/>
          </a:xfrm>
          <a:custGeom>
            <a:avLst/>
            <a:gdLst>
              <a:gd name="connisteX0" fmla="*/ 0 w 5334000"/>
              <a:gd name="connsiteY0" fmla="*/ 203200 h 2946400"/>
              <a:gd name="connisteX1" fmla="*/ 203200 w 5334000"/>
              <a:gd name="connsiteY1" fmla="*/ 0 h 2946400"/>
              <a:gd name="connisteX2" fmla="*/ 5130800 w 5334000"/>
              <a:gd name="connsiteY2" fmla="*/ 0 h 2946400"/>
              <a:gd name="connisteX3" fmla="*/ 5334000 w 5334000"/>
              <a:gd name="connsiteY3" fmla="*/ 203200 h 2946400"/>
              <a:gd name="connisteX4" fmla="*/ 5334000 w 5334000"/>
              <a:gd name="connsiteY4" fmla="*/ 2946400 h 2946400"/>
              <a:gd name="connisteX5" fmla="*/ 0 w 5334000"/>
              <a:gd name="connsiteY5" fmla="*/ 2946400 h 2946400"/>
              <a:gd name="connisteX6" fmla="*/ 0 w 5334000"/>
              <a:gd name="connsiteY6" fmla="*/ 203200 h 2946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rect l="0" t="0" r="0" b="0"/>
            <a:pathLst>
              <a:path w="5334000" h="2946400">
                <a:moveTo>
                  <a:pt x="0" y="203200"/>
                </a:moveTo>
                <a:cubicBezTo>
                  <a:pt x="0" y="90976"/>
                  <a:pt x="90976" y="0"/>
                  <a:pt x="203200" y="0"/>
                </a:cubicBezTo>
                <a:lnTo>
                  <a:pt x="5130800" y="0"/>
                </a:lnTo>
                <a:cubicBezTo>
                  <a:pt x="5243024" y="0"/>
                  <a:pt x="5334000" y="90976"/>
                  <a:pt x="5334000" y="203200"/>
                </a:cubicBezTo>
                <a:lnTo>
                  <a:pt x="5334000" y="2946400"/>
                </a:lnTo>
                <a:lnTo>
                  <a:pt x="0" y="2946400"/>
                </a:lnTo>
                <a:lnTo>
                  <a:pt x="0" y="203200"/>
                </a:lnTo>
                <a:close/>
              </a:path>
            </a:pathLst>
          </a:custGeo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p>
        </p:txBody>
      </p:sp>
      <p:sp>
        <p:nvSpPr>
          <p:cNvPr id="22" name="文本占位符 21"/>
          <p:cNvSpPr>
            <a:spLocks noGrp="1"/>
          </p:cNvSpPr>
          <p:nvPr>
            <p:ph type="body" idx="16386" hasCustomPrompt="1"/>
            <p:custDataLst>
              <p:tags r:id="rId7"/>
            </p:custDataLst>
          </p:nvPr>
        </p:nvSpPr>
        <p:spPr>
          <a:xfrm>
            <a:off x="914400" y="4775200"/>
            <a:ext cx="47244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23" name="文本占位符 22"/>
          <p:cNvSpPr>
            <a:spLocks noGrp="1"/>
          </p:cNvSpPr>
          <p:nvPr>
            <p:ph type="body" idx="16387" hasCustomPrompt="1"/>
            <p:custDataLst>
              <p:tags r:id="rId8"/>
            </p:custDataLst>
          </p:nvPr>
        </p:nvSpPr>
        <p:spPr>
          <a:xfrm>
            <a:off x="914400" y="5334000"/>
            <a:ext cx="4724400" cy="6096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
        <p:nvSpPr>
          <p:cNvPr id="24" name="装饰  3"/>
          <p:cNvSpPr>
            <a:spLocks noGrp="1"/>
          </p:cNvSpPr>
          <p:nvPr>
            <p:ph type="body" idx="16392" hasCustomPrompt="1"/>
            <p:custDataLst>
              <p:tags r:id="rId9"/>
            </p:custDataLst>
          </p:nvPr>
        </p:nvSpPr>
        <p:spPr>
          <a:xfrm>
            <a:off x="6248400" y="4470400"/>
            <a:ext cx="5334000" cy="1778000"/>
          </a:xfrm>
          <a:custGeom>
            <a:avLst/>
            <a:gdLst>
              <a:gd name="connisteX0" fmla="*/ 0 w 5334000"/>
              <a:gd name="connsiteY0" fmla="*/ 0 h 1778000"/>
              <a:gd name="connisteX1" fmla="*/ 5334000 w 5334000"/>
              <a:gd name="connsiteY1" fmla="*/ 0 h 1778000"/>
              <a:gd name="connisteX2" fmla="*/ 5334000 w 5334000"/>
              <a:gd name="connsiteY2" fmla="*/ 1574800 h 1778000"/>
              <a:gd name="connisteX3" fmla="*/ 5130800 w 5334000"/>
              <a:gd name="connsiteY3" fmla="*/ 1778000 h 1778000"/>
              <a:gd name="connisteX4" fmla="*/ 203200 w 5334000"/>
              <a:gd name="connsiteY4" fmla="*/ 1778000 h 1778000"/>
              <a:gd name="connisteX5" fmla="*/ 0 w 5334000"/>
              <a:gd name="connsiteY5" fmla="*/ 1574800 h 1778000"/>
              <a:gd name="connisteX6" fmla="*/ 0 w 5334000"/>
              <a:gd name="connsiteY6" fmla="*/ 0 h 1778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rect l="0" t="0" r="0" b="0"/>
            <a:pathLst>
              <a:path w="5334000" h="1778000">
                <a:moveTo>
                  <a:pt x="0" y="0"/>
                </a:moveTo>
                <a:lnTo>
                  <a:pt x="5334000" y="0"/>
                </a:lnTo>
                <a:lnTo>
                  <a:pt x="5334000" y="1574800"/>
                </a:lnTo>
                <a:cubicBezTo>
                  <a:pt x="5334000" y="1687024"/>
                  <a:pt x="5243024" y="1778000"/>
                  <a:pt x="5130800" y="1778000"/>
                </a:cubicBezTo>
                <a:lnTo>
                  <a:pt x="203200" y="1778000"/>
                </a:lnTo>
                <a:cubicBezTo>
                  <a:pt x="90976" y="1778000"/>
                  <a:pt x="0" y="1687024"/>
                  <a:pt x="0" y="1574800"/>
                </a:cubicBezTo>
                <a:lnTo>
                  <a:pt x="0" y="0"/>
                </a:lnTo>
                <a:close/>
              </a:path>
            </a:pathLst>
          </a:custGeom>
          <a:gradFill>
            <a:gsLst>
              <a:gs pos="0">
                <a:schemeClr val="accent1">
                  <a:lumMod val="0"/>
                  <a:lumOff val="100000"/>
                </a:schemeClr>
              </a:gs>
              <a:gs pos="100000">
                <a:schemeClr val="accent1">
                  <a:lumMod val="0"/>
                  <a:lumOff val="100000"/>
                </a:schemeClr>
              </a:gs>
            </a:gsLst>
            <a:lin ang="5400000"/>
          </a:gra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25" name="图片占位符 24"/>
          <p:cNvSpPr>
            <a:spLocks noGrp="1"/>
          </p:cNvSpPr>
          <p:nvPr>
            <p:ph type="pic" idx="16393" hasCustomPrompt="1"/>
            <p:custDataLst>
              <p:tags r:id="rId10"/>
            </p:custDataLst>
          </p:nvPr>
        </p:nvSpPr>
        <p:spPr>
          <a:xfrm>
            <a:off x="6248400" y="1524000"/>
            <a:ext cx="5334000" cy="2946400"/>
          </a:xfrm>
          <a:custGeom>
            <a:avLst/>
            <a:gdLst>
              <a:gd name="connisteX0" fmla="*/ 0 w 5334000"/>
              <a:gd name="connsiteY0" fmla="*/ 203200 h 2946400"/>
              <a:gd name="connisteX1" fmla="*/ 203200 w 5334000"/>
              <a:gd name="connsiteY1" fmla="*/ 0 h 2946400"/>
              <a:gd name="connisteX2" fmla="*/ 5130800 w 5334000"/>
              <a:gd name="connsiteY2" fmla="*/ 0 h 2946400"/>
              <a:gd name="connisteX3" fmla="*/ 5334000 w 5334000"/>
              <a:gd name="connsiteY3" fmla="*/ 203200 h 2946400"/>
              <a:gd name="connisteX4" fmla="*/ 5334000 w 5334000"/>
              <a:gd name="connsiteY4" fmla="*/ 2946400 h 2946400"/>
              <a:gd name="connisteX5" fmla="*/ 0 w 5334000"/>
              <a:gd name="connsiteY5" fmla="*/ 2946400 h 2946400"/>
              <a:gd name="connisteX6" fmla="*/ 0 w 5334000"/>
              <a:gd name="connsiteY6" fmla="*/ 203200 h 2946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rect l="0" t="0" r="0" b="0"/>
            <a:pathLst>
              <a:path w="5334000" h="2946400">
                <a:moveTo>
                  <a:pt x="0" y="203200"/>
                </a:moveTo>
                <a:cubicBezTo>
                  <a:pt x="0" y="90976"/>
                  <a:pt x="90976" y="0"/>
                  <a:pt x="203200" y="0"/>
                </a:cubicBezTo>
                <a:lnTo>
                  <a:pt x="5130800" y="0"/>
                </a:lnTo>
                <a:cubicBezTo>
                  <a:pt x="5243024" y="0"/>
                  <a:pt x="5334000" y="90976"/>
                  <a:pt x="5334000" y="203200"/>
                </a:cubicBezTo>
                <a:lnTo>
                  <a:pt x="5334000" y="2946400"/>
                </a:lnTo>
                <a:lnTo>
                  <a:pt x="0" y="2946400"/>
                </a:lnTo>
                <a:lnTo>
                  <a:pt x="0" y="203200"/>
                </a:lnTo>
                <a:close/>
              </a:path>
            </a:pathLst>
          </a:custGeo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p>
        </p:txBody>
      </p:sp>
      <p:sp>
        <p:nvSpPr>
          <p:cNvPr id="26" name="文本占位符 25"/>
          <p:cNvSpPr>
            <a:spLocks noGrp="1"/>
          </p:cNvSpPr>
          <p:nvPr>
            <p:ph type="body" idx="16388" hasCustomPrompt="1"/>
            <p:custDataLst>
              <p:tags r:id="rId11"/>
            </p:custDataLst>
          </p:nvPr>
        </p:nvSpPr>
        <p:spPr>
          <a:xfrm>
            <a:off x="6553200" y="4775200"/>
            <a:ext cx="47244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27" name="文本占位符 26"/>
          <p:cNvSpPr>
            <a:spLocks noGrp="1"/>
          </p:cNvSpPr>
          <p:nvPr>
            <p:ph type="body" idx="16389" hasCustomPrompt="1"/>
            <p:custDataLst>
              <p:tags r:id="rId12"/>
            </p:custDataLst>
          </p:nvPr>
        </p:nvSpPr>
        <p:spPr>
          <a:xfrm>
            <a:off x="6553200" y="5334000"/>
            <a:ext cx="4724400" cy="6096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Tree>
    <p:extLst>
      <p:ext uri="{BB962C8B-B14F-4D97-AF65-F5344CB8AC3E}">
        <p14:creationId xmlns:p14="http://schemas.microsoft.com/office/powerpoint/2010/main" val="2835685848"/>
      </p:ext>
    </p:extLst>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正文页-上标下内-装饰背景-装饰背景-并列-57_34_group1">
    <p:bg>
      <p:bgRef idx="1001">
        <a:schemeClr val="bg2"/>
      </p:bgRef>
    </p:bg>
    <p:spTree>
      <p:nvGrpSpPr>
        <p:cNvPr id="1" name=""/>
        <p:cNvGrpSpPr/>
        <p:nvPr/>
      </p:nvGrpSpPr>
      <p:grpSpPr>
        <a:xfrm>
          <a:off x="0" y="0"/>
          <a:ext cx="0" cy="0"/>
          <a:chOff x="0" y="0"/>
          <a:chExt cx="0" cy="0"/>
        </a:xfrm>
      </p:grpSpPr>
      <p:sp>
        <p:nvSpPr>
          <p:cNvPr id="8" name="日期占位符 7"/>
          <p:cNvSpPr>
            <a:spLocks noGrp="1"/>
          </p:cNvSpPr>
          <p:nvPr>
            <p:ph type="dt" sz="half" idx="10"/>
            <p:custDataLst>
              <p:tags r:id="rId1"/>
            </p:custDataLst>
          </p:nvPr>
        </p:nvSpPr>
        <p:spPr/>
        <p:txBody>
          <a:bodyPr wrap="square">
            <a:normAutofit/>
          </a:bodyPr>
          <a:lstStyle/>
          <a:p>
            <a:fld id="{5592522B-0F24-4480-B9DD-A9474A6880D6}" type="datetimeFigureOut">
              <a:rPr lang="zh-CN" altLang="en-US" smtClean="0"/>
              <a:t>2026/10/10</a:t>
            </a:fld>
            <a:endParaRPr lang="zh-CN" altLang="en-US"/>
          </a:p>
        </p:txBody>
      </p:sp>
      <p:sp>
        <p:nvSpPr>
          <p:cNvPr id="9" name="页脚占位符 8"/>
          <p:cNvSpPr>
            <a:spLocks noGrp="1"/>
          </p:cNvSpPr>
          <p:nvPr>
            <p:ph type="ftr" sz="quarter" idx="11"/>
            <p:custDataLst>
              <p:tags r:id="rId2"/>
            </p:custDataLst>
          </p:nvPr>
        </p:nvSpPr>
        <p:spPr/>
        <p:txBody>
          <a:bodyPr/>
          <a:lstStyle/>
          <a:p>
            <a:endParaRPr lang="zh-CN" altLang="en-US"/>
          </a:p>
        </p:txBody>
      </p:sp>
      <p:sp>
        <p:nvSpPr>
          <p:cNvPr id="10" name="灯片编号占位符 9"/>
          <p:cNvSpPr>
            <a:spLocks noGrp="1"/>
          </p:cNvSpPr>
          <p:nvPr>
            <p:ph type="sldNum" sz="quarter" idx="12"/>
            <p:custDataLst>
              <p:tags r:id="rId3"/>
            </p:custDataLst>
          </p:nvPr>
        </p:nvSpPr>
        <p:spPr/>
        <p:txBody>
          <a:bodyPr wrap="square">
            <a:normAutofit/>
          </a:bodyPr>
          <a:lstStyle/>
          <a:p>
            <a:fld id="{BE5F26B5-172A-4DC2-B0B7-181CFC56B87C}" type="slidenum">
              <a:rPr lang="zh-CN" altLang="en-US" smtClean="0"/>
              <a:t>‹#›</a:t>
            </a:fld>
            <a:endParaRPr lang="zh-CN" altLang="en-US"/>
          </a:p>
        </p:txBody>
      </p:sp>
      <p:sp>
        <p:nvSpPr>
          <p:cNvPr id="7" name="装饰  6"/>
          <p:cNvSpPr>
            <a:spLocks noGrp="1"/>
          </p:cNvSpPr>
          <p:nvPr>
            <p:ph type="body" idx="16394" hasCustomPrompt="1"/>
            <p:custDataLst>
              <p:tags r:id="rId4"/>
            </p:custDataLst>
          </p:nvPr>
        </p:nvSpPr>
        <p:spPr>
          <a:xfrm>
            <a:off x="3149600" y="1524000"/>
            <a:ext cx="2794000" cy="2209800"/>
          </a:xfrm>
          <a:custGeom>
            <a:avLst/>
            <a:gdLst>
              <a:gd name="connisteX0" fmla="*/ 0 w 2794000"/>
              <a:gd name="connsiteY0" fmla="*/ 0 h 2209800"/>
              <a:gd name="connisteX1" fmla="*/ 2590800 w 2794000"/>
              <a:gd name="connsiteY1" fmla="*/ 0 h 2209800"/>
              <a:gd name="connisteX2" fmla="*/ 2794000 w 2794000"/>
              <a:gd name="connsiteY2" fmla="*/ 203200 h 2209800"/>
              <a:gd name="connisteX3" fmla="*/ 2794000 w 2794000"/>
              <a:gd name="connsiteY3" fmla="*/ 2006600 h 2209800"/>
              <a:gd name="connisteX4" fmla="*/ 2590800 w 2794000"/>
              <a:gd name="connsiteY4" fmla="*/ 2209800 h 2209800"/>
              <a:gd name="connisteX5" fmla="*/ 0 w 2794000"/>
              <a:gd name="connsiteY5" fmla="*/ 2209800 h 2209800"/>
              <a:gd name="connisteX6" fmla="*/ 0 w 2794000"/>
              <a:gd name="connsiteY6" fmla="*/ 0 h 2209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rect l="0" t="0" r="0" b="0"/>
            <a:pathLst>
              <a:path w="2794000" h="2209800">
                <a:moveTo>
                  <a:pt x="0" y="0"/>
                </a:moveTo>
                <a:lnTo>
                  <a:pt x="2590800" y="0"/>
                </a:lnTo>
                <a:cubicBezTo>
                  <a:pt x="2703024" y="0"/>
                  <a:pt x="2794000" y="90976"/>
                  <a:pt x="2794000" y="203200"/>
                </a:cubicBezTo>
                <a:lnTo>
                  <a:pt x="2794000" y="2006600"/>
                </a:lnTo>
                <a:cubicBezTo>
                  <a:pt x="2794000" y="2118824"/>
                  <a:pt x="2703024" y="2209800"/>
                  <a:pt x="2590800" y="2209800"/>
                </a:cubicBezTo>
                <a:lnTo>
                  <a:pt x="0" y="2209800"/>
                </a:lnTo>
                <a:lnTo>
                  <a:pt x="0" y="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6" name="标题 5"/>
          <p:cNvSpPr>
            <a:spLocks noGrp="1"/>
          </p:cNvSpPr>
          <p:nvPr>
            <p:ph type="ctrTitle" idx="16385" hasCustomPrompt="1"/>
            <p:custDataLst>
              <p:tags r:id="rId5"/>
            </p:custDataLst>
          </p:nvPr>
        </p:nvSpPr>
        <p:spPr>
          <a:xfrm>
            <a:off x="609600" y="533400"/>
            <a:ext cx="10972800" cy="609600"/>
          </a:xfrm>
          <a:noFill/>
        </p:spPr>
        <p:txBody>
          <a:bodyPr vert="horz" wrap="square" lIns="0" tIns="0" rIns="0" bIns="0" rtlCol="0" anchor="t" anchorCtr="0">
            <a:normAutofit/>
          </a:bodyPr>
          <a:lstStyle>
            <a:lvl1pPr marL="0" marR="0" indent="0" algn="l" defTabSz="914400" rtl="0" eaLnBrk="1" fontAlgn="auto" latinLnBrk="0" hangingPunct="1">
              <a:lnSpc>
                <a:spcPct val="111000"/>
              </a:lnSpc>
              <a:spcBef>
                <a:spcPct val="0"/>
              </a:spcBef>
              <a:spcAft>
                <a:spcPct val="0"/>
              </a:spcAft>
              <a:buClrTx/>
              <a:buSzTx/>
              <a:buFontTx/>
              <a:buNone/>
              <a:defRPr kumimoji="0" lang="zh-CN" altLang="en-US" sz="3600" b="1" i="0" u="none" strike="noStrike" kern="1200" cap="none" spc="0" normalizeH="0" baseline="0" noProof="1">
                <a:solidFill>
                  <a:schemeClr val="tx1"/>
                </a:solidFill>
                <a:latin typeface="+mj-lt"/>
                <a:ea typeface="+mj-ea"/>
                <a:cs typeface="+mj-cs"/>
              </a:defRPr>
            </a:lvl1pPr>
          </a:lstStyle>
          <a:p>
            <a:pPr lvl="0"/>
            <a:r>
              <a:rPr>
                <a:sym typeface="+mn-ea"/>
              </a:rPr>
              <a:t>单击此处添加标题</a:t>
            </a:r>
          </a:p>
        </p:txBody>
      </p:sp>
      <p:sp>
        <p:nvSpPr>
          <p:cNvPr id="21" name="图片占位符 20"/>
          <p:cNvSpPr>
            <a:spLocks noGrp="1"/>
          </p:cNvSpPr>
          <p:nvPr>
            <p:ph type="pic" idx="16395" hasCustomPrompt="1"/>
            <p:custDataLst>
              <p:tags r:id="rId6"/>
            </p:custDataLst>
          </p:nvPr>
        </p:nvSpPr>
        <p:spPr>
          <a:xfrm>
            <a:off x="609600" y="1524000"/>
            <a:ext cx="2540000" cy="2209800"/>
          </a:xfrm>
          <a:custGeom>
            <a:avLst/>
            <a:gdLst>
              <a:gd name="connisteX0" fmla="*/ 0 w 2540000"/>
              <a:gd name="connsiteY0" fmla="*/ 203200 h 2209800"/>
              <a:gd name="connisteX1" fmla="*/ 203200 w 2540000"/>
              <a:gd name="connsiteY1" fmla="*/ 0 h 2209800"/>
              <a:gd name="connisteX2" fmla="*/ 2540000 w 2540000"/>
              <a:gd name="connsiteY2" fmla="*/ 0 h 2209800"/>
              <a:gd name="connisteX3" fmla="*/ 2540000 w 2540000"/>
              <a:gd name="connsiteY3" fmla="*/ 2209800 h 2209800"/>
              <a:gd name="connisteX4" fmla="*/ 203200 w 2540000"/>
              <a:gd name="connsiteY4" fmla="*/ 2209800 h 2209800"/>
              <a:gd name="connisteX5" fmla="*/ 0 w 2540000"/>
              <a:gd name="connsiteY5" fmla="*/ 2006600 h 2209800"/>
              <a:gd name="connisteX6" fmla="*/ 0 w 2540000"/>
              <a:gd name="connsiteY6" fmla="*/ 203200 h 2209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rect l="0" t="0" r="0" b="0"/>
            <a:pathLst>
              <a:path w="2540000" h="2209800">
                <a:moveTo>
                  <a:pt x="0" y="203200"/>
                </a:moveTo>
                <a:cubicBezTo>
                  <a:pt x="0" y="90976"/>
                  <a:pt x="90976" y="0"/>
                  <a:pt x="203200" y="0"/>
                </a:cubicBezTo>
                <a:lnTo>
                  <a:pt x="2540000" y="0"/>
                </a:lnTo>
                <a:lnTo>
                  <a:pt x="2540000" y="2209800"/>
                </a:lnTo>
                <a:lnTo>
                  <a:pt x="203200" y="2209800"/>
                </a:lnTo>
                <a:cubicBezTo>
                  <a:pt x="90976" y="2209800"/>
                  <a:pt x="0" y="2118824"/>
                  <a:pt x="0" y="2006600"/>
                </a:cubicBezTo>
                <a:lnTo>
                  <a:pt x="0" y="203200"/>
                </a:lnTo>
                <a:close/>
              </a:path>
            </a:pathLst>
          </a:custGeo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p>
        </p:txBody>
      </p:sp>
      <p:sp>
        <p:nvSpPr>
          <p:cNvPr id="22" name="文本占位符 21"/>
          <p:cNvSpPr>
            <a:spLocks noGrp="1"/>
          </p:cNvSpPr>
          <p:nvPr>
            <p:ph type="body" idx="16386" hasCustomPrompt="1"/>
            <p:custDataLst>
              <p:tags r:id="rId7"/>
            </p:custDataLst>
          </p:nvPr>
        </p:nvSpPr>
        <p:spPr>
          <a:xfrm>
            <a:off x="3454400" y="1790700"/>
            <a:ext cx="2184400" cy="406400"/>
          </a:xfrm>
          <a:noFill/>
        </p:spPr>
        <p:txBody>
          <a:bodyPr lIns="0" tIns="0" rIns="0" bIns="0" anchor="t">
            <a:normAutofit/>
          </a:bodyPr>
          <a:lstStyle>
            <a:lvl1pPr marL="0" indent="0" algn="l">
              <a:lnSpc>
                <a:spcPct val="111000"/>
              </a:lnSpc>
              <a:spcBef>
                <a:spcPct val="0"/>
              </a:spcBef>
              <a:spcAft>
                <a:spcPct val="0"/>
              </a:spcAft>
              <a:buNone/>
              <a:defRPr sz="2400" b="0" spc="0">
                <a:solidFill>
                  <a:srgbClr val="FFFFFF"/>
                </a:solidFill>
              </a:defRPr>
            </a:lvl1pPr>
          </a:lstStyle>
          <a:p>
            <a:pPr lvl="0"/>
            <a:r>
              <a:rPr lang="zh-CN" altLang="en-US"/>
              <a:t>项标题</a:t>
            </a:r>
          </a:p>
        </p:txBody>
      </p:sp>
      <p:sp>
        <p:nvSpPr>
          <p:cNvPr id="23" name="文本占位符 22"/>
          <p:cNvSpPr>
            <a:spLocks noGrp="1"/>
          </p:cNvSpPr>
          <p:nvPr>
            <p:ph type="body" idx="16387" hasCustomPrompt="1"/>
            <p:custDataLst>
              <p:tags r:id="rId8"/>
            </p:custDataLst>
          </p:nvPr>
        </p:nvSpPr>
        <p:spPr>
          <a:xfrm>
            <a:off x="3454400" y="2247900"/>
            <a:ext cx="2184400" cy="1219200"/>
          </a:xfrm>
          <a:noFill/>
        </p:spPr>
        <p:txBody>
          <a:bodyPr lIns="0" tIns="0" rIns="0" bIns="0" anchor="t">
            <a:normAutofit/>
          </a:bodyPr>
          <a:lstStyle>
            <a:lvl1pPr marL="0" indent="0" algn="l">
              <a:lnSpc>
                <a:spcPct val="125000"/>
              </a:lnSpc>
              <a:spcBef>
                <a:spcPct val="0"/>
              </a:spcBef>
              <a:spcAft>
                <a:spcPct val="0"/>
              </a:spcAft>
              <a:buNone/>
              <a:defRPr sz="1600" b="0" spc="0">
                <a:solidFill>
                  <a:srgbClr val="FFFFFF"/>
                </a:solidFill>
              </a:defRPr>
            </a:lvl1pPr>
          </a:lstStyle>
          <a:p>
            <a:pPr lvl="0"/>
            <a:r>
              <a:rPr lang="zh-CN" altLang="en-US"/>
              <a:t>单击此处添加项正文</a:t>
            </a:r>
          </a:p>
        </p:txBody>
      </p:sp>
      <p:sp>
        <p:nvSpPr>
          <p:cNvPr id="24" name="装饰  3"/>
          <p:cNvSpPr>
            <a:spLocks noGrp="1"/>
          </p:cNvSpPr>
          <p:nvPr>
            <p:ph type="body" idx="16396" hasCustomPrompt="1"/>
            <p:custDataLst>
              <p:tags r:id="rId9"/>
            </p:custDataLst>
          </p:nvPr>
        </p:nvSpPr>
        <p:spPr>
          <a:xfrm>
            <a:off x="8788400" y="1524000"/>
            <a:ext cx="2794000" cy="2209800"/>
          </a:xfrm>
          <a:custGeom>
            <a:avLst/>
            <a:gdLst>
              <a:gd name="connisteX0" fmla="*/ 0 w 2794000"/>
              <a:gd name="connsiteY0" fmla="*/ 0 h 2209800"/>
              <a:gd name="connisteX1" fmla="*/ 2590800 w 2794000"/>
              <a:gd name="connsiteY1" fmla="*/ 0 h 2209800"/>
              <a:gd name="connisteX2" fmla="*/ 2794000 w 2794000"/>
              <a:gd name="connsiteY2" fmla="*/ 203200 h 2209800"/>
              <a:gd name="connisteX3" fmla="*/ 2794000 w 2794000"/>
              <a:gd name="connsiteY3" fmla="*/ 2006600 h 2209800"/>
              <a:gd name="connisteX4" fmla="*/ 2590800 w 2794000"/>
              <a:gd name="connsiteY4" fmla="*/ 2209800 h 2209800"/>
              <a:gd name="connisteX5" fmla="*/ 0 w 2794000"/>
              <a:gd name="connsiteY5" fmla="*/ 2209800 h 2209800"/>
              <a:gd name="connisteX6" fmla="*/ 0 w 2794000"/>
              <a:gd name="connsiteY6" fmla="*/ 0 h 2209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rect l="0" t="0" r="0" b="0"/>
            <a:pathLst>
              <a:path w="2794000" h="2209800">
                <a:moveTo>
                  <a:pt x="0" y="0"/>
                </a:moveTo>
                <a:lnTo>
                  <a:pt x="2590800" y="0"/>
                </a:lnTo>
                <a:cubicBezTo>
                  <a:pt x="2703024" y="0"/>
                  <a:pt x="2794000" y="90976"/>
                  <a:pt x="2794000" y="203200"/>
                </a:cubicBezTo>
                <a:lnTo>
                  <a:pt x="2794000" y="2006600"/>
                </a:lnTo>
                <a:cubicBezTo>
                  <a:pt x="2794000" y="2118824"/>
                  <a:pt x="2703024" y="2209800"/>
                  <a:pt x="2590800" y="2209800"/>
                </a:cubicBezTo>
                <a:lnTo>
                  <a:pt x="0" y="2209800"/>
                </a:lnTo>
                <a:lnTo>
                  <a:pt x="0" y="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25" name="图片占位符 24"/>
          <p:cNvSpPr>
            <a:spLocks noGrp="1"/>
          </p:cNvSpPr>
          <p:nvPr>
            <p:ph type="pic" idx="16397" hasCustomPrompt="1"/>
            <p:custDataLst>
              <p:tags r:id="rId10"/>
            </p:custDataLst>
          </p:nvPr>
        </p:nvSpPr>
        <p:spPr>
          <a:xfrm>
            <a:off x="6248400" y="1524000"/>
            <a:ext cx="2540000" cy="2209800"/>
          </a:xfrm>
          <a:custGeom>
            <a:avLst/>
            <a:gdLst>
              <a:gd name="connisteX0" fmla="*/ 0 w 2540000"/>
              <a:gd name="connsiteY0" fmla="*/ 203200 h 2209800"/>
              <a:gd name="connisteX1" fmla="*/ 203200 w 2540000"/>
              <a:gd name="connsiteY1" fmla="*/ 0 h 2209800"/>
              <a:gd name="connisteX2" fmla="*/ 2540000 w 2540000"/>
              <a:gd name="connsiteY2" fmla="*/ 0 h 2209800"/>
              <a:gd name="connisteX3" fmla="*/ 2540000 w 2540000"/>
              <a:gd name="connsiteY3" fmla="*/ 2209800 h 2209800"/>
              <a:gd name="connisteX4" fmla="*/ 203200 w 2540000"/>
              <a:gd name="connsiteY4" fmla="*/ 2209800 h 2209800"/>
              <a:gd name="connisteX5" fmla="*/ 0 w 2540000"/>
              <a:gd name="connsiteY5" fmla="*/ 2006600 h 2209800"/>
              <a:gd name="connisteX6" fmla="*/ 0 w 2540000"/>
              <a:gd name="connsiteY6" fmla="*/ 203200 h 2209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rect l="0" t="0" r="0" b="0"/>
            <a:pathLst>
              <a:path w="2540000" h="2209800">
                <a:moveTo>
                  <a:pt x="0" y="203200"/>
                </a:moveTo>
                <a:cubicBezTo>
                  <a:pt x="0" y="90976"/>
                  <a:pt x="90976" y="0"/>
                  <a:pt x="203200" y="0"/>
                </a:cubicBezTo>
                <a:lnTo>
                  <a:pt x="2540000" y="0"/>
                </a:lnTo>
                <a:lnTo>
                  <a:pt x="2540000" y="2209800"/>
                </a:lnTo>
                <a:lnTo>
                  <a:pt x="203200" y="2209800"/>
                </a:lnTo>
                <a:cubicBezTo>
                  <a:pt x="90976" y="2209800"/>
                  <a:pt x="0" y="2118824"/>
                  <a:pt x="0" y="2006600"/>
                </a:cubicBezTo>
                <a:lnTo>
                  <a:pt x="0" y="203200"/>
                </a:lnTo>
                <a:close/>
              </a:path>
            </a:pathLst>
          </a:custGeo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p>
        </p:txBody>
      </p:sp>
      <p:sp>
        <p:nvSpPr>
          <p:cNvPr id="26" name="文本占位符 25"/>
          <p:cNvSpPr>
            <a:spLocks noGrp="1"/>
          </p:cNvSpPr>
          <p:nvPr>
            <p:ph type="body" idx="16388" hasCustomPrompt="1"/>
            <p:custDataLst>
              <p:tags r:id="rId11"/>
            </p:custDataLst>
          </p:nvPr>
        </p:nvSpPr>
        <p:spPr>
          <a:xfrm>
            <a:off x="9093200" y="1790700"/>
            <a:ext cx="2184400" cy="406400"/>
          </a:xfrm>
          <a:noFill/>
        </p:spPr>
        <p:txBody>
          <a:bodyPr lIns="0" tIns="0" rIns="0" bIns="0" anchor="t">
            <a:normAutofit/>
          </a:bodyPr>
          <a:lstStyle>
            <a:lvl1pPr marL="0" indent="0" algn="l">
              <a:lnSpc>
                <a:spcPct val="111000"/>
              </a:lnSpc>
              <a:spcBef>
                <a:spcPct val="0"/>
              </a:spcBef>
              <a:spcAft>
                <a:spcPct val="0"/>
              </a:spcAft>
              <a:buNone/>
              <a:defRPr sz="2400" b="0" spc="0">
                <a:solidFill>
                  <a:srgbClr val="FFFFFF"/>
                </a:solidFill>
              </a:defRPr>
            </a:lvl1pPr>
          </a:lstStyle>
          <a:p>
            <a:pPr lvl="0"/>
            <a:r>
              <a:rPr lang="zh-CN" altLang="en-US"/>
              <a:t>项标题</a:t>
            </a:r>
          </a:p>
        </p:txBody>
      </p:sp>
      <p:sp>
        <p:nvSpPr>
          <p:cNvPr id="27" name="文本占位符 26"/>
          <p:cNvSpPr>
            <a:spLocks noGrp="1"/>
          </p:cNvSpPr>
          <p:nvPr>
            <p:ph type="body" idx="16389" hasCustomPrompt="1"/>
            <p:custDataLst>
              <p:tags r:id="rId12"/>
            </p:custDataLst>
          </p:nvPr>
        </p:nvSpPr>
        <p:spPr>
          <a:xfrm>
            <a:off x="9093200" y="2247900"/>
            <a:ext cx="2184400" cy="1219200"/>
          </a:xfrm>
          <a:noFill/>
        </p:spPr>
        <p:txBody>
          <a:bodyPr lIns="0" tIns="0" rIns="0" bIns="0" anchor="t">
            <a:normAutofit/>
          </a:bodyPr>
          <a:lstStyle>
            <a:lvl1pPr marL="0" indent="0" algn="l">
              <a:lnSpc>
                <a:spcPct val="125000"/>
              </a:lnSpc>
              <a:spcBef>
                <a:spcPct val="0"/>
              </a:spcBef>
              <a:spcAft>
                <a:spcPct val="0"/>
              </a:spcAft>
              <a:buNone/>
              <a:defRPr sz="1600" b="0" spc="0">
                <a:solidFill>
                  <a:srgbClr val="FFFFFF"/>
                </a:solidFill>
              </a:defRPr>
            </a:lvl1pPr>
          </a:lstStyle>
          <a:p>
            <a:pPr lvl="0"/>
            <a:r>
              <a:rPr lang="zh-CN" altLang="en-US"/>
              <a:t>单击此处添加项正文</a:t>
            </a:r>
          </a:p>
        </p:txBody>
      </p:sp>
      <p:sp>
        <p:nvSpPr>
          <p:cNvPr id="28" name="装饰  7"/>
          <p:cNvSpPr>
            <a:spLocks noGrp="1"/>
          </p:cNvSpPr>
          <p:nvPr>
            <p:ph type="body" idx="16398" hasCustomPrompt="1"/>
            <p:custDataLst>
              <p:tags r:id="rId13"/>
            </p:custDataLst>
          </p:nvPr>
        </p:nvSpPr>
        <p:spPr>
          <a:xfrm>
            <a:off x="3149600" y="4038600"/>
            <a:ext cx="2794000" cy="2209800"/>
          </a:xfrm>
          <a:custGeom>
            <a:avLst/>
            <a:gdLst>
              <a:gd name="connisteX0" fmla="*/ 0 w 2794000"/>
              <a:gd name="connsiteY0" fmla="*/ 0 h 2209800"/>
              <a:gd name="connisteX1" fmla="*/ 2590800 w 2794000"/>
              <a:gd name="connsiteY1" fmla="*/ 0 h 2209800"/>
              <a:gd name="connisteX2" fmla="*/ 2794000 w 2794000"/>
              <a:gd name="connsiteY2" fmla="*/ 203200 h 2209800"/>
              <a:gd name="connisteX3" fmla="*/ 2794000 w 2794000"/>
              <a:gd name="connsiteY3" fmla="*/ 2006600 h 2209800"/>
              <a:gd name="connisteX4" fmla="*/ 2590800 w 2794000"/>
              <a:gd name="connsiteY4" fmla="*/ 2209800 h 2209800"/>
              <a:gd name="connisteX5" fmla="*/ 0 w 2794000"/>
              <a:gd name="connsiteY5" fmla="*/ 2209800 h 2209800"/>
              <a:gd name="connisteX6" fmla="*/ 0 w 2794000"/>
              <a:gd name="connsiteY6" fmla="*/ 0 h 2209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rect l="0" t="0" r="0" b="0"/>
            <a:pathLst>
              <a:path w="2794000" h="2209800">
                <a:moveTo>
                  <a:pt x="0" y="0"/>
                </a:moveTo>
                <a:lnTo>
                  <a:pt x="2590800" y="0"/>
                </a:lnTo>
                <a:cubicBezTo>
                  <a:pt x="2703024" y="0"/>
                  <a:pt x="2794000" y="90976"/>
                  <a:pt x="2794000" y="203200"/>
                </a:cubicBezTo>
                <a:lnTo>
                  <a:pt x="2794000" y="2006600"/>
                </a:lnTo>
                <a:cubicBezTo>
                  <a:pt x="2794000" y="2118824"/>
                  <a:pt x="2703024" y="2209800"/>
                  <a:pt x="2590800" y="2209800"/>
                </a:cubicBezTo>
                <a:lnTo>
                  <a:pt x="0" y="2209800"/>
                </a:lnTo>
                <a:lnTo>
                  <a:pt x="0" y="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29" name="图片占位符 28"/>
          <p:cNvSpPr>
            <a:spLocks noGrp="1"/>
          </p:cNvSpPr>
          <p:nvPr>
            <p:ph type="pic" idx="16399" hasCustomPrompt="1"/>
            <p:custDataLst>
              <p:tags r:id="rId14"/>
            </p:custDataLst>
          </p:nvPr>
        </p:nvSpPr>
        <p:spPr>
          <a:xfrm>
            <a:off x="609600" y="4038600"/>
            <a:ext cx="2540000" cy="2209800"/>
          </a:xfrm>
          <a:custGeom>
            <a:avLst/>
            <a:gdLst>
              <a:gd name="connisteX0" fmla="*/ 0 w 2540000"/>
              <a:gd name="connsiteY0" fmla="*/ 203200 h 2209800"/>
              <a:gd name="connisteX1" fmla="*/ 203200 w 2540000"/>
              <a:gd name="connsiteY1" fmla="*/ 0 h 2209800"/>
              <a:gd name="connisteX2" fmla="*/ 2540000 w 2540000"/>
              <a:gd name="connsiteY2" fmla="*/ 0 h 2209800"/>
              <a:gd name="connisteX3" fmla="*/ 2540000 w 2540000"/>
              <a:gd name="connsiteY3" fmla="*/ 2209800 h 2209800"/>
              <a:gd name="connisteX4" fmla="*/ 203200 w 2540000"/>
              <a:gd name="connsiteY4" fmla="*/ 2209800 h 2209800"/>
              <a:gd name="connisteX5" fmla="*/ 0 w 2540000"/>
              <a:gd name="connsiteY5" fmla="*/ 2006600 h 2209800"/>
              <a:gd name="connisteX6" fmla="*/ 0 w 2540000"/>
              <a:gd name="connsiteY6" fmla="*/ 203200 h 2209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rect l="0" t="0" r="0" b="0"/>
            <a:pathLst>
              <a:path w="2540000" h="2209800">
                <a:moveTo>
                  <a:pt x="0" y="203200"/>
                </a:moveTo>
                <a:cubicBezTo>
                  <a:pt x="0" y="90976"/>
                  <a:pt x="90976" y="0"/>
                  <a:pt x="203200" y="0"/>
                </a:cubicBezTo>
                <a:lnTo>
                  <a:pt x="2540000" y="0"/>
                </a:lnTo>
                <a:lnTo>
                  <a:pt x="2540000" y="2209800"/>
                </a:lnTo>
                <a:lnTo>
                  <a:pt x="203200" y="2209800"/>
                </a:lnTo>
                <a:cubicBezTo>
                  <a:pt x="90976" y="2209800"/>
                  <a:pt x="0" y="2118824"/>
                  <a:pt x="0" y="2006600"/>
                </a:cubicBezTo>
                <a:lnTo>
                  <a:pt x="0" y="203200"/>
                </a:lnTo>
                <a:close/>
              </a:path>
            </a:pathLst>
          </a:custGeo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p>
        </p:txBody>
      </p:sp>
      <p:sp>
        <p:nvSpPr>
          <p:cNvPr id="30" name="文本占位符 29"/>
          <p:cNvSpPr>
            <a:spLocks noGrp="1"/>
          </p:cNvSpPr>
          <p:nvPr>
            <p:ph type="body" idx="16390" hasCustomPrompt="1"/>
            <p:custDataLst>
              <p:tags r:id="rId15"/>
            </p:custDataLst>
          </p:nvPr>
        </p:nvSpPr>
        <p:spPr>
          <a:xfrm>
            <a:off x="3454400" y="4305300"/>
            <a:ext cx="2184400" cy="406400"/>
          </a:xfrm>
          <a:noFill/>
        </p:spPr>
        <p:txBody>
          <a:bodyPr lIns="0" tIns="0" rIns="0" bIns="0" anchor="t">
            <a:normAutofit/>
          </a:bodyPr>
          <a:lstStyle>
            <a:lvl1pPr marL="0" indent="0" algn="l">
              <a:lnSpc>
                <a:spcPct val="111000"/>
              </a:lnSpc>
              <a:spcBef>
                <a:spcPct val="0"/>
              </a:spcBef>
              <a:spcAft>
                <a:spcPct val="0"/>
              </a:spcAft>
              <a:buNone/>
              <a:defRPr sz="2400" b="0" spc="0">
                <a:solidFill>
                  <a:srgbClr val="FFFFFF"/>
                </a:solidFill>
              </a:defRPr>
            </a:lvl1pPr>
          </a:lstStyle>
          <a:p>
            <a:pPr lvl="0"/>
            <a:r>
              <a:rPr lang="zh-CN" altLang="en-US"/>
              <a:t>项标题</a:t>
            </a:r>
          </a:p>
        </p:txBody>
      </p:sp>
      <p:sp>
        <p:nvSpPr>
          <p:cNvPr id="31" name="文本占位符 30"/>
          <p:cNvSpPr>
            <a:spLocks noGrp="1"/>
          </p:cNvSpPr>
          <p:nvPr>
            <p:ph type="body" idx="16391" hasCustomPrompt="1"/>
            <p:custDataLst>
              <p:tags r:id="rId16"/>
            </p:custDataLst>
          </p:nvPr>
        </p:nvSpPr>
        <p:spPr>
          <a:xfrm>
            <a:off x="3454400" y="4762500"/>
            <a:ext cx="2184400" cy="1219200"/>
          </a:xfrm>
          <a:noFill/>
        </p:spPr>
        <p:txBody>
          <a:bodyPr lIns="0" tIns="0" rIns="0" bIns="0" anchor="t">
            <a:normAutofit/>
          </a:bodyPr>
          <a:lstStyle>
            <a:lvl1pPr marL="0" indent="0" algn="l">
              <a:lnSpc>
                <a:spcPct val="125000"/>
              </a:lnSpc>
              <a:spcBef>
                <a:spcPct val="0"/>
              </a:spcBef>
              <a:spcAft>
                <a:spcPct val="0"/>
              </a:spcAft>
              <a:buNone/>
              <a:defRPr sz="1600" b="0" spc="0">
                <a:solidFill>
                  <a:srgbClr val="FFFFFF"/>
                </a:solidFill>
              </a:defRPr>
            </a:lvl1pPr>
          </a:lstStyle>
          <a:p>
            <a:pPr lvl="0"/>
            <a:r>
              <a:rPr lang="zh-CN" altLang="en-US"/>
              <a:t>单击此处添加项正文</a:t>
            </a:r>
          </a:p>
        </p:txBody>
      </p:sp>
      <p:sp>
        <p:nvSpPr>
          <p:cNvPr id="32" name="装饰  1"/>
          <p:cNvSpPr>
            <a:spLocks noGrp="1"/>
          </p:cNvSpPr>
          <p:nvPr>
            <p:ph type="body" idx="16400" hasCustomPrompt="1"/>
            <p:custDataLst>
              <p:tags r:id="rId17"/>
            </p:custDataLst>
          </p:nvPr>
        </p:nvSpPr>
        <p:spPr>
          <a:xfrm>
            <a:off x="8788400" y="4038600"/>
            <a:ext cx="2794000" cy="2209800"/>
          </a:xfrm>
          <a:custGeom>
            <a:avLst/>
            <a:gdLst>
              <a:gd name="connisteX0" fmla="*/ 0 w 2794000"/>
              <a:gd name="connsiteY0" fmla="*/ 0 h 2209800"/>
              <a:gd name="connisteX1" fmla="*/ 2590800 w 2794000"/>
              <a:gd name="connsiteY1" fmla="*/ 0 h 2209800"/>
              <a:gd name="connisteX2" fmla="*/ 2794000 w 2794000"/>
              <a:gd name="connsiteY2" fmla="*/ 203200 h 2209800"/>
              <a:gd name="connisteX3" fmla="*/ 2794000 w 2794000"/>
              <a:gd name="connsiteY3" fmla="*/ 2006600 h 2209800"/>
              <a:gd name="connisteX4" fmla="*/ 2590800 w 2794000"/>
              <a:gd name="connsiteY4" fmla="*/ 2209800 h 2209800"/>
              <a:gd name="connisteX5" fmla="*/ 0 w 2794000"/>
              <a:gd name="connsiteY5" fmla="*/ 2209800 h 2209800"/>
              <a:gd name="connisteX6" fmla="*/ 0 w 2794000"/>
              <a:gd name="connsiteY6" fmla="*/ 0 h 2209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rect l="0" t="0" r="0" b="0"/>
            <a:pathLst>
              <a:path w="2794000" h="2209800">
                <a:moveTo>
                  <a:pt x="0" y="0"/>
                </a:moveTo>
                <a:lnTo>
                  <a:pt x="2590800" y="0"/>
                </a:lnTo>
                <a:cubicBezTo>
                  <a:pt x="2703024" y="0"/>
                  <a:pt x="2794000" y="90976"/>
                  <a:pt x="2794000" y="203200"/>
                </a:cubicBezTo>
                <a:lnTo>
                  <a:pt x="2794000" y="2006600"/>
                </a:lnTo>
                <a:cubicBezTo>
                  <a:pt x="2794000" y="2118824"/>
                  <a:pt x="2703024" y="2209800"/>
                  <a:pt x="2590800" y="2209800"/>
                </a:cubicBezTo>
                <a:lnTo>
                  <a:pt x="0" y="2209800"/>
                </a:lnTo>
                <a:lnTo>
                  <a:pt x="0" y="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33" name="图片占位符 32"/>
          <p:cNvSpPr>
            <a:spLocks noGrp="1"/>
          </p:cNvSpPr>
          <p:nvPr>
            <p:ph type="pic" idx="16401" hasCustomPrompt="1"/>
            <p:custDataLst>
              <p:tags r:id="rId18"/>
            </p:custDataLst>
          </p:nvPr>
        </p:nvSpPr>
        <p:spPr>
          <a:xfrm>
            <a:off x="6248400" y="4038600"/>
            <a:ext cx="2540000" cy="2209800"/>
          </a:xfrm>
          <a:custGeom>
            <a:avLst/>
            <a:gdLst>
              <a:gd name="connisteX0" fmla="*/ 0 w 2540000"/>
              <a:gd name="connsiteY0" fmla="*/ 203200 h 2209800"/>
              <a:gd name="connisteX1" fmla="*/ 203200 w 2540000"/>
              <a:gd name="connsiteY1" fmla="*/ 0 h 2209800"/>
              <a:gd name="connisteX2" fmla="*/ 2540000 w 2540000"/>
              <a:gd name="connsiteY2" fmla="*/ 0 h 2209800"/>
              <a:gd name="connisteX3" fmla="*/ 2540000 w 2540000"/>
              <a:gd name="connsiteY3" fmla="*/ 2209800 h 2209800"/>
              <a:gd name="connisteX4" fmla="*/ 203200 w 2540000"/>
              <a:gd name="connsiteY4" fmla="*/ 2209800 h 2209800"/>
              <a:gd name="connisteX5" fmla="*/ 0 w 2540000"/>
              <a:gd name="connsiteY5" fmla="*/ 2006600 h 2209800"/>
              <a:gd name="connisteX6" fmla="*/ 0 w 2540000"/>
              <a:gd name="connsiteY6" fmla="*/ 203200 h 2209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rect l="0" t="0" r="0" b="0"/>
            <a:pathLst>
              <a:path w="2540000" h="2209800">
                <a:moveTo>
                  <a:pt x="0" y="203200"/>
                </a:moveTo>
                <a:cubicBezTo>
                  <a:pt x="0" y="90976"/>
                  <a:pt x="90976" y="0"/>
                  <a:pt x="203200" y="0"/>
                </a:cubicBezTo>
                <a:lnTo>
                  <a:pt x="2540000" y="0"/>
                </a:lnTo>
                <a:lnTo>
                  <a:pt x="2540000" y="2209800"/>
                </a:lnTo>
                <a:lnTo>
                  <a:pt x="203200" y="2209800"/>
                </a:lnTo>
                <a:cubicBezTo>
                  <a:pt x="90976" y="2209800"/>
                  <a:pt x="0" y="2118824"/>
                  <a:pt x="0" y="2006600"/>
                </a:cubicBezTo>
                <a:lnTo>
                  <a:pt x="0" y="203200"/>
                </a:lnTo>
                <a:close/>
              </a:path>
            </a:pathLst>
          </a:custGeo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p>
        </p:txBody>
      </p:sp>
      <p:sp>
        <p:nvSpPr>
          <p:cNvPr id="34" name="文本占位符 33"/>
          <p:cNvSpPr>
            <a:spLocks noGrp="1"/>
          </p:cNvSpPr>
          <p:nvPr>
            <p:ph type="body" idx="16392" hasCustomPrompt="1"/>
            <p:custDataLst>
              <p:tags r:id="rId19"/>
            </p:custDataLst>
          </p:nvPr>
        </p:nvSpPr>
        <p:spPr>
          <a:xfrm>
            <a:off x="9093200" y="4305300"/>
            <a:ext cx="2184400" cy="406400"/>
          </a:xfrm>
          <a:noFill/>
        </p:spPr>
        <p:txBody>
          <a:bodyPr lIns="0" tIns="0" rIns="0" bIns="0" anchor="t">
            <a:normAutofit/>
          </a:bodyPr>
          <a:lstStyle>
            <a:lvl1pPr marL="0" indent="0" algn="l">
              <a:lnSpc>
                <a:spcPct val="111000"/>
              </a:lnSpc>
              <a:spcBef>
                <a:spcPct val="0"/>
              </a:spcBef>
              <a:spcAft>
                <a:spcPct val="0"/>
              </a:spcAft>
              <a:buNone/>
              <a:defRPr sz="2400" b="0" spc="0">
                <a:solidFill>
                  <a:srgbClr val="FFFFFF"/>
                </a:solidFill>
              </a:defRPr>
            </a:lvl1pPr>
          </a:lstStyle>
          <a:p>
            <a:pPr lvl="0"/>
            <a:r>
              <a:rPr lang="zh-CN" altLang="en-US"/>
              <a:t>项标题</a:t>
            </a:r>
          </a:p>
        </p:txBody>
      </p:sp>
      <p:sp>
        <p:nvSpPr>
          <p:cNvPr id="35" name="文本占位符 34"/>
          <p:cNvSpPr>
            <a:spLocks noGrp="1"/>
          </p:cNvSpPr>
          <p:nvPr>
            <p:ph type="body" idx="16393" hasCustomPrompt="1"/>
            <p:custDataLst>
              <p:tags r:id="rId20"/>
            </p:custDataLst>
          </p:nvPr>
        </p:nvSpPr>
        <p:spPr>
          <a:xfrm>
            <a:off x="9093200" y="4762500"/>
            <a:ext cx="2184400" cy="1219200"/>
          </a:xfrm>
          <a:noFill/>
        </p:spPr>
        <p:txBody>
          <a:bodyPr lIns="0" tIns="0" rIns="0" bIns="0" anchor="t">
            <a:normAutofit/>
          </a:bodyPr>
          <a:lstStyle>
            <a:lvl1pPr marL="0" indent="0" algn="l">
              <a:lnSpc>
                <a:spcPct val="125000"/>
              </a:lnSpc>
              <a:spcBef>
                <a:spcPct val="0"/>
              </a:spcBef>
              <a:spcAft>
                <a:spcPct val="0"/>
              </a:spcAft>
              <a:buNone/>
              <a:defRPr sz="1600" b="0" spc="0">
                <a:solidFill>
                  <a:srgbClr val="FFFFFF"/>
                </a:solidFill>
              </a:defRPr>
            </a:lvl1pPr>
          </a:lstStyle>
          <a:p>
            <a:pPr lvl="0"/>
            <a:r>
              <a:rPr lang="zh-CN" altLang="en-US"/>
              <a:t>单击此处添加项正文</a:t>
            </a:r>
          </a:p>
        </p:txBody>
      </p:sp>
    </p:spTree>
    <p:extLst>
      <p:ext uri="{BB962C8B-B14F-4D97-AF65-F5344CB8AC3E}">
        <p14:creationId xmlns:p14="http://schemas.microsoft.com/office/powerpoint/2010/main" val="2258879084"/>
      </p:ext>
    </p:extLst>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正文页-10003_2">
    <p:bg>
      <p:bgRef idx="1001">
        <a:schemeClr val="bg2"/>
      </p:bgRef>
    </p:bg>
    <p:spTree>
      <p:nvGrpSpPr>
        <p:cNvPr id="1" name=""/>
        <p:cNvGrpSpPr/>
        <p:nvPr/>
      </p:nvGrpSpPr>
      <p:grpSpPr>
        <a:xfrm>
          <a:off x="0" y="0"/>
          <a:ext cx="0" cy="0"/>
          <a:chOff x="0" y="0"/>
          <a:chExt cx="0" cy="0"/>
        </a:xfrm>
      </p:grpSpPr>
      <p:sp>
        <p:nvSpPr>
          <p:cNvPr id="8" name="日期占位符 7"/>
          <p:cNvSpPr>
            <a:spLocks noGrp="1"/>
          </p:cNvSpPr>
          <p:nvPr>
            <p:ph type="dt" sz="half" idx="10"/>
            <p:custDataLst>
              <p:tags r:id="rId1"/>
            </p:custDataLst>
          </p:nvPr>
        </p:nvSpPr>
        <p:spPr/>
        <p:txBody>
          <a:bodyPr wrap="square">
            <a:normAutofit/>
          </a:bodyPr>
          <a:lstStyle/>
          <a:p>
            <a:fld id="{5592522B-0F24-4480-B9DD-A9474A6880D6}" type="datetimeFigureOut">
              <a:rPr lang="zh-CN" altLang="en-US" smtClean="0"/>
              <a:t>2026/10/10</a:t>
            </a:fld>
            <a:endParaRPr lang="zh-CN" altLang="en-US"/>
          </a:p>
        </p:txBody>
      </p:sp>
      <p:sp>
        <p:nvSpPr>
          <p:cNvPr id="9" name="页脚占位符 8"/>
          <p:cNvSpPr>
            <a:spLocks noGrp="1"/>
          </p:cNvSpPr>
          <p:nvPr>
            <p:ph type="ftr" sz="quarter" idx="11"/>
            <p:custDataLst>
              <p:tags r:id="rId2"/>
            </p:custDataLst>
          </p:nvPr>
        </p:nvSpPr>
        <p:spPr/>
        <p:txBody>
          <a:bodyPr/>
          <a:lstStyle/>
          <a:p>
            <a:endParaRPr lang="zh-CN" altLang="en-US"/>
          </a:p>
        </p:txBody>
      </p:sp>
      <p:sp>
        <p:nvSpPr>
          <p:cNvPr id="10" name="灯片编号占位符 9"/>
          <p:cNvSpPr>
            <a:spLocks noGrp="1"/>
          </p:cNvSpPr>
          <p:nvPr>
            <p:ph type="sldNum" sz="quarter" idx="12"/>
            <p:custDataLst>
              <p:tags r:id="rId3"/>
            </p:custDataLst>
          </p:nvPr>
        </p:nvSpPr>
        <p:spPr/>
        <p:txBody>
          <a:bodyPr wrap="square">
            <a:normAutofit/>
          </a:bodyPr>
          <a:lstStyle/>
          <a:p>
            <a:fld id="{BE5F26B5-172A-4DC2-B0B7-181CFC56B87C}" type="slidenum">
              <a:rPr lang="zh-CN" altLang="en-US" smtClean="0"/>
              <a:t>‹#›</a:t>
            </a:fld>
            <a:endParaRPr lang="zh-CN" altLang="en-US"/>
          </a:p>
        </p:txBody>
      </p:sp>
      <p:sp>
        <p:nvSpPr>
          <p:cNvPr id="7" name="文本占位符 6"/>
          <p:cNvSpPr>
            <a:spLocks noGrp="1"/>
          </p:cNvSpPr>
          <p:nvPr>
            <p:ph type="body" idx="16386" hasCustomPrompt="1"/>
            <p:custDataLst>
              <p:tags r:id="rId4"/>
            </p:custDataLst>
          </p:nvPr>
        </p:nvSpPr>
        <p:spPr>
          <a:xfrm>
            <a:off x="609600" y="2133600"/>
            <a:ext cx="10972800" cy="406400"/>
          </a:xfrm>
          <a:noFill/>
        </p:spPr>
        <p:txBody>
          <a:bodyPr lIns="0" tIns="0" rIns="0" bIns="0" anchor="t">
            <a:normAutofit/>
          </a:bodyPr>
          <a:lstStyle>
            <a:lvl1pPr marL="0" indent="0" algn="ctr">
              <a:lnSpc>
                <a:spcPct val="111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6" name="标题 5"/>
          <p:cNvSpPr>
            <a:spLocks noGrp="1"/>
          </p:cNvSpPr>
          <p:nvPr>
            <p:ph type="ctrTitle" idx="16385" hasCustomPrompt="1"/>
            <p:custDataLst>
              <p:tags r:id="rId5"/>
            </p:custDataLst>
          </p:nvPr>
        </p:nvSpPr>
        <p:spPr>
          <a:xfrm>
            <a:off x="609600" y="533400"/>
            <a:ext cx="10972800" cy="609600"/>
          </a:xfrm>
          <a:noFill/>
        </p:spPr>
        <p:txBody>
          <a:bodyPr vert="horz" wrap="square" lIns="0" tIns="0" rIns="0" bIns="0" rtlCol="0" anchor="t" anchorCtr="0">
            <a:normAutofit/>
          </a:bodyPr>
          <a:lstStyle>
            <a:lvl1pPr marL="0" marR="0" indent="0" algn="l" defTabSz="914400" rtl="0" eaLnBrk="1" fontAlgn="auto" latinLnBrk="0" hangingPunct="1">
              <a:lnSpc>
                <a:spcPct val="111000"/>
              </a:lnSpc>
              <a:spcBef>
                <a:spcPct val="0"/>
              </a:spcBef>
              <a:spcAft>
                <a:spcPct val="0"/>
              </a:spcAft>
              <a:buClrTx/>
              <a:buSzTx/>
              <a:buFontTx/>
              <a:buNone/>
              <a:defRPr kumimoji="0" lang="zh-CN" altLang="en-US" sz="3600" b="1" i="0" u="none" strike="noStrike" kern="1200" cap="none" spc="0" normalizeH="0" baseline="0" noProof="1">
                <a:solidFill>
                  <a:schemeClr val="tx1"/>
                </a:solidFill>
                <a:latin typeface="+mj-lt"/>
                <a:ea typeface="+mj-ea"/>
                <a:cs typeface="+mj-cs"/>
              </a:defRPr>
            </a:lvl1pPr>
          </a:lstStyle>
          <a:p>
            <a:pPr lvl="0"/>
            <a:r>
              <a:rPr>
                <a:sym typeface="+mn-ea"/>
              </a:rPr>
              <a:t>单击此处添加标题</a:t>
            </a:r>
          </a:p>
        </p:txBody>
      </p:sp>
      <p:sp>
        <p:nvSpPr>
          <p:cNvPr id="21" name="装饰  0"/>
          <p:cNvSpPr>
            <a:spLocks noGrp="1"/>
          </p:cNvSpPr>
          <p:nvPr>
            <p:ph type="body" idx="16388" hasCustomPrompt="1"/>
            <p:custDataLst>
              <p:tags r:id="rId6"/>
            </p:custDataLst>
          </p:nvPr>
        </p:nvSpPr>
        <p:spPr>
          <a:xfrm>
            <a:off x="609600" y="2692400"/>
            <a:ext cx="10972800" cy="2946400"/>
          </a:xfrm>
          <a:custGeom>
            <a:avLst/>
            <a:gdLst>
              <a:gd name="connisteX0" fmla="*/ 0 w 10972800"/>
              <a:gd name="connsiteY0" fmla="*/ 203200 h 2946400"/>
              <a:gd name="connisteX1" fmla="*/ 203200 w 10972800"/>
              <a:gd name="connsiteY1" fmla="*/ 0 h 2946400"/>
              <a:gd name="connisteX2" fmla="*/ 10769600 w 10972800"/>
              <a:gd name="connsiteY2" fmla="*/ 0 h 2946400"/>
              <a:gd name="connisteX3" fmla="*/ 10972800 w 10972800"/>
              <a:gd name="connsiteY3" fmla="*/ 203200 h 2946400"/>
              <a:gd name="connisteX4" fmla="*/ 10972800 w 10972800"/>
              <a:gd name="connsiteY4" fmla="*/ 2743200 h 2946400"/>
              <a:gd name="connisteX5" fmla="*/ 10769600 w 10972800"/>
              <a:gd name="connsiteY5" fmla="*/ 2946400 h 2946400"/>
              <a:gd name="connisteX6" fmla="*/ 203200 w 10972800"/>
              <a:gd name="connsiteY6" fmla="*/ 2946400 h 2946400"/>
              <a:gd name="connisteX7" fmla="*/ 0 w 10972800"/>
              <a:gd name="connsiteY7" fmla="*/ 2743200 h 2946400"/>
              <a:gd name="connisteX8" fmla="*/ 0 w 10972800"/>
              <a:gd name="connsiteY8" fmla="*/ 203200 h 2946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10972800" h="2946400">
                <a:moveTo>
                  <a:pt x="0" y="203200"/>
                </a:moveTo>
                <a:cubicBezTo>
                  <a:pt x="0" y="90976"/>
                  <a:pt x="90976" y="0"/>
                  <a:pt x="203200" y="0"/>
                </a:cubicBezTo>
                <a:lnTo>
                  <a:pt x="10769600" y="0"/>
                </a:lnTo>
                <a:cubicBezTo>
                  <a:pt x="10881824" y="0"/>
                  <a:pt x="10972800" y="90976"/>
                  <a:pt x="10972800" y="203200"/>
                </a:cubicBezTo>
                <a:lnTo>
                  <a:pt x="10972800" y="2743200"/>
                </a:lnTo>
                <a:cubicBezTo>
                  <a:pt x="10972800" y="2855424"/>
                  <a:pt x="10881824" y="2946400"/>
                  <a:pt x="10769600" y="2946400"/>
                </a:cubicBezTo>
                <a:lnTo>
                  <a:pt x="203200" y="2946400"/>
                </a:lnTo>
                <a:cubicBezTo>
                  <a:pt x="90976" y="2946400"/>
                  <a:pt x="0" y="2855424"/>
                  <a:pt x="0" y="2743200"/>
                </a:cubicBezTo>
                <a:lnTo>
                  <a:pt x="0" y="203200"/>
                </a:lnTo>
                <a:close/>
              </a:path>
            </a:pathLst>
          </a:custGeom>
          <a:gradFill>
            <a:gsLst>
              <a:gs pos="0">
                <a:schemeClr val="accent1">
                  <a:lumMod val="0"/>
                  <a:lumOff val="100000"/>
                </a:schemeClr>
              </a:gs>
              <a:gs pos="100000">
                <a:schemeClr val="accent1">
                  <a:lumMod val="0"/>
                  <a:lumOff val="100000"/>
                </a:schemeClr>
              </a:gs>
            </a:gsLst>
            <a:lin ang="5400000"/>
          </a:gra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22" name="文本占位符 21"/>
          <p:cNvSpPr>
            <a:spLocks noGrp="1"/>
          </p:cNvSpPr>
          <p:nvPr>
            <p:ph type="body" idx="16387" hasCustomPrompt="1"/>
            <p:custDataLst>
              <p:tags r:id="rId7"/>
            </p:custDataLst>
          </p:nvPr>
        </p:nvSpPr>
        <p:spPr>
          <a:xfrm>
            <a:off x="914400" y="3556000"/>
            <a:ext cx="10363200" cy="12192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单击此处添加正文</a:t>
            </a:r>
          </a:p>
        </p:txBody>
      </p:sp>
    </p:spTree>
    <p:extLst>
      <p:ext uri="{BB962C8B-B14F-4D97-AF65-F5344CB8AC3E}">
        <p14:creationId xmlns:p14="http://schemas.microsoft.com/office/powerpoint/2010/main" val="644635886"/>
      </p:ext>
    </p:extLst>
  </p:cSld>
  <p:clrMapOvr>
    <a:overrideClrMapping bg1="lt1" tx1="dk1" bg2="lt2" tx2="dk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正文页-10014_1">
    <p:bg>
      <p:bgRef idx="1001">
        <a:schemeClr val="bg2"/>
      </p:bgRef>
    </p:bg>
    <p:spTree>
      <p:nvGrpSpPr>
        <p:cNvPr id="1" name=""/>
        <p:cNvGrpSpPr/>
        <p:nvPr/>
      </p:nvGrpSpPr>
      <p:grpSpPr>
        <a:xfrm>
          <a:off x="0" y="0"/>
          <a:ext cx="0" cy="0"/>
          <a:chOff x="0" y="0"/>
          <a:chExt cx="0" cy="0"/>
        </a:xfrm>
      </p:grpSpPr>
      <p:sp>
        <p:nvSpPr>
          <p:cNvPr id="8" name="日期占位符 7"/>
          <p:cNvSpPr>
            <a:spLocks noGrp="1"/>
          </p:cNvSpPr>
          <p:nvPr>
            <p:ph type="dt" sz="half" idx="10"/>
            <p:custDataLst>
              <p:tags r:id="rId1"/>
            </p:custDataLst>
          </p:nvPr>
        </p:nvSpPr>
        <p:spPr/>
        <p:txBody>
          <a:bodyPr wrap="square">
            <a:normAutofit/>
          </a:bodyPr>
          <a:lstStyle/>
          <a:p>
            <a:fld id="{5592522B-0F24-4480-B9DD-A9474A6880D6}" type="datetimeFigureOut">
              <a:rPr lang="zh-CN" altLang="en-US" smtClean="0"/>
              <a:t>2026/10/10</a:t>
            </a:fld>
            <a:endParaRPr lang="zh-CN" altLang="en-US"/>
          </a:p>
        </p:txBody>
      </p:sp>
      <p:sp>
        <p:nvSpPr>
          <p:cNvPr id="9" name="页脚占位符 8"/>
          <p:cNvSpPr>
            <a:spLocks noGrp="1"/>
          </p:cNvSpPr>
          <p:nvPr>
            <p:ph type="ftr" sz="quarter" idx="11"/>
            <p:custDataLst>
              <p:tags r:id="rId2"/>
            </p:custDataLst>
          </p:nvPr>
        </p:nvSpPr>
        <p:spPr/>
        <p:txBody>
          <a:bodyPr/>
          <a:lstStyle/>
          <a:p>
            <a:endParaRPr lang="zh-CN" altLang="en-US"/>
          </a:p>
        </p:txBody>
      </p:sp>
      <p:sp>
        <p:nvSpPr>
          <p:cNvPr id="10" name="灯片编号占位符 9"/>
          <p:cNvSpPr>
            <a:spLocks noGrp="1"/>
          </p:cNvSpPr>
          <p:nvPr>
            <p:ph type="sldNum" sz="quarter" idx="12"/>
            <p:custDataLst>
              <p:tags r:id="rId3"/>
            </p:custDataLst>
          </p:nvPr>
        </p:nvSpPr>
        <p:spPr/>
        <p:txBody>
          <a:bodyPr wrap="square">
            <a:normAutofit/>
          </a:bodyPr>
          <a:lstStyle/>
          <a:p>
            <a:fld id="{BE5F26B5-172A-4DC2-B0B7-181CFC56B87C}" type="slidenum">
              <a:rPr lang="zh-CN" altLang="en-US" smtClean="0"/>
              <a:t>‹#›</a:t>
            </a:fld>
            <a:endParaRPr lang="zh-CN" altLang="en-US"/>
          </a:p>
        </p:txBody>
      </p:sp>
      <p:sp>
        <p:nvSpPr>
          <p:cNvPr id="7" name="内容占位符 6"/>
          <p:cNvSpPr>
            <a:spLocks noGrp="1"/>
          </p:cNvSpPr>
          <p:nvPr>
            <p:ph idx="16388" hasCustomPrompt="1"/>
            <p:custDataLst>
              <p:tags r:id="rId4"/>
            </p:custDataLst>
          </p:nvPr>
        </p:nvSpPr>
        <p:spPr>
          <a:xfrm>
            <a:off x="609600" y="1524000"/>
            <a:ext cx="5588000" cy="4724400"/>
          </a:xfrm>
          <a:custGeom>
            <a:avLst/>
            <a:gdLst>
              <a:gd name="connisteX0" fmla="*/ 0 w 5588000"/>
              <a:gd name="connsiteY0" fmla="*/ 203200 h 4724400"/>
              <a:gd name="connisteX1" fmla="*/ 203200 w 5588000"/>
              <a:gd name="connsiteY1" fmla="*/ 0 h 4724400"/>
              <a:gd name="connisteX2" fmla="*/ 5384800 w 5588000"/>
              <a:gd name="connsiteY2" fmla="*/ 0 h 4724400"/>
              <a:gd name="connisteX3" fmla="*/ 5588000 w 5588000"/>
              <a:gd name="connsiteY3" fmla="*/ 203200 h 4724400"/>
              <a:gd name="connisteX4" fmla="*/ 5588000 w 5588000"/>
              <a:gd name="connsiteY4" fmla="*/ 4521200 h 4724400"/>
              <a:gd name="connisteX5" fmla="*/ 5384800 w 5588000"/>
              <a:gd name="connsiteY5" fmla="*/ 4724400 h 4724400"/>
              <a:gd name="connisteX6" fmla="*/ 203200 w 5588000"/>
              <a:gd name="connsiteY6" fmla="*/ 4724400 h 4724400"/>
              <a:gd name="connisteX7" fmla="*/ 0 w 5588000"/>
              <a:gd name="connsiteY7" fmla="*/ 4521200 h 4724400"/>
              <a:gd name="connisteX8" fmla="*/ 0 w 5588000"/>
              <a:gd name="connsiteY8" fmla="*/ 203200 h 4724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5588000" h="4724400">
                <a:moveTo>
                  <a:pt x="0" y="203200"/>
                </a:moveTo>
                <a:cubicBezTo>
                  <a:pt x="0" y="90976"/>
                  <a:pt x="90976" y="0"/>
                  <a:pt x="203200" y="0"/>
                </a:cubicBezTo>
                <a:lnTo>
                  <a:pt x="5384800" y="0"/>
                </a:lnTo>
                <a:cubicBezTo>
                  <a:pt x="5497024" y="0"/>
                  <a:pt x="5588000" y="90976"/>
                  <a:pt x="5588000" y="203200"/>
                </a:cubicBezTo>
                <a:lnTo>
                  <a:pt x="5588000" y="4521200"/>
                </a:lnTo>
                <a:cubicBezTo>
                  <a:pt x="5588000" y="4633424"/>
                  <a:pt x="5497024" y="4724400"/>
                  <a:pt x="5384800" y="4724400"/>
                </a:cubicBezTo>
                <a:lnTo>
                  <a:pt x="203200" y="4724400"/>
                </a:lnTo>
                <a:cubicBezTo>
                  <a:pt x="90976" y="4724400"/>
                  <a:pt x="0" y="4633424"/>
                  <a:pt x="0" y="4521200"/>
                </a:cubicBezTo>
                <a:lnTo>
                  <a:pt x="0" y="203200"/>
                </a:lnTo>
                <a:close/>
              </a:path>
            </a:pathLst>
          </a:custGeom>
          <a:solidFill>
            <a:srgbClr val="DDDDDD"/>
          </a:solidFill>
          <a:ln>
            <a:noFill/>
          </a:ln>
        </p:spPr>
        <p:txBody>
          <a:bodyPr>
            <a:norm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6" name="标题 5"/>
          <p:cNvSpPr>
            <a:spLocks noGrp="1"/>
          </p:cNvSpPr>
          <p:nvPr>
            <p:ph type="ctrTitle" idx="16385" hasCustomPrompt="1"/>
            <p:custDataLst>
              <p:tags r:id="rId5"/>
            </p:custDataLst>
          </p:nvPr>
        </p:nvSpPr>
        <p:spPr>
          <a:xfrm>
            <a:off x="609600" y="533400"/>
            <a:ext cx="10972800" cy="609600"/>
          </a:xfrm>
          <a:noFill/>
        </p:spPr>
        <p:txBody>
          <a:bodyPr vert="horz" wrap="square" lIns="0" tIns="0" rIns="0" bIns="0" rtlCol="0" anchor="t" anchorCtr="0">
            <a:normAutofit/>
          </a:bodyPr>
          <a:lstStyle>
            <a:lvl1pPr marL="0" marR="0" indent="0" algn="l" defTabSz="914400" rtl="0" eaLnBrk="1" fontAlgn="auto" latinLnBrk="0" hangingPunct="1">
              <a:lnSpc>
                <a:spcPct val="111000"/>
              </a:lnSpc>
              <a:spcBef>
                <a:spcPct val="0"/>
              </a:spcBef>
              <a:spcAft>
                <a:spcPct val="0"/>
              </a:spcAft>
              <a:buClrTx/>
              <a:buSzTx/>
              <a:buFontTx/>
              <a:buNone/>
              <a:defRPr kumimoji="0" lang="zh-CN" altLang="en-US" sz="3600" b="1" i="0" u="none" strike="noStrike" kern="1200" cap="none" spc="0" normalizeH="0" baseline="0" noProof="1">
                <a:solidFill>
                  <a:schemeClr val="tx1"/>
                </a:solidFill>
                <a:latin typeface="+mj-lt"/>
                <a:ea typeface="+mj-ea"/>
                <a:cs typeface="+mj-cs"/>
              </a:defRPr>
            </a:lvl1pPr>
          </a:lstStyle>
          <a:p>
            <a:pPr lvl="0"/>
            <a:r>
              <a:rPr>
                <a:sym typeface="+mn-ea"/>
              </a:rPr>
              <a:t>单击此处添加标题</a:t>
            </a:r>
          </a:p>
        </p:txBody>
      </p:sp>
      <p:sp>
        <p:nvSpPr>
          <p:cNvPr id="21" name="文本占位符 20"/>
          <p:cNvSpPr>
            <a:spLocks noGrp="1"/>
          </p:cNvSpPr>
          <p:nvPr>
            <p:ph type="body" idx="16386" hasCustomPrompt="1"/>
            <p:custDataLst>
              <p:tags r:id="rId6"/>
            </p:custDataLst>
          </p:nvPr>
        </p:nvSpPr>
        <p:spPr>
          <a:xfrm>
            <a:off x="6502400" y="3302000"/>
            <a:ext cx="50800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22" name="文本占位符 21"/>
          <p:cNvSpPr>
            <a:spLocks noGrp="1"/>
          </p:cNvSpPr>
          <p:nvPr>
            <p:ph type="body" idx="16387" hasCustomPrompt="1"/>
            <p:custDataLst>
              <p:tags r:id="rId7"/>
            </p:custDataLst>
          </p:nvPr>
        </p:nvSpPr>
        <p:spPr>
          <a:xfrm>
            <a:off x="6502400" y="3860800"/>
            <a:ext cx="5080000" cy="6096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Tree>
    <p:extLst>
      <p:ext uri="{BB962C8B-B14F-4D97-AF65-F5344CB8AC3E}">
        <p14:creationId xmlns:p14="http://schemas.microsoft.com/office/powerpoint/2010/main" val="1583073696"/>
      </p:ext>
    </p:extLst>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正文页-60_6">
    <p:bg>
      <p:bgRef idx="1001">
        <a:schemeClr val="bg2"/>
      </p:bgRef>
    </p:bg>
    <p:spTree>
      <p:nvGrpSpPr>
        <p:cNvPr id="1" name=""/>
        <p:cNvGrpSpPr/>
        <p:nvPr/>
      </p:nvGrpSpPr>
      <p:grpSpPr>
        <a:xfrm>
          <a:off x="0" y="0"/>
          <a:ext cx="0" cy="0"/>
          <a:chOff x="0" y="0"/>
          <a:chExt cx="0" cy="0"/>
        </a:xfrm>
      </p:grpSpPr>
      <p:sp>
        <p:nvSpPr>
          <p:cNvPr id="8" name="日期占位符 7"/>
          <p:cNvSpPr>
            <a:spLocks noGrp="1"/>
          </p:cNvSpPr>
          <p:nvPr>
            <p:ph type="dt" sz="half" idx="10"/>
            <p:custDataLst>
              <p:tags r:id="rId1"/>
            </p:custDataLst>
          </p:nvPr>
        </p:nvSpPr>
        <p:spPr/>
        <p:txBody>
          <a:bodyPr wrap="square">
            <a:normAutofit/>
          </a:bodyPr>
          <a:lstStyle/>
          <a:p>
            <a:fld id="{5592522B-0F24-4480-B9DD-A9474A6880D6}" type="datetimeFigureOut">
              <a:rPr lang="zh-CN" altLang="en-US" smtClean="0"/>
              <a:t>2026/10/10</a:t>
            </a:fld>
            <a:endParaRPr lang="zh-CN" altLang="en-US"/>
          </a:p>
        </p:txBody>
      </p:sp>
      <p:sp>
        <p:nvSpPr>
          <p:cNvPr id="9" name="页脚占位符 8"/>
          <p:cNvSpPr>
            <a:spLocks noGrp="1"/>
          </p:cNvSpPr>
          <p:nvPr>
            <p:ph type="ftr" sz="quarter" idx="11"/>
            <p:custDataLst>
              <p:tags r:id="rId2"/>
            </p:custDataLst>
          </p:nvPr>
        </p:nvSpPr>
        <p:spPr/>
        <p:txBody>
          <a:bodyPr/>
          <a:lstStyle/>
          <a:p>
            <a:endParaRPr lang="zh-CN" altLang="en-US"/>
          </a:p>
        </p:txBody>
      </p:sp>
      <p:sp>
        <p:nvSpPr>
          <p:cNvPr id="10" name="灯片编号占位符 9"/>
          <p:cNvSpPr>
            <a:spLocks noGrp="1"/>
          </p:cNvSpPr>
          <p:nvPr>
            <p:ph type="sldNum" sz="quarter" idx="12"/>
            <p:custDataLst>
              <p:tags r:id="rId3"/>
            </p:custDataLst>
          </p:nvPr>
        </p:nvSpPr>
        <p:spPr/>
        <p:txBody>
          <a:bodyPr wrap="square">
            <a:normAutofit/>
          </a:bodyPr>
          <a:lstStyle/>
          <a:p>
            <a:fld id="{BE5F26B5-172A-4DC2-B0B7-181CFC56B87C}" type="slidenum">
              <a:rPr lang="zh-CN" altLang="en-US" smtClean="0"/>
              <a:t>‹#›</a:t>
            </a:fld>
            <a:endParaRPr lang="zh-CN" altLang="en-US"/>
          </a:p>
        </p:txBody>
      </p:sp>
      <p:sp>
        <p:nvSpPr>
          <p:cNvPr id="7" name="内容占位符 6"/>
          <p:cNvSpPr>
            <a:spLocks noGrp="1"/>
          </p:cNvSpPr>
          <p:nvPr>
            <p:ph idx="16388" hasCustomPrompt="1"/>
            <p:custDataLst>
              <p:tags r:id="rId4"/>
            </p:custDataLst>
          </p:nvPr>
        </p:nvSpPr>
        <p:spPr>
          <a:xfrm>
            <a:off x="609600" y="1524000"/>
            <a:ext cx="6934200" cy="4724400"/>
          </a:xfrm>
          <a:custGeom>
            <a:avLst/>
            <a:gdLst>
              <a:gd name="connisteX0" fmla="*/ 0 w 6934200"/>
              <a:gd name="connsiteY0" fmla="*/ 203200 h 4724400"/>
              <a:gd name="connisteX1" fmla="*/ 203200 w 6934200"/>
              <a:gd name="connsiteY1" fmla="*/ 0 h 4724400"/>
              <a:gd name="connisteX2" fmla="*/ 6934200 w 6934200"/>
              <a:gd name="connsiteY2" fmla="*/ 0 h 4724400"/>
              <a:gd name="connisteX3" fmla="*/ 6934200 w 6934200"/>
              <a:gd name="connsiteY3" fmla="*/ 4724400 h 4724400"/>
              <a:gd name="connisteX4" fmla="*/ 203200 w 6934200"/>
              <a:gd name="connsiteY4" fmla="*/ 4724400 h 4724400"/>
              <a:gd name="connisteX5" fmla="*/ 0 w 6934200"/>
              <a:gd name="connsiteY5" fmla="*/ 4521200 h 4724400"/>
              <a:gd name="connisteX6" fmla="*/ 0 w 6934200"/>
              <a:gd name="connsiteY6" fmla="*/ 203200 h 4724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rect l="0" t="0" r="0" b="0"/>
            <a:pathLst>
              <a:path w="6934200" h="4724400">
                <a:moveTo>
                  <a:pt x="0" y="203200"/>
                </a:moveTo>
                <a:cubicBezTo>
                  <a:pt x="0" y="90976"/>
                  <a:pt x="90976" y="0"/>
                  <a:pt x="203200" y="0"/>
                </a:cubicBezTo>
                <a:lnTo>
                  <a:pt x="6934200" y="0"/>
                </a:lnTo>
                <a:lnTo>
                  <a:pt x="6934200" y="4724400"/>
                </a:lnTo>
                <a:lnTo>
                  <a:pt x="203200" y="4724400"/>
                </a:lnTo>
                <a:cubicBezTo>
                  <a:pt x="90976" y="4724400"/>
                  <a:pt x="0" y="4633424"/>
                  <a:pt x="0" y="4521200"/>
                </a:cubicBezTo>
                <a:lnTo>
                  <a:pt x="0" y="203200"/>
                </a:lnTo>
                <a:close/>
              </a:path>
            </a:pathLst>
          </a:custGeom>
          <a:solidFill>
            <a:srgbClr val="DDDDDD"/>
          </a:solidFill>
          <a:ln>
            <a:noFill/>
          </a:ln>
        </p:spPr>
        <p:txBody>
          <a:bodyPr>
            <a:norm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6" name="标题 5"/>
          <p:cNvSpPr>
            <a:spLocks noGrp="1"/>
          </p:cNvSpPr>
          <p:nvPr>
            <p:ph type="ctrTitle" idx="16385" hasCustomPrompt="1"/>
            <p:custDataLst>
              <p:tags r:id="rId5"/>
            </p:custDataLst>
          </p:nvPr>
        </p:nvSpPr>
        <p:spPr>
          <a:xfrm>
            <a:off x="609600" y="533400"/>
            <a:ext cx="10972800" cy="609600"/>
          </a:xfrm>
          <a:noFill/>
        </p:spPr>
        <p:txBody>
          <a:bodyPr vert="horz" wrap="square" lIns="0" tIns="0" rIns="0" bIns="0" rtlCol="0" anchor="t" anchorCtr="0">
            <a:normAutofit/>
          </a:bodyPr>
          <a:lstStyle>
            <a:lvl1pPr marL="0" marR="0" indent="0" algn="l" defTabSz="914400" rtl="0" eaLnBrk="1" fontAlgn="auto" latinLnBrk="0" hangingPunct="1">
              <a:lnSpc>
                <a:spcPct val="111000"/>
              </a:lnSpc>
              <a:spcBef>
                <a:spcPct val="0"/>
              </a:spcBef>
              <a:spcAft>
                <a:spcPct val="0"/>
              </a:spcAft>
              <a:buClrTx/>
              <a:buSzTx/>
              <a:buFontTx/>
              <a:buNone/>
              <a:defRPr kumimoji="0" lang="zh-CN" altLang="en-US" sz="3600" b="1" i="0" u="none" strike="noStrike" kern="1200" cap="none" spc="0" normalizeH="0" baseline="0" noProof="1">
                <a:solidFill>
                  <a:schemeClr val="tx1"/>
                </a:solidFill>
                <a:latin typeface="+mj-lt"/>
                <a:ea typeface="+mj-ea"/>
                <a:cs typeface="+mj-cs"/>
              </a:defRPr>
            </a:lvl1pPr>
          </a:lstStyle>
          <a:p>
            <a:pPr lvl="0"/>
            <a:r>
              <a:rPr>
                <a:sym typeface="+mn-ea"/>
              </a:rPr>
              <a:t>单击此处添加标题</a:t>
            </a:r>
          </a:p>
        </p:txBody>
      </p:sp>
      <p:sp>
        <p:nvSpPr>
          <p:cNvPr id="21" name="装饰  0"/>
          <p:cNvSpPr>
            <a:spLocks noGrp="1"/>
          </p:cNvSpPr>
          <p:nvPr>
            <p:ph type="body" idx="16389" hasCustomPrompt="1"/>
            <p:custDataLst>
              <p:tags r:id="rId6"/>
            </p:custDataLst>
          </p:nvPr>
        </p:nvSpPr>
        <p:spPr>
          <a:xfrm>
            <a:off x="7543800" y="1524000"/>
            <a:ext cx="4038600" cy="4724400"/>
          </a:xfrm>
          <a:custGeom>
            <a:avLst/>
            <a:gdLst>
              <a:gd name="connisteX0" fmla="*/ 0 w 4038600"/>
              <a:gd name="connsiteY0" fmla="*/ 0 h 4724400"/>
              <a:gd name="connisteX1" fmla="*/ 3835400 w 4038600"/>
              <a:gd name="connsiteY1" fmla="*/ 0 h 4724400"/>
              <a:gd name="connisteX2" fmla="*/ 4038600 w 4038600"/>
              <a:gd name="connsiteY2" fmla="*/ 203200 h 4724400"/>
              <a:gd name="connisteX3" fmla="*/ 4038600 w 4038600"/>
              <a:gd name="connsiteY3" fmla="*/ 4521200 h 4724400"/>
              <a:gd name="connisteX4" fmla="*/ 3835400 w 4038600"/>
              <a:gd name="connsiteY4" fmla="*/ 4724400 h 4724400"/>
              <a:gd name="connisteX5" fmla="*/ 0 w 4038600"/>
              <a:gd name="connsiteY5" fmla="*/ 4724400 h 4724400"/>
              <a:gd name="connisteX6" fmla="*/ 0 w 4038600"/>
              <a:gd name="connsiteY6" fmla="*/ 0 h 4724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rect l="0" t="0" r="0" b="0"/>
            <a:pathLst>
              <a:path w="4038600" h="4724400">
                <a:moveTo>
                  <a:pt x="0" y="0"/>
                </a:moveTo>
                <a:lnTo>
                  <a:pt x="3835400" y="0"/>
                </a:lnTo>
                <a:cubicBezTo>
                  <a:pt x="3947624" y="0"/>
                  <a:pt x="4038600" y="90976"/>
                  <a:pt x="4038600" y="203200"/>
                </a:cubicBezTo>
                <a:lnTo>
                  <a:pt x="4038600" y="4521200"/>
                </a:lnTo>
                <a:cubicBezTo>
                  <a:pt x="4038600" y="4633424"/>
                  <a:pt x="3947624" y="4724400"/>
                  <a:pt x="3835400" y="4724400"/>
                </a:cubicBezTo>
                <a:lnTo>
                  <a:pt x="0" y="4724400"/>
                </a:lnTo>
                <a:lnTo>
                  <a:pt x="0" y="0"/>
                </a:lnTo>
                <a:close/>
              </a:path>
            </a:pathLst>
          </a:custGeom>
          <a:gradFill>
            <a:gsLst>
              <a:gs pos="0">
                <a:schemeClr val="accent1">
                  <a:lumMod val="0"/>
                  <a:lumOff val="100000"/>
                </a:schemeClr>
              </a:gs>
              <a:gs pos="100000">
                <a:schemeClr val="accent1">
                  <a:lumMod val="0"/>
                  <a:lumOff val="100000"/>
                </a:schemeClr>
              </a:gs>
            </a:gsLst>
            <a:lin ang="5400000"/>
          </a:gra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22" name="文本占位符 21"/>
          <p:cNvSpPr>
            <a:spLocks noGrp="1"/>
          </p:cNvSpPr>
          <p:nvPr>
            <p:ph type="body" idx="16386" hasCustomPrompt="1"/>
            <p:custDataLst>
              <p:tags r:id="rId7"/>
            </p:custDataLst>
          </p:nvPr>
        </p:nvSpPr>
        <p:spPr>
          <a:xfrm>
            <a:off x="8001000" y="2692400"/>
            <a:ext cx="31242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23" name="文本占位符 22"/>
          <p:cNvSpPr>
            <a:spLocks noGrp="1"/>
          </p:cNvSpPr>
          <p:nvPr>
            <p:ph type="body" idx="16387" hasCustomPrompt="1"/>
            <p:custDataLst>
              <p:tags r:id="rId8"/>
            </p:custDataLst>
          </p:nvPr>
        </p:nvSpPr>
        <p:spPr>
          <a:xfrm>
            <a:off x="8001000" y="3251200"/>
            <a:ext cx="3124200" cy="18288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单击此处添加正文</a:t>
            </a:r>
          </a:p>
        </p:txBody>
      </p:sp>
    </p:spTree>
    <p:extLst>
      <p:ext uri="{BB962C8B-B14F-4D97-AF65-F5344CB8AC3E}">
        <p14:creationId xmlns:p14="http://schemas.microsoft.com/office/powerpoint/2010/main" val="3203524260"/>
      </p:ext>
    </p:extLst>
  </p:cSld>
  <p:clrMapOvr>
    <a:overrideClrMapping bg1="lt1" tx1="dk1" bg2="lt2" tx2="dk2" accent1="accent1" accent2="accent2" accent3="accent3" accent4="accent4" accent5="accent5" accent6="accent6" hlink="hlink" folHlink="folHlink"/>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正文页-38_2">
    <p:bg>
      <p:bgRef idx="1001">
        <a:schemeClr val="bg2"/>
      </p:bgRef>
    </p:bg>
    <p:spTree>
      <p:nvGrpSpPr>
        <p:cNvPr id="1" name=""/>
        <p:cNvGrpSpPr/>
        <p:nvPr/>
      </p:nvGrpSpPr>
      <p:grpSpPr>
        <a:xfrm>
          <a:off x="0" y="0"/>
          <a:ext cx="0" cy="0"/>
          <a:chOff x="0" y="0"/>
          <a:chExt cx="0" cy="0"/>
        </a:xfrm>
      </p:grpSpPr>
      <p:sp>
        <p:nvSpPr>
          <p:cNvPr id="8" name="日期占位符 7"/>
          <p:cNvSpPr>
            <a:spLocks noGrp="1"/>
          </p:cNvSpPr>
          <p:nvPr>
            <p:ph type="dt" sz="half" idx="10"/>
            <p:custDataLst>
              <p:tags r:id="rId1"/>
            </p:custDataLst>
          </p:nvPr>
        </p:nvSpPr>
        <p:spPr/>
        <p:txBody>
          <a:bodyPr wrap="square">
            <a:normAutofit/>
          </a:bodyPr>
          <a:lstStyle/>
          <a:p>
            <a:fld id="{5592522B-0F24-4480-B9DD-A9474A6880D6}" type="datetimeFigureOut">
              <a:rPr lang="zh-CN" altLang="en-US" smtClean="0"/>
              <a:t>2026/10/10</a:t>
            </a:fld>
            <a:endParaRPr lang="zh-CN" altLang="en-US"/>
          </a:p>
        </p:txBody>
      </p:sp>
      <p:sp>
        <p:nvSpPr>
          <p:cNvPr id="9" name="页脚占位符 8"/>
          <p:cNvSpPr>
            <a:spLocks noGrp="1"/>
          </p:cNvSpPr>
          <p:nvPr>
            <p:ph type="ftr" sz="quarter" idx="11"/>
            <p:custDataLst>
              <p:tags r:id="rId2"/>
            </p:custDataLst>
          </p:nvPr>
        </p:nvSpPr>
        <p:spPr/>
        <p:txBody>
          <a:bodyPr/>
          <a:lstStyle/>
          <a:p>
            <a:endParaRPr lang="zh-CN" altLang="en-US"/>
          </a:p>
        </p:txBody>
      </p:sp>
      <p:sp>
        <p:nvSpPr>
          <p:cNvPr id="10" name="灯片编号占位符 9"/>
          <p:cNvSpPr>
            <a:spLocks noGrp="1"/>
          </p:cNvSpPr>
          <p:nvPr>
            <p:ph type="sldNum" sz="quarter" idx="12"/>
            <p:custDataLst>
              <p:tags r:id="rId3"/>
            </p:custDataLst>
          </p:nvPr>
        </p:nvSpPr>
        <p:spPr/>
        <p:txBody>
          <a:bodyPr wrap="square">
            <a:normAutofit/>
          </a:bodyPr>
          <a:lstStyle/>
          <a:p>
            <a:fld id="{BE5F26B5-172A-4DC2-B0B7-181CFC56B87C}" type="slidenum">
              <a:rPr lang="zh-CN" altLang="en-US" smtClean="0"/>
              <a:t>‹#›</a:t>
            </a:fld>
            <a:endParaRPr lang="zh-CN" altLang="en-US"/>
          </a:p>
        </p:txBody>
      </p:sp>
      <p:sp>
        <p:nvSpPr>
          <p:cNvPr id="7" name="装饰  6"/>
          <p:cNvSpPr>
            <a:spLocks noGrp="1"/>
          </p:cNvSpPr>
          <p:nvPr>
            <p:ph type="body" idx="16390" hasCustomPrompt="1"/>
            <p:custDataLst>
              <p:tags r:id="rId4"/>
            </p:custDataLst>
          </p:nvPr>
        </p:nvSpPr>
        <p:spPr>
          <a:xfrm>
            <a:off x="609600" y="4470400"/>
            <a:ext cx="5334000" cy="1778000"/>
          </a:xfrm>
          <a:custGeom>
            <a:avLst/>
            <a:gdLst>
              <a:gd name="connisteX0" fmla="*/ 0 w 5334000"/>
              <a:gd name="connsiteY0" fmla="*/ 0 h 1778000"/>
              <a:gd name="connisteX1" fmla="*/ 5334000 w 5334000"/>
              <a:gd name="connsiteY1" fmla="*/ 0 h 1778000"/>
              <a:gd name="connisteX2" fmla="*/ 5334000 w 5334000"/>
              <a:gd name="connsiteY2" fmla="*/ 1574800 h 1778000"/>
              <a:gd name="connisteX3" fmla="*/ 5130800 w 5334000"/>
              <a:gd name="connsiteY3" fmla="*/ 1778000 h 1778000"/>
              <a:gd name="connisteX4" fmla="*/ 203200 w 5334000"/>
              <a:gd name="connsiteY4" fmla="*/ 1778000 h 1778000"/>
              <a:gd name="connisteX5" fmla="*/ 0 w 5334000"/>
              <a:gd name="connsiteY5" fmla="*/ 1574800 h 1778000"/>
              <a:gd name="connisteX6" fmla="*/ 0 w 5334000"/>
              <a:gd name="connsiteY6" fmla="*/ 0 h 1778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rect l="0" t="0" r="0" b="0"/>
            <a:pathLst>
              <a:path w="5334000" h="1778000">
                <a:moveTo>
                  <a:pt x="0" y="0"/>
                </a:moveTo>
                <a:lnTo>
                  <a:pt x="5334000" y="0"/>
                </a:lnTo>
                <a:lnTo>
                  <a:pt x="5334000" y="1574800"/>
                </a:lnTo>
                <a:cubicBezTo>
                  <a:pt x="5334000" y="1687024"/>
                  <a:pt x="5243024" y="1778000"/>
                  <a:pt x="5130800" y="1778000"/>
                </a:cubicBezTo>
                <a:lnTo>
                  <a:pt x="203200" y="1778000"/>
                </a:lnTo>
                <a:cubicBezTo>
                  <a:pt x="90976" y="1778000"/>
                  <a:pt x="0" y="1687024"/>
                  <a:pt x="0" y="1574800"/>
                </a:cubicBezTo>
                <a:lnTo>
                  <a:pt x="0" y="0"/>
                </a:lnTo>
                <a:close/>
              </a:path>
            </a:pathLst>
          </a:custGeom>
          <a:gradFill>
            <a:gsLst>
              <a:gs pos="0">
                <a:schemeClr val="accent1">
                  <a:lumMod val="0"/>
                  <a:lumOff val="100000"/>
                </a:schemeClr>
              </a:gs>
              <a:gs pos="100000">
                <a:schemeClr val="accent1">
                  <a:lumMod val="0"/>
                  <a:lumOff val="100000"/>
                </a:schemeClr>
              </a:gs>
            </a:gsLst>
            <a:lin ang="5400000"/>
          </a:gra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6" name="标题 5"/>
          <p:cNvSpPr>
            <a:spLocks noGrp="1"/>
          </p:cNvSpPr>
          <p:nvPr>
            <p:ph type="ctrTitle" idx="16385" hasCustomPrompt="1"/>
            <p:custDataLst>
              <p:tags r:id="rId5"/>
            </p:custDataLst>
          </p:nvPr>
        </p:nvSpPr>
        <p:spPr>
          <a:xfrm>
            <a:off x="609600" y="533400"/>
            <a:ext cx="10972800" cy="609600"/>
          </a:xfrm>
          <a:noFill/>
        </p:spPr>
        <p:txBody>
          <a:bodyPr vert="horz" wrap="square" lIns="0" tIns="0" rIns="0" bIns="0" rtlCol="0" anchor="t" anchorCtr="0">
            <a:normAutofit/>
          </a:bodyPr>
          <a:lstStyle>
            <a:lvl1pPr marL="0" marR="0" indent="0" algn="l" defTabSz="914400" rtl="0" eaLnBrk="1" fontAlgn="auto" latinLnBrk="0" hangingPunct="1">
              <a:lnSpc>
                <a:spcPct val="111000"/>
              </a:lnSpc>
              <a:spcBef>
                <a:spcPct val="0"/>
              </a:spcBef>
              <a:spcAft>
                <a:spcPct val="0"/>
              </a:spcAft>
              <a:buClrTx/>
              <a:buSzTx/>
              <a:buFontTx/>
              <a:buNone/>
              <a:defRPr kumimoji="0" lang="zh-CN" altLang="en-US" sz="3600" b="1" i="0" u="none" strike="noStrike" kern="1200" cap="none" spc="0" normalizeH="0" baseline="0" noProof="1">
                <a:solidFill>
                  <a:schemeClr val="tx1"/>
                </a:solidFill>
                <a:latin typeface="+mj-lt"/>
                <a:ea typeface="+mj-ea"/>
                <a:cs typeface="+mj-cs"/>
              </a:defRPr>
            </a:lvl1pPr>
          </a:lstStyle>
          <a:p>
            <a:pPr lvl="0"/>
            <a:r>
              <a:rPr>
                <a:sym typeface="+mn-ea"/>
              </a:rPr>
              <a:t>单击此处添加标题</a:t>
            </a:r>
          </a:p>
        </p:txBody>
      </p:sp>
      <p:sp>
        <p:nvSpPr>
          <p:cNvPr id="21" name="图片占位符 20"/>
          <p:cNvSpPr>
            <a:spLocks noGrp="1"/>
          </p:cNvSpPr>
          <p:nvPr>
            <p:ph type="pic" idx="16391" hasCustomPrompt="1"/>
            <p:custDataLst>
              <p:tags r:id="rId6"/>
            </p:custDataLst>
          </p:nvPr>
        </p:nvSpPr>
        <p:spPr>
          <a:xfrm>
            <a:off x="609600" y="1524000"/>
            <a:ext cx="5334000" cy="2946400"/>
          </a:xfrm>
          <a:custGeom>
            <a:avLst/>
            <a:gdLst>
              <a:gd name="connisteX0" fmla="*/ 0 w 5334000"/>
              <a:gd name="connsiteY0" fmla="*/ 203200 h 2946400"/>
              <a:gd name="connisteX1" fmla="*/ 203200 w 5334000"/>
              <a:gd name="connsiteY1" fmla="*/ 0 h 2946400"/>
              <a:gd name="connisteX2" fmla="*/ 5130800 w 5334000"/>
              <a:gd name="connsiteY2" fmla="*/ 0 h 2946400"/>
              <a:gd name="connisteX3" fmla="*/ 5334000 w 5334000"/>
              <a:gd name="connsiteY3" fmla="*/ 203200 h 2946400"/>
              <a:gd name="connisteX4" fmla="*/ 5334000 w 5334000"/>
              <a:gd name="connsiteY4" fmla="*/ 2946400 h 2946400"/>
              <a:gd name="connisteX5" fmla="*/ 0 w 5334000"/>
              <a:gd name="connsiteY5" fmla="*/ 2946400 h 2946400"/>
              <a:gd name="connisteX6" fmla="*/ 0 w 5334000"/>
              <a:gd name="connsiteY6" fmla="*/ 203200 h 2946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rect l="0" t="0" r="0" b="0"/>
            <a:pathLst>
              <a:path w="5334000" h="2946400">
                <a:moveTo>
                  <a:pt x="0" y="203200"/>
                </a:moveTo>
                <a:cubicBezTo>
                  <a:pt x="0" y="90976"/>
                  <a:pt x="90976" y="0"/>
                  <a:pt x="203200" y="0"/>
                </a:cubicBezTo>
                <a:lnTo>
                  <a:pt x="5130800" y="0"/>
                </a:lnTo>
                <a:cubicBezTo>
                  <a:pt x="5243024" y="0"/>
                  <a:pt x="5334000" y="90976"/>
                  <a:pt x="5334000" y="203200"/>
                </a:cubicBezTo>
                <a:lnTo>
                  <a:pt x="5334000" y="2946400"/>
                </a:lnTo>
                <a:lnTo>
                  <a:pt x="0" y="2946400"/>
                </a:lnTo>
                <a:lnTo>
                  <a:pt x="0" y="203200"/>
                </a:lnTo>
                <a:close/>
              </a:path>
            </a:pathLst>
          </a:custGeo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p>
        </p:txBody>
      </p:sp>
      <p:sp>
        <p:nvSpPr>
          <p:cNvPr id="22" name="文本占位符 21"/>
          <p:cNvSpPr>
            <a:spLocks noGrp="1"/>
          </p:cNvSpPr>
          <p:nvPr>
            <p:ph type="body" idx="16386" hasCustomPrompt="1"/>
            <p:custDataLst>
              <p:tags r:id="rId7"/>
            </p:custDataLst>
          </p:nvPr>
        </p:nvSpPr>
        <p:spPr>
          <a:xfrm>
            <a:off x="914400" y="4775200"/>
            <a:ext cx="47244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23" name="文本占位符 22"/>
          <p:cNvSpPr>
            <a:spLocks noGrp="1"/>
          </p:cNvSpPr>
          <p:nvPr>
            <p:ph type="body" idx="16387" hasCustomPrompt="1"/>
            <p:custDataLst>
              <p:tags r:id="rId8"/>
            </p:custDataLst>
          </p:nvPr>
        </p:nvSpPr>
        <p:spPr>
          <a:xfrm>
            <a:off x="914400" y="5334000"/>
            <a:ext cx="4724400" cy="6096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
        <p:nvSpPr>
          <p:cNvPr id="24" name="装饰  3"/>
          <p:cNvSpPr>
            <a:spLocks noGrp="1"/>
          </p:cNvSpPr>
          <p:nvPr>
            <p:ph type="body" idx="16392" hasCustomPrompt="1"/>
            <p:custDataLst>
              <p:tags r:id="rId9"/>
            </p:custDataLst>
          </p:nvPr>
        </p:nvSpPr>
        <p:spPr>
          <a:xfrm>
            <a:off x="6248400" y="4470400"/>
            <a:ext cx="5334000" cy="1778000"/>
          </a:xfrm>
          <a:custGeom>
            <a:avLst/>
            <a:gdLst>
              <a:gd name="connisteX0" fmla="*/ 0 w 5334000"/>
              <a:gd name="connsiteY0" fmla="*/ 0 h 1778000"/>
              <a:gd name="connisteX1" fmla="*/ 5334000 w 5334000"/>
              <a:gd name="connsiteY1" fmla="*/ 0 h 1778000"/>
              <a:gd name="connisteX2" fmla="*/ 5334000 w 5334000"/>
              <a:gd name="connsiteY2" fmla="*/ 1574800 h 1778000"/>
              <a:gd name="connisteX3" fmla="*/ 5130800 w 5334000"/>
              <a:gd name="connsiteY3" fmla="*/ 1778000 h 1778000"/>
              <a:gd name="connisteX4" fmla="*/ 203200 w 5334000"/>
              <a:gd name="connsiteY4" fmla="*/ 1778000 h 1778000"/>
              <a:gd name="connisteX5" fmla="*/ 0 w 5334000"/>
              <a:gd name="connsiteY5" fmla="*/ 1574800 h 1778000"/>
              <a:gd name="connisteX6" fmla="*/ 0 w 5334000"/>
              <a:gd name="connsiteY6" fmla="*/ 0 h 1778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rect l="0" t="0" r="0" b="0"/>
            <a:pathLst>
              <a:path w="5334000" h="1778000">
                <a:moveTo>
                  <a:pt x="0" y="0"/>
                </a:moveTo>
                <a:lnTo>
                  <a:pt x="5334000" y="0"/>
                </a:lnTo>
                <a:lnTo>
                  <a:pt x="5334000" y="1574800"/>
                </a:lnTo>
                <a:cubicBezTo>
                  <a:pt x="5334000" y="1687024"/>
                  <a:pt x="5243024" y="1778000"/>
                  <a:pt x="5130800" y="1778000"/>
                </a:cubicBezTo>
                <a:lnTo>
                  <a:pt x="203200" y="1778000"/>
                </a:lnTo>
                <a:cubicBezTo>
                  <a:pt x="90976" y="1778000"/>
                  <a:pt x="0" y="1687024"/>
                  <a:pt x="0" y="1574800"/>
                </a:cubicBezTo>
                <a:lnTo>
                  <a:pt x="0" y="0"/>
                </a:lnTo>
                <a:close/>
              </a:path>
            </a:pathLst>
          </a:custGeom>
          <a:gradFill>
            <a:gsLst>
              <a:gs pos="0">
                <a:schemeClr val="accent1">
                  <a:lumMod val="0"/>
                  <a:lumOff val="100000"/>
                </a:schemeClr>
              </a:gs>
              <a:gs pos="100000">
                <a:schemeClr val="accent1">
                  <a:lumMod val="0"/>
                  <a:lumOff val="100000"/>
                </a:schemeClr>
              </a:gs>
            </a:gsLst>
            <a:lin ang="5400000"/>
          </a:gra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25" name="图片占位符 24"/>
          <p:cNvSpPr>
            <a:spLocks noGrp="1"/>
          </p:cNvSpPr>
          <p:nvPr>
            <p:ph type="pic" idx="16393" hasCustomPrompt="1"/>
            <p:custDataLst>
              <p:tags r:id="rId10"/>
            </p:custDataLst>
          </p:nvPr>
        </p:nvSpPr>
        <p:spPr>
          <a:xfrm>
            <a:off x="6248400" y="1524000"/>
            <a:ext cx="5334000" cy="2946400"/>
          </a:xfrm>
          <a:custGeom>
            <a:avLst/>
            <a:gdLst>
              <a:gd name="connisteX0" fmla="*/ 0 w 5334000"/>
              <a:gd name="connsiteY0" fmla="*/ 203200 h 2946400"/>
              <a:gd name="connisteX1" fmla="*/ 203200 w 5334000"/>
              <a:gd name="connsiteY1" fmla="*/ 0 h 2946400"/>
              <a:gd name="connisteX2" fmla="*/ 5130800 w 5334000"/>
              <a:gd name="connsiteY2" fmla="*/ 0 h 2946400"/>
              <a:gd name="connisteX3" fmla="*/ 5334000 w 5334000"/>
              <a:gd name="connsiteY3" fmla="*/ 203200 h 2946400"/>
              <a:gd name="connisteX4" fmla="*/ 5334000 w 5334000"/>
              <a:gd name="connsiteY4" fmla="*/ 2946400 h 2946400"/>
              <a:gd name="connisteX5" fmla="*/ 0 w 5334000"/>
              <a:gd name="connsiteY5" fmla="*/ 2946400 h 2946400"/>
              <a:gd name="connisteX6" fmla="*/ 0 w 5334000"/>
              <a:gd name="connsiteY6" fmla="*/ 203200 h 2946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rect l="0" t="0" r="0" b="0"/>
            <a:pathLst>
              <a:path w="5334000" h="2946400">
                <a:moveTo>
                  <a:pt x="0" y="203200"/>
                </a:moveTo>
                <a:cubicBezTo>
                  <a:pt x="0" y="90976"/>
                  <a:pt x="90976" y="0"/>
                  <a:pt x="203200" y="0"/>
                </a:cubicBezTo>
                <a:lnTo>
                  <a:pt x="5130800" y="0"/>
                </a:lnTo>
                <a:cubicBezTo>
                  <a:pt x="5243024" y="0"/>
                  <a:pt x="5334000" y="90976"/>
                  <a:pt x="5334000" y="203200"/>
                </a:cubicBezTo>
                <a:lnTo>
                  <a:pt x="5334000" y="2946400"/>
                </a:lnTo>
                <a:lnTo>
                  <a:pt x="0" y="2946400"/>
                </a:lnTo>
                <a:lnTo>
                  <a:pt x="0" y="203200"/>
                </a:lnTo>
                <a:close/>
              </a:path>
            </a:pathLst>
          </a:custGeo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p>
        </p:txBody>
      </p:sp>
      <p:sp>
        <p:nvSpPr>
          <p:cNvPr id="26" name="文本占位符 25"/>
          <p:cNvSpPr>
            <a:spLocks noGrp="1"/>
          </p:cNvSpPr>
          <p:nvPr>
            <p:ph type="body" idx="16388" hasCustomPrompt="1"/>
            <p:custDataLst>
              <p:tags r:id="rId11"/>
            </p:custDataLst>
          </p:nvPr>
        </p:nvSpPr>
        <p:spPr>
          <a:xfrm>
            <a:off x="6553200" y="4775200"/>
            <a:ext cx="47244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27" name="文本占位符 26"/>
          <p:cNvSpPr>
            <a:spLocks noGrp="1"/>
          </p:cNvSpPr>
          <p:nvPr>
            <p:ph type="body" idx="16389" hasCustomPrompt="1"/>
            <p:custDataLst>
              <p:tags r:id="rId12"/>
            </p:custDataLst>
          </p:nvPr>
        </p:nvSpPr>
        <p:spPr>
          <a:xfrm>
            <a:off x="6553200" y="5334000"/>
            <a:ext cx="4724400" cy="6096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Tree>
    <p:extLst>
      <p:ext uri="{BB962C8B-B14F-4D97-AF65-F5344CB8AC3E}">
        <p14:creationId xmlns:p14="http://schemas.microsoft.com/office/powerpoint/2010/main" val="1158042223"/>
      </p:ext>
    </p:extLst>
  </p:cSld>
  <p:clrMapOvr>
    <a:overrideClrMapping bg1="lt1" tx1="dk1" bg2="lt2" tx2="dk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正文页-49_9">
    <p:bg>
      <p:bgRef idx="1001">
        <a:schemeClr val="bg2"/>
      </p:bgRef>
    </p:bg>
    <p:spTree>
      <p:nvGrpSpPr>
        <p:cNvPr id="1" name=""/>
        <p:cNvGrpSpPr/>
        <p:nvPr/>
      </p:nvGrpSpPr>
      <p:grpSpPr>
        <a:xfrm>
          <a:off x="0" y="0"/>
          <a:ext cx="0" cy="0"/>
          <a:chOff x="0" y="0"/>
          <a:chExt cx="0" cy="0"/>
        </a:xfrm>
      </p:grpSpPr>
      <p:sp>
        <p:nvSpPr>
          <p:cNvPr id="8" name="日期占位符 7"/>
          <p:cNvSpPr>
            <a:spLocks noGrp="1"/>
          </p:cNvSpPr>
          <p:nvPr>
            <p:ph type="dt" sz="half" idx="10"/>
            <p:custDataLst>
              <p:tags r:id="rId1"/>
            </p:custDataLst>
          </p:nvPr>
        </p:nvSpPr>
        <p:spPr/>
        <p:txBody>
          <a:bodyPr wrap="square">
            <a:normAutofit/>
          </a:bodyPr>
          <a:lstStyle/>
          <a:p>
            <a:fld id="{5592522B-0F24-4480-B9DD-A9474A6880D6}" type="datetimeFigureOut">
              <a:rPr lang="zh-CN" altLang="en-US" smtClean="0"/>
              <a:t>2026/10/10</a:t>
            </a:fld>
            <a:endParaRPr lang="zh-CN" altLang="en-US"/>
          </a:p>
        </p:txBody>
      </p:sp>
      <p:sp>
        <p:nvSpPr>
          <p:cNvPr id="9" name="页脚占位符 8"/>
          <p:cNvSpPr>
            <a:spLocks noGrp="1"/>
          </p:cNvSpPr>
          <p:nvPr>
            <p:ph type="ftr" sz="quarter" idx="11"/>
            <p:custDataLst>
              <p:tags r:id="rId2"/>
            </p:custDataLst>
          </p:nvPr>
        </p:nvSpPr>
        <p:spPr/>
        <p:txBody>
          <a:bodyPr/>
          <a:lstStyle/>
          <a:p>
            <a:endParaRPr lang="zh-CN" altLang="en-US"/>
          </a:p>
        </p:txBody>
      </p:sp>
      <p:sp>
        <p:nvSpPr>
          <p:cNvPr id="10" name="灯片编号占位符 9"/>
          <p:cNvSpPr>
            <a:spLocks noGrp="1"/>
          </p:cNvSpPr>
          <p:nvPr>
            <p:ph type="sldNum" sz="quarter" idx="12"/>
            <p:custDataLst>
              <p:tags r:id="rId3"/>
            </p:custDataLst>
          </p:nvPr>
        </p:nvSpPr>
        <p:spPr/>
        <p:txBody>
          <a:bodyPr wrap="square">
            <a:normAutofit/>
          </a:bodyPr>
          <a:lstStyle/>
          <a:p>
            <a:fld id="{BE5F26B5-172A-4DC2-B0B7-181CFC56B87C}" type="slidenum">
              <a:rPr lang="zh-CN" altLang="en-US" smtClean="0"/>
              <a:t>‹#›</a:t>
            </a:fld>
            <a:endParaRPr lang="zh-CN" altLang="en-US"/>
          </a:p>
        </p:txBody>
      </p:sp>
      <p:sp>
        <p:nvSpPr>
          <p:cNvPr id="7" name="装饰  6"/>
          <p:cNvSpPr>
            <a:spLocks noGrp="1"/>
          </p:cNvSpPr>
          <p:nvPr>
            <p:ph type="body" idx="16395" hasCustomPrompt="1"/>
            <p:custDataLst>
              <p:tags r:id="rId4"/>
            </p:custDataLst>
          </p:nvPr>
        </p:nvSpPr>
        <p:spPr>
          <a:xfrm>
            <a:off x="1625600" y="2413000"/>
            <a:ext cx="1219200" cy="1219200"/>
          </a:xfrm>
          <a:custGeom>
            <a:avLst/>
            <a:gdLst>
              <a:gd name="connisteX0" fmla="*/ 0 w 1219200"/>
              <a:gd name="connsiteY0" fmla="*/ 304800 h 1219200"/>
              <a:gd name="connisteX1" fmla="*/ 304800 w 1219200"/>
              <a:gd name="connsiteY1" fmla="*/ 0 h 1219200"/>
              <a:gd name="connisteX2" fmla="*/ 914400 w 1219200"/>
              <a:gd name="connsiteY2" fmla="*/ 0 h 1219200"/>
              <a:gd name="connisteX3" fmla="*/ 1219200 w 1219200"/>
              <a:gd name="connsiteY3" fmla="*/ 304800 h 1219200"/>
              <a:gd name="connisteX4" fmla="*/ 1219200 w 1219200"/>
              <a:gd name="connsiteY4" fmla="*/ 914400 h 1219200"/>
              <a:gd name="connisteX5" fmla="*/ 914400 w 1219200"/>
              <a:gd name="connsiteY5" fmla="*/ 1219200 h 1219200"/>
              <a:gd name="connisteX6" fmla="*/ 304800 w 1219200"/>
              <a:gd name="connsiteY6" fmla="*/ 1219200 h 1219200"/>
              <a:gd name="connisteX7" fmla="*/ 0 w 1219200"/>
              <a:gd name="connsiteY7" fmla="*/ 914400 h 1219200"/>
              <a:gd name="connisteX8" fmla="*/ 0 w 1219200"/>
              <a:gd name="connsiteY8" fmla="*/ 304800 h 12192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1219200" h="1219200">
                <a:moveTo>
                  <a:pt x="0" y="304800"/>
                </a:moveTo>
                <a:cubicBezTo>
                  <a:pt x="0" y="136464"/>
                  <a:pt x="136464" y="0"/>
                  <a:pt x="304800" y="0"/>
                </a:cubicBezTo>
                <a:lnTo>
                  <a:pt x="914400" y="0"/>
                </a:lnTo>
                <a:cubicBezTo>
                  <a:pt x="1082736" y="0"/>
                  <a:pt x="1219200" y="136464"/>
                  <a:pt x="1219200" y="304800"/>
                </a:cubicBezTo>
                <a:lnTo>
                  <a:pt x="1219200" y="914400"/>
                </a:lnTo>
                <a:cubicBezTo>
                  <a:pt x="1219200" y="1082736"/>
                  <a:pt x="1082736" y="1219200"/>
                  <a:pt x="914400" y="1219200"/>
                </a:cubicBezTo>
                <a:lnTo>
                  <a:pt x="304800" y="1219200"/>
                </a:lnTo>
                <a:cubicBezTo>
                  <a:pt x="136464" y="1219200"/>
                  <a:pt x="0" y="1082736"/>
                  <a:pt x="0" y="914400"/>
                </a:cubicBezTo>
                <a:lnTo>
                  <a:pt x="0" y="3048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6" name="标题 5"/>
          <p:cNvSpPr>
            <a:spLocks noGrp="1"/>
          </p:cNvSpPr>
          <p:nvPr>
            <p:ph type="ctrTitle" idx="16385" hasCustomPrompt="1"/>
            <p:custDataLst>
              <p:tags r:id="rId5"/>
            </p:custDataLst>
          </p:nvPr>
        </p:nvSpPr>
        <p:spPr>
          <a:xfrm>
            <a:off x="609600" y="533400"/>
            <a:ext cx="10972800" cy="609600"/>
          </a:xfrm>
          <a:noFill/>
        </p:spPr>
        <p:txBody>
          <a:bodyPr vert="horz" wrap="square" lIns="0" tIns="0" rIns="0" bIns="0" rtlCol="0" anchor="t" anchorCtr="0">
            <a:normAutofit/>
          </a:bodyPr>
          <a:lstStyle>
            <a:lvl1pPr marL="0" marR="0" indent="0" algn="l" defTabSz="914400" rtl="0" eaLnBrk="1" fontAlgn="auto" latinLnBrk="0" hangingPunct="1">
              <a:lnSpc>
                <a:spcPct val="111000"/>
              </a:lnSpc>
              <a:spcBef>
                <a:spcPct val="0"/>
              </a:spcBef>
              <a:spcAft>
                <a:spcPct val="0"/>
              </a:spcAft>
              <a:buClrTx/>
              <a:buSzTx/>
              <a:buFontTx/>
              <a:buNone/>
              <a:defRPr kumimoji="0" lang="zh-CN" altLang="en-US" sz="3600" b="1" i="0" u="none" strike="noStrike" kern="1200" cap="none" spc="0" normalizeH="0" baseline="0" noProof="1">
                <a:solidFill>
                  <a:schemeClr val="tx1"/>
                </a:solidFill>
                <a:latin typeface="+mj-lt"/>
                <a:ea typeface="+mj-ea"/>
                <a:cs typeface="+mj-cs"/>
              </a:defRPr>
            </a:lvl1pPr>
          </a:lstStyle>
          <a:p>
            <a:pPr lvl="0"/>
            <a:r>
              <a:rPr>
                <a:sym typeface="+mn-ea"/>
              </a:rPr>
              <a:t>单击此处添加标题</a:t>
            </a:r>
          </a:p>
        </p:txBody>
      </p:sp>
      <p:sp>
        <p:nvSpPr>
          <p:cNvPr id="21" name="文本占位符 20"/>
          <p:cNvSpPr>
            <a:spLocks noGrp="1"/>
          </p:cNvSpPr>
          <p:nvPr>
            <p:ph type="body" idx="16388" hasCustomPrompt="1"/>
            <p:custDataLst>
              <p:tags r:id="rId6"/>
            </p:custDataLst>
          </p:nvPr>
        </p:nvSpPr>
        <p:spPr>
          <a:xfrm>
            <a:off x="1873250" y="2717800"/>
            <a:ext cx="723900" cy="609600"/>
          </a:xfrm>
          <a:noFill/>
        </p:spPr>
        <p:txBody>
          <a:bodyPr wrap="none" lIns="0" tIns="0" rIns="0" bIns="0" anchor="ctr">
            <a:noAutofit/>
          </a:bodyPr>
          <a:lstStyle>
            <a:lvl1pPr marL="0" indent="0" algn="ctr">
              <a:lnSpc>
                <a:spcPct val="109000"/>
              </a:lnSpc>
              <a:spcBef>
                <a:spcPct val="0"/>
              </a:spcBef>
              <a:spcAft>
                <a:spcPct val="0"/>
              </a:spcAft>
              <a:buNone/>
              <a:defRPr sz="4800" b="0" spc="0">
                <a:solidFill>
                  <a:srgbClr val="FFFFFF"/>
                </a:solidFill>
              </a:defRPr>
            </a:lvl1pPr>
          </a:lstStyle>
          <a:p>
            <a:pPr lvl="0"/>
            <a:r>
              <a:rPr lang="zh-CN" altLang="en-US"/>
              <a:t>01</a:t>
            </a:r>
          </a:p>
        </p:txBody>
      </p:sp>
      <p:sp>
        <p:nvSpPr>
          <p:cNvPr id="22" name="文本占位符 21"/>
          <p:cNvSpPr>
            <a:spLocks noGrp="1"/>
          </p:cNvSpPr>
          <p:nvPr>
            <p:ph type="body" idx="16386" hasCustomPrompt="1"/>
            <p:custDataLst>
              <p:tags r:id="rId7"/>
            </p:custDataLst>
          </p:nvPr>
        </p:nvSpPr>
        <p:spPr>
          <a:xfrm>
            <a:off x="609600" y="3937000"/>
            <a:ext cx="3251200" cy="406400"/>
          </a:xfrm>
          <a:noFill/>
        </p:spPr>
        <p:txBody>
          <a:bodyPr lIns="0" tIns="0" rIns="0" bIns="0" anchor="t">
            <a:normAutofit/>
          </a:bodyPr>
          <a:lstStyle>
            <a:lvl1pPr marL="0" indent="0" algn="ctr">
              <a:lnSpc>
                <a:spcPct val="111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23" name="文本占位符 22"/>
          <p:cNvSpPr>
            <a:spLocks noGrp="1"/>
          </p:cNvSpPr>
          <p:nvPr>
            <p:ph type="body" idx="16387" hasCustomPrompt="1"/>
            <p:custDataLst>
              <p:tags r:id="rId8"/>
            </p:custDataLst>
          </p:nvPr>
        </p:nvSpPr>
        <p:spPr>
          <a:xfrm>
            <a:off x="609600" y="4445000"/>
            <a:ext cx="3251200" cy="914400"/>
          </a:xfrm>
          <a:noFill/>
        </p:spPr>
        <p:txBody>
          <a:bodyPr lIns="0" tIns="0" rIns="0" bIns="0" anchor="t">
            <a:normAutofit/>
          </a:bodyPr>
          <a:lstStyle>
            <a:lvl1pPr marL="0" indent="0" algn="ctr">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
        <p:nvSpPr>
          <p:cNvPr id="24" name="装饰  3"/>
          <p:cNvSpPr>
            <a:spLocks noGrp="1"/>
          </p:cNvSpPr>
          <p:nvPr>
            <p:ph type="body" idx="16396" hasCustomPrompt="1"/>
            <p:custDataLst>
              <p:tags r:id="rId9"/>
            </p:custDataLst>
          </p:nvPr>
        </p:nvSpPr>
        <p:spPr>
          <a:xfrm>
            <a:off x="5486400" y="2413000"/>
            <a:ext cx="1219200" cy="1219200"/>
          </a:xfrm>
          <a:custGeom>
            <a:avLst/>
            <a:gdLst>
              <a:gd name="connisteX0" fmla="*/ 0 w 1219200"/>
              <a:gd name="connsiteY0" fmla="*/ 304800 h 1219200"/>
              <a:gd name="connisteX1" fmla="*/ 304800 w 1219200"/>
              <a:gd name="connsiteY1" fmla="*/ 0 h 1219200"/>
              <a:gd name="connisteX2" fmla="*/ 914400 w 1219200"/>
              <a:gd name="connsiteY2" fmla="*/ 0 h 1219200"/>
              <a:gd name="connisteX3" fmla="*/ 1219200 w 1219200"/>
              <a:gd name="connsiteY3" fmla="*/ 304800 h 1219200"/>
              <a:gd name="connisteX4" fmla="*/ 1219200 w 1219200"/>
              <a:gd name="connsiteY4" fmla="*/ 914400 h 1219200"/>
              <a:gd name="connisteX5" fmla="*/ 914400 w 1219200"/>
              <a:gd name="connsiteY5" fmla="*/ 1219200 h 1219200"/>
              <a:gd name="connisteX6" fmla="*/ 304800 w 1219200"/>
              <a:gd name="connsiteY6" fmla="*/ 1219200 h 1219200"/>
              <a:gd name="connisteX7" fmla="*/ 0 w 1219200"/>
              <a:gd name="connsiteY7" fmla="*/ 914400 h 1219200"/>
              <a:gd name="connisteX8" fmla="*/ 0 w 1219200"/>
              <a:gd name="connsiteY8" fmla="*/ 304800 h 12192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1219200" h="1219200">
                <a:moveTo>
                  <a:pt x="0" y="304800"/>
                </a:moveTo>
                <a:cubicBezTo>
                  <a:pt x="0" y="136464"/>
                  <a:pt x="136464" y="0"/>
                  <a:pt x="304800" y="0"/>
                </a:cubicBezTo>
                <a:lnTo>
                  <a:pt x="914400" y="0"/>
                </a:lnTo>
                <a:cubicBezTo>
                  <a:pt x="1082736" y="0"/>
                  <a:pt x="1219200" y="136464"/>
                  <a:pt x="1219200" y="304800"/>
                </a:cubicBezTo>
                <a:lnTo>
                  <a:pt x="1219200" y="914400"/>
                </a:lnTo>
                <a:cubicBezTo>
                  <a:pt x="1219200" y="1082736"/>
                  <a:pt x="1082736" y="1219200"/>
                  <a:pt x="914400" y="1219200"/>
                </a:cubicBezTo>
                <a:lnTo>
                  <a:pt x="304800" y="1219200"/>
                </a:lnTo>
                <a:cubicBezTo>
                  <a:pt x="136464" y="1219200"/>
                  <a:pt x="0" y="1082736"/>
                  <a:pt x="0" y="914400"/>
                </a:cubicBezTo>
                <a:lnTo>
                  <a:pt x="0" y="3048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25" name="文本占位符 24"/>
          <p:cNvSpPr>
            <a:spLocks noGrp="1"/>
          </p:cNvSpPr>
          <p:nvPr>
            <p:ph type="body" idx="16391" hasCustomPrompt="1"/>
            <p:custDataLst>
              <p:tags r:id="rId10"/>
            </p:custDataLst>
          </p:nvPr>
        </p:nvSpPr>
        <p:spPr>
          <a:xfrm>
            <a:off x="5734050" y="2717800"/>
            <a:ext cx="723900" cy="609600"/>
          </a:xfrm>
          <a:noFill/>
        </p:spPr>
        <p:txBody>
          <a:bodyPr wrap="none" lIns="0" tIns="0" rIns="0" bIns="0" anchor="ctr">
            <a:noAutofit/>
          </a:bodyPr>
          <a:lstStyle>
            <a:lvl1pPr marL="0" indent="0" algn="ctr">
              <a:lnSpc>
                <a:spcPct val="109000"/>
              </a:lnSpc>
              <a:spcBef>
                <a:spcPct val="0"/>
              </a:spcBef>
              <a:spcAft>
                <a:spcPct val="0"/>
              </a:spcAft>
              <a:buNone/>
              <a:defRPr sz="4800" b="0" spc="0">
                <a:solidFill>
                  <a:srgbClr val="FFFFFF"/>
                </a:solidFill>
              </a:defRPr>
            </a:lvl1pPr>
          </a:lstStyle>
          <a:p>
            <a:pPr lvl="0"/>
            <a:r>
              <a:rPr lang="zh-CN" altLang="en-US"/>
              <a:t>02</a:t>
            </a:r>
          </a:p>
        </p:txBody>
      </p:sp>
      <p:sp>
        <p:nvSpPr>
          <p:cNvPr id="26" name="文本占位符 25"/>
          <p:cNvSpPr>
            <a:spLocks noGrp="1"/>
          </p:cNvSpPr>
          <p:nvPr>
            <p:ph type="body" idx="16389" hasCustomPrompt="1"/>
            <p:custDataLst>
              <p:tags r:id="rId11"/>
            </p:custDataLst>
          </p:nvPr>
        </p:nvSpPr>
        <p:spPr>
          <a:xfrm>
            <a:off x="4470400" y="3937000"/>
            <a:ext cx="3251200" cy="406400"/>
          </a:xfrm>
          <a:noFill/>
        </p:spPr>
        <p:txBody>
          <a:bodyPr lIns="0" tIns="0" rIns="0" bIns="0" anchor="t">
            <a:normAutofit/>
          </a:bodyPr>
          <a:lstStyle>
            <a:lvl1pPr marL="0" indent="0" algn="ctr">
              <a:lnSpc>
                <a:spcPct val="111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27" name="文本占位符 26"/>
          <p:cNvSpPr>
            <a:spLocks noGrp="1"/>
          </p:cNvSpPr>
          <p:nvPr>
            <p:ph type="body" idx="16390" hasCustomPrompt="1"/>
            <p:custDataLst>
              <p:tags r:id="rId12"/>
            </p:custDataLst>
          </p:nvPr>
        </p:nvSpPr>
        <p:spPr>
          <a:xfrm>
            <a:off x="4470400" y="4445000"/>
            <a:ext cx="3251200" cy="914400"/>
          </a:xfrm>
          <a:noFill/>
        </p:spPr>
        <p:txBody>
          <a:bodyPr lIns="0" tIns="0" rIns="0" bIns="0" anchor="t">
            <a:normAutofit/>
          </a:bodyPr>
          <a:lstStyle>
            <a:lvl1pPr marL="0" indent="0" algn="ctr">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
        <p:nvSpPr>
          <p:cNvPr id="28" name="装饰  7"/>
          <p:cNvSpPr>
            <a:spLocks noGrp="1"/>
          </p:cNvSpPr>
          <p:nvPr>
            <p:ph type="body" idx="16397" hasCustomPrompt="1"/>
            <p:custDataLst>
              <p:tags r:id="rId13"/>
            </p:custDataLst>
          </p:nvPr>
        </p:nvSpPr>
        <p:spPr>
          <a:xfrm>
            <a:off x="9347200" y="2413000"/>
            <a:ext cx="1219200" cy="1219200"/>
          </a:xfrm>
          <a:custGeom>
            <a:avLst/>
            <a:gdLst>
              <a:gd name="connisteX0" fmla="*/ 0 w 1219200"/>
              <a:gd name="connsiteY0" fmla="*/ 304800 h 1219200"/>
              <a:gd name="connisteX1" fmla="*/ 304800 w 1219200"/>
              <a:gd name="connsiteY1" fmla="*/ 0 h 1219200"/>
              <a:gd name="connisteX2" fmla="*/ 914400 w 1219200"/>
              <a:gd name="connsiteY2" fmla="*/ 0 h 1219200"/>
              <a:gd name="connisteX3" fmla="*/ 1219200 w 1219200"/>
              <a:gd name="connsiteY3" fmla="*/ 304800 h 1219200"/>
              <a:gd name="connisteX4" fmla="*/ 1219200 w 1219200"/>
              <a:gd name="connsiteY4" fmla="*/ 914400 h 1219200"/>
              <a:gd name="connisteX5" fmla="*/ 914400 w 1219200"/>
              <a:gd name="connsiteY5" fmla="*/ 1219200 h 1219200"/>
              <a:gd name="connisteX6" fmla="*/ 304800 w 1219200"/>
              <a:gd name="connsiteY6" fmla="*/ 1219200 h 1219200"/>
              <a:gd name="connisteX7" fmla="*/ 0 w 1219200"/>
              <a:gd name="connsiteY7" fmla="*/ 914400 h 1219200"/>
              <a:gd name="connisteX8" fmla="*/ 0 w 1219200"/>
              <a:gd name="connsiteY8" fmla="*/ 304800 h 12192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1219200" h="1219200">
                <a:moveTo>
                  <a:pt x="0" y="304800"/>
                </a:moveTo>
                <a:cubicBezTo>
                  <a:pt x="0" y="136464"/>
                  <a:pt x="136464" y="0"/>
                  <a:pt x="304800" y="0"/>
                </a:cubicBezTo>
                <a:lnTo>
                  <a:pt x="914400" y="0"/>
                </a:lnTo>
                <a:cubicBezTo>
                  <a:pt x="1082736" y="0"/>
                  <a:pt x="1219200" y="136464"/>
                  <a:pt x="1219200" y="304800"/>
                </a:cubicBezTo>
                <a:lnTo>
                  <a:pt x="1219200" y="914400"/>
                </a:lnTo>
                <a:cubicBezTo>
                  <a:pt x="1219200" y="1082736"/>
                  <a:pt x="1082736" y="1219200"/>
                  <a:pt x="914400" y="1219200"/>
                </a:cubicBezTo>
                <a:lnTo>
                  <a:pt x="304800" y="1219200"/>
                </a:lnTo>
                <a:cubicBezTo>
                  <a:pt x="136464" y="1219200"/>
                  <a:pt x="0" y="1082736"/>
                  <a:pt x="0" y="914400"/>
                </a:cubicBezTo>
                <a:lnTo>
                  <a:pt x="0" y="3048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29" name="文本占位符 28"/>
          <p:cNvSpPr>
            <a:spLocks noGrp="1"/>
          </p:cNvSpPr>
          <p:nvPr>
            <p:ph type="body" idx="16394" hasCustomPrompt="1"/>
            <p:custDataLst>
              <p:tags r:id="rId14"/>
            </p:custDataLst>
          </p:nvPr>
        </p:nvSpPr>
        <p:spPr>
          <a:xfrm>
            <a:off x="9594850" y="2717800"/>
            <a:ext cx="723900" cy="609600"/>
          </a:xfrm>
          <a:noFill/>
        </p:spPr>
        <p:txBody>
          <a:bodyPr wrap="none" lIns="0" tIns="0" rIns="0" bIns="0" anchor="ctr">
            <a:noAutofit/>
          </a:bodyPr>
          <a:lstStyle>
            <a:lvl1pPr marL="0" indent="0" algn="ctr">
              <a:lnSpc>
                <a:spcPct val="109000"/>
              </a:lnSpc>
              <a:spcBef>
                <a:spcPct val="0"/>
              </a:spcBef>
              <a:spcAft>
                <a:spcPct val="0"/>
              </a:spcAft>
              <a:buNone/>
              <a:defRPr sz="4800" b="0" spc="0">
                <a:solidFill>
                  <a:srgbClr val="FFFFFF"/>
                </a:solidFill>
              </a:defRPr>
            </a:lvl1pPr>
          </a:lstStyle>
          <a:p>
            <a:pPr lvl="0"/>
            <a:r>
              <a:rPr lang="zh-CN" altLang="en-US"/>
              <a:t>03</a:t>
            </a:r>
          </a:p>
        </p:txBody>
      </p:sp>
      <p:sp>
        <p:nvSpPr>
          <p:cNvPr id="30" name="文本占位符 29"/>
          <p:cNvSpPr>
            <a:spLocks noGrp="1"/>
          </p:cNvSpPr>
          <p:nvPr>
            <p:ph type="body" idx="16392" hasCustomPrompt="1"/>
            <p:custDataLst>
              <p:tags r:id="rId15"/>
            </p:custDataLst>
          </p:nvPr>
        </p:nvSpPr>
        <p:spPr>
          <a:xfrm>
            <a:off x="8331200" y="3937000"/>
            <a:ext cx="3251200" cy="406400"/>
          </a:xfrm>
          <a:noFill/>
        </p:spPr>
        <p:txBody>
          <a:bodyPr lIns="0" tIns="0" rIns="0" bIns="0" anchor="t">
            <a:normAutofit/>
          </a:bodyPr>
          <a:lstStyle>
            <a:lvl1pPr marL="0" indent="0" algn="ctr">
              <a:lnSpc>
                <a:spcPct val="111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31" name="文本占位符 30"/>
          <p:cNvSpPr>
            <a:spLocks noGrp="1"/>
          </p:cNvSpPr>
          <p:nvPr>
            <p:ph type="body" idx="16393" hasCustomPrompt="1"/>
            <p:custDataLst>
              <p:tags r:id="rId16"/>
            </p:custDataLst>
          </p:nvPr>
        </p:nvSpPr>
        <p:spPr>
          <a:xfrm>
            <a:off x="8331200" y="4445000"/>
            <a:ext cx="3251200" cy="914400"/>
          </a:xfrm>
          <a:noFill/>
        </p:spPr>
        <p:txBody>
          <a:bodyPr lIns="0" tIns="0" rIns="0" bIns="0" anchor="t">
            <a:normAutofit/>
          </a:bodyPr>
          <a:lstStyle>
            <a:lvl1pPr marL="0" indent="0" algn="ctr">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Tree>
    <p:extLst>
      <p:ext uri="{BB962C8B-B14F-4D97-AF65-F5344CB8AC3E}">
        <p14:creationId xmlns:p14="http://schemas.microsoft.com/office/powerpoint/2010/main" val="2967798483"/>
      </p:ext>
    </p:extLst>
  </p:cSld>
  <p:clrMapOvr>
    <a:overrideClrMapping bg1="lt1" tx1="dk1" bg2="lt2" tx2="dk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正文页-31_30">
    <p:bg>
      <p:bgRef idx="1001">
        <a:schemeClr val="bg2"/>
      </p:bgRef>
    </p:bg>
    <p:spTree>
      <p:nvGrpSpPr>
        <p:cNvPr id="1" name=""/>
        <p:cNvGrpSpPr/>
        <p:nvPr/>
      </p:nvGrpSpPr>
      <p:grpSpPr>
        <a:xfrm>
          <a:off x="0" y="0"/>
          <a:ext cx="0" cy="0"/>
          <a:chOff x="0" y="0"/>
          <a:chExt cx="0" cy="0"/>
        </a:xfrm>
      </p:grpSpPr>
      <p:sp>
        <p:nvSpPr>
          <p:cNvPr id="8" name="日期占位符 7"/>
          <p:cNvSpPr>
            <a:spLocks noGrp="1"/>
          </p:cNvSpPr>
          <p:nvPr>
            <p:ph type="dt" sz="half" idx="10"/>
            <p:custDataLst>
              <p:tags r:id="rId1"/>
            </p:custDataLst>
          </p:nvPr>
        </p:nvSpPr>
        <p:spPr/>
        <p:txBody>
          <a:bodyPr wrap="square">
            <a:normAutofit/>
          </a:bodyPr>
          <a:lstStyle/>
          <a:p>
            <a:fld id="{5592522B-0F24-4480-B9DD-A9474A6880D6}" type="datetimeFigureOut">
              <a:rPr lang="zh-CN" altLang="en-US" smtClean="0"/>
              <a:t>2026/10/10</a:t>
            </a:fld>
            <a:endParaRPr lang="zh-CN" altLang="en-US"/>
          </a:p>
        </p:txBody>
      </p:sp>
      <p:sp>
        <p:nvSpPr>
          <p:cNvPr id="9" name="页脚占位符 8"/>
          <p:cNvSpPr>
            <a:spLocks noGrp="1"/>
          </p:cNvSpPr>
          <p:nvPr>
            <p:ph type="ftr" sz="quarter" idx="11"/>
            <p:custDataLst>
              <p:tags r:id="rId2"/>
            </p:custDataLst>
          </p:nvPr>
        </p:nvSpPr>
        <p:spPr/>
        <p:txBody>
          <a:bodyPr/>
          <a:lstStyle/>
          <a:p>
            <a:endParaRPr lang="zh-CN" altLang="en-US"/>
          </a:p>
        </p:txBody>
      </p:sp>
      <p:sp>
        <p:nvSpPr>
          <p:cNvPr id="10" name="灯片编号占位符 9"/>
          <p:cNvSpPr>
            <a:spLocks noGrp="1"/>
          </p:cNvSpPr>
          <p:nvPr>
            <p:ph type="sldNum" sz="quarter" idx="12"/>
            <p:custDataLst>
              <p:tags r:id="rId3"/>
            </p:custDataLst>
          </p:nvPr>
        </p:nvSpPr>
        <p:spPr/>
        <p:txBody>
          <a:bodyPr wrap="square">
            <a:normAutofit/>
          </a:bodyPr>
          <a:lstStyle/>
          <a:p>
            <a:fld id="{BE5F26B5-172A-4DC2-B0B7-181CFC56B87C}" type="slidenum">
              <a:rPr lang="zh-CN" altLang="en-US" smtClean="0"/>
              <a:t>‹#›</a:t>
            </a:fld>
            <a:endParaRPr lang="zh-CN" altLang="en-US"/>
          </a:p>
        </p:txBody>
      </p:sp>
      <p:sp>
        <p:nvSpPr>
          <p:cNvPr id="7" name="装饰  6"/>
          <p:cNvSpPr>
            <a:spLocks noGrp="1"/>
          </p:cNvSpPr>
          <p:nvPr>
            <p:ph type="body" idx="16394" hasCustomPrompt="1"/>
            <p:custDataLst>
              <p:tags r:id="rId4"/>
            </p:custDataLst>
          </p:nvPr>
        </p:nvSpPr>
        <p:spPr>
          <a:xfrm>
            <a:off x="609600" y="1524000"/>
            <a:ext cx="2514600" cy="4724400"/>
          </a:xfrm>
          <a:custGeom>
            <a:avLst/>
            <a:gdLst>
              <a:gd name="connisteX0" fmla="*/ 0 w 2514600"/>
              <a:gd name="connsiteY0" fmla="*/ 203200 h 4724400"/>
              <a:gd name="connisteX1" fmla="*/ 203200 w 2514600"/>
              <a:gd name="connsiteY1" fmla="*/ 0 h 4724400"/>
              <a:gd name="connisteX2" fmla="*/ 2311400 w 2514600"/>
              <a:gd name="connsiteY2" fmla="*/ 0 h 4724400"/>
              <a:gd name="connisteX3" fmla="*/ 2514600 w 2514600"/>
              <a:gd name="connsiteY3" fmla="*/ 203200 h 4724400"/>
              <a:gd name="connisteX4" fmla="*/ 2514600 w 2514600"/>
              <a:gd name="connsiteY4" fmla="*/ 4521200 h 4724400"/>
              <a:gd name="connisteX5" fmla="*/ 2311400 w 2514600"/>
              <a:gd name="connsiteY5" fmla="*/ 4724400 h 4724400"/>
              <a:gd name="connisteX6" fmla="*/ 203200 w 2514600"/>
              <a:gd name="connsiteY6" fmla="*/ 4724400 h 4724400"/>
              <a:gd name="connisteX7" fmla="*/ 0 w 2514600"/>
              <a:gd name="connsiteY7" fmla="*/ 4521200 h 4724400"/>
              <a:gd name="connisteX8" fmla="*/ 0 w 2514600"/>
              <a:gd name="connsiteY8" fmla="*/ 203200 h 4724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2514600" h="4724400">
                <a:moveTo>
                  <a:pt x="0" y="203200"/>
                </a:moveTo>
                <a:cubicBezTo>
                  <a:pt x="0" y="90976"/>
                  <a:pt x="90976" y="0"/>
                  <a:pt x="203200" y="0"/>
                </a:cubicBezTo>
                <a:lnTo>
                  <a:pt x="2311400" y="0"/>
                </a:lnTo>
                <a:cubicBezTo>
                  <a:pt x="2423624" y="0"/>
                  <a:pt x="2514600" y="90976"/>
                  <a:pt x="2514600" y="203200"/>
                </a:cubicBezTo>
                <a:lnTo>
                  <a:pt x="2514600" y="4521200"/>
                </a:lnTo>
                <a:cubicBezTo>
                  <a:pt x="2514600" y="4633424"/>
                  <a:pt x="2423624" y="4724400"/>
                  <a:pt x="2311400" y="4724400"/>
                </a:cubicBezTo>
                <a:lnTo>
                  <a:pt x="203200" y="4724400"/>
                </a:lnTo>
                <a:cubicBezTo>
                  <a:pt x="90976" y="4724400"/>
                  <a:pt x="0" y="4633424"/>
                  <a:pt x="0" y="4521200"/>
                </a:cubicBezTo>
                <a:lnTo>
                  <a:pt x="0" y="203200"/>
                </a:lnTo>
                <a:close/>
              </a:path>
            </a:pathLst>
          </a:custGeom>
          <a:gradFill>
            <a:gsLst>
              <a:gs pos="0">
                <a:schemeClr val="accent1">
                  <a:lumMod val="0"/>
                  <a:lumOff val="100000"/>
                </a:schemeClr>
              </a:gs>
              <a:gs pos="100000">
                <a:schemeClr val="accent1">
                  <a:lumMod val="0"/>
                  <a:lumOff val="100000"/>
                </a:schemeClr>
              </a:gs>
            </a:gsLst>
            <a:lin ang="5400000"/>
          </a:gra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6" name="标题 5"/>
          <p:cNvSpPr>
            <a:spLocks noGrp="1"/>
          </p:cNvSpPr>
          <p:nvPr>
            <p:ph type="ctrTitle" idx="16385" hasCustomPrompt="1"/>
            <p:custDataLst>
              <p:tags r:id="rId5"/>
            </p:custDataLst>
          </p:nvPr>
        </p:nvSpPr>
        <p:spPr>
          <a:xfrm>
            <a:off x="609600" y="533400"/>
            <a:ext cx="10972800" cy="609600"/>
          </a:xfrm>
          <a:noFill/>
        </p:spPr>
        <p:txBody>
          <a:bodyPr vert="horz" wrap="square" lIns="0" tIns="0" rIns="0" bIns="0" rtlCol="0" anchor="t" anchorCtr="0">
            <a:normAutofit/>
          </a:bodyPr>
          <a:lstStyle>
            <a:lvl1pPr marL="0" marR="0" indent="0" algn="l" defTabSz="914400" rtl="0" eaLnBrk="1" fontAlgn="auto" latinLnBrk="0" hangingPunct="1">
              <a:lnSpc>
                <a:spcPct val="111000"/>
              </a:lnSpc>
              <a:spcBef>
                <a:spcPct val="0"/>
              </a:spcBef>
              <a:spcAft>
                <a:spcPct val="0"/>
              </a:spcAft>
              <a:buClrTx/>
              <a:buSzTx/>
              <a:buFontTx/>
              <a:buNone/>
              <a:defRPr kumimoji="0" lang="zh-CN" altLang="en-US" sz="3600" b="1" i="0" u="none" strike="noStrike" kern="1200" cap="none" spc="0" normalizeH="0" baseline="0" noProof="1">
                <a:solidFill>
                  <a:schemeClr val="tx1"/>
                </a:solidFill>
                <a:latin typeface="+mj-lt"/>
                <a:ea typeface="+mj-ea"/>
                <a:cs typeface="+mj-cs"/>
              </a:defRPr>
            </a:lvl1pPr>
          </a:lstStyle>
          <a:p>
            <a:pPr lvl="0"/>
            <a:r>
              <a:rPr>
                <a:sym typeface="+mn-ea"/>
              </a:rPr>
              <a:t>单击此处添加标题</a:t>
            </a:r>
          </a:p>
        </p:txBody>
      </p:sp>
      <p:sp>
        <p:nvSpPr>
          <p:cNvPr id="21" name="图片占位符 20"/>
          <p:cNvSpPr>
            <a:spLocks noGrp="1"/>
          </p:cNvSpPr>
          <p:nvPr>
            <p:ph type="pic" idx="16395" hasCustomPrompt="1"/>
            <p:custDataLst>
              <p:tags r:id="rId6"/>
            </p:custDataLst>
          </p:nvPr>
        </p:nvSpPr>
        <p:spPr>
          <a:xfrm>
            <a:off x="1257300" y="1955800"/>
            <a:ext cx="1219200" cy="1219200"/>
          </a:xfrm>
          <a:custGeom>
            <a:avLst/>
            <a:gdLst>
              <a:gd name="connisteX0" fmla="*/ 0 w 1219200"/>
              <a:gd name="connsiteY0" fmla="*/ 609600 h 1219200"/>
              <a:gd name="connisteX1" fmla="*/ 609600 w 1219200"/>
              <a:gd name="connsiteY1" fmla="*/ 0 h 1219200"/>
              <a:gd name="connisteX2" fmla="*/ 609600 w 1219200"/>
              <a:gd name="connsiteY2" fmla="*/ 0 h 1219200"/>
              <a:gd name="connisteX3" fmla="*/ 1219200 w 1219200"/>
              <a:gd name="connsiteY3" fmla="*/ 609600 h 1219200"/>
              <a:gd name="connisteX4" fmla="*/ 1219200 w 1219200"/>
              <a:gd name="connsiteY4" fmla="*/ 609600 h 1219200"/>
              <a:gd name="connisteX5" fmla="*/ 609600 w 1219200"/>
              <a:gd name="connsiteY5" fmla="*/ 1219200 h 1219200"/>
              <a:gd name="connisteX6" fmla="*/ 609600 w 1219200"/>
              <a:gd name="connsiteY6" fmla="*/ 1219200 h 1219200"/>
              <a:gd name="connisteX7" fmla="*/ 0 w 1219200"/>
              <a:gd name="connsiteY7" fmla="*/ 609600 h 1219200"/>
              <a:gd name="connisteX8" fmla="*/ 0 w 1219200"/>
              <a:gd name="connsiteY8" fmla="*/ 609600 h 12192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1219200" h="1219200">
                <a:moveTo>
                  <a:pt x="0" y="609600"/>
                </a:moveTo>
                <a:cubicBezTo>
                  <a:pt x="0" y="272927"/>
                  <a:pt x="272927" y="0"/>
                  <a:pt x="609600" y="0"/>
                </a:cubicBezTo>
                <a:lnTo>
                  <a:pt x="609600" y="0"/>
                </a:lnTo>
                <a:cubicBezTo>
                  <a:pt x="946273" y="0"/>
                  <a:pt x="1219200" y="272927"/>
                  <a:pt x="1219200" y="609600"/>
                </a:cubicBezTo>
                <a:lnTo>
                  <a:pt x="1219200" y="609600"/>
                </a:lnTo>
                <a:cubicBezTo>
                  <a:pt x="1219200" y="946273"/>
                  <a:pt x="946273" y="1219200"/>
                  <a:pt x="609600" y="1219200"/>
                </a:cubicBezTo>
                <a:lnTo>
                  <a:pt x="609600" y="1219200"/>
                </a:lnTo>
                <a:cubicBezTo>
                  <a:pt x="272927" y="1219200"/>
                  <a:pt x="0" y="946273"/>
                  <a:pt x="0" y="609600"/>
                </a:cubicBezTo>
                <a:lnTo>
                  <a:pt x="0" y="609600"/>
                </a:lnTo>
                <a:close/>
              </a:path>
            </a:pathLst>
          </a:custGeo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p>
        </p:txBody>
      </p:sp>
      <p:sp>
        <p:nvSpPr>
          <p:cNvPr id="22" name="文本占位符 21"/>
          <p:cNvSpPr>
            <a:spLocks noGrp="1"/>
          </p:cNvSpPr>
          <p:nvPr>
            <p:ph type="body" idx="16386" hasCustomPrompt="1"/>
            <p:custDataLst>
              <p:tags r:id="rId7"/>
            </p:custDataLst>
          </p:nvPr>
        </p:nvSpPr>
        <p:spPr>
          <a:xfrm>
            <a:off x="914400" y="3479800"/>
            <a:ext cx="1905000" cy="406400"/>
          </a:xfrm>
          <a:noFill/>
        </p:spPr>
        <p:txBody>
          <a:bodyPr lIns="0" tIns="0" rIns="0" bIns="0" anchor="t">
            <a:normAutofit/>
          </a:bodyPr>
          <a:lstStyle>
            <a:lvl1pPr marL="0" indent="0" algn="ctr">
              <a:lnSpc>
                <a:spcPct val="111000"/>
              </a:lnSpc>
              <a:spcBef>
                <a:spcPct val="0"/>
              </a:spcBef>
              <a:spcAft>
                <a:spcPct val="0"/>
              </a:spcAft>
              <a:buNone/>
              <a:defRPr sz="2400" b="0" spc="0">
                <a:solidFill>
                  <a:schemeClr val="tx1"/>
                </a:solidFill>
              </a:defRPr>
            </a:lvl1pPr>
          </a:lstStyle>
          <a:p>
            <a:pPr lvl="0"/>
            <a:r>
              <a:rPr lang="zh-CN" altLang="en-US"/>
              <a:t>项标题</a:t>
            </a:r>
          </a:p>
        </p:txBody>
      </p:sp>
      <p:sp>
        <p:nvSpPr>
          <p:cNvPr id="23" name="文本占位符 22"/>
          <p:cNvSpPr>
            <a:spLocks noGrp="1"/>
          </p:cNvSpPr>
          <p:nvPr>
            <p:ph type="body" idx="16387" hasCustomPrompt="1"/>
            <p:custDataLst>
              <p:tags r:id="rId8"/>
            </p:custDataLst>
          </p:nvPr>
        </p:nvSpPr>
        <p:spPr>
          <a:xfrm>
            <a:off x="914400" y="3987800"/>
            <a:ext cx="1905000" cy="1828800"/>
          </a:xfrm>
          <a:noFill/>
        </p:spPr>
        <p:txBody>
          <a:bodyPr lIns="0" tIns="0" rIns="0" bIns="0" anchor="t">
            <a:normAutofit/>
          </a:bodyPr>
          <a:lstStyle>
            <a:lvl1pPr marL="0" indent="0" algn="ctr">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
        <p:nvSpPr>
          <p:cNvPr id="24" name="装饰  3"/>
          <p:cNvSpPr>
            <a:spLocks noGrp="1"/>
          </p:cNvSpPr>
          <p:nvPr>
            <p:ph type="body" idx="16396" hasCustomPrompt="1"/>
            <p:custDataLst>
              <p:tags r:id="rId9"/>
            </p:custDataLst>
          </p:nvPr>
        </p:nvSpPr>
        <p:spPr>
          <a:xfrm>
            <a:off x="3429000" y="1524000"/>
            <a:ext cx="2514600" cy="4724400"/>
          </a:xfrm>
          <a:custGeom>
            <a:avLst/>
            <a:gdLst>
              <a:gd name="connisteX0" fmla="*/ 0 w 2514600"/>
              <a:gd name="connsiteY0" fmla="*/ 203200 h 4724400"/>
              <a:gd name="connisteX1" fmla="*/ 203200 w 2514600"/>
              <a:gd name="connsiteY1" fmla="*/ 0 h 4724400"/>
              <a:gd name="connisteX2" fmla="*/ 2311400 w 2514600"/>
              <a:gd name="connsiteY2" fmla="*/ 0 h 4724400"/>
              <a:gd name="connisteX3" fmla="*/ 2514600 w 2514600"/>
              <a:gd name="connsiteY3" fmla="*/ 203200 h 4724400"/>
              <a:gd name="connisteX4" fmla="*/ 2514600 w 2514600"/>
              <a:gd name="connsiteY4" fmla="*/ 4521200 h 4724400"/>
              <a:gd name="connisteX5" fmla="*/ 2311400 w 2514600"/>
              <a:gd name="connsiteY5" fmla="*/ 4724400 h 4724400"/>
              <a:gd name="connisteX6" fmla="*/ 203200 w 2514600"/>
              <a:gd name="connsiteY6" fmla="*/ 4724400 h 4724400"/>
              <a:gd name="connisteX7" fmla="*/ 0 w 2514600"/>
              <a:gd name="connsiteY7" fmla="*/ 4521200 h 4724400"/>
              <a:gd name="connisteX8" fmla="*/ 0 w 2514600"/>
              <a:gd name="connsiteY8" fmla="*/ 203200 h 4724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2514600" h="4724400">
                <a:moveTo>
                  <a:pt x="0" y="203200"/>
                </a:moveTo>
                <a:cubicBezTo>
                  <a:pt x="0" y="90976"/>
                  <a:pt x="90976" y="0"/>
                  <a:pt x="203200" y="0"/>
                </a:cubicBezTo>
                <a:lnTo>
                  <a:pt x="2311400" y="0"/>
                </a:lnTo>
                <a:cubicBezTo>
                  <a:pt x="2423624" y="0"/>
                  <a:pt x="2514600" y="90976"/>
                  <a:pt x="2514600" y="203200"/>
                </a:cubicBezTo>
                <a:lnTo>
                  <a:pt x="2514600" y="4521200"/>
                </a:lnTo>
                <a:cubicBezTo>
                  <a:pt x="2514600" y="4633424"/>
                  <a:pt x="2423624" y="4724400"/>
                  <a:pt x="2311400" y="4724400"/>
                </a:cubicBezTo>
                <a:lnTo>
                  <a:pt x="203200" y="4724400"/>
                </a:lnTo>
                <a:cubicBezTo>
                  <a:pt x="90976" y="4724400"/>
                  <a:pt x="0" y="4633424"/>
                  <a:pt x="0" y="4521200"/>
                </a:cubicBezTo>
                <a:lnTo>
                  <a:pt x="0" y="203200"/>
                </a:lnTo>
                <a:close/>
              </a:path>
            </a:pathLst>
          </a:custGeom>
          <a:gradFill>
            <a:gsLst>
              <a:gs pos="0">
                <a:schemeClr val="accent1">
                  <a:lumMod val="0"/>
                  <a:lumOff val="100000"/>
                </a:schemeClr>
              </a:gs>
              <a:gs pos="100000">
                <a:schemeClr val="accent1">
                  <a:lumMod val="0"/>
                  <a:lumOff val="100000"/>
                </a:schemeClr>
              </a:gs>
            </a:gsLst>
            <a:lin ang="5400000"/>
          </a:gra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25" name="图片占位符 24"/>
          <p:cNvSpPr>
            <a:spLocks noGrp="1"/>
          </p:cNvSpPr>
          <p:nvPr>
            <p:ph type="pic" idx="16397" hasCustomPrompt="1"/>
            <p:custDataLst>
              <p:tags r:id="rId10"/>
            </p:custDataLst>
          </p:nvPr>
        </p:nvSpPr>
        <p:spPr>
          <a:xfrm>
            <a:off x="4076700" y="1955800"/>
            <a:ext cx="1219200" cy="1219200"/>
          </a:xfrm>
          <a:custGeom>
            <a:avLst/>
            <a:gdLst>
              <a:gd name="connisteX0" fmla="*/ 0 w 1219200"/>
              <a:gd name="connsiteY0" fmla="*/ 609600 h 1219200"/>
              <a:gd name="connisteX1" fmla="*/ 609600 w 1219200"/>
              <a:gd name="connsiteY1" fmla="*/ 0 h 1219200"/>
              <a:gd name="connisteX2" fmla="*/ 609600 w 1219200"/>
              <a:gd name="connsiteY2" fmla="*/ 0 h 1219200"/>
              <a:gd name="connisteX3" fmla="*/ 1219200 w 1219200"/>
              <a:gd name="connsiteY3" fmla="*/ 609600 h 1219200"/>
              <a:gd name="connisteX4" fmla="*/ 1219200 w 1219200"/>
              <a:gd name="connsiteY4" fmla="*/ 609600 h 1219200"/>
              <a:gd name="connisteX5" fmla="*/ 609600 w 1219200"/>
              <a:gd name="connsiteY5" fmla="*/ 1219200 h 1219200"/>
              <a:gd name="connisteX6" fmla="*/ 609600 w 1219200"/>
              <a:gd name="connsiteY6" fmla="*/ 1219200 h 1219200"/>
              <a:gd name="connisteX7" fmla="*/ 0 w 1219200"/>
              <a:gd name="connsiteY7" fmla="*/ 609600 h 1219200"/>
              <a:gd name="connisteX8" fmla="*/ 0 w 1219200"/>
              <a:gd name="connsiteY8" fmla="*/ 609600 h 12192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1219200" h="1219200">
                <a:moveTo>
                  <a:pt x="0" y="609600"/>
                </a:moveTo>
                <a:cubicBezTo>
                  <a:pt x="0" y="272927"/>
                  <a:pt x="272927" y="0"/>
                  <a:pt x="609600" y="0"/>
                </a:cubicBezTo>
                <a:lnTo>
                  <a:pt x="609600" y="0"/>
                </a:lnTo>
                <a:cubicBezTo>
                  <a:pt x="946273" y="0"/>
                  <a:pt x="1219200" y="272927"/>
                  <a:pt x="1219200" y="609600"/>
                </a:cubicBezTo>
                <a:lnTo>
                  <a:pt x="1219200" y="609600"/>
                </a:lnTo>
                <a:cubicBezTo>
                  <a:pt x="1219200" y="946273"/>
                  <a:pt x="946273" y="1219200"/>
                  <a:pt x="609600" y="1219200"/>
                </a:cubicBezTo>
                <a:lnTo>
                  <a:pt x="609600" y="1219200"/>
                </a:lnTo>
                <a:cubicBezTo>
                  <a:pt x="272927" y="1219200"/>
                  <a:pt x="0" y="946273"/>
                  <a:pt x="0" y="609600"/>
                </a:cubicBezTo>
                <a:lnTo>
                  <a:pt x="0" y="609600"/>
                </a:lnTo>
                <a:close/>
              </a:path>
            </a:pathLst>
          </a:custGeo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p>
        </p:txBody>
      </p:sp>
      <p:sp>
        <p:nvSpPr>
          <p:cNvPr id="26" name="文本占位符 25"/>
          <p:cNvSpPr>
            <a:spLocks noGrp="1"/>
          </p:cNvSpPr>
          <p:nvPr>
            <p:ph type="body" idx="16388" hasCustomPrompt="1"/>
            <p:custDataLst>
              <p:tags r:id="rId11"/>
            </p:custDataLst>
          </p:nvPr>
        </p:nvSpPr>
        <p:spPr>
          <a:xfrm>
            <a:off x="3733800" y="3479800"/>
            <a:ext cx="1905000" cy="406400"/>
          </a:xfrm>
          <a:noFill/>
        </p:spPr>
        <p:txBody>
          <a:bodyPr lIns="0" tIns="0" rIns="0" bIns="0" anchor="t">
            <a:normAutofit/>
          </a:bodyPr>
          <a:lstStyle>
            <a:lvl1pPr marL="0" indent="0" algn="ctr">
              <a:lnSpc>
                <a:spcPct val="111000"/>
              </a:lnSpc>
              <a:spcBef>
                <a:spcPct val="0"/>
              </a:spcBef>
              <a:spcAft>
                <a:spcPct val="0"/>
              </a:spcAft>
              <a:buNone/>
              <a:defRPr sz="2400" b="0" spc="0">
                <a:solidFill>
                  <a:schemeClr val="tx1"/>
                </a:solidFill>
              </a:defRPr>
            </a:lvl1pPr>
          </a:lstStyle>
          <a:p>
            <a:pPr lvl="0"/>
            <a:r>
              <a:rPr lang="zh-CN" altLang="en-US"/>
              <a:t>项标题</a:t>
            </a:r>
          </a:p>
        </p:txBody>
      </p:sp>
      <p:sp>
        <p:nvSpPr>
          <p:cNvPr id="27" name="文本占位符 26"/>
          <p:cNvSpPr>
            <a:spLocks noGrp="1"/>
          </p:cNvSpPr>
          <p:nvPr>
            <p:ph type="body" idx="16389" hasCustomPrompt="1"/>
            <p:custDataLst>
              <p:tags r:id="rId12"/>
            </p:custDataLst>
          </p:nvPr>
        </p:nvSpPr>
        <p:spPr>
          <a:xfrm>
            <a:off x="3733800" y="3987800"/>
            <a:ext cx="1905000" cy="1828800"/>
          </a:xfrm>
          <a:noFill/>
        </p:spPr>
        <p:txBody>
          <a:bodyPr lIns="0" tIns="0" rIns="0" bIns="0" anchor="t">
            <a:normAutofit/>
          </a:bodyPr>
          <a:lstStyle>
            <a:lvl1pPr marL="0" indent="0" algn="ctr">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
        <p:nvSpPr>
          <p:cNvPr id="28" name="装饰  7"/>
          <p:cNvSpPr>
            <a:spLocks noGrp="1"/>
          </p:cNvSpPr>
          <p:nvPr>
            <p:ph type="body" idx="16398" hasCustomPrompt="1"/>
            <p:custDataLst>
              <p:tags r:id="rId13"/>
            </p:custDataLst>
          </p:nvPr>
        </p:nvSpPr>
        <p:spPr>
          <a:xfrm>
            <a:off x="6248400" y="1524000"/>
            <a:ext cx="2514600" cy="4724400"/>
          </a:xfrm>
          <a:custGeom>
            <a:avLst/>
            <a:gdLst>
              <a:gd name="connisteX0" fmla="*/ 0 w 2514600"/>
              <a:gd name="connsiteY0" fmla="*/ 203200 h 4724400"/>
              <a:gd name="connisteX1" fmla="*/ 203200 w 2514600"/>
              <a:gd name="connsiteY1" fmla="*/ 0 h 4724400"/>
              <a:gd name="connisteX2" fmla="*/ 2311400 w 2514600"/>
              <a:gd name="connsiteY2" fmla="*/ 0 h 4724400"/>
              <a:gd name="connisteX3" fmla="*/ 2514600 w 2514600"/>
              <a:gd name="connsiteY3" fmla="*/ 203200 h 4724400"/>
              <a:gd name="connisteX4" fmla="*/ 2514600 w 2514600"/>
              <a:gd name="connsiteY4" fmla="*/ 4521200 h 4724400"/>
              <a:gd name="connisteX5" fmla="*/ 2311400 w 2514600"/>
              <a:gd name="connsiteY5" fmla="*/ 4724400 h 4724400"/>
              <a:gd name="connisteX6" fmla="*/ 203200 w 2514600"/>
              <a:gd name="connsiteY6" fmla="*/ 4724400 h 4724400"/>
              <a:gd name="connisteX7" fmla="*/ 0 w 2514600"/>
              <a:gd name="connsiteY7" fmla="*/ 4521200 h 4724400"/>
              <a:gd name="connisteX8" fmla="*/ 0 w 2514600"/>
              <a:gd name="connsiteY8" fmla="*/ 203200 h 4724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2514600" h="4724400">
                <a:moveTo>
                  <a:pt x="0" y="203200"/>
                </a:moveTo>
                <a:cubicBezTo>
                  <a:pt x="0" y="90976"/>
                  <a:pt x="90976" y="0"/>
                  <a:pt x="203200" y="0"/>
                </a:cubicBezTo>
                <a:lnTo>
                  <a:pt x="2311400" y="0"/>
                </a:lnTo>
                <a:cubicBezTo>
                  <a:pt x="2423624" y="0"/>
                  <a:pt x="2514600" y="90976"/>
                  <a:pt x="2514600" y="203200"/>
                </a:cubicBezTo>
                <a:lnTo>
                  <a:pt x="2514600" y="4521200"/>
                </a:lnTo>
                <a:cubicBezTo>
                  <a:pt x="2514600" y="4633424"/>
                  <a:pt x="2423624" y="4724400"/>
                  <a:pt x="2311400" y="4724400"/>
                </a:cubicBezTo>
                <a:lnTo>
                  <a:pt x="203200" y="4724400"/>
                </a:lnTo>
                <a:cubicBezTo>
                  <a:pt x="90976" y="4724400"/>
                  <a:pt x="0" y="4633424"/>
                  <a:pt x="0" y="4521200"/>
                </a:cubicBezTo>
                <a:lnTo>
                  <a:pt x="0" y="203200"/>
                </a:lnTo>
                <a:close/>
              </a:path>
            </a:pathLst>
          </a:custGeom>
          <a:gradFill>
            <a:gsLst>
              <a:gs pos="0">
                <a:schemeClr val="accent1">
                  <a:lumMod val="0"/>
                  <a:lumOff val="100000"/>
                </a:schemeClr>
              </a:gs>
              <a:gs pos="100000">
                <a:schemeClr val="accent1">
                  <a:lumMod val="0"/>
                  <a:lumOff val="100000"/>
                </a:schemeClr>
              </a:gs>
            </a:gsLst>
            <a:lin ang="5400000"/>
          </a:gra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29" name="图片占位符 28"/>
          <p:cNvSpPr>
            <a:spLocks noGrp="1"/>
          </p:cNvSpPr>
          <p:nvPr>
            <p:ph type="pic" idx="16399" hasCustomPrompt="1"/>
            <p:custDataLst>
              <p:tags r:id="rId14"/>
            </p:custDataLst>
          </p:nvPr>
        </p:nvSpPr>
        <p:spPr>
          <a:xfrm>
            <a:off x="6896100" y="1955800"/>
            <a:ext cx="1219200" cy="1219200"/>
          </a:xfrm>
          <a:custGeom>
            <a:avLst/>
            <a:gdLst>
              <a:gd name="connisteX0" fmla="*/ 0 w 1219200"/>
              <a:gd name="connsiteY0" fmla="*/ 609600 h 1219200"/>
              <a:gd name="connisteX1" fmla="*/ 609600 w 1219200"/>
              <a:gd name="connsiteY1" fmla="*/ 0 h 1219200"/>
              <a:gd name="connisteX2" fmla="*/ 609600 w 1219200"/>
              <a:gd name="connsiteY2" fmla="*/ 0 h 1219200"/>
              <a:gd name="connisteX3" fmla="*/ 1219200 w 1219200"/>
              <a:gd name="connsiteY3" fmla="*/ 609600 h 1219200"/>
              <a:gd name="connisteX4" fmla="*/ 1219200 w 1219200"/>
              <a:gd name="connsiteY4" fmla="*/ 609600 h 1219200"/>
              <a:gd name="connisteX5" fmla="*/ 609600 w 1219200"/>
              <a:gd name="connsiteY5" fmla="*/ 1219200 h 1219200"/>
              <a:gd name="connisteX6" fmla="*/ 609600 w 1219200"/>
              <a:gd name="connsiteY6" fmla="*/ 1219200 h 1219200"/>
              <a:gd name="connisteX7" fmla="*/ 0 w 1219200"/>
              <a:gd name="connsiteY7" fmla="*/ 609600 h 1219200"/>
              <a:gd name="connisteX8" fmla="*/ 0 w 1219200"/>
              <a:gd name="connsiteY8" fmla="*/ 609600 h 12192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1219200" h="1219200">
                <a:moveTo>
                  <a:pt x="0" y="609600"/>
                </a:moveTo>
                <a:cubicBezTo>
                  <a:pt x="0" y="272927"/>
                  <a:pt x="272927" y="0"/>
                  <a:pt x="609600" y="0"/>
                </a:cubicBezTo>
                <a:lnTo>
                  <a:pt x="609600" y="0"/>
                </a:lnTo>
                <a:cubicBezTo>
                  <a:pt x="946273" y="0"/>
                  <a:pt x="1219200" y="272927"/>
                  <a:pt x="1219200" y="609600"/>
                </a:cubicBezTo>
                <a:lnTo>
                  <a:pt x="1219200" y="609600"/>
                </a:lnTo>
                <a:cubicBezTo>
                  <a:pt x="1219200" y="946273"/>
                  <a:pt x="946273" y="1219200"/>
                  <a:pt x="609600" y="1219200"/>
                </a:cubicBezTo>
                <a:lnTo>
                  <a:pt x="609600" y="1219200"/>
                </a:lnTo>
                <a:cubicBezTo>
                  <a:pt x="272927" y="1219200"/>
                  <a:pt x="0" y="946273"/>
                  <a:pt x="0" y="609600"/>
                </a:cubicBezTo>
                <a:lnTo>
                  <a:pt x="0" y="609600"/>
                </a:lnTo>
                <a:close/>
              </a:path>
            </a:pathLst>
          </a:custGeo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p>
        </p:txBody>
      </p:sp>
      <p:sp>
        <p:nvSpPr>
          <p:cNvPr id="30" name="文本占位符 29"/>
          <p:cNvSpPr>
            <a:spLocks noGrp="1"/>
          </p:cNvSpPr>
          <p:nvPr>
            <p:ph type="body" idx="16390" hasCustomPrompt="1"/>
            <p:custDataLst>
              <p:tags r:id="rId15"/>
            </p:custDataLst>
          </p:nvPr>
        </p:nvSpPr>
        <p:spPr>
          <a:xfrm>
            <a:off x="6553200" y="3479800"/>
            <a:ext cx="1905000" cy="406400"/>
          </a:xfrm>
          <a:noFill/>
        </p:spPr>
        <p:txBody>
          <a:bodyPr lIns="0" tIns="0" rIns="0" bIns="0" anchor="t">
            <a:normAutofit/>
          </a:bodyPr>
          <a:lstStyle>
            <a:lvl1pPr marL="0" indent="0" algn="ctr">
              <a:lnSpc>
                <a:spcPct val="111000"/>
              </a:lnSpc>
              <a:spcBef>
                <a:spcPct val="0"/>
              </a:spcBef>
              <a:spcAft>
                <a:spcPct val="0"/>
              </a:spcAft>
              <a:buNone/>
              <a:defRPr sz="2400" b="0" spc="0">
                <a:solidFill>
                  <a:schemeClr val="tx1"/>
                </a:solidFill>
              </a:defRPr>
            </a:lvl1pPr>
          </a:lstStyle>
          <a:p>
            <a:pPr lvl="0"/>
            <a:r>
              <a:rPr lang="zh-CN" altLang="en-US"/>
              <a:t>项标题</a:t>
            </a:r>
          </a:p>
        </p:txBody>
      </p:sp>
      <p:sp>
        <p:nvSpPr>
          <p:cNvPr id="31" name="文本占位符 30"/>
          <p:cNvSpPr>
            <a:spLocks noGrp="1"/>
          </p:cNvSpPr>
          <p:nvPr>
            <p:ph type="body" idx="16391" hasCustomPrompt="1"/>
            <p:custDataLst>
              <p:tags r:id="rId16"/>
            </p:custDataLst>
          </p:nvPr>
        </p:nvSpPr>
        <p:spPr>
          <a:xfrm>
            <a:off x="6553200" y="3987800"/>
            <a:ext cx="1905000" cy="1828800"/>
          </a:xfrm>
          <a:noFill/>
        </p:spPr>
        <p:txBody>
          <a:bodyPr lIns="0" tIns="0" rIns="0" bIns="0" anchor="t">
            <a:normAutofit/>
          </a:bodyPr>
          <a:lstStyle>
            <a:lvl1pPr marL="0" indent="0" algn="ctr">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
        <p:nvSpPr>
          <p:cNvPr id="32" name="装饰  1"/>
          <p:cNvSpPr>
            <a:spLocks noGrp="1"/>
          </p:cNvSpPr>
          <p:nvPr>
            <p:ph type="body" idx="16400" hasCustomPrompt="1"/>
            <p:custDataLst>
              <p:tags r:id="rId17"/>
            </p:custDataLst>
          </p:nvPr>
        </p:nvSpPr>
        <p:spPr>
          <a:xfrm>
            <a:off x="9067800" y="1524000"/>
            <a:ext cx="2514600" cy="4724400"/>
          </a:xfrm>
          <a:custGeom>
            <a:avLst/>
            <a:gdLst>
              <a:gd name="connisteX0" fmla="*/ 0 w 2514600"/>
              <a:gd name="connsiteY0" fmla="*/ 203200 h 4724400"/>
              <a:gd name="connisteX1" fmla="*/ 203200 w 2514600"/>
              <a:gd name="connsiteY1" fmla="*/ 0 h 4724400"/>
              <a:gd name="connisteX2" fmla="*/ 2311400 w 2514600"/>
              <a:gd name="connsiteY2" fmla="*/ 0 h 4724400"/>
              <a:gd name="connisteX3" fmla="*/ 2514600 w 2514600"/>
              <a:gd name="connsiteY3" fmla="*/ 203200 h 4724400"/>
              <a:gd name="connisteX4" fmla="*/ 2514600 w 2514600"/>
              <a:gd name="connsiteY4" fmla="*/ 4521200 h 4724400"/>
              <a:gd name="connisteX5" fmla="*/ 2311400 w 2514600"/>
              <a:gd name="connsiteY5" fmla="*/ 4724400 h 4724400"/>
              <a:gd name="connisteX6" fmla="*/ 203200 w 2514600"/>
              <a:gd name="connsiteY6" fmla="*/ 4724400 h 4724400"/>
              <a:gd name="connisteX7" fmla="*/ 0 w 2514600"/>
              <a:gd name="connsiteY7" fmla="*/ 4521200 h 4724400"/>
              <a:gd name="connisteX8" fmla="*/ 0 w 2514600"/>
              <a:gd name="connsiteY8" fmla="*/ 203200 h 4724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2514600" h="4724400">
                <a:moveTo>
                  <a:pt x="0" y="203200"/>
                </a:moveTo>
                <a:cubicBezTo>
                  <a:pt x="0" y="90976"/>
                  <a:pt x="90976" y="0"/>
                  <a:pt x="203200" y="0"/>
                </a:cubicBezTo>
                <a:lnTo>
                  <a:pt x="2311400" y="0"/>
                </a:lnTo>
                <a:cubicBezTo>
                  <a:pt x="2423624" y="0"/>
                  <a:pt x="2514600" y="90976"/>
                  <a:pt x="2514600" y="203200"/>
                </a:cubicBezTo>
                <a:lnTo>
                  <a:pt x="2514600" y="4521200"/>
                </a:lnTo>
                <a:cubicBezTo>
                  <a:pt x="2514600" y="4633424"/>
                  <a:pt x="2423624" y="4724400"/>
                  <a:pt x="2311400" y="4724400"/>
                </a:cubicBezTo>
                <a:lnTo>
                  <a:pt x="203200" y="4724400"/>
                </a:lnTo>
                <a:cubicBezTo>
                  <a:pt x="90976" y="4724400"/>
                  <a:pt x="0" y="4633424"/>
                  <a:pt x="0" y="4521200"/>
                </a:cubicBezTo>
                <a:lnTo>
                  <a:pt x="0" y="203200"/>
                </a:lnTo>
                <a:close/>
              </a:path>
            </a:pathLst>
          </a:custGeom>
          <a:gradFill>
            <a:gsLst>
              <a:gs pos="0">
                <a:schemeClr val="accent1">
                  <a:lumMod val="0"/>
                  <a:lumOff val="100000"/>
                </a:schemeClr>
              </a:gs>
              <a:gs pos="100000">
                <a:schemeClr val="accent1">
                  <a:lumMod val="0"/>
                  <a:lumOff val="100000"/>
                </a:schemeClr>
              </a:gs>
            </a:gsLst>
            <a:lin ang="5400000"/>
          </a:gra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33" name="图片占位符 32"/>
          <p:cNvSpPr>
            <a:spLocks noGrp="1"/>
          </p:cNvSpPr>
          <p:nvPr>
            <p:ph type="pic" idx="16401" hasCustomPrompt="1"/>
            <p:custDataLst>
              <p:tags r:id="rId18"/>
            </p:custDataLst>
          </p:nvPr>
        </p:nvSpPr>
        <p:spPr>
          <a:xfrm>
            <a:off x="9715500" y="1955800"/>
            <a:ext cx="1219200" cy="1219200"/>
          </a:xfrm>
          <a:custGeom>
            <a:avLst/>
            <a:gdLst>
              <a:gd name="connisteX0" fmla="*/ 0 w 1219200"/>
              <a:gd name="connsiteY0" fmla="*/ 609600 h 1219200"/>
              <a:gd name="connisteX1" fmla="*/ 609600 w 1219200"/>
              <a:gd name="connsiteY1" fmla="*/ 0 h 1219200"/>
              <a:gd name="connisteX2" fmla="*/ 609600 w 1219200"/>
              <a:gd name="connsiteY2" fmla="*/ 0 h 1219200"/>
              <a:gd name="connisteX3" fmla="*/ 1219200 w 1219200"/>
              <a:gd name="connsiteY3" fmla="*/ 609600 h 1219200"/>
              <a:gd name="connisteX4" fmla="*/ 1219200 w 1219200"/>
              <a:gd name="connsiteY4" fmla="*/ 609600 h 1219200"/>
              <a:gd name="connisteX5" fmla="*/ 609600 w 1219200"/>
              <a:gd name="connsiteY5" fmla="*/ 1219200 h 1219200"/>
              <a:gd name="connisteX6" fmla="*/ 609600 w 1219200"/>
              <a:gd name="connsiteY6" fmla="*/ 1219200 h 1219200"/>
              <a:gd name="connisteX7" fmla="*/ 0 w 1219200"/>
              <a:gd name="connsiteY7" fmla="*/ 609600 h 1219200"/>
              <a:gd name="connisteX8" fmla="*/ 0 w 1219200"/>
              <a:gd name="connsiteY8" fmla="*/ 609600 h 12192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1219200" h="1219200">
                <a:moveTo>
                  <a:pt x="0" y="609600"/>
                </a:moveTo>
                <a:cubicBezTo>
                  <a:pt x="0" y="272927"/>
                  <a:pt x="272927" y="0"/>
                  <a:pt x="609600" y="0"/>
                </a:cubicBezTo>
                <a:lnTo>
                  <a:pt x="609600" y="0"/>
                </a:lnTo>
                <a:cubicBezTo>
                  <a:pt x="946273" y="0"/>
                  <a:pt x="1219200" y="272927"/>
                  <a:pt x="1219200" y="609600"/>
                </a:cubicBezTo>
                <a:lnTo>
                  <a:pt x="1219200" y="609600"/>
                </a:lnTo>
                <a:cubicBezTo>
                  <a:pt x="1219200" y="946273"/>
                  <a:pt x="946273" y="1219200"/>
                  <a:pt x="609600" y="1219200"/>
                </a:cubicBezTo>
                <a:lnTo>
                  <a:pt x="609600" y="1219200"/>
                </a:lnTo>
                <a:cubicBezTo>
                  <a:pt x="272927" y="1219200"/>
                  <a:pt x="0" y="946273"/>
                  <a:pt x="0" y="609600"/>
                </a:cubicBezTo>
                <a:lnTo>
                  <a:pt x="0" y="609600"/>
                </a:lnTo>
                <a:close/>
              </a:path>
            </a:pathLst>
          </a:custGeo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p>
        </p:txBody>
      </p:sp>
      <p:sp>
        <p:nvSpPr>
          <p:cNvPr id="34" name="文本占位符 33"/>
          <p:cNvSpPr>
            <a:spLocks noGrp="1"/>
          </p:cNvSpPr>
          <p:nvPr>
            <p:ph type="body" idx="16392" hasCustomPrompt="1"/>
            <p:custDataLst>
              <p:tags r:id="rId19"/>
            </p:custDataLst>
          </p:nvPr>
        </p:nvSpPr>
        <p:spPr>
          <a:xfrm>
            <a:off x="9372600" y="3479800"/>
            <a:ext cx="1905000" cy="406400"/>
          </a:xfrm>
          <a:noFill/>
        </p:spPr>
        <p:txBody>
          <a:bodyPr lIns="0" tIns="0" rIns="0" bIns="0" anchor="t">
            <a:normAutofit/>
          </a:bodyPr>
          <a:lstStyle>
            <a:lvl1pPr marL="0" indent="0" algn="ctr">
              <a:lnSpc>
                <a:spcPct val="111000"/>
              </a:lnSpc>
              <a:spcBef>
                <a:spcPct val="0"/>
              </a:spcBef>
              <a:spcAft>
                <a:spcPct val="0"/>
              </a:spcAft>
              <a:buNone/>
              <a:defRPr sz="2400" b="0" spc="0">
                <a:solidFill>
                  <a:schemeClr val="tx1"/>
                </a:solidFill>
              </a:defRPr>
            </a:lvl1pPr>
          </a:lstStyle>
          <a:p>
            <a:pPr lvl="0"/>
            <a:r>
              <a:rPr lang="zh-CN" altLang="en-US"/>
              <a:t>项标题</a:t>
            </a:r>
          </a:p>
        </p:txBody>
      </p:sp>
      <p:sp>
        <p:nvSpPr>
          <p:cNvPr id="35" name="文本占位符 34"/>
          <p:cNvSpPr>
            <a:spLocks noGrp="1"/>
          </p:cNvSpPr>
          <p:nvPr>
            <p:ph type="body" idx="16393" hasCustomPrompt="1"/>
            <p:custDataLst>
              <p:tags r:id="rId20"/>
            </p:custDataLst>
          </p:nvPr>
        </p:nvSpPr>
        <p:spPr>
          <a:xfrm>
            <a:off x="9372600" y="3987800"/>
            <a:ext cx="1905000" cy="1828800"/>
          </a:xfrm>
          <a:noFill/>
        </p:spPr>
        <p:txBody>
          <a:bodyPr lIns="0" tIns="0" rIns="0" bIns="0" anchor="t">
            <a:normAutofit/>
          </a:bodyPr>
          <a:lstStyle>
            <a:lvl1pPr marL="0" indent="0" algn="ctr">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Tree>
    <p:extLst>
      <p:ext uri="{BB962C8B-B14F-4D97-AF65-F5344CB8AC3E}">
        <p14:creationId xmlns:p14="http://schemas.microsoft.com/office/powerpoint/2010/main" val="3931222102"/>
      </p:ext>
    </p:extLst>
  </p:cSld>
  <p:clrMapOvr>
    <a:overrideClrMapping bg1="lt1" tx1="dk1" bg2="lt2" tx2="dk2" accent1="accent1" accent2="accent2" accent3="accent3" accent4="accent4" accent5="accent5" accent6="accent6" hlink="hlink" folHlink="folHlink"/>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正文页-26_28">
    <p:bg>
      <p:bgRef idx="1001">
        <a:schemeClr val="bg2"/>
      </p:bgRef>
    </p:bg>
    <p:spTree>
      <p:nvGrpSpPr>
        <p:cNvPr id="1" name=""/>
        <p:cNvGrpSpPr/>
        <p:nvPr/>
      </p:nvGrpSpPr>
      <p:grpSpPr>
        <a:xfrm>
          <a:off x="0" y="0"/>
          <a:ext cx="0" cy="0"/>
          <a:chOff x="0" y="0"/>
          <a:chExt cx="0" cy="0"/>
        </a:xfrm>
      </p:grpSpPr>
      <p:sp>
        <p:nvSpPr>
          <p:cNvPr id="8" name="日期占位符 7"/>
          <p:cNvSpPr>
            <a:spLocks noGrp="1"/>
          </p:cNvSpPr>
          <p:nvPr>
            <p:ph type="dt" sz="half" idx="10"/>
            <p:custDataLst>
              <p:tags r:id="rId1"/>
            </p:custDataLst>
          </p:nvPr>
        </p:nvSpPr>
        <p:spPr/>
        <p:txBody>
          <a:bodyPr wrap="square">
            <a:normAutofit/>
          </a:bodyPr>
          <a:lstStyle/>
          <a:p>
            <a:fld id="{5592522B-0F24-4480-B9DD-A9474A6880D6}" type="datetimeFigureOut">
              <a:rPr lang="zh-CN" altLang="en-US" smtClean="0"/>
              <a:t>2026/10/10</a:t>
            </a:fld>
            <a:endParaRPr lang="zh-CN" altLang="en-US"/>
          </a:p>
        </p:txBody>
      </p:sp>
      <p:sp>
        <p:nvSpPr>
          <p:cNvPr id="9" name="页脚占位符 8"/>
          <p:cNvSpPr>
            <a:spLocks noGrp="1"/>
          </p:cNvSpPr>
          <p:nvPr>
            <p:ph type="ftr" sz="quarter" idx="11"/>
            <p:custDataLst>
              <p:tags r:id="rId2"/>
            </p:custDataLst>
          </p:nvPr>
        </p:nvSpPr>
        <p:spPr/>
        <p:txBody>
          <a:bodyPr/>
          <a:lstStyle/>
          <a:p>
            <a:endParaRPr lang="zh-CN" altLang="en-US"/>
          </a:p>
        </p:txBody>
      </p:sp>
      <p:sp>
        <p:nvSpPr>
          <p:cNvPr id="10" name="灯片编号占位符 9"/>
          <p:cNvSpPr>
            <a:spLocks noGrp="1"/>
          </p:cNvSpPr>
          <p:nvPr>
            <p:ph type="sldNum" sz="quarter" idx="12"/>
            <p:custDataLst>
              <p:tags r:id="rId3"/>
            </p:custDataLst>
          </p:nvPr>
        </p:nvSpPr>
        <p:spPr/>
        <p:txBody>
          <a:bodyPr wrap="square">
            <a:normAutofit/>
          </a:bodyPr>
          <a:lstStyle/>
          <a:p>
            <a:fld id="{BE5F26B5-172A-4DC2-B0B7-181CFC56B87C}" type="slidenum">
              <a:rPr lang="zh-CN" altLang="en-US" smtClean="0"/>
              <a:t>‹#›</a:t>
            </a:fld>
            <a:endParaRPr lang="zh-CN" altLang="en-US"/>
          </a:p>
        </p:txBody>
      </p:sp>
      <p:sp>
        <p:nvSpPr>
          <p:cNvPr id="7" name="装饰  6"/>
          <p:cNvSpPr>
            <a:spLocks noGrp="1"/>
          </p:cNvSpPr>
          <p:nvPr>
            <p:ph type="body" idx="16394" hasCustomPrompt="1"/>
            <p:custDataLst>
              <p:tags r:id="rId4"/>
            </p:custDataLst>
          </p:nvPr>
        </p:nvSpPr>
        <p:spPr>
          <a:xfrm>
            <a:off x="609600" y="3860800"/>
            <a:ext cx="2514600" cy="2387600"/>
          </a:xfrm>
          <a:custGeom>
            <a:avLst/>
            <a:gdLst>
              <a:gd name="connisteX0" fmla="*/ 0 w 2514600"/>
              <a:gd name="connsiteY0" fmla="*/ 0 h 2387600"/>
              <a:gd name="connisteX1" fmla="*/ 2514600 w 2514600"/>
              <a:gd name="connsiteY1" fmla="*/ 0 h 2387600"/>
              <a:gd name="connisteX2" fmla="*/ 2514600 w 2514600"/>
              <a:gd name="connsiteY2" fmla="*/ 2184400 h 2387600"/>
              <a:gd name="connisteX3" fmla="*/ 2311400 w 2514600"/>
              <a:gd name="connsiteY3" fmla="*/ 2387600 h 2387600"/>
              <a:gd name="connisteX4" fmla="*/ 203200 w 2514600"/>
              <a:gd name="connsiteY4" fmla="*/ 2387600 h 2387600"/>
              <a:gd name="connisteX5" fmla="*/ 0 w 2514600"/>
              <a:gd name="connsiteY5" fmla="*/ 2184400 h 2387600"/>
              <a:gd name="connisteX6" fmla="*/ 0 w 2514600"/>
              <a:gd name="connsiteY6" fmla="*/ 0 h 23876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rect l="0" t="0" r="0" b="0"/>
            <a:pathLst>
              <a:path w="2514600" h="2387600">
                <a:moveTo>
                  <a:pt x="0" y="0"/>
                </a:moveTo>
                <a:lnTo>
                  <a:pt x="2514600" y="0"/>
                </a:lnTo>
                <a:lnTo>
                  <a:pt x="2514600" y="2184400"/>
                </a:lnTo>
                <a:cubicBezTo>
                  <a:pt x="2514600" y="2296624"/>
                  <a:pt x="2423624" y="2387600"/>
                  <a:pt x="2311400" y="2387600"/>
                </a:cubicBezTo>
                <a:lnTo>
                  <a:pt x="203200" y="2387600"/>
                </a:lnTo>
                <a:cubicBezTo>
                  <a:pt x="90976" y="2387600"/>
                  <a:pt x="0" y="2296624"/>
                  <a:pt x="0" y="2184400"/>
                </a:cubicBezTo>
                <a:lnTo>
                  <a:pt x="0" y="0"/>
                </a:lnTo>
                <a:close/>
              </a:path>
            </a:pathLst>
          </a:custGeom>
          <a:gradFill>
            <a:gsLst>
              <a:gs pos="0">
                <a:schemeClr val="accent1">
                  <a:lumMod val="0"/>
                  <a:lumOff val="100000"/>
                </a:schemeClr>
              </a:gs>
              <a:gs pos="100000">
                <a:schemeClr val="accent1">
                  <a:lumMod val="0"/>
                  <a:lumOff val="100000"/>
                </a:schemeClr>
              </a:gs>
            </a:gsLst>
            <a:lin ang="5400000"/>
          </a:gra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6" name="标题 5"/>
          <p:cNvSpPr>
            <a:spLocks noGrp="1"/>
          </p:cNvSpPr>
          <p:nvPr>
            <p:ph type="ctrTitle" idx="16385" hasCustomPrompt="1"/>
            <p:custDataLst>
              <p:tags r:id="rId5"/>
            </p:custDataLst>
          </p:nvPr>
        </p:nvSpPr>
        <p:spPr>
          <a:xfrm>
            <a:off x="609600" y="533400"/>
            <a:ext cx="10972800" cy="609600"/>
          </a:xfrm>
          <a:noFill/>
        </p:spPr>
        <p:txBody>
          <a:bodyPr vert="horz" wrap="square" lIns="0" tIns="0" rIns="0" bIns="0" rtlCol="0" anchor="t" anchorCtr="0">
            <a:normAutofit/>
          </a:bodyPr>
          <a:lstStyle>
            <a:lvl1pPr marL="0" marR="0" indent="0" algn="l" defTabSz="914400" rtl="0" eaLnBrk="1" fontAlgn="auto" latinLnBrk="0" hangingPunct="1">
              <a:lnSpc>
                <a:spcPct val="111000"/>
              </a:lnSpc>
              <a:spcBef>
                <a:spcPct val="0"/>
              </a:spcBef>
              <a:spcAft>
                <a:spcPct val="0"/>
              </a:spcAft>
              <a:buClrTx/>
              <a:buSzTx/>
              <a:buFontTx/>
              <a:buNone/>
              <a:defRPr kumimoji="0" lang="zh-CN" altLang="en-US" sz="3600" b="1" i="0" u="none" strike="noStrike" kern="1200" cap="none" spc="0" normalizeH="0" baseline="0" noProof="1">
                <a:solidFill>
                  <a:schemeClr val="tx1"/>
                </a:solidFill>
                <a:latin typeface="+mj-lt"/>
                <a:ea typeface="+mj-ea"/>
                <a:cs typeface="+mj-cs"/>
              </a:defRPr>
            </a:lvl1pPr>
          </a:lstStyle>
          <a:p>
            <a:pPr lvl="0"/>
            <a:r>
              <a:rPr>
                <a:sym typeface="+mn-ea"/>
              </a:rPr>
              <a:t>单击此处添加标题</a:t>
            </a:r>
          </a:p>
        </p:txBody>
      </p:sp>
      <p:sp>
        <p:nvSpPr>
          <p:cNvPr id="21" name="图片占位符 20"/>
          <p:cNvSpPr>
            <a:spLocks noGrp="1"/>
          </p:cNvSpPr>
          <p:nvPr>
            <p:ph type="pic" idx="16395" hasCustomPrompt="1"/>
            <p:custDataLst>
              <p:tags r:id="rId6"/>
            </p:custDataLst>
          </p:nvPr>
        </p:nvSpPr>
        <p:spPr>
          <a:xfrm>
            <a:off x="609600" y="1524000"/>
            <a:ext cx="2514600" cy="2336800"/>
          </a:xfrm>
          <a:custGeom>
            <a:avLst/>
            <a:gdLst>
              <a:gd name="connisteX0" fmla="*/ 0 w 2514600"/>
              <a:gd name="connsiteY0" fmla="*/ 203200 h 2336800"/>
              <a:gd name="connisteX1" fmla="*/ 203200 w 2514600"/>
              <a:gd name="connsiteY1" fmla="*/ 0 h 2336800"/>
              <a:gd name="connisteX2" fmla="*/ 2311400 w 2514600"/>
              <a:gd name="connsiteY2" fmla="*/ 0 h 2336800"/>
              <a:gd name="connisteX3" fmla="*/ 2514600 w 2514600"/>
              <a:gd name="connsiteY3" fmla="*/ 203200 h 2336800"/>
              <a:gd name="connisteX4" fmla="*/ 2514600 w 2514600"/>
              <a:gd name="connsiteY4" fmla="*/ 2336800 h 2336800"/>
              <a:gd name="connisteX5" fmla="*/ 0 w 2514600"/>
              <a:gd name="connsiteY5" fmla="*/ 2336800 h 2336800"/>
              <a:gd name="connisteX6" fmla="*/ 0 w 2514600"/>
              <a:gd name="connsiteY6" fmla="*/ 203200 h 2336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rect l="0" t="0" r="0" b="0"/>
            <a:pathLst>
              <a:path w="2514600" h="2336800">
                <a:moveTo>
                  <a:pt x="0" y="203200"/>
                </a:moveTo>
                <a:cubicBezTo>
                  <a:pt x="0" y="90976"/>
                  <a:pt x="90976" y="0"/>
                  <a:pt x="203200" y="0"/>
                </a:cubicBezTo>
                <a:lnTo>
                  <a:pt x="2311400" y="0"/>
                </a:lnTo>
                <a:cubicBezTo>
                  <a:pt x="2423624" y="0"/>
                  <a:pt x="2514600" y="90976"/>
                  <a:pt x="2514600" y="203200"/>
                </a:cubicBezTo>
                <a:lnTo>
                  <a:pt x="2514600" y="2336800"/>
                </a:lnTo>
                <a:lnTo>
                  <a:pt x="0" y="2336800"/>
                </a:lnTo>
                <a:lnTo>
                  <a:pt x="0" y="203200"/>
                </a:lnTo>
                <a:close/>
              </a:path>
            </a:pathLst>
          </a:custGeo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p>
        </p:txBody>
      </p:sp>
      <p:sp>
        <p:nvSpPr>
          <p:cNvPr id="22" name="文本占位符 21"/>
          <p:cNvSpPr>
            <a:spLocks noGrp="1"/>
          </p:cNvSpPr>
          <p:nvPr>
            <p:ph type="body" idx="16386" hasCustomPrompt="1"/>
            <p:custDataLst>
              <p:tags r:id="rId7"/>
            </p:custDataLst>
          </p:nvPr>
        </p:nvSpPr>
        <p:spPr>
          <a:xfrm>
            <a:off x="914400" y="4165600"/>
            <a:ext cx="19050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项标题</a:t>
            </a:r>
          </a:p>
        </p:txBody>
      </p:sp>
      <p:sp>
        <p:nvSpPr>
          <p:cNvPr id="23" name="文本占位符 22"/>
          <p:cNvSpPr>
            <a:spLocks noGrp="1"/>
          </p:cNvSpPr>
          <p:nvPr>
            <p:ph type="body" idx="16387" hasCustomPrompt="1"/>
            <p:custDataLst>
              <p:tags r:id="rId8"/>
            </p:custDataLst>
          </p:nvPr>
        </p:nvSpPr>
        <p:spPr>
          <a:xfrm>
            <a:off x="914400" y="4724400"/>
            <a:ext cx="1905000" cy="12192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
        <p:nvSpPr>
          <p:cNvPr id="24" name="装饰  3"/>
          <p:cNvSpPr>
            <a:spLocks noGrp="1"/>
          </p:cNvSpPr>
          <p:nvPr>
            <p:ph type="body" idx="16396" hasCustomPrompt="1"/>
            <p:custDataLst>
              <p:tags r:id="rId9"/>
            </p:custDataLst>
          </p:nvPr>
        </p:nvSpPr>
        <p:spPr>
          <a:xfrm>
            <a:off x="3429000" y="1524000"/>
            <a:ext cx="2514600" cy="2387600"/>
          </a:xfrm>
          <a:custGeom>
            <a:avLst/>
            <a:gdLst>
              <a:gd name="connisteX0" fmla="*/ 0 w 2514600"/>
              <a:gd name="connsiteY0" fmla="*/ 203200 h 2387600"/>
              <a:gd name="connisteX1" fmla="*/ 203200 w 2514600"/>
              <a:gd name="connsiteY1" fmla="*/ 0 h 2387600"/>
              <a:gd name="connisteX2" fmla="*/ 2311400 w 2514600"/>
              <a:gd name="connsiteY2" fmla="*/ 0 h 2387600"/>
              <a:gd name="connisteX3" fmla="*/ 2514600 w 2514600"/>
              <a:gd name="connsiteY3" fmla="*/ 203200 h 2387600"/>
              <a:gd name="connisteX4" fmla="*/ 2514600 w 2514600"/>
              <a:gd name="connsiteY4" fmla="*/ 2387600 h 2387600"/>
              <a:gd name="connisteX5" fmla="*/ 0 w 2514600"/>
              <a:gd name="connsiteY5" fmla="*/ 2387600 h 2387600"/>
              <a:gd name="connisteX6" fmla="*/ 0 w 2514600"/>
              <a:gd name="connsiteY6" fmla="*/ 203200 h 23876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rect l="0" t="0" r="0" b="0"/>
            <a:pathLst>
              <a:path w="2514600" h="2387600">
                <a:moveTo>
                  <a:pt x="0" y="203200"/>
                </a:moveTo>
                <a:cubicBezTo>
                  <a:pt x="0" y="90976"/>
                  <a:pt x="90976" y="0"/>
                  <a:pt x="203200" y="0"/>
                </a:cubicBezTo>
                <a:lnTo>
                  <a:pt x="2311400" y="0"/>
                </a:lnTo>
                <a:cubicBezTo>
                  <a:pt x="2423624" y="0"/>
                  <a:pt x="2514600" y="90976"/>
                  <a:pt x="2514600" y="203200"/>
                </a:cubicBezTo>
                <a:lnTo>
                  <a:pt x="2514600" y="2387600"/>
                </a:lnTo>
                <a:lnTo>
                  <a:pt x="0" y="2387600"/>
                </a:lnTo>
                <a:lnTo>
                  <a:pt x="0" y="203200"/>
                </a:lnTo>
                <a:close/>
              </a:path>
            </a:pathLst>
          </a:custGeom>
          <a:gradFill>
            <a:gsLst>
              <a:gs pos="0">
                <a:schemeClr val="accent1">
                  <a:lumMod val="0"/>
                  <a:lumOff val="100000"/>
                </a:schemeClr>
              </a:gs>
              <a:gs pos="100000">
                <a:schemeClr val="accent1">
                  <a:lumMod val="0"/>
                  <a:lumOff val="100000"/>
                </a:schemeClr>
              </a:gs>
            </a:gsLst>
            <a:lin ang="5400000"/>
          </a:gra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25" name="图片占位符 24"/>
          <p:cNvSpPr>
            <a:spLocks noGrp="1"/>
          </p:cNvSpPr>
          <p:nvPr>
            <p:ph type="pic" idx="16397" hasCustomPrompt="1"/>
            <p:custDataLst>
              <p:tags r:id="rId10"/>
            </p:custDataLst>
          </p:nvPr>
        </p:nvSpPr>
        <p:spPr>
          <a:xfrm>
            <a:off x="3429000" y="3911600"/>
            <a:ext cx="2514600" cy="2336800"/>
          </a:xfrm>
          <a:custGeom>
            <a:avLst/>
            <a:gdLst>
              <a:gd name="connisteX0" fmla="*/ 0 w 2514600"/>
              <a:gd name="connsiteY0" fmla="*/ 0 h 2336800"/>
              <a:gd name="connisteX1" fmla="*/ 2514600 w 2514600"/>
              <a:gd name="connsiteY1" fmla="*/ 0 h 2336800"/>
              <a:gd name="connisteX2" fmla="*/ 2514600 w 2514600"/>
              <a:gd name="connsiteY2" fmla="*/ 2133600 h 2336800"/>
              <a:gd name="connisteX3" fmla="*/ 2311400 w 2514600"/>
              <a:gd name="connsiteY3" fmla="*/ 2336800 h 2336800"/>
              <a:gd name="connisteX4" fmla="*/ 203200 w 2514600"/>
              <a:gd name="connsiteY4" fmla="*/ 2336800 h 2336800"/>
              <a:gd name="connisteX5" fmla="*/ 0 w 2514600"/>
              <a:gd name="connsiteY5" fmla="*/ 2133600 h 2336800"/>
              <a:gd name="connisteX6" fmla="*/ 0 w 2514600"/>
              <a:gd name="connsiteY6" fmla="*/ 0 h 2336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rect l="0" t="0" r="0" b="0"/>
            <a:pathLst>
              <a:path w="2514600" h="2336800">
                <a:moveTo>
                  <a:pt x="0" y="0"/>
                </a:moveTo>
                <a:lnTo>
                  <a:pt x="2514600" y="0"/>
                </a:lnTo>
                <a:lnTo>
                  <a:pt x="2514600" y="2133600"/>
                </a:lnTo>
                <a:cubicBezTo>
                  <a:pt x="2514600" y="2245824"/>
                  <a:pt x="2423624" y="2336800"/>
                  <a:pt x="2311400" y="2336800"/>
                </a:cubicBezTo>
                <a:lnTo>
                  <a:pt x="203200" y="2336800"/>
                </a:lnTo>
                <a:cubicBezTo>
                  <a:pt x="90976" y="2336800"/>
                  <a:pt x="0" y="2245824"/>
                  <a:pt x="0" y="2133600"/>
                </a:cubicBezTo>
                <a:lnTo>
                  <a:pt x="0" y="0"/>
                </a:lnTo>
                <a:close/>
              </a:path>
            </a:pathLst>
          </a:custGeo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p>
        </p:txBody>
      </p:sp>
      <p:sp>
        <p:nvSpPr>
          <p:cNvPr id="26" name="文本占位符 25"/>
          <p:cNvSpPr>
            <a:spLocks noGrp="1"/>
          </p:cNvSpPr>
          <p:nvPr>
            <p:ph type="body" idx="16388" hasCustomPrompt="1"/>
            <p:custDataLst>
              <p:tags r:id="rId11"/>
            </p:custDataLst>
          </p:nvPr>
        </p:nvSpPr>
        <p:spPr>
          <a:xfrm>
            <a:off x="3733800" y="1828800"/>
            <a:ext cx="19050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项标题</a:t>
            </a:r>
          </a:p>
        </p:txBody>
      </p:sp>
      <p:sp>
        <p:nvSpPr>
          <p:cNvPr id="27" name="文本占位符 26"/>
          <p:cNvSpPr>
            <a:spLocks noGrp="1"/>
          </p:cNvSpPr>
          <p:nvPr>
            <p:ph type="body" idx="16389" hasCustomPrompt="1"/>
            <p:custDataLst>
              <p:tags r:id="rId12"/>
            </p:custDataLst>
          </p:nvPr>
        </p:nvSpPr>
        <p:spPr>
          <a:xfrm>
            <a:off x="3733800" y="2387600"/>
            <a:ext cx="1905000" cy="12192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
        <p:nvSpPr>
          <p:cNvPr id="28" name="装饰  7"/>
          <p:cNvSpPr>
            <a:spLocks noGrp="1"/>
          </p:cNvSpPr>
          <p:nvPr>
            <p:ph type="body" idx="16398" hasCustomPrompt="1"/>
            <p:custDataLst>
              <p:tags r:id="rId13"/>
            </p:custDataLst>
          </p:nvPr>
        </p:nvSpPr>
        <p:spPr>
          <a:xfrm>
            <a:off x="6248400" y="3860800"/>
            <a:ext cx="2514600" cy="2387600"/>
          </a:xfrm>
          <a:custGeom>
            <a:avLst/>
            <a:gdLst>
              <a:gd name="connisteX0" fmla="*/ 0 w 2514600"/>
              <a:gd name="connsiteY0" fmla="*/ 0 h 2387600"/>
              <a:gd name="connisteX1" fmla="*/ 2514600 w 2514600"/>
              <a:gd name="connsiteY1" fmla="*/ 0 h 2387600"/>
              <a:gd name="connisteX2" fmla="*/ 2514600 w 2514600"/>
              <a:gd name="connsiteY2" fmla="*/ 2184400 h 2387600"/>
              <a:gd name="connisteX3" fmla="*/ 2311400 w 2514600"/>
              <a:gd name="connsiteY3" fmla="*/ 2387600 h 2387600"/>
              <a:gd name="connisteX4" fmla="*/ 203200 w 2514600"/>
              <a:gd name="connsiteY4" fmla="*/ 2387600 h 2387600"/>
              <a:gd name="connisteX5" fmla="*/ 0 w 2514600"/>
              <a:gd name="connsiteY5" fmla="*/ 2184400 h 2387600"/>
              <a:gd name="connisteX6" fmla="*/ 0 w 2514600"/>
              <a:gd name="connsiteY6" fmla="*/ 0 h 23876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rect l="0" t="0" r="0" b="0"/>
            <a:pathLst>
              <a:path w="2514600" h="2387600">
                <a:moveTo>
                  <a:pt x="0" y="0"/>
                </a:moveTo>
                <a:lnTo>
                  <a:pt x="2514600" y="0"/>
                </a:lnTo>
                <a:lnTo>
                  <a:pt x="2514600" y="2184400"/>
                </a:lnTo>
                <a:cubicBezTo>
                  <a:pt x="2514600" y="2296624"/>
                  <a:pt x="2423624" y="2387600"/>
                  <a:pt x="2311400" y="2387600"/>
                </a:cubicBezTo>
                <a:lnTo>
                  <a:pt x="203200" y="2387600"/>
                </a:lnTo>
                <a:cubicBezTo>
                  <a:pt x="90976" y="2387600"/>
                  <a:pt x="0" y="2296624"/>
                  <a:pt x="0" y="2184400"/>
                </a:cubicBezTo>
                <a:lnTo>
                  <a:pt x="0" y="0"/>
                </a:lnTo>
                <a:close/>
              </a:path>
            </a:pathLst>
          </a:custGeom>
          <a:gradFill>
            <a:gsLst>
              <a:gs pos="0">
                <a:schemeClr val="accent1">
                  <a:lumMod val="0"/>
                  <a:lumOff val="100000"/>
                </a:schemeClr>
              </a:gs>
              <a:gs pos="100000">
                <a:schemeClr val="accent1">
                  <a:lumMod val="0"/>
                  <a:lumOff val="100000"/>
                </a:schemeClr>
              </a:gs>
            </a:gsLst>
            <a:lin ang="5400000"/>
          </a:gra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29" name="图片占位符 28"/>
          <p:cNvSpPr>
            <a:spLocks noGrp="1"/>
          </p:cNvSpPr>
          <p:nvPr>
            <p:ph type="pic" idx="16399" hasCustomPrompt="1"/>
            <p:custDataLst>
              <p:tags r:id="rId14"/>
            </p:custDataLst>
          </p:nvPr>
        </p:nvSpPr>
        <p:spPr>
          <a:xfrm>
            <a:off x="6248400" y="1524000"/>
            <a:ext cx="2514600" cy="2336800"/>
          </a:xfrm>
          <a:custGeom>
            <a:avLst/>
            <a:gdLst>
              <a:gd name="connisteX0" fmla="*/ 0 w 2514600"/>
              <a:gd name="connsiteY0" fmla="*/ 203200 h 2336800"/>
              <a:gd name="connisteX1" fmla="*/ 203200 w 2514600"/>
              <a:gd name="connsiteY1" fmla="*/ 0 h 2336800"/>
              <a:gd name="connisteX2" fmla="*/ 2311400 w 2514600"/>
              <a:gd name="connsiteY2" fmla="*/ 0 h 2336800"/>
              <a:gd name="connisteX3" fmla="*/ 2514600 w 2514600"/>
              <a:gd name="connsiteY3" fmla="*/ 203200 h 2336800"/>
              <a:gd name="connisteX4" fmla="*/ 2514600 w 2514600"/>
              <a:gd name="connsiteY4" fmla="*/ 2336800 h 2336800"/>
              <a:gd name="connisteX5" fmla="*/ 0 w 2514600"/>
              <a:gd name="connsiteY5" fmla="*/ 2336800 h 2336800"/>
              <a:gd name="connisteX6" fmla="*/ 0 w 2514600"/>
              <a:gd name="connsiteY6" fmla="*/ 203200 h 2336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rect l="0" t="0" r="0" b="0"/>
            <a:pathLst>
              <a:path w="2514600" h="2336800">
                <a:moveTo>
                  <a:pt x="0" y="203200"/>
                </a:moveTo>
                <a:cubicBezTo>
                  <a:pt x="0" y="90976"/>
                  <a:pt x="90976" y="0"/>
                  <a:pt x="203200" y="0"/>
                </a:cubicBezTo>
                <a:lnTo>
                  <a:pt x="2311400" y="0"/>
                </a:lnTo>
                <a:cubicBezTo>
                  <a:pt x="2423624" y="0"/>
                  <a:pt x="2514600" y="90976"/>
                  <a:pt x="2514600" y="203200"/>
                </a:cubicBezTo>
                <a:lnTo>
                  <a:pt x="2514600" y="2336800"/>
                </a:lnTo>
                <a:lnTo>
                  <a:pt x="0" y="2336800"/>
                </a:lnTo>
                <a:lnTo>
                  <a:pt x="0" y="203200"/>
                </a:lnTo>
                <a:close/>
              </a:path>
            </a:pathLst>
          </a:custGeo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p>
        </p:txBody>
      </p:sp>
      <p:sp>
        <p:nvSpPr>
          <p:cNvPr id="30" name="文本占位符 29"/>
          <p:cNvSpPr>
            <a:spLocks noGrp="1"/>
          </p:cNvSpPr>
          <p:nvPr>
            <p:ph type="body" idx="16390" hasCustomPrompt="1"/>
            <p:custDataLst>
              <p:tags r:id="rId15"/>
            </p:custDataLst>
          </p:nvPr>
        </p:nvSpPr>
        <p:spPr>
          <a:xfrm>
            <a:off x="6553200" y="4165600"/>
            <a:ext cx="19050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项标题</a:t>
            </a:r>
          </a:p>
        </p:txBody>
      </p:sp>
      <p:sp>
        <p:nvSpPr>
          <p:cNvPr id="31" name="文本占位符 30"/>
          <p:cNvSpPr>
            <a:spLocks noGrp="1"/>
          </p:cNvSpPr>
          <p:nvPr>
            <p:ph type="body" idx="16391" hasCustomPrompt="1"/>
            <p:custDataLst>
              <p:tags r:id="rId16"/>
            </p:custDataLst>
          </p:nvPr>
        </p:nvSpPr>
        <p:spPr>
          <a:xfrm>
            <a:off x="6553200" y="4724400"/>
            <a:ext cx="1905000" cy="12192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
        <p:nvSpPr>
          <p:cNvPr id="32" name="装饰  1"/>
          <p:cNvSpPr>
            <a:spLocks noGrp="1"/>
          </p:cNvSpPr>
          <p:nvPr>
            <p:ph type="body" idx="16400" hasCustomPrompt="1"/>
            <p:custDataLst>
              <p:tags r:id="rId17"/>
            </p:custDataLst>
          </p:nvPr>
        </p:nvSpPr>
        <p:spPr>
          <a:xfrm>
            <a:off x="9067800" y="1524000"/>
            <a:ext cx="2514600" cy="2387600"/>
          </a:xfrm>
          <a:custGeom>
            <a:avLst/>
            <a:gdLst>
              <a:gd name="connisteX0" fmla="*/ 0 w 2514600"/>
              <a:gd name="connsiteY0" fmla="*/ 203200 h 2387600"/>
              <a:gd name="connisteX1" fmla="*/ 203200 w 2514600"/>
              <a:gd name="connsiteY1" fmla="*/ 0 h 2387600"/>
              <a:gd name="connisteX2" fmla="*/ 2311400 w 2514600"/>
              <a:gd name="connsiteY2" fmla="*/ 0 h 2387600"/>
              <a:gd name="connisteX3" fmla="*/ 2514600 w 2514600"/>
              <a:gd name="connsiteY3" fmla="*/ 203200 h 2387600"/>
              <a:gd name="connisteX4" fmla="*/ 2514600 w 2514600"/>
              <a:gd name="connsiteY4" fmla="*/ 2387600 h 2387600"/>
              <a:gd name="connisteX5" fmla="*/ 0 w 2514600"/>
              <a:gd name="connsiteY5" fmla="*/ 2387600 h 2387600"/>
              <a:gd name="connisteX6" fmla="*/ 0 w 2514600"/>
              <a:gd name="connsiteY6" fmla="*/ 203200 h 23876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rect l="0" t="0" r="0" b="0"/>
            <a:pathLst>
              <a:path w="2514600" h="2387600">
                <a:moveTo>
                  <a:pt x="0" y="203200"/>
                </a:moveTo>
                <a:cubicBezTo>
                  <a:pt x="0" y="90976"/>
                  <a:pt x="90976" y="0"/>
                  <a:pt x="203200" y="0"/>
                </a:cubicBezTo>
                <a:lnTo>
                  <a:pt x="2311400" y="0"/>
                </a:lnTo>
                <a:cubicBezTo>
                  <a:pt x="2423624" y="0"/>
                  <a:pt x="2514600" y="90976"/>
                  <a:pt x="2514600" y="203200"/>
                </a:cubicBezTo>
                <a:lnTo>
                  <a:pt x="2514600" y="2387600"/>
                </a:lnTo>
                <a:lnTo>
                  <a:pt x="0" y="2387600"/>
                </a:lnTo>
                <a:lnTo>
                  <a:pt x="0" y="203200"/>
                </a:lnTo>
                <a:close/>
              </a:path>
            </a:pathLst>
          </a:custGeom>
          <a:gradFill>
            <a:gsLst>
              <a:gs pos="0">
                <a:schemeClr val="accent1">
                  <a:lumMod val="0"/>
                  <a:lumOff val="100000"/>
                </a:schemeClr>
              </a:gs>
              <a:gs pos="100000">
                <a:schemeClr val="accent1">
                  <a:lumMod val="0"/>
                  <a:lumOff val="100000"/>
                </a:schemeClr>
              </a:gs>
            </a:gsLst>
            <a:lin ang="5400000"/>
          </a:gra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33" name="图片占位符 32"/>
          <p:cNvSpPr>
            <a:spLocks noGrp="1"/>
          </p:cNvSpPr>
          <p:nvPr>
            <p:ph type="pic" idx="16401" hasCustomPrompt="1"/>
            <p:custDataLst>
              <p:tags r:id="rId18"/>
            </p:custDataLst>
          </p:nvPr>
        </p:nvSpPr>
        <p:spPr>
          <a:xfrm>
            <a:off x="9067800" y="3911600"/>
            <a:ext cx="2514600" cy="2336800"/>
          </a:xfrm>
          <a:custGeom>
            <a:avLst/>
            <a:gdLst>
              <a:gd name="connisteX0" fmla="*/ 0 w 2514600"/>
              <a:gd name="connsiteY0" fmla="*/ 0 h 2336800"/>
              <a:gd name="connisteX1" fmla="*/ 2514600 w 2514600"/>
              <a:gd name="connsiteY1" fmla="*/ 0 h 2336800"/>
              <a:gd name="connisteX2" fmla="*/ 2514600 w 2514600"/>
              <a:gd name="connsiteY2" fmla="*/ 2133600 h 2336800"/>
              <a:gd name="connisteX3" fmla="*/ 2311400 w 2514600"/>
              <a:gd name="connsiteY3" fmla="*/ 2336800 h 2336800"/>
              <a:gd name="connisteX4" fmla="*/ 203200 w 2514600"/>
              <a:gd name="connsiteY4" fmla="*/ 2336800 h 2336800"/>
              <a:gd name="connisteX5" fmla="*/ 0 w 2514600"/>
              <a:gd name="connsiteY5" fmla="*/ 2133600 h 2336800"/>
              <a:gd name="connisteX6" fmla="*/ 0 w 2514600"/>
              <a:gd name="connsiteY6" fmla="*/ 0 h 2336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rect l="0" t="0" r="0" b="0"/>
            <a:pathLst>
              <a:path w="2514600" h="2336800">
                <a:moveTo>
                  <a:pt x="0" y="0"/>
                </a:moveTo>
                <a:lnTo>
                  <a:pt x="2514600" y="0"/>
                </a:lnTo>
                <a:lnTo>
                  <a:pt x="2514600" y="2133600"/>
                </a:lnTo>
                <a:cubicBezTo>
                  <a:pt x="2514600" y="2245824"/>
                  <a:pt x="2423624" y="2336800"/>
                  <a:pt x="2311400" y="2336800"/>
                </a:cubicBezTo>
                <a:lnTo>
                  <a:pt x="203200" y="2336800"/>
                </a:lnTo>
                <a:cubicBezTo>
                  <a:pt x="90976" y="2336800"/>
                  <a:pt x="0" y="2245824"/>
                  <a:pt x="0" y="2133600"/>
                </a:cubicBezTo>
                <a:lnTo>
                  <a:pt x="0" y="0"/>
                </a:lnTo>
                <a:close/>
              </a:path>
            </a:pathLst>
          </a:custGeo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p>
        </p:txBody>
      </p:sp>
      <p:sp>
        <p:nvSpPr>
          <p:cNvPr id="34" name="文本占位符 33"/>
          <p:cNvSpPr>
            <a:spLocks noGrp="1"/>
          </p:cNvSpPr>
          <p:nvPr>
            <p:ph type="body" idx="16392" hasCustomPrompt="1"/>
            <p:custDataLst>
              <p:tags r:id="rId19"/>
            </p:custDataLst>
          </p:nvPr>
        </p:nvSpPr>
        <p:spPr>
          <a:xfrm>
            <a:off x="9372600" y="1828800"/>
            <a:ext cx="19050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项标题</a:t>
            </a:r>
          </a:p>
        </p:txBody>
      </p:sp>
      <p:sp>
        <p:nvSpPr>
          <p:cNvPr id="35" name="文本占位符 34"/>
          <p:cNvSpPr>
            <a:spLocks noGrp="1"/>
          </p:cNvSpPr>
          <p:nvPr>
            <p:ph type="body" idx="16393" hasCustomPrompt="1"/>
            <p:custDataLst>
              <p:tags r:id="rId20"/>
            </p:custDataLst>
          </p:nvPr>
        </p:nvSpPr>
        <p:spPr>
          <a:xfrm>
            <a:off x="9372600" y="2387600"/>
            <a:ext cx="1905000" cy="12192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Tree>
    <p:extLst>
      <p:ext uri="{BB962C8B-B14F-4D97-AF65-F5344CB8AC3E}">
        <p14:creationId xmlns:p14="http://schemas.microsoft.com/office/powerpoint/2010/main" val="396077177"/>
      </p:ext>
    </p:extLst>
  </p:cSld>
  <p:clrMapOvr>
    <a:overrideClrMapping bg1="lt1" tx1="dk1" bg2="lt2" tx2="dk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正文页-61_4">
    <p:bg>
      <p:bgRef idx="1001">
        <a:schemeClr val="bg2"/>
      </p:bgRef>
    </p:bg>
    <p:spTree>
      <p:nvGrpSpPr>
        <p:cNvPr id="1" name=""/>
        <p:cNvGrpSpPr/>
        <p:nvPr/>
      </p:nvGrpSpPr>
      <p:grpSpPr>
        <a:xfrm>
          <a:off x="0" y="0"/>
          <a:ext cx="0" cy="0"/>
          <a:chOff x="0" y="0"/>
          <a:chExt cx="0" cy="0"/>
        </a:xfrm>
      </p:grpSpPr>
      <p:sp>
        <p:nvSpPr>
          <p:cNvPr id="8" name="日期占位符 7"/>
          <p:cNvSpPr>
            <a:spLocks noGrp="1"/>
          </p:cNvSpPr>
          <p:nvPr>
            <p:ph type="dt" sz="half" idx="10"/>
            <p:custDataLst>
              <p:tags r:id="rId1"/>
            </p:custDataLst>
          </p:nvPr>
        </p:nvSpPr>
        <p:spPr/>
        <p:txBody>
          <a:bodyPr wrap="square">
            <a:normAutofit/>
          </a:bodyPr>
          <a:lstStyle/>
          <a:p>
            <a:fld id="{5592522B-0F24-4480-B9DD-A9474A6880D6}" type="datetimeFigureOut">
              <a:rPr lang="zh-CN" altLang="en-US" smtClean="0"/>
              <a:t>2026/10/10</a:t>
            </a:fld>
            <a:endParaRPr lang="zh-CN" altLang="en-US"/>
          </a:p>
        </p:txBody>
      </p:sp>
      <p:sp>
        <p:nvSpPr>
          <p:cNvPr id="9" name="页脚占位符 8"/>
          <p:cNvSpPr>
            <a:spLocks noGrp="1"/>
          </p:cNvSpPr>
          <p:nvPr>
            <p:ph type="ftr" sz="quarter" idx="11"/>
            <p:custDataLst>
              <p:tags r:id="rId2"/>
            </p:custDataLst>
          </p:nvPr>
        </p:nvSpPr>
        <p:spPr/>
        <p:txBody>
          <a:bodyPr/>
          <a:lstStyle/>
          <a:p>
            <a:endParaRPr lang="zh-CN" altLang="en-US"/>
          </a:p>
        </p:txBody>
      </p:sp>
      <p:sp>
        <p:nvSpPr>
          <p:cNvPr id="10" name="灯片编号占位符 9"/>
          <p:cNvSpPr>
            <a:spLocks noGrp="1"/>
          </p:cNvSpPr>
          <p:nvPr>
            <p:ph type="sldNum" sz="quarter" idx="12"/>
            <p:custDataLst>
              <p:tags r:id="rId3"/>
            </p:custDataLst>
          </p:nvPr>
        </p:nvSpPr>
        <p:spPr/>
        <p:txBody>
          <a:bodyPr wrap="square">
            <a:normAutofit/>
          </a:bodyPr>
          <a:lstStyle/>
          <a:p>
            <a:fld id="{BE5F26B5-172A-4DC2-B0B7-181CFC56B87C}" type="slidenum">
              <a:rPr lang="zh-CN" altLang="en-US" smtClean="0"/>
              <a:t>‹#›</a:t>
            </a:fld>
            <a:endParaRPr lang="zh-CN" altLang="en-US"/>
          </a:p>
        </p:txBody>
      </p:sp>
      <p:sp>
        <p:nvSpPr>
          <p:cNvPr id="7" name="内容占位符 6"/>
          <p:cNvSpPr>
            <a:spLocks noGrp="1"/>
          </p:cNvSpPr>
          <p:nvPr>
            <p:ph idx="16388" hasCustomPrompt="1"/>
            <p:custDataLst>
              <p:tags r:id="rId4"/>
            </p:custDataLst>
          </p:nvPr>
        </p:nvSpPr>
        <p:spPr>
          <a:xfrm>
            <a:off x="4648200" y="1524000"/>
            <a:ext cx="6934200" cy="4724400"/>
          </a:xfrm>
          <a:custGeom>
            <a:avLst/>
            <a:gdLst>
              <a:gd name="connisteX0" fmla="*/ 0 w 6934200"/>
              <a:gd name="connsiteY0" fmla="*/ 0 h 4724400"/>
              <a:gd name="connisteX1" fmla="*/ 6731000 w 6934200"/>
              <a:gd name="connsiteY1" fmla="*/ 0 h 4724400"/>
              <a:gd name="connisteX2" fmla="*/ 6934200 w 6934200"/>
              <a:gd name="connsiteY2" fmla="*/ 203200 h 4724400"/>
              <a:gd name="connisteX3" fmla="*/ 6934200 w 6934200"/>
              <a:gd name="connsiteY3" fmla="*/ 4521200 h 4724400"/>
              <a:gd name="connisteX4" fmla="*/ 6731000 w 6934200"/>
              <a:gd name="connsiteY4" fmla="*/ 4724400 h 4724400"/>
              <a:gd name="connisteX5" fmla="*/ 0 w 6934200"/>
              <a:gd name="connsiteY5" fmla="*/ 4724400 h 4724400"/>
              <a:gd name="connisteX6" fmla="*/ 0 w 6934200"/>
              <a:gd name="connsiteY6" fmla="*/ 0 h 4724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rect l="0" t="0" r="0" b="0"/>
            <a:pathLst>
              <a:path w="6934200" h="4724400">
                <a:moveTo>
                  <a:pt x="0" y="0"/>
                </a:moveTo>
                <a:lnTo>
                  <a:pt x="6731000" y="0"/>
                </a:lnTo>
                <a:cubicBezTo>
                  <a:pt x="6843224" y="0"/>
                  <a:pt x="6934200" y="90976"/>
                  <a:pt x="6934200" y="203200"/>
                </a:cubicBezTo>
                <a:lnTo>
                  <a:pt x="6934200" y="4521200"/>
                </a:lnTo>
                <a:cubicBezTo>
                  <a:pt x="6934200" y="4633424"/>
                  <a:pt x="6843224" y="4724400"/>
                  <a:pt x="6731000" y="4724400"/>
                </a:cubicBezTo>
                <a:lnTo>
                  <a:pt x="0" y="4724400"/>
                </a:lnTo>
                <a:lnTo>
                  <a:pt x="0" y="0"/>
                </a:lnTo>
                <a:close/>
              </a:path>
            </a:pathLst>
          </a:custGeom>
          <a:solidFill>
            <a:srgbClr val="DDDDDD"/>
          </a:solidFill>
          <a:ln>
            <a:noFill/>
          </a:ln>
        </p:spPr>
        <p:txBody>
          <a:bodyPr>
            <a:norm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6" name="标题 5"/>
          <p:cNvSpPr>
            <a:spLocks noGrp="1"/>
          </p:cNvSpPr>
          <p:nvPr>
            <p:ph type="ctrTitle" idx="16385" hasCustomPrompt="1"/>
            <p:custDataLst>
              <p:tags r:id="rId5"/>
            </p:custDataLst>
          </p:nvPr>
        </p:nvSpPr>
        <p:spPr>
          <a:xfrm>
            <a:off x="609600" y="533400"/>
            <a:ext cx="10972800" cy="609600"/>
          </a:xfrm>
          <a:noFill/>
        </p:spPr>
        <p:txBody>
          <a:bodyPr vert="horz" wrap="square" lIns="0" tIns="0" rIns="0" bIns="0" rtlCol="0" anchor="t" anchorCtr="0">
            <a:normAutofit/>
          </a:bodyPr>
          <a:lstStyle>
            <a:lvl1pPr marL="0" marR="0" indent="0" algn="l" defTabSz="914400" rtl="0" eaLnBrk="1" fontAlgn="auto" latinLnBrk="0" hangingPunct="1">
              <a:lnSpc>
                <a:spcPct val="111000"/>
              </a:lnSpc>
              <a:spcBef>
                <a:spcPct val="0"/>
              </a:spcBef>
              <a:spcAft>
                <a:spcPct val="0"/>
              </a:spcAft>
              <a:buClrTx/>
              <a:buSzTx/>
              <a:buFontTx/>
              <a:buNone/>
              <a:defRPr kumimoji="0" lang="zh-CN" altLang="en-US" sz="3600" b="1" i="0" u="none" strike="noStrike" kern="1200" cap="none" spc="0" normalizeH="0" baseline="0" noProof="1">
                <a:solidFill>
                  <a:schemeClr val="tx1"/>
                </a:solidFill>
                <a:latin typeface="+mj-lt"/>
                <a:ea typeface="+mj-ea"/>
                <a:cs typeface="+mj-cs"/>
              </a:defRPr>
            </a:lvl1pPr>
          </a:lstStyle>
          <a:p>
            <a:pPr lvl="0"/>
            <a:r>
              <a:rPr>
                <a:sym typeface="+mn-ea"/>
              </a:rPr>
              <a:t>单击此处添加标题</a:t>
            </a:r>
          </a:p>
        </p:txBody>
      </p:sp>
      <p:sp>
        <p:nvSpPr>
          <p:cNvPr id="21" name="装饰  0"/>
          <p:cNvSpPr>
            <a:spLocks noGrp="1"/>
          </p:cNvSpPr>
          <p:nvPr>
            <p:ph type="body" idx="16389" hasCustomPrompt="1"/>
            <p:custDataLst>
              <p:tags r:id="rId6"/>
            </p:custDataLst>
          </p:nvPr>
        </p:nvSpPr>
        <p:spPr>
          <a:xfrm>
            <a:off x="609600" y="1524000"/>
            <a:ext cx="4038600" cy="4724400"/>
          </a:xfrm>
          <a:custGeom>
            <a:avLst/>
            <a:gdLst>
              <a:gd name="connisteX0" fmla="*/ 0 w 4038600"/>
              <a:gd name="connsiteY0" fmla="*/ 203200 h 4724400"/>
              <a:gd name="connisteX1" fmla="*/ 203200 w 4038600"/>
              <a:gd name="connsiteY1" fmla="*/ 0 h 4724400"/>
              <a:gd name="connisteX2" fmla="*/ 4038600 w 4038600"/>
              <a:gd name="connsiteY2" fmla="*/ 0 h 4724400"/>
              <a:gd name="connisteX3" fmla="*/ 4038600 w 4038600"/>
              <a:gd name="connsiteY3" fmla="*/ 4724400 h 4724400"/>
              <a:gd name="connisteX4" fmla="*/ 203200 w 4038600"/>
              <a:gd name="connsiteY4" fmla="*/ 4724400 h 4724400"/>
              <a:gd name="connisteX5" fmla="*/ 0 w 4038600"/>
              <a:gd name="connsiteY5" fmla="*/ 4521200 h 4724400"/>
              <a:gd name="connisteX6" fmla="*/ 0 w 4038600"/>
              <a:gd name="connsiteY6" fmla="*/ 203200 h 4724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rect l="0" t="0" r="0" b="0"/>
            <a:pathLst>
              <a:path w="4038600" h="4724400">
                <a:moveTo>
                  <a:pt x="0" y="203200"/>
                </a:moveTo>
                <a:cubicBezTo>
                  <a:pt x="0" y="90976"/>
                  <a:pt x="90976" y="0"/>
                  <a:pt x="203200" y="0"/>
                </a:cubicBezTo>
                <a:lnTo>
                  <a:pt x="4038600" y="0"/>
                </a:lnTo>
                <a:lnTo>
                  <a:pt x="4038600" y="4724400"/>
                </a:lnTo>
                <a:lnTo>
                  <a:pt x="203200" y="4724400"/>
                </a:lnTo>
                <a:cubicBezTo>
                  <a:pt x="90976" y="4724400"/>
                  <a:pt x="0" y="4633424"/>
                  <a:pt x="0" y="4521200"/>
                </a:cubicBezTo>
                <a:lnTo>
                  <a:pt x="0" y="2032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22" name="文本占位符 21"/>
          <p:cNvSpPr>
            <a:spLocks noGrp="1"/>
          </p:cNvSpPr>
          <p:nvPr>
            <p:ph type="body" idx="16386" hasCustomPrompt="1"/>
            <p:custDataLst>
              <p:tags r:id="rId7"/>
            </p:custDataLst>
          </p:nvPr>
        </p:nvSpPr>
        <p:spPr>
          <a:xfrm>
            <a:off x="1066800" y="2997200"/>
            <a:ext cx="3124200" cy="406400"/>
          </a:xfrm>
          <a:noFill/>
        </p:spPr>
        <p:txBody>
          <a:bodyPr lIns="0" tIns="0" rIns="0" bIns="0" anchor="t">
            <a:normAutofit/>
          </a:bodyPr>
          <a:lstStyle>
            <a:lvl1pPr marL="0" indent="0" algn="l">
              <a:lnSpc>
                <a:spcPct val="111000"/>
              </a:lnSpc>
              <a:spcBef>
                <a:spcPct val="0"/>
              </a:spcBef>
              <a:spcAft>
                <a:spcPct val="0"/>
              </a:spcAft>
              <a:buNone/>
              <a:defRPr sz="2400" b="0" spc="0">
                <a:solidFill>
                  <a:srgbClr val="FFFFFF"/>
                </a:solidFill>
              </a:defRPr>
            </a:lvl1pPr>
          </a:lstStyle>
          <a:p>
            <a:pPr lvl="0"/>
            <a:r>
              <a:rPr lang="zh-CN" altLang="en-US"/>
              <a:t>单击此处添加项标题</a:t>
            </a:r>
          </a:p>
        </p:txBody>
      </p:sp>
      <p:sp>
        <p:nvSpPr>
          <p:cNvPr id="23" name="文本占位符 22"/>
          <p:cNvSpPr>
            <a:spLocks noGrp="1"/>
          </p:cNvSpPr>
          <p:nvPr>
            <p:ph type="body" idx="16387" hasCustomPrompt="1"/>
            <p:custDataLst>
              <p:tags r:id="rId8"/>
            </p:custDataLst>
          </p:nvPr>
        </p:nvSpPr>
        <p:spPr>
          <a:xfrm>
            <a:off x="1066800" y="3556000"/>
            <a:ext cx="3124200" cy="1219200"/>
          </a:xfrm>
          <a:noFill/>
        </p:spPr>
        <p:txBody>
          <a:bodyPr lIns="0" tIns="0" rIns="0" bIns="0" anchor="t">
            <a:normAutofit/>
          </a:bodyPr>
          <a:lstStyle>
            <a:lvl1pPr marL="0" indent="0" algn="l">
              <a:lnSpc>
                <a:spcPct val="125000"/>
              </a:lnSpc>
              <a:spcBef>
                <a:spcPct val="0"/>
              </a:spcBef>
              <a:spcAft>
                <a:spcPct val="0"/>
              </a:spcAft>
              <a:buNone/>
              <a:defRPr sz="1600" b="0" spc="0">
                <a:solidFill>
                  <a:srgbClr val="FFFFFF"/>
                </a:solidFill>
              </a:defRPr>
            </a:lvl1pPr>
          </a:lstStyle>
          <a:p>
            <a:pPr lvl="0"/>
            <a:r>
              <a:rPr lang="zh-CN" altLang="en-US"/>
              <a:t>单击此处添加正文</a:t>
            </a:r>
          </a:p>
        </p:txBody>
      </p:sp>
    </p:spTree>
    <p:extLst>
      <p:ext uri="{BB962C8B-B14F-4D97-AF65-F5344CB8AC3E}">
        <p14:creationId xmlns:p14="http://schemas.microsoft.com/office/powerpoint/2010/main" val="1764026916"/>
      </p:ext>
    </p:extLst>
  </p:cSld>
  <p:clrMapOvr>
    <a:overrideClrMapping bg1="lt1" tx1="dk1" bg2="lt2" tx2="dk2" accent1="accent1" accent2="accent2" accent3="accent3" accent4="accent4" accent5="accent5" accent6="accent6" hlink="hlink" folHlink="folHlink"/>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正文页-59_8">
    <p:bg>
      <p:bgRef idx="1001">
        <a:schemeClr val="bg2"/>
      </p:bgRef>
    </p:bg>
    <p:spTree>
      <p:nvGrpSpPr>
        <p:cNvPr id="1" name=""/>
        <p:cNvGrpSpPr/>
        <p:nvPr/>
      </p:nvGrpSpPr>
      <p:grpSpPr>
        <a:xfrm>
          <a:off x="0" y="0"/>
          <a:ext cx="0" cy="0"/>
          <a:chOff x="0" y="0"/>
          <a:chExt cx="0" cy="0"/>
        </a:xfrm>
      </p:grpSpPr>
      <p:sp>
        <p:nvSpPr>
          <p:cNvPr id="8" name="日期占位符 7"/>
          <p:cNvSpPr>
            <a:spLocks noGrp="1"/>
          </p:cNvSpPr>
          <p:nvPr>
            <p:ph type="dt" sz="half" idx="10"/>
            <p:custDataLst>
              <p:tags r:id="rId1"/>
            </p:custDataLst>
          </p:nvPr>
        </p:nvSpPr>
        <p:spPr/>
        <p:txBody>
          <a:bodyPr wrap="square">
            <a:normAutofit/>
          </a:bodyPr>
          <a:lstStyle/>
          <a:p>
            <a:fld id="{5592522B-0F24-4480-B9DD-A9474A6880D6}" type="datetimeFigureOut">
              <a:rPr lang="zh-CN" altLang="en-US" smtClean="0"/>
              <a:t>2026/10/10</a:t>
            </a:fld>
            <a:endParaRPr lang="zh-CN" altLang="en-US"/>
          </a:p>
        </p:txBody>
      </p:sp>
      <p:sp>
        <p:nvSpPr>
          <p:cNvPr id="9" name="页脚占位符 8"/>
          <p:cNvSpPr>
            <a:spLocks noGrp="1"/>
          </p:cNvSpPr>
          <p:nvPr>
            <p:ph type="ftr" sz="quarter" idx="11"/>
            <p:custDataLst>
              <p:tags r:id="rId2"/>
            </p:custDataLst>
          </p:nvPr>
        </p:nvSpPr>
        <p:spPr/>
        <p:txBody>
          <a:bodyPr/>
          <a:lstStyle/>
          <a:p>
            <a:endParaRPr lang="zh-CN" altLang="en-US"/>
          </a:p>
        </p:txBody>
      </p:sp>
      <p:sp>
        <p:nvSpPr>
          <p:cNvPr id="10" name="灯片编号占位符 9"/>
          <p:cNvSpPr>
            <a:spLocks noGrp="1"/>
          </p:cNvSpPr>
          <p:nvPr>
            <p:ph type="sldNum" sz="quarter" idx="12"/>
            <p:custDataLst>
              <p:tags r:id="rId3"/>
            </p:custDataLst>
          </p:nvPr>
        </p:nvSpPr>
        <p:spPr/>
        <p:txBody>
          <a:bodyPr wrap="square">
            <a:normAutofit/>
          </a:bodyPr>
          <a:lstStyle/>
          <a:p>
            <a:fld id="{BE5F26B5-172A-4DC2-B0B7-181CFC56B87C}" type="slidenum">
              <a:rPr lang="zh-CN" altLang="en-US" smtClean="0"/>
              <a:t>‹#›</a:t>
            </a:fld>
            <a:endParaRPr lang="zh-CN" altLang="en-US"/>
          </a:p>
        </p:txBody>
      </p:sp>
      <p:sp>
        <p:nvSpPr>
          <p:cNvPr id="7" name="内容占位符 6"/>
          <p:cNvSpPr>
            <a:spLocks noGrp="1"/>
          </p:cNvSpPr>
          <p:nvPr>
            <p:ph idx="16390" hasCustomPrompt="1"/>
            <p:custDataLst>
              <p:tags r:id="rId4"/>
            </p:custDataLst>
          </p:nvPr>
        </p:nvSpPr>
        <p:spPr>
          <a:xfrm>
            <a:off x="609600" y="3098800"/>
            <a:ext cx="10972800" cy="3149600"/>
          </a:xfrm>
          <a:custGeom>
            <a:avLst/>
            <a:gdLst>
              <a:gd name="connisteX0" fmla="*/ 0 w 10972800"/>
              <a:gd name="connsiteY0" fmla="*/ 203200 h 3149600"/>
              <a:gd name="connisteX1" fmla="*/ 203200 w 10972800"/>
              <a:gd name="connsiteY1" fmla="*/ 0 h 3149600"/>
              <a:gd name="connisteX2" fmla="*/ 10769600 w 10972800"/>
              <a:gd name="connsiteY2" fmla="*/ 0 h 3149600"/>
              <a:gd name="connisteX3" fmla="*/ 10972800 w 10972800"/>
              <a:gd name="connsiteY3" fmla="*/ 203200 h 3149600"/>
              <a:gd name="connisteX4" fmla="*/ 10972800 w 10972800"/>
              <a:gd name="connsiteY4" fmla="*/ 2946400 h 3149600"/>
              <a:gd name="connisteX5" fmla="*/ 10769600 w 10972800"/>
              <a:gd name="connsiteY5" fmla="*/ 3149600 h 3149600"/>
              <a:gd name="connisteX6" fmla="*/ 203200 w 10972800"/>
              <a:gd name="connsiteY6" fmla="*/ 3149600 h 3149600"/>
              <a:gd name="connisteX7" fmla="*/ 0 w 10972800"/>
              <a:gd name="connsiteY7" fmla="*/ 2946400 h 3149600"/>
              <a:gd name="connisteX8" fmla="*/ 0 w 10972800"/>
              <a:gd name="connsiteY8" fmla="*/ 203200 h 31496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10972800" h="3149600">
                <a:moveTo>
                  <a:pt x="0" y="203200"/>
                </a:moveTo>
                <a:cubicBezTo>
                  <a:pt x="0" y="90976"/>
                  <a:pt x="90976" y="0"/>
                  <a:pt x="203200" y="0"/>
                </a:cubicBezTo>
                <a:lnTo>
                  <a:pt x="10769600" y="0"/>
                </a:lnTo>
                <a:cubicBezTo>
                  <a:pt x="10881824" y="0"/>
                  <a:pt x="10972800" y="90976"/>
                  <a:pt x="10972800" y="203200"/>
                </a:cubicBezTo>
                <a:lnTo>
                  <a:pt x="10972800" y="2946400"/>
                </a:lnTo>
                <a:cubicBezTo>
                  <a:pt x="10972800" y="3058624"/>
                  <a:pt x="10881824" y="3149600"/>
                  <a:pt x="10769600" y="3149600"/>
                </a:cubicBezTo>
                <a:lnTo>
                  <a:pt x="203200" y="3149600"/>
                </a:lnTo>
                <a:cubicBezTo>
                  <a:pt x="90976" y="3149600"/>
                  <a:pt x="0" y="3058624"/>
                  <a:pt x="0" y="2946400"/>
                </a:cubicBezTo>
                <a:lnTo>
                  <a:pt x="0" y="203200"/>
                </a:lnTo>
                <a:close/>
              </a:path>
            </a:pathLst>
          </a:custGeom>
          <a:solidFill>
            <a:srgbClr val="DDDDDD"/>
          </a:solidFill>
          <a:ln>
            <a:noFill/>
          </a:ln>
        </p:spPr>
        <p:txBody>
          <a:bodyPr>
            <a:norm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6" name="标题 5"/>
          <p:cNvSpPr>
            <a:spLocks noGrp="1"/>
          </p:cNvSpPr>
          <p:nvPr>
            <p:ph type="ctrTitle" idx="16385" hasCustomPrompt="1"/>
            <p:custDataLst>
              <p:tags r:id="rId5"/>
            </p:custDataLst>
          </p:nvPr>
        </p:nvSpPr>
        <p:spPr>
          <a:xfrm>
            <a:off x="609600" y="533400"/>
            <a:ext cx="10972800" cy="609600"/>
          </a:xfrm>
          <a:noFill/>
        </p:spPr>
        <p:txBody>
          <a:bodyPr vert="horz" wrap="square" lIns="0" tIns="0" rIns="0" bIns="0" rtlCol="0" anchor="t" anchorCtr="0">
            <a:normAutofit/>
          </a:bodyPr>
          <a:lstStyle>
            <a:lvl1pPr marL="0" marR="0" indent="0" algn="l" defTabSz="914400" rtl="0" eaLnBrk="1" fontAlgn="auto" latinLnBrk="0" hangingPunct="1">
              <a:lnSpc>
                <a:spcPct val="111000"/>
              </a:lnSpc>
              <a:spcBef>
                <a:spcPct val="0"/>
              </a:spcBef>
              <a:spcAft>
                <a:spcPct val="0"/>
              </a:spcAft>
              <a:buClrTx/>
              <a:buSzTx/>
              <a:buFontTx/>
              <a:buNone/>
              <a:defRPr kumimoji="0" lang="zh-CN" altLang="en-US" sz="3600" b="1" i="0" u="none" strike="noStrike" kern="1200" cap="none" spc="0" normalizeH="0" baseline="0" noProof="1">
                <a:solidFill>
                  <a:schemeClr val="tx1"/>
                </a:solidFill>
                <a:latin typeface="+mj-lt"/>
                <a:ea typeface="+mj-ea"/>
                <a:cs typeface="+mj-cs"/>
              </a:defRPr>
            </a:lvl1pPr>
          </a:lstStyle>
          <a:p>
            <a:pPr lvl="0"/>
            <a:r>
              <a:rPr>
                <a:sym typeface="+mn-ea"/>
              </a:rPr>
              <a:t>单击此处添加标题</a:t>
            </a:r>
          </a:p>
        </p:txBody>
      </p:sp>
      <p:sp>
        <p:nvSpPr>
          <p:cNvPr id="21" name="装饰  0"/>
          <p:cNvSpPr>
            <a:spLocks noGrp="1"/>
          </p:cNvSpPr>
          <p:nvPr>
            <p:ph type="body" idx="16391" hasCustomPrompt="1"/>
            <p:custDataLst>
              <p:tags r:id="rId6"/>
            </p:custDataLst>
          </p:nvPr>
        </p:nvSpPr>
        <p:spPr>
          <a:xfrm>
            <a:off x="609600" y="1524000"/>
            <a:ext cx="50800" cy="1117600"/>
          </a:xfrm>
          <a:custGeom>
            <a:avLst/>
            <a:gdLst>
              <a:gd name="connisteX0" fmla="*/ 0 w 50800"/>
              <a:gd name="connsiteY0" fmla="*/ 25400 h 1117600"/>
              <a:gd name="connisteX1" fmla="*/ 25400 w 50800"/>
              <a:gd name="connsiteY1" fmla="*/ 0 h 1117600"/>
              <a:gd name="connisteX2" fmla="*/ 25400 w 50800"/>
              <a:gd name="connsiteY2" fmla="*/ 0 h 1117600"/>
              <a:gd name="connisteX3" fmla="*/ 50800 w 50800"/>
              <a:gd name="connsiteY3" fmla="*/ 25400 h 1117600"/>
              <a:gd name="connisteX4" fmla="*/ 50800 w 50800"/>
              <a:gd name="connsiteY4" fmla="*/ 1092200 h 1117600"/>
              <a:gd name="connisteX5" fmla="*/ 25400 w 50800"/>
              <a:gd name="connsiteY5" fmla="*/ 1117600 h 1117600"/>
              <a:gd name="connisteX6" fmla="*/ 25400 w 50800"/>
              <a:gd name="connsiteY6" fmla="*/ 1117600 h 1117600"/>
              <a:gd name="connisteX7" fmla="*/ 0 w 50800"/>
              <a:gd name="connsiteY7" fmla="*/ 1092200 h 1117600"/>
              <a:gd name="connisteX8" fmla="*/ 0 w 50800"/>
              <a:gd name="connsiteY8" fmla="*/ 25400 h 11176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50800" h="1117600">
                <a:moveTo>
                  <a:pt x="0" y="25400"/>
                </a:moveTo>
                <a:cubicBezTo>
                  <a:pt x="0" y="11372"/>
                  <a:pt x="11372" y="0"/>
                  <a:pt x="25400" y="0"/>
                </a:cubicBezTo>
                <a:lnTo>
                  <a:pt x="25400" y="0"/>
                </a:lnTo>
                <a:cubicBezTo>
                  <a:pt x="39428" y="0"/>
                  <a:pt x="50800" y="11372"/>
                  <a:pt x="50800" y="25400"/>
                </a:cubicBezTo>
                <a:lnTo>
                  <a:pt x="50800" y="1092200"/>
                </a:lnTo>
                <a:cubicBezTo>
                  <a:pt x="50800" y="1106228"/>
                  <a:pt x="39428" y="1117600"/>
                  <a:pt x="25400" y="1117600"/>
                </a:cubicBezTo>
                <a:lnTo>
                  <a:pt x="25400" y="1117600"/>
                </a:lnTo>
                <a:cubicBezTo>
                  <a:pt x="11372" y="1117600"/>
                  <a:pt x="0" y="1106228"/>
                  <a:pt x="0" y="1092200"/>
                </a:cubicBezTo>
                <a:lnTo>
                  <a:pt x="0" y="254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22" name="文本占位符 21"/>
          <p:cNvSpPr>
            <a:spLocks noGrp="1"/>
          </p:cNvSpPr>
          <p:nvPr>
            <p:ph type="body" idx="16386" hasCustomPrompt="1"/>
            <p:custDataLst>
              <p:tags r:id="rId7"/>
            </p:custDataLst>
          </p:nvPr>
        </p:nvSpPr>
        <p:spPr>
          <a:xfrm>
            <a:off x="762000" y="1524000"/>
            <a:ext cx="50292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23" name="文本占位符 22"/>
          <p:cNvSpPr>
            <a:spLocks noGrp="1"/>
          </p:cNvSpPr>
          <p:nvPr>
            <p:ph type="body" idx="16387" hasCustomPrompt="1"/>
            <p:custDataLst>
              <p:tags r:id="rId8"/>
            </p:custDataLst>
          </p:nvPr>
        </p:nvSpPr>
        <p:spPr>
          <a:xfrm>
            <a:off x="762000" y="2032000"/>
            <a:ext cx="5029200" cy="6096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
        <p:nvSpPr>
          <p:cNvPr id="24" name="装饰  3"/>
          <p:cNvSpPr>
            <a:spLocks noGrp="1"/>
          </p:cNvSpPr>
          <p:nvPr>
            <p:ph type="body" idx="16392" hasCustomPrompt="1"/>
            <p:custDataLst>
              <p:tags r:id="rId9"/>
            </p:custDataLst>
          </p:nvPr>
        </p:nvSpPr>
        <p:spPr>
          <a:xfrm>
            <a:off x="6400800" y="1524000"/>
            <a:ext cx="50800" cy="1117600"/>
          </a:xfrm>
          <a:custGeom>
            <a:avLst/>
            <a:gdLst>
              <a:gd name="connisteX0" fmla="*/ 0 w 50800"/>
              <a:gd name="connsiteY0" fmla="*/ 25400 h 1117600"/>
              <a:gd name="connisteX1" fmla="*/ 25400 w 50800"/>
              <a:gd name="connsiteY1" fmla="*/ 0 h 1117600"/>
              <a:gd name="connisteX2" fmla="*/ 25400 w 50800"/>
              <a:gd name="connsiteY2" fmla="*/ 0 h 1117600"/>
              <a:gd name="connisteX3" fmla="*/ 50800 w 50800"/>
              <a:gd name="connsiteY3" fmla="*/ 25400 h 1117600"/>
              <a:gd name="connisteX4" fmla="*/ 50800 w 50800"/>
              <a:gd name="connsiteY4" fmla="*/ 1092200 h 1117600"/>
              <a:gd name="connisteX5" fmla="*/ 25400 w 50800"/>
              <a:gd name="connsiteY5" fmla="*/ 1117600 h 1117600"/>
              <a:gd name="connisteX6" fmla="*/ 25400 w 50800"/>
              <a:gd name="connsiteY6" fmla="*/ 1117600 h 1117600"/>
              <a:gd name="connisteX7" fmla="*/ 0 w 50800"/>
              <a:gd name="connsiteY7" fmla="*/ 1092200 h 1117600"/>
              <a:gd name="connisteX8" fmla="*/ 0 w 50800"/>
              <a:gd name="connsiteY8" fmla="*/ 25400 h 11176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50800" h="1117600">
                <a:moveTo>
                  <a:pt x="0" y="25400"/>
                </a:moveTo>
                <a:cubicBezTo>
                  <a:pt x="0" y="11372"/>
                  <a:pt x="11372" y="0"/>
                  <a:pt x="25400" y="0"/>
                </a:cubicBezTo>
                <a:lnTo>
                  <a:pt x="25400" y="0"/>
                </a:lnTo>
                <a:cubicBezTo>
                  <a:pt x="39428" y="0"/>
                  <a:pt x="50800" y="11372"/>
                  <a:pt x="50800" y="25400"/>
                </a:cubicBezTo>
                <a:lnTo>
                  <a:pt x="50800" y="1092200"/>
                </a:lnTo>
                <a:cubicBezTo>
                  <a:pt x="50800" y="1106228"/>
                  <a:pt x="39428" y="1117600"/>
                  <a:pt x="25400" y="1117600"/>
                </a:cubicBezTo>
                <a:lnTo>
                  <a:pt x="25400" y="1117600"/>
                </a:lnTo>
                <a:cubicBezTo>
                  <a:pt x="11372" y="1117600"/>
                  <a:pt x="0" y="1106228"/>
                  <a:pt x="0" y="1092200"/>
                </a:cubicBezTo>
                <a:lnTo>
                  <a:pt x="0" y="254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25" name="文本占位符 24"/>
          <p:cNvSpPr>
            <a:spLocks noGrp="1"/>
          </p:cNvSpPr>
          <p:nvPr>
            <p:ph type="body" idx="16388" hasCustomPrompt="1"/>
            <p:custDataLst>
              <p:tags r:id="rId10"/>
            </p:custDataLst>
          </p:nvPr>
        </p:nvSpPr>
        <p:spPr>
          <a:xfrm>
            <a:off x="6553200" y="1524000"/>
            <a:ext cx="50292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26" name="文本占位符 25"/>
          <p:cNvSpPr>
            <a:spLocks noGrp="1"/>
          </p:cNvSpPr>
          <p:nvPr>
            <p:ph type="body" idx="16389" hasCustomPrompt="1"/>
            <p:custDataLst>
              <p:tags r:id="rId11"/>
            </p:custDataLst>
          </p:nvPr>
        </p:nvSpPr>
        <p:spPr>
          <a:xfrm>
            <a:off x="6553200" y="2032000"/>
            <a:ext cx="5029200" cy="6096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Tree>
    <p:extLst>
      <p:ext uri="{BB962C8B-B14F-4D97-AF65-F5344CB8AC3E}">
        <p14:creationId xmlns:p14="http://schemas.microsoft.com/office/powerpoint/2010/main" val="906054346"/>
      </p:ext>
    </p:extLst>
  </p:cSld>
  <p:clrMapOvr>
    <a:overrideClrMapping bg1="lt1" tx1="dk1" bg2="lt2" tx2="dk2" accent1="accent1" accent2="accent2" accent3="accent3" accent4="accent4" accent5="accent5" accent6="accent6" hlink="hlink" folHlink="folHlink"/>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正文页-42_1">
    <p:bg>
      <p:bgRef idx="1001">
        <a:schemeClr val="bg2"/>
      </p:bgRef>
    </p:bg>
    <p:spTree>
      <p:nvGrpSpPr>
        <p:cNvPr id="1" name=""/>
        <p:cNvGrpSpPr/>
        <p:nvPr/>
      </p:nvGrpSpPr>
      <p:grpSpPr>
        <a:xfrm>
          <a:off x="0" y="0"/>
          <a:ext cx="0" cy="0"/>
          <a:chOff x="0" y="0"/>
          <a:chExt cx="0" cy="0"/>
        </a:xfrm>
      </p:grpSpPr>
      <p:sp>
        <p:nvSpPr>
          <p:cNvPr id="8" name="日期占位符 7"/>
          <p:cNvSpPr>
            <a:spLocks noGrp="1"/>
          </p:cNvSpPr>
          <p:nvPr>
            <p:ph type="dt" sz="half" idx="10"/>
            <p:custDataLst>
              <p:tags r:id="rId1"/>
            </p:custDataLst>
          </p:nvPr>
        </p:nvSpPr>
        <p:spPr/>
        <p:txBody>
          <a:bodyPr wrap="square">
            <a:normAutofit/>
          </a:bodyPr>
          <a:lstStyle/>
          <a:p>
            <a:fld id="{5592522B-0F24-4480-B9DD-A9474A6880D6}" type="datetimeFigureOut">
              <a:rPr lang="zh-CN" altLang="en-US" smtClean="0"/>
              <a:t>2026/10/10</a:t>
            </a:fld>
            <a:endParaRPr lang="zh-CN" altLang="en-US"/>
          </a:p>
        </p:txBody>
      </p:sp>
      <p:sp>
        <p:nvSpPr>
          <p:cNvPr id="9" name="页脚占位符 8"/>
          <p:cNvSpPr>
            <a:spLocks noGrp="1"/>
          </p:cNvSpPr>
          <p:nvPr>
            <p:ph type="ftr" sz="quarter" idx="11"/>
            <p:custDataLst>
              <p:tags r:id="rId2"/>
            </p:custDataLst>
          </p:nvPr>
        </p:nvSpPr>
        <p:spPr/>
        <p:txBody>
          <a:bodyPr/>
          <a:lstStyle/>
          <a:p>
            <a:endParaRPr lang="zh-CN" altLang="en-US"/>
          </a:p>
        </p:txBody>
      </p:sp>
      <p:sp>
        <p:nvSpPr>
          <p:cNvPr id="10" name="灯片编号占位符 9"/>
          <p:cNvSpPr>
            <a:spLocks noGrp="1"/>
          </p:cNvSpPr>
          <p:nvPr>
            <p:ph type="sldNum" sz="quarter" idx="12"/>
            <p:custDataLst>
              <p:tags r:id="rId3"/>
            </p:custDataLst>
          </p:nvPr>
        </p:nvSpPr>
        <p:spPr/>
        <p:txBody>
          <a:bodyPr wrap="square">
            <a:normAutofit/>
          </a:bodyPr>
          <a:lstStyle/>
          <a:p>
            <a:fld id="{BE5F26B5-172A-4DC2-B0B7-181CFC56B87C}" type="slidenum">
              <a:rPr lang="zh-CN" altLang="en-US" smtClean="0"/>
              <a:t>‹#›</a:t>
            </a:fld>
            <a:endParaRPr lang="zh-CN" altLang="en-US"/>
          </a:p>
        </p:txBody>
      </p:sp>
      <p:sp>
        <p:nvSpPr>
          <p:cNvPr id="7" name="内容占位符 6"/>
          <p:cNvSpPr>
            <a:spLocks noGrp="1"/>
          </p:cNvSpPr>
          <p:nvPr>
            <p:ph idx="16388" hasCustomPrompt="1"/>
            <p:custDataLst>
              <p:tags r:id="rId4"/>
            </p:custDataLst>
          </p:nvPr>
        </p:nvSpPr>
        <p:spPr>
          <a:xfrm>
            <a:off x="609600" y="1524000"/>
            <a:ext cx="10972800" cy="3454400"/>
          </a:xfrm>
          <a:custGeom>
            <a:avLst/>
            <a:gdLst>
              <a:gd name="connisteX0" fmla="*/ 0 w 10972800"/>
              <a:gd name="connsiteY0" fmla="*/ 203200 h 3454400"/>
              <a:gd name="connisteX1" fmla="*/ 203200 w 10972800"/>
              <a:gd name="connsiteY1" fmla="*/ 0 h 3454400"/>
              <a:gd name="connisteX2" fmla="*/ 10769600 w 10972800"/>
              <a:gd name="connsiteY2" fmla="*/ 0 h 3454400"/>
              <a:gd name="connisteX3" fmla="*/ 10972800 w 10972800"/>
              <a:gd name="connsiteY3" fmla="*/ 203200 h 3454400"/>
              <a:gd name="connisteX4" fmla="*/ 10972800 w 10972800"/>
              <a:gd name="connsiteY4" fmla="*/ 3251200 h 3454400"/>
              <a:gd name="connisteX5" fmla="*/ 10769600 w 10972800"/>
              <a:gd name="connsiteY5" fmla="*/ 3454400 h 3454400"/>
              <a:gd name="connisteX6" fmla="*/ 203200 w 10972800"/>
              <a:gd name="connsiteY6" fmla="*/ 3454400 h 3454400"/>
              <a:gd name="connisteX7" fmla="*/ 0 w 10972800"/>
              <a:gd name="connsiteY7" fmla="*/ 3251200 h 3454400"/>
              <a:gd name="connisteX8" fmla="*/ 0 w 10972800"/>
              <a:gd name="connsiteY8" fmla="*/ 203200 h 3454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10972800" h="3454400">
                <a:moveTo>
                  <a:pt x="0" y="203200"/>
                </a:moveTo>
                <a:cubicBezTo>
                  <a:pt x="0" y="90976"/>
                  <a:pt x="90976" y="0"/>
                  <a:pt x="203200" y="0"/>
                </a:cubicBezTo>
                <a:lnTo>
                  <a:pt x="10769600" y="0"/>
                </a:lnTo>
                <a:cubicBezTo>
                  <a:pt x="10881824" y="0"/>
                  <a:pt x="10972800" y="90976"/>
                  <a:pt x="10972800" y="203200"/>
                </a:cubicBezTo>
                <a:lnTo>
                  <a:pt x="10972800" y="3251200"/>
                </a:lnTo>
                <a:cubicBezTo>
                  <a:pt x="10972800" y="3363424"/>
                  <a:pt x="10881824" y="3454400"/>
                  <a:pt x="10769600" y="3454400"/>
                </a:cubicBezTo>
                <a:lnTo>
                  <a:pt x="203200" y="3454400"/>
                </a:lnTo>
                <a:cubicBezTo>
                  <a:pt x="90976" y="3454400"/>
                  <a:pt x="0" y="3363424"/>
                  <a:pt x="0" y="3251200"/>
                </a:cubicBezTo>
                <a:lnTo>
                  <a:pt x="0" y="203200"/>
                </a:lnTo>
                <a:close/>
              </a:path>
            </a:pathLst>
          </a:custGeom>
          <a:solidFill>
            <a:srgbClr val="DDDDDD"/>
          </a:solidFill>
          <a:ln>
            <a:noFill/>
          </a:ln>
        </p:spPr>
        <p:txBody>
          <a:bodyPr>
            <a:norm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6" name="标题 5"/>
          <p:cNvSpPr>
            <a:spLocks noGrp="1"/>
          </p:cNvSpPr>
          <p:nvPr>
            <p:ph type="ctrTitle" idx="16385" hasCustomPrompt="1"/>
            <p:custDataLst>
              <p:tags r:id="rId5"/>
            </p:custDataLst>
          </p:nvPr>
        </p:nvSpPr>
        <p:spPr>
          <a:xfrm>
            <a:off x="609600" y="533400"/>
            <a:ext cx="10972800" cy="609600"/>
          </a:xfrm>
          <a:noFill/>
        </p:spPr>
        <p:txBody>
          <a:bodyPr vert="horz" wrap="square" lIns="0" tIns="0" rIns="0" bIns="0" rtlCol="0" anchor="t" anchorCtr="0">
            <a:normAutofit/>
          </a:bodyPr>
          <a:lstStyle>
            <a:lvl1pPr marL="0" marR="0" indent="0" algn="l" defTabSz="914400" rtl="0" eaLnBrk="1" fontAlgn="auto" latinLnBrk="0" hangingPunct="1">
              <a:lnSpc>
                <a:spcPct val="111000"/>
              </a:lnSpc>
              <a:spcBef>
                <a:spcPct val="0"/>
              </a:spcBef>
              <a:spcAft>
                <a:spcPct val="0"/>
              </a:spcAft>
              <a:buClrTx/>
              <a:buSzTx/>
              <a:buFontTx/>
              <a:buNone/>
              <a:defRPr kumimoji="0" lang="zh-CN" altLang="en-US" sz="3600" b="1" i="0" u="none" strike="noStrike" kern="1200" cap="none" spc="0" normalizeH="0" baseline="0" noProof="1">
                <a:solidFill>
                  <a:schemeClr val="tx1"/>
                </a:solidFill>
                <a:latin typeface="+mj-lt"/>
                <a:ea typeface="+mj-ea"/>
                <a:cs typeface="+mj-cs"/>
              </a:defRPr>
            </a:lvl1pPr>
          </a:lstStyle>
          <a:p>
            <a:pPr lvl="0"/>
            <a:r>
              <a:rPr>
                <a:sym typeface="+mn-ea"/>
              </a:rPr>
              <a:t>单击此处添加标题</a:t>
            </a:r>
          </a:p>
        </p:txBody>
      </p:sp>
      <p:sp>
        <p:nvSpPr>
          <p:cNvPr id="21" name="装饰  0"/>
          <p:cNvSpPr>
            <a:spLocks noGrp="1"/>
          </p:cNvSpPr>
          <p:nvPr>
            <p:ph type="body" idx="16389" hasCustomPrompt="1"/>
            <p:custDataLst>
              <p:tags r:id="rId6"/>
            </p:custDataLst>
          </p:nvPr>
        </p:nvSpPr>
        <p:spPr>
          <a:xfrm>
            <a:off x="609600" y="5435600"/>
            <a:ext cx="50800" cy="812800"/>
          </a:xfrm>
          <a:custGeom>
            <a:avLst/>
            <a:gdLst>
              <a:gd name="connisteX0" fmla="*/ 0 w 50800"/>
              <a:gd name="connsiteY0" fmla="*/ 25400 h 812800"/>
              <a:gd name="connisteX1" fmla="*/ 25400 w 50800"/>
              <a:gd name="connsiteY1" fmla="*/ 0 h 812800"/>
              <a:gd name="connisteX2" fmla="*/ 25400 w 50800"/>
              <a:gd name="connsiteY2" fmla="*/ 0 h 812800"/>
              <a:gd name="connisteX3" fmla="*/ 50800 w 50800"/>
              <a:gd name="connsiteY3" fmla="*/ 25400 h 812800"/>
              <a:gd name="connisteX4" fmla="*/ 50800 w 50800"/>
              <a:gd name="connsiteY4" fmla="*/ 787400 h 812800"/>
              <a:gd name="connisteX5" fmla="*/ 25400 w 50800"/>
              <a:gd name="connsiteY5" fmla="*/ 812800 h 812800"/>
              <a:gd name="connisteX6" fmla="*/ 25400 w 50800"/>
              <a:gd name="connsiteY6" fmla="*/ 812800 h 812800"/>
              <a:gd name="connisteX7" fmla="*/ 0 w 50800"/>
              <a:gd name="connsiteY7" fmla="*/ 787400 h 812800"/>
              <a:gd name="connisteX8" fmla="*/ 0 w 50800"/>
              <a:gd name="connsiteY8" fmla="*/ 25400 h 812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50800" h="812800">
                <a:moveTo>
                  <a:pt x="0" y="25400"/>
                </a:moveTo>
                <a:cubicBezTo>
                  <a:pt x="0" y="11372"/>
                  <a:pt x="11372" y="0"/>
                  <a:pt x="25400" y="0"/>
                </a:cubicBezTo>
                <a:lnTo>
                  <a:pt x="25400" y="0"/>
                </a:lnTo>
                <a:cubicBezTo>
                  <a:pt x="39428" y="0"/>
                  <a:pt x="50800" y="11372"/>
                  <a:pt x="50800" y="25400"/>
                </a:cubicBezTo>
                <a:lnTo>
                  <a:pt x="50800" y="787400"/>
                </a:lnTo>
                <a:cubicBezTo>
                  <a:pt x="50800" y="801428"/>
                  <a:pt x="39428" y="812800"/>
                  <a:pt x="25400" y="812800"/>
                </a:cubicBezTo>
                <a:lnTo>
                  <a:pt x="25400" y="812800"/>
                </a:lnTo>
                <a:cubicBezTo>
                  <a:pt x="11372" y="812800"/>
                  <a:pt x="0" y="801428"/>
                  <a:pt x="0" y="787400"/>
                </a:cubicBezTo>
                <a:lnTo>
                  <a:pt x="0" y="254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22" name="文本占位符 21"/>
          <p:cNvSpPr>
            <a:spLocks noGrp="1"/>
          </p:cNvSpPr>
          <p:nvPr>
            <p:ph type="body" idx="16386" hasCustomPrompt="1"/>
            <p:custDataLst>
              <p:tags r:id="rId7"/>
            </p:custDataLst>
          </p:nvPr>
        </p:nvSpPr>
        <p:spPr>
          <a:xfrm>
            <a:off x="762000" y="5435600"/>
            <a:ext cx="108204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23" name="文本占位符 22"/>
          <p:cNvSpPr>
            <a:spLocks noGrp="1"/>
          </p:cNvSpPr>
          <p:nvPr>
            <p:ph type="body" idx="16387" hasCustomPrompt="1"/>
            <p:custDataLst>
              <p:tags r:id="rId8"/>
            </p:custDataLst>
          </p:nvPr>
        </p:nvSpPr>
        <p:spPr>
          <a:xfrm>
            <a:off x="762000" y="5943600"/>
            <a:ext cx="10820400" cy="3048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单击此处添加正文</a:t>
            </a:r>
          </a:p>
        </p:txBody>
      </p:sp>
    </p:spTree>
    <p:extLst>
      <p:ext uri="{BB962C8B-B14F-4D97-AF65-F5344CB8AC3E}">
        <p14:creationId xmlns:p14="http://schemas.microsoft.com/office/powerpoint/2010/main" val="2209488697"/>
      </p:ext>
    </p:extLst>
  </p:cSld>
  <p:clrMapOvr>
    <a:overrideClrMapping bg1="lt1" tx1="dk1" bg2="lt2" tx2="dk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正文页-10003_1">
    <p:bg>
      <p:bgRef idx="1001">
        <a:schemeClr val="bg2"/>
      </p:bgRef>
    </p:bg>
    <p:spTree>
      <p:nvGrpSpPr>
        <p:cNvPr id="1" name=""/>
        <p:cNvGrpSpPr/>
        <p:nvPr/>
      </p:nvGrpSpPr>
      <p:grpSpPr>
        <a:xfrm>
          <a:off x="0" y="0"/>
          <a:ext cx="0" cy="0"/>
          <a:chOff x="0" y="0"/>
          <a:chExt cx="0" cy="0"/>
        </a:xfrm>
      </p:grpSpPr>
      <p:sp>
        <p:nvSpPr>
          <p:cNvPr id="8" name="日期占位符 7"/>
          <p:cNvSpPr>
            <a:spLocks noGrp="1"/>
          </p:cNvSpPr>
          <p:nvPr>
            <p:ph type="dt" sz="half" idx="10"/>
            <p:custDataLst>
              <p:tags r:id="rId1"/>
            </p:custDataLst>
          </p:nvPr>
        </p:nvSpPr>
        <p:spPr/>
        <p:txBody>
          <a:bodyPr wrap="square">
            <a:normAutofit/>
          </a:bodyPr>
          <a:lstStyle/>
          <a:p>
            <a:fld id="{5592522B-0F24-4480-B9DD-A9474A6880D6}" type="datetimeFigureOut">
              <a:rPr lang="zh-CN" altLang="en-US" smtClean="0"/>
              <a:t>2026/10/10</a:t>
            </a:fld>
            <a:endParaRPr lang="zh-CN" altLang="en-US"/>
          </a:p>
        </p:txBody>
      </p:sp>
      <p:sp>
        <p:nvSpPr>
          <p:cNvPr id="9" name="页脚占位符 8"/>
          <p:cNvSpPr>
            <a:spLocks noGrp="1"/>
          </p:cNvSpPr>
          <p:nvPr>
            <p:ph type="ftr" sz="quarter" idx="11"/>
            <p:custDataLst>
              <p:tags r:id="rId2"/>
            </p:custDataLst>
          </p:nvPr>
        </p:nvSpPr>
        <p:spPr/>
        <p:txBody>
          <a:bodyPr/>
          <a:lstStyle/>
          <a:p>
            <a:endParaRPr lang="zh-CN" altLang="en-US"/>
          </a:p>
        </p:txBody>
      </p:sp>
      <p:sp>
        <p:nvSpPr>
          <p:cNvPr id="10" name="灯片编号占位符 9"/>
          <p:cNvSpPr>
            <a:spLocks noGrp="1"/>
          </p:cNvSpPr>
          <p:nvPr>
            <p:ph type="sldNum" sz="quarter" idx="12"/>
            <p:custDataLst>
              <p:tags r:id="rId3"/>
            </p:custDataLst>
          </p:nvPr>
        </p:nvSpPr>
        <p:spPr/>
        <p:txBody>
          <a:bodyPr wrap="square">
            <a:normAutofit/>
          </a:bodyPr>
          <a:lstStyle/>
          <a:p>
            <a:fld id="{BE5F26B5-172A-4DC2-B0B7-181CFC56B87C}" type="slidenum">
              <a:rPr lang="zh-CN" altLang="en-US" smtClean="0"/>
              <a:t>‹#›</a:t>
            </a:fld>
            <a:endParaRPr lang="zh-CN" altLang="en-US"/>
          </a:p>
        </p:txBody>
      </p:sp>
      <p:sp>
        <p:nvSpPr>
          <p:cNvPr id="7" name="文本占位符 6"/>
          <p:cNvSpPr>
            <a:spLocks noGrp="1"/>
          </p:cNvSpPr>
          <p:nvPr>
            <p:ph type="body" idx="16386" hasCustomPrompt="1"/>
            <p:custDataLst>
              <p:tags r:id="rId4"/>
            </p:custDataLst>
          </p:nvPr>
        </p:nvSpPr>
        <p:spPr>
          <a:xfrm>
            <a:off x="609600" y="2336800"/>
            <a:ext cx="10972800" cy="406400"/>
          </a:xfrm>
          <a:noFill/>
        </p:spPr>
        <p:txBody>
          <a:bodyPr lIns="0" tIns="0" rIns="0" bIns="0" anchor="t">
            <a:normAutofit/>
          </a:bodyPr>
          <a:lstStyle>
            <a:lvl1pPr marL="0" indent="0" algn="ctr">
              <a:lnSpc>
                <a:spcPct val="111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6" name="标题 5"/>
          <p:cNvSpPr>
            <a:spLocks noGrp="1"/>
          </p:cNvSpPr>
          <p:nvPr>
            <p:ph type="ctrTitle" idx="16385" hasCustomPrompt="1"/>
            <p:custDataLst>
              <p:tags r:id="rId5"/>
            </p:custDataLst>
          </p:nvPr>
        </p:nvSpPr>
        <p:spPr>
          <a:xfrm>
            <a:off x="609600" y="533400"/>
            <a:ext cx="10972800" cy="609600"/>
          </a:xfrm>
          <a:noFill/>
        </p:spPr>
        <p:txBody>
          <a:bodyPr vert="horz" wrap="square" lIns="0" tIns="0" rIns="0" bIns="0" rtlCol="0" anchor="t" anchorCtr="0">
            <a:normAutofit/>
          </a:bodyPr>
          <a:lstStyle>
            <a:lvl1pPr marL="0" marR="0" indent="0" algn="l" defTabSz="914400" rtl="0" eaLnBrk="1" fontAlgn="auto" latinLnBrk="0" hangingPunct="1">
              <a:lnSpc>
                <a:spcPct val="111000"/>
              </a:lnSpc>
              <a:spcBef>
                <a:spcPct val="0"/>
              </a:spcBef>
              <a:spcAft>
                <a:spcPct val="0"/>
              </a:spcAft>
              <a:buClrTx/>
              <a:buSzTx/>
              <a:buFontTx/>
              <a:buNone/>
              <a:defRPr kumimoji="0" lang="zh-CN" altLang="en-US" sz="3600" b="1" i="0" u="none" strike="noStrike" kern="1200" cap="none" spc="0" normalizeH="0" baseline="0" noProof="1">
                <a:solidFill>
                  <a:schemeClr val="tx1"/>
                </a:solidFill>
                <a:latin typeface="+mj-lt"/>
                <a:ea typeface="+mj-ea"/>
                <a:cs typeface="+mj-cs"/>
              </a:defRPr>
            </a:lvl1pPr>
          </a:lstStyle>
          <a:p>
            <a:pPr lvl="0"/>
            <a:r>
              <a:rPr>
                <a:sym typeface="+mn-ea"/>
              </a:rPr>
              <a:t>单击此处添加标题</a:t>
            </a:r>
          </a:p>
        </p:txBody>
      </p:sp>
      <p:sp>
        <p:nvSpPr>
          <p:cNvPr id="21" name="装饰  0"/>
          <p:cNvSpPr>
            <a:spLocks noGrp="1"/>
          </p:cNvSpPr>
          <p:nvPr>
            <p:ph type="body" idx="16388" hasCustomPrompt="1"/>
            <p:custDataLst>
              <p:tags r:id="rId6"/>
            </p:custDataLst>
          </p:nvPr>
        </p:nvSpPr>
        <p:spPr>
          <a:xfrm>
            <a:off x="609600" y="2895600"/>
            <a:ext cx="10972800" cy="2540000"/>
          </a:xfrm>
          <a:custGeom>
            <a:avLst/>
            <a:gdLst>
              <a:gd name="connisteX0" fmla="*/ 0 w 10972800"/>
              <a:gd name="connsiteY0" fmla="*/ 203200 h 2540000"/>
              <a:gd name="connisteX1" fmla="*/ 203200 w 10972800"/>
              <a:gd name="connsiteY1" fmla="*/ 0 h 2540000"/>
              <a:gd name="connisteX2" fmla="*/ 10769600 w 10972800"/>
              <a:gd name="connsiteY2" fmla="*/ 0 h 2540000"/>
              <a:gd name="connisteX3" fmla="*/ 10972800 w 10972800"/>
              <a:gd name="connsiteY3" fmla="*/ 203200 h 2540000"/>
              <a:gd name="connisteX4" fmla="*/ 10972800 w 10972800"/>
              <a:gd name="connsiteY4" fmla="*/ 2336800 h 2540000"/>
              <a:gd name="connisteX5" fmla="*/ 10769600 w 10972800"/>
              <a:gd name="connsiteY5" fmla="*/ 2540000 h 2540000"/>
              <a:gd name="connisteX6" fmla="*/ 203200 w 10972800"/>
              <a:gd name="connsiteY6" fmla="*/ 2540000 h 2540000"/>
              <a:gd name="connisteX7" fmla="*/ 0 w 10972800"/>
              <a:gd name="connsiteY7" fmla="*/ 2336800 h 2540000"/>
              <a:gd name="connisteX8" fmla="*/ 0 w 10972800"/>
              <a:gd name="connsiteY8" fmla="*/ 203200 h 2540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10972800" h="2540000">
                <a:moveTo>
                  <a:pt x="0" y="203200"/>
                </a:moveTo>
                <a:cubicBezTo>
                  <a:pt x="0" y="90976"/>
                  <a:pt x="90976" y="0"/>
                  <a:pt x="203200" y="0"/>
                </a:cubicBezTo>
                <a:lnTo>
                  <a:pt x="10769600" y="0"/>
                </a:lnTo>
                <a:cubicBezTo>
                  <a:pt x="10881824" y="0"/>
                  <a:pt x="10972800" y="90976"/>
                  <a:pt x="10972800" y="203200"/>
                </a:cubicBezTo>
                <a:lnTo>
                  <a:pt x="10972800" y="2336800"/>
                </a:lnTo>
                <a:cubicBezTo>
                  <a:pt x="10972800" y="2449024"/>
                  <a:pt x="10881824" y="2540000"/>
                  <a:pt x="10769600" y="2540000"/>
                </a:cubicBezTo>
                <a:lnTo>
                  <a:pt x="203200" y="2540000"/>
                </a:lnTo>
                <a:cubicBezTo>
                  <a:pt x="90976" y="2540000"/>
                  <a:pt x="0" y="2449024"/>
                  <a:pt x="0" y="2336800"/>
                </a:cubicBezTo>
                <a:lnTo>
                  <a:pt x="0" y="203200"/>
                </a:lnTo>
                <a:close/>
              </a:path>
            </a:pathLst>
          </a:custGeom>
          <a:gradFill>
            <a:gsLst>
              <a:gs pos="0">
                <a:schemeClr val="accent1">
                  <a:lumMod val="0"/>
                  <a:lumOff val="100000"/>
                </a:schemeClr>
              </a:gs>
              <a:gs pos="100000">
                <a:schemeClr val="accent1">
                  <a:lumMod val="0"/>
                  <a:lumOff val="100000"/>
                </a:schemeClr>
              </a:gs>
            </a:gsLst>
            <a:lin ang="5400000"/>
          </a:gra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22" name="文本占位符 21"/>
          <p:cNvSpPr>
            <a:spLocks noGrp="1"/>
          </p:cNvSpPr>
          <p:nvPr>
            <p:ph type="body" idx="16387" hasCustomPrompt="1"/>
            <p:custDataLst>
              <p:tags r:id="rId7"/>
            </p:custDataLst>
          </p:nvPr>
        </p:nvSpPr>
        <p:spPr>
          <a:xfrm>
            <a:off x="914400" y="3860800"/>
            <a:ext cx="10363200" cy="6096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单击此处添加正文</a:t>
            </a:r>
          </a:p>
        </p:txBody>
      </p:sp>
    </p:spTree>
    <p:extLst>
      <p:ext uri="{BB962C8B-B14F-4D97-AF65-F5344CB8AC3E}">
        <p14:creationId xmlns:p14="http://schemas.microsoft.com/office/powerpoint/2010/main" val="2473464818"/>
      </p:ext>
    </p:extLst>
  </p:cSld>
  <p:clrMapOvr>
    <a:overrideClrMapping bg1="lt1" tx1="dk1" bg2="lt2" tx2="dk2" accent1="accent1" accent2="accent2" accent3="accent3" accent4="accent4" accent5="accent5" accent6="accent6" hlink="hlink" folHlink="folHlink"/>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正文页-10013_1">
    <p:bg>
      <p:bgRef idx="1001">
        <a:schemeClr val="bg2"/>
      </p:bgRef>
    </p:bg>
    <p:spTree>
      <p:nvGrpSpPr>
        <p:cNvPr id="1" name=""/>
        <p:cNvGrpSpPr/>
        <p:nvPr/>
      </p:nvGrpSpPr>
      <p:grpSpPr>
        <a:xfrm>
          <a:off x="0" y="0"/>
          <a:ext cx="0" cy="0"/>
          <a:chOff x="0" y="0"/>
          <a:chExt cx="0" cy="0"/>
        </a:xfrm>
      </p:grpSpPr>
      <p:sp>
        <p:nvSpPr>
          <p:cNvPr id="8" name="日期占位符 7"/>
          <p:cNvSpPr>
            <a:spLocks noGrp="1"/>
          </p:cNvSpPr>
          <p:nvPr>
            <p:ph type="dt" sz="half" idx="10"/>
            <p:custDataLst>
              <p:tags r:id="rId1"/>
            </p:custDataLst>
          </p:nvPr>
        </p:nvSpPr>
        <p:spPr/>
        <p:txBody>
          <a:bodyPr wrap="square">
            <a:normAutofit/>
          </a:bodyPr>
          <a:lstStyle/>
          <a:p>
            <a:fld id="{5592522B-0F24-4480-B9DD-A9474A6880D6}" type="datetimeFigureOut">
              <a:rPr lang="zh-CN" altLang="en-US" smtClean="0"/>
              <a:t>2026/10/10</a:t>
            </a:fld>
            <a:endParaRPr lang="zh-CN" altLang="en-US"/>
          </a:p>
        </p:txBody>
      </p:sp>
      <p:sp>
        <p:nvSpPr>
          <p:cNvPr id="9" name="页脚占位符 8"/>
          <p:cNvSpPr>
            <a:spLocks noGrp="1"/>
          </p:cNvSpPr>
          <p:nvPr>
            <p:ph type="ftr" sz="quarter" idx="11"/>
            <p:custDataLst>
              <p:tags r:id="rId2"/>
            </p:custDataLst>
          </p:nvPr>
        </p:nvSpPr>
        <p:spPr/>
        <p:txBody>
          <a:bodyPr/>
          <a:lstStyle/>
          <a:p>
            <a:endParaRPr lang="zh-CN" altLang="en-US"/>
          </a:p>
        </p:txBody>
      </p:sp>
      <p:sp>
        <p:nvSpPr>
          <p:cNvPr id="10" name="灯片编号占位符 9"/>
          <p:cNvSpPr>
            <a:spLocks noGrp="1"/>
          </p:cNvSpPr>
          <p:nvPr>
            <p:ph type="sldNum" sz="quarter" idx="12"/>
            <p:custDataLst>
              <p:tags r:id="rId3"/>
            </p:custDataLst>
          </p:nvPr>
        </p:nvSpPr>
        <p:spPr/>
        <p:txBody>
          <a:bodyPr wrap="square">
            <a:normAutofit/>
          </a:bodyPr>
          <a:lstStyle/>
          <a:p>
            <a:fld id="{BE5F26B5-172A-4DC2-B0B7-181CFC56B87C}" type="slidenum">
              <a:rPr lang="zh-CN" altLang="en-US" smtClean="0"/>
              <a:t>‹#›</a:t>
            </a:fld>
            <a:endParaRPr lang="zh-CN" altLang="en-US"/>
          </a:p>
        </p:txBody>
      </p:sp>
      <p:sp>
        <p:nvSpPr>
          <p:cNvPr id="7" name="内容占位符 6"/>
          <p:cNvSpPr>
            <a:spLocks noGrp="1"/>
          </p:cNvSpPr>
          <p:nvPr>
            <p:ph idx="16388" hasCustomPrompt="1"/>
            <p:custDataLst>
              <p:tags r:id="rId4"/>
            </p:custDataLst>
          </p:nvPr>
        </p:nvSpPr>
        <p:spPr>
          <a:xfrm>
            <a:off x="609600" y="1524000"/>
            <a:ext cx="10972800" cy="3403600"/>
          </a:xfrm>
          <a:custGeom>
            <a:avLst/>
            <a:gdLst>
              <a:gd name="connisteX0" fmla="*/ 0 w 10972800"/>
              <a:gd name="connsiteY0" fmla="*/ 203200 h 3403600"/>
              <a:gd name="connisteX1" fmla="*/ 203200 w 10972800"/>
              <a:gd name="connsiteY1" fmla="*/ 0 h 3403600"/>
              <a:gd name="connisteX2" fmla="*/ 10769600 w 10972800"/>
              <a:gd name="connsiteY2" fmla="*/ 0 h 3403600"/>
              <a:gd name="connisteX3" fmla="*/ 10972800 w 10972800"/>
              <a:gd name="connsiteY3" fmla="*/ 203200 h 3403600"/>
              <a:gd name="connisteX4" fmla="*/ 10972800 w 10972800"/>
              <a:gd name="connsiteY4" fmla="*/ 3200400 h 3403600"/>
              <a:gd name="connisteX5" fmla="*/ 10769600 w 10972800"/>
              <a:gd name="connsiteY5" fmla="*/ 3403600 h 3403600"/>
              <a:gd name="connisteX6" fmla="*/ 203200 w 10972800"/>
              <a:gd name="connsiteY6" fmla="*/ 3403600 h 3403600"/>
              <a:gd name="connisteX7" fmla="*/ 0 w 10972800"/>
              <a:gd name="connsiteY7" fmla="*/ 3200400 h 3403600"/>
              <a:gd name="connisteX8" fmla="*/ 0 w 10972800"/>
              <a:gd name="connsiteY8" fmla="*/ 203200 h 34036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10972800" h="3403600">
                <a:moveTo>
                  <a:pt x="0" y="203200"/>
                </a:moveTo>
                <a:cubicBezTo>
                  <a:pt x="0" y="90976"/>
                  <a:pt x="90976" y="0"/>
                  <a:pt x="203200" y="0"/>
                </a:cubicBezTo>
                <a:lnTo>
                  <a:pt x="10769600" y="0"/>
                </a:lnTo>
                <a:cubicBezTo>
                  <a:pt x="10881824" y="0"/>
                  <a:pt x="10972800" y="90976"/>
                  <a:pt x="10972800" y="203200"/>
                </a:cubicBezTo>
                <a:lnTo>
                  <a:pt x="10972800" y="3200400"/>
                </a:lnTo>
                <a:cubicBezTo>
                  <a:pt x="10972800" y="3312624"/>
                  <a:pt x="10881824" y="3403600"/>
                  <a:pt x="10769600" y="3403600"/>
                </a:cubicBezTo>
                <a:lnTo>
                  <a:pt x="203200" y="3403600"/>
                </a:lnTo>
                <a:cubicBezTo>
                  <a:pt x="90976" y="3403600"/>
                  <a:pt x="0" y="3312624"/>
                  <a:pt x="0" y="3200400"/>
                </a:cubicBezTo>
                <a:lnTo>
                  <a:pt x="0" y="203200"/>
                </a:lnTo>
                <a:close/>
              </a:path>
            </a:pathLst>
          </a:custGeom>
          <a:solidFill>
            <a:srgbClr val="DDDDDD"/>
          </a:solidFill>
          <a:ln>
            <a:noFill/>
          </a:ln>
        </p:spPr>
        <p:txBody>
          <a:bodyPr>
            <a:norm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6" name="标题 5"/>
          <p:cNvSpPr>
            <a:spLocks noGrp="1"/>
          </p:cNvSpPr>
          <p:nvPr>
            <p:ph type="ctrTitle" idx="16385" hasCustomPrompt="1"/>
            <p:custDataLst>
              <p:tags r:id="rId5"/>
            </p:custDataLst>
          </p:nvPr>
        </p:nvSpPr>
        <p:spPr>
          <a:xfrm>
            <a:off x="609600" y="533400"/>
            <a:ext cx="10972800" cy="609600"/>
          </a:xfrm>
          <a:noFill/>
        </p:spPr>
        <p:txBody>
          <a:bodyPr vert="horz" wrap="square" lIns="0" tIns="0" rIns="0" bIns="0" rtlCol="0" anchor="t" anchorCtr="0">
            <a:normAutofit/>
          </a:bodyPr>
          <a:lstStyle>
            <a:lvl1pPr marL="0" marR="0" indent="0" algn="l" defTabSz="914400" rtl="0" eaLnBrk="1" fontAlgn="auto" latinLnBrk="0" hangingPunct="1">
              <a:lnSpc>
                <a:spcPct val="111000"/>
              </a:lnSpc>
              <a:spcBef>
                <a:spcPct val="0"/>
              </a:spcBef>
              <a:spcAft>
                <a:spcPct val="0"/>
              </a:spcAft>
              <a:buClrTx/>
              <a:buSzTx/>
              <a:buFontTx/>
              <a:buNone/>
              <a:defRPr kumimoji="0" lang="zh-CN" altLang="en-US" sz="3600" b="1" i="0" u="none" strike="noStrike" kern="1200" cap="none" spc="0" normalizeH="0" baseline="0" noProof="1">
                <a:solidFill>
                  <a:schemeClr val="tx1"/>
                </a:solidFill>
                <a:latin typeface="+mj-lt"/>
                <a:ea typeface="+mj-ea"/>
                <a:cs typeface="+mj-cs"/>
              </a:defRPr>
            </a:lvl1pPr>
          </a:lstStyle>
          <a:p>
            <a:pPr lvl="0"/>
            <a:r>
              <a:rPr>
                <a:sym typeface="+mn-ea"/>
              </a:rPr>
              <a:t>单击此处添加标题</a:t>
            </a:r>
          </a:p>
        </p:txBody>
      </p:sp>
      <p:sp>
        <p:nvSpPr>
          <p:cNvPr id="21" name="文本占位符 20"/>
          <p:cNvSpPr>
            <a:spLocks noGrp="1"/>
          </p:cNvSpPr>
          <p:nvPr>
            <p:ph type="body" idx="16386" hasCustomPrompt="1"/>
            <p:custDataLst>
              <p:tags r:id="rId6"/>
            </p:custDataLst>
          </p:nvPr>
        </p:nvSpPr>
        <p:spPr>
          <a:xfrm>
            <a:off x="609600" y="5384800"/>
            <a:ext cx="109728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22" name="文本占位符 21"/>
          <p:cNvSpPr>
            <a:spLocks noGrp="1"/>
          </p:cNvSpPr>
          <p:nvPr>
            <p:ph type="body" idx="16387" hasCustomPrompt="1"/>
            <p:custDataLst>
              <p:tags r:id="rId7"/>
            </p:custDataLst>
          </p:nvPr>
        </p:nvSpPr>
        <p:spPr>
          <a:xfrm>
            <a:off x="609600" y="5943600"/>
            <a:ext cx="10972800" cy="3048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单击此处添加正文</a:t>
            </a:r>
          </a:p>
        </p:txBody>
      </p:sp>
    </p:spTree>
    <p:extLst>
      <p:ext uri="{BB962C8B-B14F-4D97-AF65-F5344CB8AC3E}">
        <p14:creationId xmlns:p14="http://schemas.microsoft.com/office/powerpoint/2010/main" val="1383751967"/>
      </p:ext>
    </p:extLst>
  </p:cSld>
  <p:clrMapOvr>
    <a:overrideClrMapping bg1="lt1" tx1="dk1" bg2="lt2" tx2="dk2" accent1="accent1" accent2="accent2" accent3="accent3" accent4="accent4" accent5="accent5" accent6="accent6" hlink="hlink" folHlink="folHlink"/>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正文页-54_16">
    <p:bg>
      <p:bgRef idx="1001">
        <a:schemeClr val="bg2"/>
      </p:bgRef>
    </p:bg>
    <p:spTree>
      <p:nvGrpSpPr>
        <p:cNvPr id="1" name=""/>
        <p:cNvGrpSpPr/>
        <p:nvPr/>
      </p:nvGrpSpPr>
      <p:grpSpPr>
        <a:xfrm>
          <a:off x="0" y="0"/>
          <a:ext cx="0" cy="0"/>
          <a:chOff x="0" y="0"/>
          <a:chExt cx="0" cy="0"/>
        </a:xfrm>
      </p:grpSpPr>
      <p:sp>
        <p:nvSpPr>
          <p:cNvPr id="8" name="日期占位符 7"/>
          <p:cNvSpPr>
            <a:spLocks noGrp="1"/>
          </p:cNvSpPr>
          <p:nvPr>
            <p:ph type="dt" sz="half" idx="10"/>
            <p:custDataLst>
              <p:tags r:id="rId1"/>
            </p:custDataLst>
          </p:nvPr>
        </p:nvSpPr>
        <p:spPr/>
        <p:txBody>
          <a:bodyPr wrap="square">
            <a:normAutofit/>
          </a:bodyPr>
          <a:lstStyle/>
          <a:p>
            <a:fld id="{5592522B-0F24-4480-B9DD-A9474A6880D6}" type="datetimeFigureOut">
              <a:rPr lang="zh-CN" altLang="en-US" smtClean="0"/>
              <a:t>2026/10/10</a:t>
            </a:fld>
            <a:endParaRPr lang="zh-CN" altLang="en-US"/>
          </a:p>
        </p:txBody>
      </p:sp>
      <p:sp>
        <p:nvSpPr>
          <p:cNvPr id="9" name="页脚占位符 8"/>
          <p:cNvSpPr>
            <a:spLocks noGrp="1"/>
          </p:cNvSpPr>
          <p:nvPr>
            <p:ph type="ftr" sz="quarter" idx="11"/>
            <p:custDataLst>
              <p:tags r:id="rId2"/>
            </p:custDataLst>
          </p:nvPr>
        </p:nvSpPr>
        <p:spPr/>
        <p:txBody>
          <a:bodyPr/>
          <a:lstStyle/>
          <a:p>
            <a:endParaRPr lang="zh-CN" altLang="en-US"/>
          </a:p>
        </p:txBody>
      </p:sp>
      <p:sp>
        <p:nvSpPr>
          <p:cNvPr id="10" name="灯片编号占位符 9"/>
          <p:cNvSpPr>
            <a:spLocks noGrp="1"/>
          </p:cNvSpPr>
          <p:nvPr>
            <p:ph type="sldNum" sz="quarter" idx="12"/>
            <p:custDataLst>
              <p:tags r:id="rId3"/>
            </p:custDataLst>
          </p:nvPr>
        </p:nvSpPr>
        <p:spPr/>
        <p:txBody>
          <a:bodyPr wrap="square">
            <a:normAutofit/>
          </a:bodyPr>
          <a:lstStyle/>
          <a:p>
            <a:fld id="{BE5F26B5-172A-4DC2-B0B7-181CFC56B87C}" type="slidenum">
              <a:rPr lang="zh-CN" altLang="en-US" smtClean="0"/>
              <a:t>‹#›</a:t>
            </a:fld>
            <a:endParaRPr lang="zh-CN" altLang="en-US"/>
          </a:p>
        </p:txBody>
      </p:sp>
      <p:sp>
        <p:nvSpPr>
          <p:cNvPr id="7" name="装饰  6"/>
          <p:cNvSpPr>
            <a:spLocks noGrp="1"/>
          </p:cNvSpPr>
          <p:nvPr>
            <p:ph type="body" idx="16395" hasCustomPrompt="1"/>
            <p:custDataLst>
              <p:tags r:id="rId4"/>
            </p:custDataLst>
          </p:nvPr>
        </p:nvSpPr>
        <p:spPr>
          <a:xfrm>
            <a:off x="609600" y="1524000"/>
            <a:ext cx="2514600" cy="4724400"/>
          </a:xfrm>
          <a:custGeom>
            <a:avLst/>
            <a:gdLst>
              <a:gd name="connisteX0" fmla="*/ 0 w 2514600"/>
              <a:gd name="connsiteY0" fmla="*/ 203200 h 4724400"/>
              <a:gd name="connisteX1" fmla="*/ 203200 w 2514600"/>
              <a:gd name="connsiteY1" fmla="*/ 0 h 4724400"/>
              <a:gd name="connisteX2" fmla="*/ 2311400 w 2514600"/>
              <a:gd name="connsiteY2" fmla="*/ 0 h 4724400"/>
              <a:gd name="connisteX3" fmla="*/ 2514600 w 2514600"/>
              <a:gd name="connsiteY3" fmla="*/ 203200 h 4724400"/>
              <a:gd name="connisteX4" fmla="*/ 2514600 w 2514600"/>
              <a:gd name="connsiteY4" fmla="*/ 4521200 h 4724400"/>
              <a:gd name="connisteX5" fmla="*/ 2311400 w 2514600"/>
              <a:gd name="connsiteY5" fmla="*/ 4724400 h 4724400"/>
              <a:gd name="connisteX6" fmla="*/ 203200 w 2514600"/>
              <a:gd name="connsiteY6" fmla="*/ 4724400 h 4724400"/>
              <a:gd name="connisteX7" fmla="*/ 0 w 2514600"/>
              <a:gd name="connsiteY7" fmla="*/ 4521200 h 4724400"/>
              <a:gd name="connisteX8" fmla="*/ 0 w 2514600"/>
              <a:gd name="connsiteY8" fmla="*/ 203200 h 4724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2514600" h="4724400">
                <a:moveTo>
                  <a:pt x="0" y="203200"/>
                </a:moveTo>
                <a:cubicBezTo>
                  <a:pt x="0" y="90976"/>
                  <a:pt x="90976" y="0"/>
                  <a:pt x="203200" y="0"/>
                </a:cubicBezTo>
                <a:lnTo>
                  <a:pt x="2311400" y="0"/>
                </a:lnTo>
                <a:cubicBezTo>
                  <a:pt x="2423624" y="0"/>
                  <a:pt x="2514600" y="90976"/>
                  <a:pt x="2514600" y="203200"/>
                </a:cubicBezTo>
                <a:lnTo>
                  <a:pt x="2514600" y="4521200"/>
                </a:lnTo>
                <a:cubicBezTo>
                  <a:pt x="2514600" y="4633424"/>
                  <a:pt x="2423624" y="4724400"/>
                  <a:pt x="2311400" y="4724400"/>
                </a:cubicBezTo>
                <a:lnTo>
                  <a:pt x="203200" y="4724400"/>
                </a:lnTo>
                <a:cubicBezTo>
                  <a:pt x="90976" y="4724400"/>
                  <a:pt x="0" y="4633424"/>
                  <a:pt x="0" y="4521200"/>
                </a:cubicBezTo>
                <a:lnTo>
                  <a:pt x="0" y="203200"/>
                </a:lnTo>
                <a:close/>
              </a:path>
            </a:pathLst>
          </a:custGeom>
          <a:gradFill>
            <a:gsLst>
              <a:gs pos="0">
                <a:schemeClr val="accent1">
                  <a:lumMod val="0"/>
                  <a:lumOff val="100000"/>
                </a:schemeClr>
              </a:gs>
              <a:gs pos="100000">
                <a:schemeClr val="accent1">
                  <a:lumMod val="0"/>
                  <a:lumOff val="100000"/>
                </a:schemeClr>
              </a:gs>
            </a:gsLst>
            <a:lin ang="5400000"/>
          </a:gra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6" name="标题 5"/>
          <p:cNvSpPr>
            <a:spLocks noGrp="1"/>
          </p:cNvSpPr>
          <p:nvPr>
            <p:ph type="ctrTitle" idx="16385" hasCustomPrompt="1"/>
            <p:custDataLst>
              <p:tags r:id="rId5"/>
            </p:custDataLst>
          </p:nvPr>
        </p:nvSpPr>
        <p:spPr>
          <a:xfrm>
            <a:off x="609600" y="533400"/>
            <a:ext cx="10972800" cy="609600"/>
          </a:xfrm>
          <a:noFill/>
        </p:spPr>
        <p:txBody>
          <a:bodyPr vert="horz" wrap="square" lIns="0" tIns="0" rIns="0" bIns="0" rtlCol="0" anchor="t" anchorCtr="0">
            <a:normAutofit/>
          </a:bodyPr>
          <a:lstStyle>
            <a:lvl1pPr marL="0" marR="0" indent="0" algn="l" defTabSz="914400" rtl="0" eaLnBrk="1" fontAlgn="auto" latinLnBrk="0" hangingPunct="1">
              <a:lnSpc>
                <a:spcPct val="111000"/>
              </a:lnSpc>
              <a:spcBef>
                <a:spcPct val="0"/>
              </a:spcBef>
              <a:spcAft>
                <a:spcPct val="0"/>
              </a:spcAft>
              <a:buClrTx/>
              <a:buSzTx/>
              <a:buFontTx/>
              <a:buNone/>
              <a:defRPr kumimoji="0" lang="zh-CN" altLang="en-US" sz="3600" b="1" i="0" u="none" strike="noStrike" kern="1200" cap="none" spc="0" normalizeH="0" baseline="0" noProof="1">
                <a:solidFill>
                  <a:schemeClr val="tx1"/>
                </a:solidFill>
                <a:latin typeface="+mj-lt"/>
                <a:ea typeface="+mj-ea"/>
                <a:cs typeface="+mj-cs"/>
              </a:defRPr>
            </a:lvl1pPr>
          </a:lstStyle>
          <a:p>
            <a:pPr lvl="0"/>
            <a:r>
              <a:rPr>
                <a:sym typeface="+mn-ea"/>
              </a:rPr>
              <a:t>单击此处添加标题</a:t>
            </a:r>
          </a:p>
        </p:txBody>
      </p:sp>
      <p:sp>
        <p:nvSpPr>
          <p:cNvPr id="21" name="装饰  0"/>
          <p:cNvSpPr>
            <a:spLocks noGrp="1"/>
          </p:cNvSpPr>
          <p:nvPr>
            <p:ph type="body" idx="16396" hasCustomPrompt="1"/>
            <p:custDataLst>
              <p:tags r:id="rId6"/>
            </p:custDataLst>
          </p:nvPr>
        </p:nvSpPr>
        <p:spPr>
          <a:xfrm>
            <a:off x="1257300" y="2235200"/>
            <a:ext cx="1219200" cy="1219200"/>
          </a:xfrm>
          <a:custGeom>
            <a:avLst/>
            <a:gdLst>
              <a:gd name="connisteX0" fmla="*/ 0 w 1219200"/>
              <a:gd name="connsiteY0" fmla="*/ 609600 h 1219200"/>
              <a:gd name="connisteX1" fmla="*/ 609600 w 1219200"/>
              <a:gd name="connsiteY1" fmla="*/ 0 h 1219200"/>
              <a:gd name="connisteX2" fmla="*/ 609600 w 1219200"/>
              <a:gd name="connsiteY2" fmla="*/ 0 h 1219200"/>
              <a:gd name="connisteX3" fmla="*/ 1219200 w 1219200"/>
              <a:gd name="connsiteY3" fmla="*/ 609600 h 1219200"/>
              <a:gd name="connisteX4" fmla="*/ 1219200 w 1219200"/>
              <a:gd name="connsiteY4" fmla="*/ 609600 h 1219200"/>
              <a:gd name="connisteX5" fmla="*/ 609600 w 1219200"/>
              <a:gd name="connsiteY5" fmla="*/ 1219200 h 1219200"/>
              <a:gd name="connisteX6" fmla="*/ 609600 w 1219200"/>
              <a:gd name="connsiteY6" fmla="*/ 1219200 h 1219200"/>
              <a:gd name="connisteX7" fmla="*/ 0 w 1219200"/>
              <a:gd name="connsiteY7" fmla="*/ 609600 h 1219200"/>
              <a:gd name="connisteX8" fmla="*/ 0 w 1219200"/>
              <a:gd name="connsiteY8" fmla="*/ 609600 h 12192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1219200" h="1219200">
                <a:moveTo>
                  <a:pt x="0" y="609600"/>
                </a:moveTo>
                <a:cubicBezTo>
                  <a:pt x="0" y="272927"/>
                  <a:pt x="272927" y="0"/>
                  <a:pt x="609600" y="0"/>
                </a:cubicBezTo>
                <a:lnTo>
                  <a:pt x="609600" y="0"/>
                </a:lnTo>
                <a:cubicBezTo>
                  <a:pt x="946273" y="0"/>
                  <a:pt x="1219200" y="272927"/>
                  <a:pt x="1219200" y="609600"/>
                </a:cubicBezTo>
                <a:lnTo>
                  <a:pt x="1219200" y="609600"/>
                </a:lnTo>
                <a:cubicBezTo>
                  <a:pt x="1219200" y="946273"/>
                  <a:pt x="946273" y="1219200"/>
                  <a:pt x="609600" y="1219200"/>
                </a:cubicBezTo>
                <a:lnTo>
                  <a:pt x="609600" y="1219200"/>
                </a:lnTo>
                <a:cubicBezTo>
                  <a:pt x="272927" y="1219200"/>
                  <a:pt x="0" y="946273"/>
                  <a:pt x="0" y="609600"/>
                </a:cubicBezTo>
                <a:lnTo>
                  <a:pt x="0" y="6096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22" name="图片占位符 21"/>
          <p:cNvSpPr>
            <a:spLocks noGrp="1"/>
          </p:cNvSpPr>
          <p:nvPr>
            <p:ph type="pic" idx="16394" hasCustomPrompt="1"/>
            <p:custDataLst>
              <p:tags r:id="rId7"/>
            </p:custDataLst>
          </p:nvPr>
        </p:nvSpPr>
        <p:spPr>
          <a:xfrm>
            <a:off x="1541780" y="2519680"/>
            <a:ext cx="650240" cy="650240"/>
          </a:xfrm>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p>
        </p:txBody>
      </p:sp>
      <p:sp>
        <p:nvSpPr>
          <p:cNvPr id="23" name="文本占位符 22"/>
          <p:cNvSpPr>
            <a:spLocks noGrp="1"/>
          </p:cNvSpPr>
          <p:nvPr>
            <p:ph type="body" idx="16386" hasCustomPrompt="1"/>
            <p:custDataLst>
              <p:tags r:id="rId8"/>
            </p:custDataLst>
          </p:nvPr>
        </p:nvSpPr>
        <p:spPr>
          <a:xfrm>
            <a:off x="1016000" y="3759200"/>
            <a:ext cx="1701800" cy="406400"/>
          </a:xfrm>
          <a:noFill/>
        </p:spPr>
        <p:txBody>
          <a:bodyPr lIns="0" tIns="0" rIns="0" bIns="0" anchor="t">
            <a:normAutofit/>
          </a:bodyPr>
          <a:lstStyle>
            <a:lvl1pPr marL="0" indent="0" algn="ctr">
              <a:lnSpc>
                <a:spcPct val="111000"/>
              </a:lnSpc>
              <a:spcBef>
                <a:spcPct val="0"/>
              </a:spcBef>
              <a:spcAft>
                <a:spcPct val="0"/>
              </a:spcAft>
              <a:buNone/>
              <a:defRPr sz="2400" b="0" spc="0">
                <a:solidFill>
                  <a:schemeClr val="tx1"/>
                </a:solidFill>
              </a:defRPr>
            </a:lvl1pPr>
          </a:lstStyle>
          <a:p>
            <a:pPr lvl="0"/>
            <a:r>
              <a:rPr lang="zh-CN" altLang="en-US"/>
              <a:t>项标题</a:t>
            </a:r>
          </a:p>
        </p:txBody>
      </p:sp>
      <p:sp>
        <p:nvSpPr>
          <p:cNvPr id="24" name="文本占位符 23"/>
          <p:cNvSpPr>
            <a:spLocks noGrp="1"/>
          </p:cNvSpPr>
          <p:nvPr>
            <p:ph type="body" idx="16387" hasCustomPrompt="1"/>
            <p:custDataLst>
              <p:tags r:id="rId9"/>
            </p:custDataLst>
          </p:nvPr>
        </p:nvSpPr>
        <p:spPr>
          <a:xfrm>
            <a:off x="1016000" y="4318000"/>
            <a:ext cx="1701800" cy="1219200"/>
          </a:xfrm>
          <a:noFill/>
        </p:spPr>
        <p:txBody>
          <a:bodyPr lIns="0" tIns="0" rIns="0" bIns="0" anchor="t">
            <a:normAutofit/>
          </a:bodyPr>
          <a:lstStyle>
            <a:lvl1pPr marL="0" indent="0" algn="ctr">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
        <p:nvSpPr>
          <p:cNvPr id="25" name="装饰  4"/>
          <p:cNvSpPr>
            <a:spLocks noGrp="1"/>
          </p:cNvSpPr>
          <p:nvPr>
            <p:ph type="body" idx="16398" hasCustomPrompt="1"/>
            <p:custDataLst>
              <p:tags r:id="rId10"/>
            </p:custDataLst>
          </p:nvPr>
        </p:nvSpPr>
        <p:spPr>
          <a:xfrm>
            <a:off x="3429000" y="1524000"/>
            <a:ext cx="2514600" cy="4724400"/>
          </a:xfrm>
          <a:custGeom>
            <a:avLst/>
            <a:gdLst>
              <a:gd name="connisteX0" fmla="*/ 0 w 2514600"/>
              <a:gd name="connsiteY0" fmla="*/ 203200 h 4724400"/>
              <a:gd name="connisteX1" fmla="*/ 203200 w 2514600"/>
              <a:gd name="connsiteY1" fmla="*/ 0 h 4724400"/>
              <a:gd name="connisteX2" fmla="*/ 2311400 w 2514600"/>
              <a:gd name="connsiteY2" fmla="*/ 0 h 4724400"/>
              <a:gd name="connisteX3" fmla="*/ 2514600 w 2514600"/>
              <a:gd name="connsiteY3" fmla="*/ 203200 h 4724400"/>
              <a:gd name="connisteX4" fmla="*/ 2514600 w 2514600"/>
              <a:gd name="connsiteY4" fmla="*/ 4521200 h 4724400"/>
              <a:gd name="connisteX5" fmla="*/ 2311400 w 2514600"/>
              <a:gd name="connsiteY5" fmla="*/ 4724400 h 4724400"/>
              <a:gd name="connisteX6" fmla="*/ 203200 w 2514600"/>
              <a:gd name="connsiteY6" fmla="*/ 4724400 h 4724400"/>
              <a:gd name="connisteX7" fmla="*/ 0 w 2514600"/>
              <a:gd name="connsiteY7" fmla="*/ 4521200 h 4724400"/>
              <a:gd name="connisteX8" fmla="*/ 0 w 2514600"/>
              <a:gd name="connsiteY8" fmla="*/ 203200 h 4724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2514600" h="4724400">
                <a:moveTo>
                  <a:pt x="0" y="203200"/>
                </a:moveTo>
                <a:cubicBezTo>
                  <a:pt x="0" y="90976"/>
                  <a:pt x="90976" y="0"/>
                  <a:pt x="203200" y="0"/>
                </a:cubicBezTo>
                <a:lnTo>
                  <a:pt x="2311400" y="0"/>
                </a:lnTo>
                <a:cubicBezTo>
                  <a:pt x="2423624" y="0"/>
                  <a:pt x="2514600" y="90976"/>
                  <a:pt x="2514600" y="203200"/>
                </a:cubicBezTo>
                <a:lnTo>
                  <a:pt x="2514600" y="4521200"/>
                </a:lnTo>
                <a:cubicBezTo>
                  <a:pt x="2514600" y="4633424"/>
                  <a:pt x="2423624" y="4724400"/>
                  <a:pt x="2311400" y="4724400"/>
                </a:cubicBezTo>
                <a:lnTo>
                  <a:pt x="203200" y="4724400"/>
                </a:lnTo>
                <a:cubicBezTo>
                  <a:pt x="90976" y="4724400"/>
                  <a:pt x="0" y="4633424"/>
                  <a:pt x="0" y="4521200"/>
                </a:cubicBezTo>
                <a:lnTo>
                  <a:pt x="0" y="203200"/>
                </a:lnTo>
                <a:close/>
              </a:path>
            </a:pathLst>
          </a:custGeom>
          <a:gradFill>
            <a:gsLst>
              <a:gs pos="0">
                <a:schemeClr val="accent1">
                  <a:lumMod val="0"/>
                  <a:lumOff val="100000"/>
                </a:schemeClr>
              </a:gs>
              <a:gs pos="100000">
                <a:schemeClr val="accent1">
                  <a:lumMod val="0"/>
                  <a:lumOff val="100000"/>
                </a:schemeClr>
              </a:gs>
            </a:gsLst>
            <a:lin ang="5400000"/>
          </a:gra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26" name="装饰  5"/>
          <p:cNvSpPr>
            <a:spLocks noGrp="1"/>
          </p:cNvSpPr>
          <p:nvPr>
            <p:ph type="body" idx="16399" hasCustomPrompt="1"/>
            <p:custDataLst>
              <p:tags r:id="rId11"/>
            </p:custDataLst>
          </p:nvPr>
        </p:nvSpPr>
        <p:spPr>
          <a:xfrm>
            <a:off x="4076700" y="2235200"/>
            <a:ext cx="1219200" cy="1219200"/>
          </a:xfrm>
          <a:custGeom>
            <a:avLst/>
            <a:gdLst>
              <a:gd name="connisteX0" fmla="*/ 0 w 1219200"/>
              <a:gd name="connsiteY0" fmla="*/ 609600 h 1219200"/>
              <a:gd name="connisteX1" fmla="*/ 609600 w 1219200"/>
              <a:gd name="connsiteY1" fmla="*/ 0 h 1219200"/>
              <a:gd name="connisteX2" fmla="*/ 609600 w 1219200"/>
              <a:gd name="connsiteY2" fmla="*/ 0 h 1219200"/>
              <a:gd name="connisteX3" fmla="*/ 1219200 w 1219200"/>
              <a:gd name="connsiteY3" fmla="*/ 609600 h 1219200"/>
              <a:gd name="connisteX4" fmla="*/ 1219200 w 1219200"/>
              <a:gd name="connsiteY4" fmla="*/ 609600 h 1219200"/>
              <a:gd name="connisteX5" fmla="*/ 609600 w 1219200"/>
              <a:gd name="connsiteY5" fmla="*/ 1219200 h 1219200"/>
              <a:gd name="connisteX6" fmla="*/ 609600 w 1219200"/>
              <a:gd name="connsiteY6" fmla="*/ 1219200 h 1219200"/>
              <a:gd name="connisteX7" fmla="*/ 0 w 1219200"/>
              <a:gd name="connsiteY7" fmla="*/ 609600 h 1219200"/>
              <a:gd name="connisteX8" fmla="*/ 0 w 1219200"/>
              <a:gd name="connsiteY8" fmla="*/ 609600 h 12192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1219200" h="1219200">
                <a:moveTo>
                  <a:pt x="0" y="609600"/>
                </a:moveTo>
                <a:cubicBezTo>
                  <a:pt x="0" y="272927"/>
                  <a:pt x="272927" y="0"/>
                  <a:pt x="609600" y="0"/>
                </a:cubicBezTo>
                <a:lnTo>
                  <a:pt x="609600" y="0"/>
                </a:lnTo>
                <a:cubicBezTo>
                  <a:pt x="946273" y="0"/>
                  <a:pt x="1219200" y="272927"/>
                  <a:pt x="1219200" y="609600"/>
                </a:cubicBezTo>
                <a:lnTo>
                  <a:pt x="1219200" y="609600"/>
                </a:lnTo>
                <a:cubicBezTo>
                  <a:pt x="1219200" y="946273"/>
                  <a:pt x="946273" y="1219200"/>
                  <a:pt x="609600" y="1219200"/>
                </a:cubicBezTo>
                <a:lnTo>
                  <a:pt x="609600" y="1219200"/>
                </a:lnTo>
                <a:cubicBezTo>
                  <a:pt x="272927" y="1219200"/>
                  <a:pt x="0" y="946273"/>
                  <a:pt x="0" y="609600"/>
                </a:cubicBezTo>
                <a:lnTo>
                  <a:pt x="0" y="6096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27" name="图片占位符 26"/>
          <p:cNvSpPr>
            <a:spLocks noGrp="1"/>
          </p:cNvSpPr>
          <p:nvPr>
            <p:ph type="pic" idx="16397" hasCustomPrompt="1"/>
            <p:custDataLst>
              <p:tags r:id="rId12"/>
            </p:custDataLst>
          </p:nvPr>
        </p:nvSpPr>
        <p:spPr>
          <a:xfrm>
            <a:off x="4361180" y="2519680"/>
            <a:ext cx="650240" cy="650240"/>
          </a:xfrm>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p>
        </p:txBody>
      </p:sp>
      <p:sp>
        <p:nvSpPr>
          <p:cNvPr id="28" name="文本占位符 27"/>
          <p:cNvSpPr>
            <a:spLocks noGrp="1"/>
          </p:cNvSpPr>
          <p:nvPr>
            <p:ph type="body" idx="16388" hasCustomPrompt="1"/>
            <p:custDataLst>
              <p:tags r:id="rId13"/>
            </p:custDataLst>
          </p:nvPr>
        </p:nvSpPr>
        <p:spPr>
          <a:xfrm>
            <a:off x="3835400" y="3759200"/>
            <a:ext cx="1701800" cy="406400"/>
          </a:xfrm>
          <a:noFill/>
        </p:spPr>
        <p:txBody>
          <a:bodyPr lIns="0" tIns="0" rIns="0" bIns="0" anchor="t">
            <a:normAutofit/>
          </a:bodyPr>
          <a:lstStyle>
            <a:lvl1pPr marL="0" indent="0" algn="ctr">
              <a:lnSpc>
                <a:spcPct val="111000"/>
              </a:lnSpc>
              <a:spcBef>
                <a:spcPct val="0"/>
              </a:spcBef>
              <a:spcAft>
                <a:spcPct val="0"/>
              </a:spcAft>
              <a:buNone/>
              <a:defRPr sz="2400" b="0" spc="0">
                <a:solidFill>
                  <a:schemeClr val="tx1"/>
                </a:solidFill>
              </a:defRPr>
            </a:lvl1pPr>
          </a:lstStyle>
          <a:p>
            <a:pPr lvl="0"/>
            <a:r>
              <a:rPr lang="zh-CN" altLang="en-US"/>
              <a:t>项标题</a:t>
            </a:r>
          </a:p>
        </p:txBody>
      </p:sp>
      <p:sp>
        <p:nvSpPr>
          <p:cNvPr id="29" name="文本占位符 28"/>
          <p:cNvSpPr>
            <a:spLocks noGrp="1"/>
          </p:cNvSpPr>
          <p:nvPr>
            <p:ph type="body" idx="16389" hasCustomPrompt="1"/>
            <p:custDataLst>
              <p:tags r:id="rId14"/>
            </p:custDataLst>
          </p:nvPr>
        </p:nvSpPr>
        <p:spPr>
          <a:xfrm>
            <a:off x="3835400" y="4318000"/>
            <a:ext cx="1701800" cy="1219200"/>
          </a:xfrm>
          <a:noFill/>
        </p:spPr>
        <p:txBody>
          <a:bodyPr lIns="0" tIns="0" rIns="0" bIns="0" anchor="t">
            <a:normAutofit/>
          </a:bodyPr>
          <a:lstStyle>
            <a:lvl1pPr marL="0" indent="0" algn="ctr">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
        <p:nvSpPr>
          <p:cNvPr id="30" name="装饰  9"/>
          <p:cNvSpPr>
            <a:spLocks noGrp="1"/>
          </p:cNvSpPr>
          <p:nvPr>
            <p:ph type="body" idx="16401" hasCustomPrompt="1"/>
            <p:custDataLst>
              <p:tags r:id="rId15"/>
            </p:custDataLst>
          </p:nvPr>
        </p:nvSpPr>
        <p:spPr>
          <a:xfrm>
            <a:off x="6248400" y="1524000"/>
            <a:ext cx="2514600" cy="4724400"/>
          </a:xfrm>
          <a:custGeom>
            <a:avLst/>
            <a:gdLst>
              <a:gd name="connisteX0" fmla="*/ 0 w 2514600"/>
              <a:gd name="connsiteY0" fmla="*/ 203200 h 4724400"/>
              <a:gd name="connisteX1" fmla="*/ 203200 w 2514600"/>
              <a:gd name="connsiteY1" fmla="*/ 0 h 4724400"/>
              <a:gd name="connisteX2" fmla="*/ 2311400 w 2514600"/>
              <a:gd name="connsiteY2" fmla="*/ 0 h 4724400"/>
              <a:gd name="connisteX3" fmla="*/ 2514600 w 2514600"/>
              <a:gd name="connsiteY3" fmla="*/ 203200 h 4724400"/>
              <a:gd name="connisteX4" fmla="*/ 2514600 w 2514600"/>
              <a:gd name="connsiteY4" fmla="*/ 4521200 h 4724400"/>
              <a:gd name="connisteX5" fmla="*/ 2311400 w 2514600"/>
              <a:gd name="connsiteY5" fmla="*/ 4724400 h 4724400"/>
              <a:gd name="connisteX6" fmla="*/ 203200 w 2514600"/>
              <a:gd name="connsiteY6" fmla="*/ 4724400 h 4724400"/>
              <a:gd name="connisteX7" fmla="*/ 0 w 2514600"/>
              <a:gd name="connsiteY7" fmla="*/ 4521200 h 4724400"/>
              <a:gd name="connisteX8" fmla="*/ 0 w 2514600"/>
              <a:gd name="connsiteY8" fmla="*/ 203200 h 4724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2514600" h="4724400">
                <a:moveTo>
                  <a:pt x="0" y="203200"/>
                </a:moveTo>
                <a:cubicBezTo>
                  <a:pt x="0" y="90976"/>
                  <a:pt x="90976" y="0"/>
                  <a:pt x="203200" y="0"/>
                </a:cubicBezTo>
                <a:lnTo>
                  <a:pt x="2311400" y="0"/>
                </a:lnTo>
                <a:cubicBezTo>
                  <a:pt x="2423624" y="0"/>
                  <a:pt x="2514600" y="90976"/>
                  <a:pt x="2514600" y="203200"/>
                </a:cubicBezTo>
                <a:lnTo>
                  <a:pt x="2514600" y="4521200"/>
                </a:lnTo>
                <a:cubicBezTo>
                  <a:pt x="2514600" y="4633424"/>
                  <a:pt x="2423624" y="4724400"/>
                  <a:pt x="2311400" y="4724400"/>
                </a:cubicBezTo>
                <a:lnTo>
                  <a:pt x="203200" y="4724400"/>
                </a:lnTo>
                <a:cubicBezTo>
                  <a:pt x="90976" y="4724400"/>
                  <a:pt x="0" y="4633424"/>
                  <a:pt x="0" y="4521200"/>
                </a:cubicBezTo>
                <a:lnTo>
                  <a:pt x="0" y="203200"/>
                </a:lnTo>
                <a:close/>
              </a:path>
            </a:pathLst>
          </a:custGeom>
          <a:gradFill>
            <a:gsLst>
              <a:gs pos="0">
                <a:schemeClr val="accent1">
                  <a:lumMod val="0"/>
                  <a:lumOff val="100000"/>
                </a:schemeClr>
              </a:gs>
              <a:gs pos="100000">
                <a:schemeClr val="accent1">
                  <a:lumMod val="0"/>
                  <a:lumOff val="100000"/>
                </a:schemeClr>
              </a:gs>
            </a:gsLst>
            <a:lin ang="5400000"/>
          </a:gra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31" name="装饰  0"/>
          <p:cNvSpPr>
            <a:spLocks noGrp="1"/>
          </p:cNvSpPr>
          <p:nvPr>
            <p:ph type="body" idx="16402" hasCustomPrompt="1"/>
            <p:custDataLst>
              <p:tags r:id="rId16"/>
            </p:custDataLst>
          </p:nvPr>
        </p:nvSpPr>
        <p:spPr>
          <a:xfrm>
            <a:off x="6896100" y="2235200"/>
            <a:ext cx="1219200" cy="1219200"/>
          </a:xfrm>
          <a:custGeom>
            <a:avLst/>
            <a:gdLst>
              <a:gd name="connisteX0" fmla="*/ 0 w 1219200"/>
              <a:gd name="connsiteY0" fmla="*/ 609600 h 1219200"/>
              <a:gd name="connisteX1" fmla="*/ 609600 w 1219200"/>
              <a:gd name="connsiteY1" fmla="*/ 0 h 1219200"/>
              <a:gd name="connisteX2" fmla="*/ 609600 w 1219200"/>
              <a:gd name="connsiteY2" fmla="*/ 0 h 1219200"/>
              <a:gd name="connisteX3" fmla="*/ 1219200 w 1219200"/>
              <a:gd name="connsiteY3" fmla="*/ 609600 h 1219200"/>
              <a:gd name="connisteX4" fmla="*/ 1219200 w 1219200"/>
              <a:gd name="connsiteY4" fmla="*/ 609600 h 1219200"/>
              <a:gd name="connisteX5" fmla="*/ 609600 w 1219200"/>
              <a:gd name="connsiteY5" fmla="*/ 1219200 h 1219200"/>
              <a:gd name="connisteX6" fmla="*/ 609600 w 1219200"/>
              <a:gd name="connsiteY6" fmla="*/ 1219200 h 1219200"/>
              <a:gd name="connisteX7" fmla="*/ 0 w 1219200"/>
              <a:gd name="connsiteY7" fmla="*/ 609600 h 1219200"/>
              <a:gd name="connisteX8" fmla="*/ 0 w 1219200"/>
              <a:gd name="connsiteY8" fmla="*/ 609600 h 12192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1219200" h="1219200">
                <a:moveTo>
                  <a:pt x="0" y="609600"/>
                </a:moveTo>
                <a:cubicBezTo>
                  <a:pt x="0" y="272927"/>
                  <a:pt x="272927" y="0"/>
                  <a:pt x="609600" y="0"/>
                </a:cubicBezTo>
                <a:lnTo>
                  <a:pt x="609600" y="0"/>
                </a:lnTo>
                <a:cubicBezTo>
                  <a:pt x="946273" y="0"/>
                  <a:pt x="1219200" y="272927"/>
                  <a:pt x="1219200" y="609600"/>
                </a:cubicBezTo>
                <a:lnTo>
                  <a:pt x="1219200" y="609600"/>
                </a:lnTo>
                <a:cubicBezTo>
                  <a:pt x="1219200" y="946273"/>
                  <a:pt x="946273" y="1219200"/>
                  <a:pt x="609600" y="1219200"/>
                </a:cubicBezTo>
                <a:lnTo>
                  <a:pt x="609600" y="1219200"/>
                </a:lnTo>
                <a:cubicBezTo>
                  <a:pt x="272927" y="1219200"/>
                  <a:pt x="0" y="946273"/>
                  <a:pt x="0" y="609600"/>
                </a:cubicBezTo>
                <a:lnTo>
                  <a:pt x="0" y="6096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32" name="图片占位符 31"/>
          <p:cNvSpPr>
            <a:spLocks noGrp="1"/>
          </p:cNvSpPr>
          <p:nvPr>
            <p:ph type="pic" idx="16400" hasCustomPrompt="1"/>
            <p:custDataLst>
              <p:tags r:id="rId17"/>
            </p:custDataLst>
          </p:nvPr>
        </p:nvSpPr>
        <p:spPr>
          <a:xfrm>
            <a:off x="7180580" y="2519680"/>
            <a:ext cx="650240" cy="650240"/>
          </a:xfrm>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p>
        </p:txBody>
      </p:sp>
      <p:sp>
        <p:nvSpPr>
          <p:cNvPr id="33" name="文本占位符 32"/>
          <p:cNvSpPr>
            <a:spLocks noGrp="1"/>
          </p:cNvSpPr>
          <p:nvPr>
            <p:ph type="body" idx="16390" hasCustomPrompt="1"/>
            <p:custDataLst>
              <p:tags r:id="rId18"/>
            </p:custDataLst>
          </p:nvPr>
        </p:nvSpPr>
        <p:spPr>
          <a:xfrm>
            <a:off x="6654800" y="3759200"/>
            <a:ext cx="1701800" cy="406400"/>
          </a:xfrm>
          <a:noFill/>
        </p:spPr>
        <p:txBody>
          <a:bodyPr lIns="0" tIns="0" rIns="0" bIns="0" anchor="t">
            <a:normAutofit/>
          </a:bodyPr>
          <a:lstStyle>
            <a:lvl1pPr marL="0" indent="0" algn="ctr">
              <a:lnSpc>
                <a:spcPct val="111000"/>
              </a:lnSpc>
              <a:spcBef>
                <a:spcPct val="0"/>
              </a:spcBef>
              <a:spcAft>
                <a:spcPct val="0"/>
              </a:spcAft>
              <a:buNone/>
              <a:defRPr sz="2400" b="0" spc="0">
                <a:solidFill>
                  <a:schemeClr val="tx1"/>
                </a:solidFill>
              </a:defRPr>
            </a:lvl1pPr>
          </a:lstStyle>
          <a:p>
            <a:pPr lvl="0"/>
            <a:r>
              <a:rPr lang="zh-CN" altLang="en-US"/>
              <a:t>项标题</a:t>
            </a:r>
          </a:p>
        </p:txBody>
      </p:sp>
      <p:sp>
        <p:nvSpPr>
          <p:cNvPr id="34" name="文本占位符 33"/>
          <p:cNvSpPr>
            <a:spLocks noGrp="1"/>
          </p:cNvSpPr>
          <p:nvPr>
            <p:ph type="body" idx="16391" hasCustomPrompt="1"/>
            <p:custDataLst>
              <p:tags r:id="rId19"/>
            </p:custDataLst>
          </p:nvPr>
        </p:nvSpPr>
        <p:spPr>
          <a:xfrm>
            <a:off x="6654800" y="4318000"/>
            <a:ext cx="1701800" cy="1219200"/>
          </a:xfrm>
          <a:noFill/>
        </p:spPr>
        <p:txBody>
          <a:bodyPr lIns="0" tIns="0" rIns="0" bIns="0" anchor="t">
            <a:normAutofit/>
          </a:bodyPr>
          <a:lstStyle>
            <a:lvl1pPr marL="0" indent="0" algn="ctr">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
        <p:nvSpPr>
          <p:cNvPr id="35" name="装饰  4"/>
          <p:cNvSpPr>
            <a:spLocks noGrp="1"/>
          </p:cNvSpPr>
          <p:nvPr>
            <p:ph type="body" idx="16404" hasCustomPrompt="1"/>
            <p:custDataLst>
              <p:tags r:id="rId20"/>
            </p:custDataLst>
          </p:nvPr>
        </p:nvSpPr>
        <p:spPr>
          <a:xfrm>
            <a:off x="9067800" y="1524000"/>
            <a:ext cx="2514600" cy="4724400"/>
          </a:xfrm>
          <a:custGeom>
            <a:avLst/>
            <a:gdLst>
              <a:gd name="connisteX0" fmla="*/ 0 w 2514600"/>
              <a:gd name="connsiteY0" fmla="*/ 203200 h 4724400"/>
              <a:gd name="connisteX1" fmla="*/ 203200 w 2514600"/>
              <a:gd name="connsiteY1" fmla="*/ 0 h 4724400"/>
              <a:gd name="connisteX2" fmla="*/ 2311400 w 2514600"/>
              <a:gd name="connsiteY2" fmla="*/ 0 h 4724400"/>
              <a:gd name="connisteX3" fmla="*/ 2514600 w 2514600"/>
              <a:gd name="connsiteY3" fmla="*/ 203200 h 4724400"/>
              <a:gd name="connisteX4" fmla="*/ 2514600 w 2514600"/>
              <a:gd name="connsiteY4" fmla="*/ 4521200 h 4724400"/>
              <a:gd name="connisteX5" fmla="*/ 2311400 w 2514600"/>
              <a:gd name="connsiteY5" fmla="*/ 4724400 h 4724400"/>
              <a:gd name="connisteX6" fmla="*/ 203200 w 2514600"/>
              <a:gd name="connsiteY6" fmla="*/ 4724400 h 4724400"/>
              <a:gd name="connisteX7" fmla="*/ 0 w 2514600"/>
              <a:gd name="connsiteY7" fmla="*/ 4521200 h 4724400"/>
              <a:gd name="connisteX8" fmla="*/ 0 w 2514600"/>
              <a:gd name="connsiteY8" fmla="*/ 203200 h 4724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2514600" h="4724400">
                <a:moveTo>
                  <a:pt x="0" y="203200"/>
                </a:moveTo>
                <a:cubicBezTo>
                  <a:pt x="0" y="90976"/>
                  <a:pt x="90976" y="0"/>
                  <a:pt x="203200" y="0"/>
                </a:cubicBezTo>
                <a:lnTo>
                  <a:pt x="2311400" y="0"/>
                </a:lnTo>
                <a:cubicBezTo>
                  <a:pt x="2423624" y="0"/>
                  <a:pt x="2514600" y="90976"/>
                  <a:pt x="2514600" y="203200"/>
                </a:cubicBezTo>
                <a:lnTo>
                  <a:pt x="2514600" y="4521200"/>
                </a:lnTo>
                <a:cubicBezTo>
                  <a:pt x="2514600" y="4633424"/>
                  <a:pt x="2423624" y="4724400"/>
                  <a:pt x="2311400" y="4724400"/>
                </a:cubicBezTo>
                <a:lnTo>
                  <a:pt x="203200" y="4724400"/>
                </a:lnTo>
                <a:cubicBezTo>
                  <a:pt x="90976" y="4724400"/>
                  <a:pt x="0" y="4633424"/>
                  <a:pt x="0" y="4521200"/>
                </a:cubicBezTo>
                <a:lnTo>
                  <a:pt x="0" y="203200"/>
                </a:lnTo>
                <a:close/>
              </a:path>
            </a:pathLst>
          </a:custGeom>
          <a:gradFill>
            <a:gsLst>
              <a:gs pos="0">
                <a:schemeClr val="accent1">
                  <a:lumMod val="0"/>
                  <a:lumOff val="100000"/>
                </a:schemeClr>
              </a:gs>
              <a:gs pos="100000">
                <a:schemeClr val="accent1">
                  <a:lumMod val="0"/>
                  <a:lumOff val="100000"/>
                </a:schemeClr>
              </a:gs>
            </a:gsLst>
            <a:lin ang="5400000"/>
          </a:gra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36" name="装饰  5"/>
          <p:cNvSpPr>
            <a:spLocks noGrp="1"/>
          </p:cNvSpPr>
          <p:nvPr>
            <p:ph type="body" idx="16405" hasCustomPrompt="1"/>
            <p:custDataLst>
              <p:tags r:id="rId21"/>
            </p:custDataLst>
          </p:nvPr>
        </p:nvSpPr>
        <p:spPr>
          <a:xfrm>
            <a:off x="9715500" y="2235200"/>
            <a:ext cx="1219200" cy="1219200"/>
          </a:xfrm>
          <a:custGeom>
            <a:avLst/>
            <a:gdLst>
              <a:gd name="connisteX0" fmla="*/ 0 w 1219200"/>
              <a:gd name="connsiteY0" fmla="*/ 609600 h 1219200"/>
              <a:gd name="connisteX1" fmla="*/ 609600 w 1219200"/>
              <a:gd name="connsiteY1" fmla="*/ 0 h 1219200"/>
              <a:gd name="connisteX2" fmla="*/ 609600 w 1219200"/>
              <a:gd name="connsiteY2" fmla="*/ 0 h 1219200"/>
              <a:gd name="connisteX3" fmla="*/ 1219200 w 1219200"/>
              <a:gd name="connsiteY3" fmla="*/ 609600 h 1219200"/>
              <a:gd name="connisteX4" fmla="*/ 1219200 w 1219200"/>
              <a:gd name="connsiteY4" fmla="*/ 609600 h 1219200"/>
              <a:gd name="connisteX5" fmla="*/ 609600 w 1219200"/>
              <a:gd name="connsiteY5" fmla="*/ 1219200 h 1219200"/>
              <a:gd name="connisteX6" fmla="*/ 609600 w 1219200"/>
              <a:gd name="connsiteY6" fmla="*/ 1219200 h 1219200"/>
              <a:gd name="connisteX7" fmla="*/ 0 w 1219200"/>
              <a:gd name="connsiteY7" fmla="*/ 609600 h 1219200"/>
              <a:gd name="connisteX8" fmla="*/ 0 w 1219200"/>
              <a:gd name="connsiteY8" fmla="*/ 609600 h 12192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1219200" h="1219200">
                <a:moveTo>
                  <a:pt x="0" y="609600"/>
                </a:moveTo>
                <a:cubicBezTo>
                  <a:pt x="0" y="272927"/>
                  <a:pt x="272927" y="0"/>
                  <a:pt x="609600" y="0"/>
                </a:cubicBezTo>
                <a:lnTo>
                  <a:pt x="609600" y="0"/>
                </a:lnTo>
                <a:cubicBezTo>
                  <a:pt x="946273" y="0"/>
                  <a:pt x="1219200" y="272927"/>
                  <a:pt x="1219200" y="609600"/>
                </a:cubicBezTo>
                <a:lnTo>
                  <a:pt x="1219200" y="609600"/>
                </a:lnTo>
                <a:cubicBezTo>
                  <a:pt x="1219200" y="946273"/>
                  <a:pt x="946273" y="1219200"/>
                  <a:pt x="609600" y="1219200"/>
                </a:cubicBezTo>
                <a:lnTo>
                  <a:pt x="609600" y="1219200"/>
                </a:lnTo>
                <a:cubicBezTo>
                  <a:pt x="272927" y="1219200"/>
                  <a:pt x="0" y="946273"/>
                  <a:pt x="0" y="609600"/>
                </a:cubicBezTo>
                <a:lnTo>
                  <a:pt x="0" y="6096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37" name="图片占位符 36"/>
          <p:cNvSpPr>
            <a:spLocks noGrp="1"/>
          </p:cNvSpPr>
          <p:nvPr>
            <p:ph type="pic" idx="16403" hasCustomPrompt="1"/>
            <p:custDataLst>
              <p:tags r:id="rId22"/>
            </p:custDataLst>
          </p:nvPr>
        </p:nvSpPr>
        <p:spPr>
          <a:xfrm>
            <a:off x="9999980" y="2519680"/>
            <a:ext cx="650240" cy="650240"/>
          </a:xfrm>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p>
        </p:txBody>
      </p:sp>
      <p:sp>
        <p:nvSpPr>
          <p:cNvPr id="38" name="文本占位符 37"/>
          <p:cNvSpPr>
            <a:spLocks noGrp="1"/>
          </p:cNvSpPr>
          <p:nvPr>
            <p:ph type="body" idx="16392" hasCustomPrompt="1"/>
            <p:custDataLst>
              <p:tags r:id="rId23"/>
            </p:custDataLst>
          </p:nvPr>
        </p:nvSpPr>
        <p:spPr>
          <a:xfrm>
            <a:off x="9474200" y="3759200"/>
            <a:ext cx="1701800" cy="406400"/>
          </a:xfrm>
          <a:noFill/>
        </p:spPr>
        <p:txBody>
          <a:bodyPr lIns="0" tIns="0" rIns="0" bIns="0" anchor="t">
            <a:normAutofit/>
          </a:bodyPr>
          <a:lstStyle>
            <a:lvl1pPr marL="0" indent="0" algn="ctr">
              <a:lnSpc>
                <a:spcPct val="111000"/>
              </a:lnSpc>
              <a:spcBef>
                <a:spcPct val="0"/>
              </a:spcBef>
              <a:spcAft>
                <a:spcPct val="0"/>
              </a:spcAft>
              <a:buNone/>
              <a:defRPr sz="2400" b="0" spc="0">
                <a:solidFill>
                  <a:schemeClr val="tx1"/>
                </a:solidFill>
              </a:defRPr>
            </a:lvl1pPr>
          </a:lstStyle>
          <a:p>
            <a:pPr lvl="0"/>
            <a:r>
              <a:rPr lang="zh-CN" altLang="en-US"/>
              <a:t>项标题</a:t>
            </a:r>
          </a:p>
        </p:txBody>
      </p:sp>
      <p:sp>
        <p:nvSpPr>
          <p:cNvPr id="39" name="文本占位符 38"/>
          <p:cNvSpPr>
            <a:spLocks noGrp="1"/>
          </p:cNvSpPr>
          <p:nvPr>
            <p:ph type="body" idx="16393" hasCustomPrompt="1"/>
            <p:custDataLst>
              <p:tags r:id="rId24"/>
            </p:custDataLst>
          </p:nvPr>
        </p:nvSpPr>
        <p:spPr>
          <a:xfrm>
            <a:off x="9474200" y="4318000"/>
            <a:ext cx="1701800" cy="1219200"/>
          </a:xfrm>
          <a:noFill/>
        </p:spPr>
        <p:txBody>
          <a:bodyPr lIns="0" tIns="0" rIns="0" bIns="0" anchor="t">
            <a:normAutofit/>
          </a:bodyPr>
          <a:lstStyle>
            <a:lvl1pPr marL="0" indent="0" algn="ctr">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Tree>
    <p:extLst>
      <p:ext uri="{BB962C8B-B14F-4D97-AF65-F5344CB8AC3E}">
        <p14:creationId xmlns:p14="http://schemas.microsoft.com/office/powerpoint/2010/main" val="2182947918"/>
      </p:ext>
    </p:extLst>
  </p:cSld>
  <p:clrMapOvr>
    <a:overrideClrMapping bg1="lt1" tx1="dk1" bg2="lt2" tx2="dk2" accent1="accent1" accent2="accent2" accent3="accent3" accent4="accent4" accent5="accent5" accent6="accent6" hlink="hlink" folHlink="folHlink"/>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正文页-56_3">
    <p:bg>
      <p:bgRef idx="1001">
        <a:schemeClr val="bg2"/>
      </p:bgRef>
    </p:bg>
    <p:spTree>
      <p:nvGrpSpPr>
        <p:cNvPr id="1" name=""/>
        <p:cNvGrpSpPr/>
        <p:nvPr/>
      </p:nvGrpSpPr>
      <p:grpSpPr>
        <a:xfrm>
          <a:off x="0" y="0"/>
          <a:ext cx="0" cy="0"/>
          <a:chOff x="0" y="0"/>
          <a:chExt cx="0" cy="0"/>
        </a:xfrm>
      </p:grpSpPr>
      <p:sp>
        <p:nvSpPr>
          <p:cNvPr id="8" name="日期占位符 7"/>
          <p:cNvSpPr>
            <a:spLocks noGrp="1"/>
          </p:cNvSpPr>
          <p:nvPr>
            <p:ph type="dt" sz="half" idx="10"/>
            <p:custDataLst>
              <p:tags r:id="rId1"/>
            </p:custDataLst>
          </p:nvPr>
        </p:nvSpPr>
        <p:spPr/>
        <p:txBody>
          <a:bodyPr wrap="square">
            <a:normAutofit/>
          </a:bodyPr>
          <a:lstStyle/>
          <a:p>
            <a:fld id="{5592522B-0F24-4480-B9DD-A9474A6880D6}" type="datetimeFigureOut">
              <a:rPr lang="zh-CN" altLang="en-US" smtClean="0"/>
              <a:t>2026/10/10</a:t>
            </a:fld>
            <a:endParaRPr lang="zh-CN" altLang="en-US"/>
          </a:p>
        </p:txBody>
      </p:sp>
      <p:sp>
        <p:nvSpPr>
          <p:cNvPr id="9" name="页脚占位符 8"/>
          <p:cNvSpPr>
            <a:spLocks noGrp="1"/>
          </p:cNvSpPr>
          <p:nvPr>
            <p:ph type="ftr" sz="quarter" idx="11"/>
            <p:custDataLst>
              <p:tags r:id="rId2"/>
            </p:custDataLst>
          </p:nvPr>
        </p:nvSpPr>
        <p:spPr/>
        <p:txBody>
          <a:bodyPr/>
          <a:lstStyle/>
          <a:p>
            <a:endParaRPr lang="zh-CN" altLang="en-US"/>
          </a:p>
        </p:txBody>
      </p:sp>
      <p:sp>
        <p:nvSpPr>
          <p:cNvPr id="10" name="灯片编号占位符 9"/>
          <p:cNvSpPr>
            <a:spLocks noGrp="1"/>
          </p:cNvSpPr>
          <p:nvPr>
            <p:ph type="sldNum" sz="quarter" idx="12"/>
            <p:custDataLst>
              <p:tags r:id="rId3"/>
            </p:custDataLst>
          </p:nvPr>
        </p:nvSpPr>
        <p:spPr/>
        <p:txBody>
          <a:bodyPr wrap="square">
            <a:normAutofit/>
          </a:bodyPr>
          <a:lstStyle/>
          <a:p>
            <a:fld id="{BE5F26B5-172A-4DC2-B0B7-181CFC56B87C}" type="slidenum">
              <a:rPr lang="zh-CN" altLang="en-US" smtClean="0"/>
              <a:t>‹#›</a:t>
            </a:fld>
            <a:endParaRPr lang="zh-CN" altLang="en-US"/>
          </a:p>
        </p:txBody>
      </p:sp>
      <p:sp>
        <p:nvSpPr>
          <p:cNvPr id="7" name="文本占位符 6"/>
          <p:cNvSpPr>
            <a:spLocks noGrp="1"/>
          </p:cNvSpPr>
          <p:nvPr>
            <p:ph type="body" idx="16386" hasCustomPrompt="1"/>
            <p:custDataLst>
              <p:tags r:id="rId4"/>
            </p:custDataLst>
          </p:nvPr>
        </p:nvSpPr>
        <p:spPr>
          <a:xfrm>
            <a:off x="609600" y="1295400"/>
            <a:ext cx="10972800" cy="6096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单击此处添加正文</a:t>
            </a:r>
          </a:p>
        </p:txBody>
      </p:sp>
      <p:sp>
        <p:nvSpPr>
          <p:cNvPr id="6" name="标题 5"/>
          <p:cNvSpPr>
            <a:spLocks noGrp="1"/>
          </p:cNvSpPr>
          <p:nvPr>
            <p:ph type="ctrTitle" idx="16385" hasCustomPrompt="1"/>
            <p:custDataLst>
              <p:tags r:id="rId5"/>
            </p:custDataLst>
          </p:nvPr>
        </p:nvSpPr>
        <p:spPr>
          <a:xfrm>
            <a:off x="609600" y="533400"/>
            <a:ext cx="10972800" cy="609600"/>
          </a:xfrm>
          <a:noFill/>
        </p:spPr>
        <p:txBody>
          <a:bodyPr vert="horz" wrap="square" lIns="0" tIns="0" rIns="0" bIns="0" rtlCol="0" anchor="t" anchorCtr="0">
            <a:normAutofit/>
          </a:bodyPr>
          <a:lstStyle>
            <a:lvl1pPr marL="0" marR="0" indent="0" algn="l" defTabSz="914400" rtl="0" eaLnBrk="1" fontAlgn="auto" latinLnBrk="0" hangingPunct="1">
              <a:lnSpc>
                <a:spcPct val="111000"/>
              </a:lnSpc>
              <a:spcBef>
                <a:spcPct val="0"/>
              </a:spcBef>
              <a:spcAft>
                <a:spcPct val="0"/>
              </a:spcAft>
              <a:buClrTx/>
              <a:buSzTx/>
              <a:buFontTx/>
              <a:buNone/>
              <a:defRPr kumimoji="0" lang="zh-CN" altLang="en-US" sz="3600" b="1" i="0" u="none" strike="noStrike" kern="1200" cap="none" spc="0" normalizeH="0" baseline="0" noProof="1">
                <a:solidFill>
                  <a:schemeClr val="tx1"/>
                </a:solidFill>
                <a:latin typeface="+mj-lt"/>
                <a:ea typeface="+mj-ea"/>
                <a:cs typeface="+mj-cs"/>
              </a:defRPr>
            </a:lvl1pPr>
          </a:lstStyle>
          <a:p>
            <a:pPr lvl="0"/>
            <a:r>
              <a:rPr>
                <a:sym typeface="+mn-ea"/>
              </a:rPr>
              <a:t>单击此处添加标题</a:t>
            </a:r>
          </a:p>
        </p:txBody>
      </p:sp>
      <p:sp>
        <p:nvSpPr>
          <p:cNvPr id="21" name="装饰  0"/>
          <p:cNvSpPr>
            <a:spLocks noGrp="1"/>
          </p:cNvSpPr>
          <p:nvPr>
            <p:ph type="body" idx="16398" hasCustomPrompt="1"/>
            <p:custDataLst>
              <p:tags r:id="rId6"/>
            </p:custDataLst>
          </p:nvPr>
        </p:nvSpPr>
        <p:spPr>
          <a:xfrm>
            <a:off x="1066800" y="2768600"/>
            <a:ext cx="914400" cy="914400"/>
          </a:xfrm>
          <a:custGeom>
            <a:avLst/>
            <a:gdLst>
              <a:gd name="connisteX0" fmla="*/ 0 w 914400"/>
              <a:gd name="connsiteY0" fmla="*/ 457200 h 914400"/>
              <a:gd name="connisteX1" fmla="*/ 457200 w 914400"/>
              <a:gd name="connsiteY1" fmla="*/ 0 h 914400"/>
              <a:gd name="connisteX2" fmla="*/ 457200 w 914400"/>
              <a:gd name="connsiteY2" fmla="*/ 0 h 914400"/>
              <a:gd name="connisteX3" fmla="*/ 914400 w 914400"/>
              <a:gd name="connsiteY3" fmla="*/ 457200 h 914400"/>
              <a:gd name="connisteX4" fmla="*/ 914400 w 914400"/>
              <a:gd name="connsiteY4" fmla="*/ 457200 h 914400"/>
              <a:gd name="connisteX5" fmla="*/ 457200 w 914400"/>
              <a:gd name="connsiteY5" fmla="*/ 914400 h 914400"/>
              <a:gd name="connisteX6" fmla="*/ 457200 w 914400"/>
              <a:gd name="connsiteY6" fmla="*/ 914400 h 914400"/>
              <a:gd name="connisteX7" fmla="*/ 0 w 914400"/>
              <a:gd name="connsiteY7" fmla="*/ 457200 h 914400"/>
              <a:gd name="connisteX8" fmla="*/ 0 w 914400"/>
              <a:gd name="connsiteY8" fmla="*/ 457200 h 914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914400" h="914400">
                <a:moveTo>
                  <a:pt x="0" y="457200"/>
                </a:moveTo>
                <a:cubicBezTo>
                  <a:pt x="0" y="204695"/>
                  <a:pt x="204695" y="0"/>
                  <a:pt x="457200" y="0"/>
                </a:cubicBezTo>
                <a:lnTo>
                  <a:pt x="457200" y="0"/>
                </a:lnTo>
                <a:cubicBezTo>
                  <a:pt x="709705" y="0"/>
                  <a:pt x="914400" y="204695"/>
                  <a:pt x="914400" y="457200"/>
                </a:cubicBezTo>
                <a:lnTo>
                  <a:pt x="914400" y="457200"/>
                </a:lnTo>
                <a:cubicBezTo>
                  <a:pt x="914400" y="709705"/>
                  <a:pt x="709705" y="914400"/>
                  <a:pt x="457200" y="914400"/>
                </a:cubicBezTo>
                <a:lnTo>
                  <a:pt x="457200" y="914400"/>
                </a:lnTo>
                <a:cubicBezTo>
                  <a:pt x="204695" y="914400"/>
                  <a:pt x="0" y="709705"/>
                  <a:pt x="0" y="457200"/>
                </a:cubicBezTo>
                <a:lnTo>
                  <a:pt x="0" y="4572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22" name="图片占位符 21"/>
          <p:cNvSpPr>
            <a:spLocks noGrp="1"/>
          </p:cNvSpPr>
          <p:nvPr>
            <p:ph type="pic" idx="16397" hasCustomPrompt="1"/>
            <p:custDataLst>
              <p:tags r:id="rId7"/>
            </p:custDataLst>
          </p:nvPr>
        </p:nvSpPr>
        <p:spPr>
          <a:xfrm>
            <a:off x="1280160" y="2981960"/>
            <a:ext cx="487680" cy="487680"/>
          </a:xfrm>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p>
        </p:txBody>
      </p:sp>
      <p:sp>
        <p:nvSpPr>
          <p:cNvPr id="23" name="文本占位符 22"/>
          <p:cNvSpPr>
            <a:spLocks noGrp="1"/>
          </p:cNvSpPr>
          <p:nvPr>
            <p:ph type="body" idx="16387" hasCustomPrompt="1"/>
            <p:custDataLst>
              <p:tags r:id="rId8"/>
            </p:custDataLst>
          </p:nvPr>
        </p:nvSpPr>
        <p:spPr>
          <a:xfrm>
            <a:off x="609600" y="3937000"/>
            <a:ext cx="1828800" cy="812800"/>
          </a:xfrm>
          <a:noFill/>
        </p:spPr>
        <p:txBody>
          <a:bodyPr lIns="0" tIns="0" rIns="0" bIns="0" anchor="t">
            <a:normAutofit/>
          </a:bodyPr>
          <a:lstStyle>
            <a:lvl1pPr marL="0" indent="0" algn="ctr">
              <a:lnSpc>
                <a:spcPct val="111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24" name="文本占位符 23"/>
          <p:cNvSpPr>
            <a:spLocks noGrp="1"/>
          </p:cNvSpPr>
          <p:nvPr>
            <p:ph type="body" idx="16388" hasCustomPrompt="1"/>
            <p:custDataLst>
              <p:tags r:id="rId9"/>
            </p:custDataLst>
          </p:nvPr>
        </p:nvSpPr>
        <p:spPr>
          <a:xfrm>
            <a:off x="609600" y="4851400"/>
            <a:ext cx="1828800" cy="914400"/>
          </a:xfrm>
          <a:noFill/>
        </p:spPr>
        <p:txBody>
          <a:bodyPr lIns="0" tIns="0" rIns="0" bIns="0" anchor="t">
            <a:normAutofit/>
          </a:bodyPr>
          <a:lstStyle>
            <a:lvl1pPr marL="0" indent="0" algn="ctr">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
        <p:nvSpPr>
          <p:cNvPr id="25" name="装饰  4"/>
          <p:cNvSpPr>
            <a:spLocks noGrp="1"/>
          </p:cNvSpPr>
          <p:nvPr>
            <p:ph type="body" idx="16400" hasCustomPrompt="1"/>
            <p:custDataLst>
              <p:tags r:id="rId10"/>
            </p:custDataLst>
          </p:nvPr>
        </p:nvSpPr>
        <p:spPr>
          <a:xfrm>
            <a:off x="3352800" y="2768600"/>
            <a:ext cx="914400" cy="914400"/>
          </a:xfrm>
          <a:custGeom>
            <a:avLst/>
            <a:gdLst>
              <a:gd name="connisteX0" fmla="*/ 0 w 914400"/>
              <a:gd name="connsiteY0" fmla="*/ 457200 h 914400"/>
              <a:gd name="connisteX1" fmla="*/ 457200 w 914400"/>
              <a:gd name="connsiteY1" fmla="*/ 0 h 914400"/>
              <a:gd name="connisteX2" fmla="*/ 457200 w 914400"/>
              <a:gd name="connsiteY2" fmla="*/ 0 h 914400"/>
              <a:gd name="connisteX3" fmla="*/ 914400 w 914400"/>
              <a:gd name="connsiteY3" fmla="*/ 457200 h 914400"/>
              <a:gd name="connisteX4" fmla="*/ 914400 w 914400"/>
              <a:gd name="connsiteY4" fmla="*/ 457200 h 914400"/>
              <a:gd name="connisteX5" fmla="*/ 457200 w 914400"/>
              <a:gd name="connsiteY5" fmla="*/ 914400 h 914400"/>
              <a:gd name="connisteX6" fmla="*/ 457200 w 914400"/>
              <a:gd name="connsiteY6" fmla="*/ 914400 h 914400"/>
              <a:gd name="connisteX7" fmla="*/ 0 w 914400"/>
              <a:gd name="connsiteY7" fmla="*/ 457200 h 914400"/>
              <a:gd name="connisteX8" fmla="*/ 0 w 914400"/>
              <a:gd name="connsiteY8" fmla="*/ 457200 h 914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914400" h="914400">
                <a:moveTo>
                  <a:pt x="0" y="457200"/>
                </a:moveTo>
                <a:cubicBezTo>
                  <a:pt x="0" y="204695"/>
                  <a:pt x="204695" y="0"/>
                  <a:pt x="457200" y="0"/>
                </a:cubicBezTo>
                <a:lnTo>
                  <a:pt x="457200" y="0"/>
                </a:lnTo>
                <a:cubicBezTo>
                  <a:pt x="709705" y="0"/>
                  <a:pt x="914400" y="204695"/>
                  <a:pt x="914400" y="457200"/>
                </a:cubicBezTo>
                <a:lnTo>
                  <a:pt x="914400" y="457200"/>
                </a:lnTo>
                <a:cubicBezTo>
                  <a:pt x="914400" y="709705"/>
                  <a:pt x="709705" y="914400"/>
                  <a:pt x="457200" y="914400"/>
                </a:cubicBezTo>
                <a:lnTo>
                  <a:pt x="457200" y="914400"/>
                </a:lnTo>
                <a:cubicBezTo>
                  <a:pt x="204695" y="914400"/>
                  <a:pt x="0" y="709705"/>
                  <a:pt x="0" y="457200"/>
                </a:cubicBezTo>
                <a:lnTo>
                  <a:pt x="0" y="4572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26" name="图片占位符 25"/>
          <p:cNvSpPr>
            <a:spLocks noGrp="1"/>
          </p:cNvSpPr>
          <p:nvPr>
            <p:ph type="pic" idx="16399" hasCustomPrompt="1"/>
            <p:custDataLst>
              <p:tags r:id="rId11"/>
            </p:custDataLst>
          </p:nvPr>
        </p:nvSpPr>
        <p:spPr>
          <a:xfrm>
            <a:off x="3566160" y="2981960"/>
            <a:ext cx="487680" cy="487680"/>
          </a:xfrm>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p>
        </p:txBody>
      </p:sp>
      <p:sp>
        <p:nvSpPr>
          <p:cNvPr id="27" name="文本占位符 26"/>
          <p:cNvSpPr>
            <a:spLocks noGrp="1"/>
          </p:cNvSpPr>
          <p:nvPr>
            <p:ph type="body" idx="16389" hasCustomPrompt="1"/>
            <p:custDataLst>
              <p:tags r:id="rId12"/>
            </p:custDataLst>
          </p:nvPr>
        </p:nvSpPr>
        <p:spPr>
          <a:xfrm>
            <a:off x="2895600" y="3937000"/>
            <a:ext cx="1828800" cy="812800"/>
          </a:xfrm>
          <a:noFill/>
        </p:spPr>
        <p:txBody>
          <a:bodyPr lIns="0" tIns="0" rIns="0" bIns="0" anchor="t">
            <a:normAutofit/>
          </a:bodyPr>
          <a:lstStyle>
            <a:lvl1pPr marL="0" indent="0" algn="ctr">
              <a:lnSpc>
                <a:spcPct val="111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28" name="文本占位符 27"/>
          <p:cNvSpPr>
            <a:spLocks noGrp="1"/>
          </p:cNvSpPr>
          <p:nvPr>
            <p:ph type="body" idx="16390" hasCustomPrompt="1"/>
            <p:custDataLst>
              <p:tags r:id="rId13"/>
            </p:custDataLst>
          </p:nvPr>
        </p:nvSpPr>
        <p:spPr>
          <a:xfrm>
            <a:off x="2895600" y="4851400"/>
            <a:ext cx="1828800" cy="914400"/>
          </a:xfrm>
          <a:noFill/>
        </p:spPr>
        <p:txBody>
          <a:bodyPr lIns="0" tIns="0" rIns="0" bIns="0" anchor="t">
            <a:normAutofit/>
          </a:bodyPr>
          <a:lstStyle>
            <a:lvl1pPr marL="0" indent="0" algn="ctr">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
        <p:nvSpPr>
          <p:cNvPr id="29" name="装饰  8"/>
          <p:cNvSpPr>
            <a:spLocks noGrp="1"/>
          </p:cNvSpPr>
          <p:nvPr>
            <p:ph type="body" idx="16402" hasCustomPrompt="1"/>
            <p:custDataLst>
              <p:tags r:id="rId14"/>
            </p:custDataLst>
          </p:nvPr>
        </p:nvSpPr>
        <p:spPr>
          <a:xfrm>
            <a:off x="5638800" y="2768600"/>
            <a:ext cx="914400" cy="914400"/>
          </a:xfrm>
          <a:custGeom>
            <a:avLst/>
            <a:gdLst>
              <a:gd name="connisteX0" fmla="*/ 0 w 914400"/>
              <a:gd name="connsiteY0" fmla="*/ 457200 h 914400"/>
              <a:gd name="connisteX1" fmla="*/ 457200 w 914400"/>
              <a:gd name="connsiteY1" fmla="*/ 0 h 914400"/>
              <a:gd name="connisteX2" fmla="*/ 457200 w 914400"/>
              <a:gd name="connsiteY2" fmla="*/ 0 h 914400"/>
              <a:gd name="connisteX3" fmla="*/ 914400 w 914400"/>
              <a:gd name="connsiteY3" fmla="*/ 457200 h 914400"/>
              <a:gd name="connisteX4" fmla="*/ 914400 w 914400"/>
              <a:gd name="connsiteY4" fmla="*/ 457200 h 914400"/>
              <a:gd name="connisteX5" fmla="*/ 457200 w 914400"/>
              <a:gd name="connsiteY5" fmla="*/ 914400 h 914400"/>
              <a:gd name="connisteX6" fmla="*/ 457200 w 914400"/>
              <a:gd name="connsiteY6" fmla="*/ 914400 h 914400"/>
              <a:gd name="connisteX7" fmla="*/ 0 w 914400"/>
              <a:gd name="connsiteY7" fmla="*/ 457200 h 914400"/>
              <a:gd name="connisteX8" fmla="*/ 0 w 914400"/>
              <a:gd name="connsiteY8" fmla="*/ 457200 h 914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914400" h="914400">
                <a:moveTo>
                  <a:pt x="0" y="457200"/>
                </a:moveTo>
                <a:cubicBezTo>
                  <a:pt x="0" y="204695"/>
                  <a:pt x="204695" y="0"/>
                  <a:pt x="457200" y="0"/>
                </a:cubicBezTo>
                <a:lnTo>
                  <a:pt x="457200" y="0"/>
                </a:lnTo>
                <a:cubicBezTo>
                  <a:pt x="709705" y="0"/>
                  <a:pt x="914400" y="204695"/>
                  <a:pt x="914400" y="457200"/>
                </a:cubicBezTo>
                <a:lnTo>
                  <a:pt x="914400" y="457200"/>
                </a:lnTo>
                <a:cubicBezTo>
                  <a:pt x="914400" y="709705"/>
                  <a:pt x="709705" y="914400"/>
                  <a:pt x="457200" y="914400"/>
                </a:cubicBezTo>
                <a:lnTo>
                  <a:pt x="457200" y="914400"/>
                </a:lnTo>
                <a:cubicBezTo>
                  <a:pt x="204695" y="914400"/>
                  <a:pt x="0" y="709705"/>
                  <a:pt x="0" y="457200"/>
                </a:cubicBezTo>
                <a:lnTo>
                  <a:pt x="0" y="4572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30" name="图片占位符 29"/>
          <p:cNvSpPr>
            <a:spLocks noGrp="1"/>
          </p:cNvSpPr>
          <p:nvPr>
            <p:ph type="pic" idx="16401" hasCustomPrompt="1"/>
            <p:custDataLst>
              <p:tags r:id="rId15"/>
            </p:custDataLst>
          </p:nvPr>
        </p:nvSpPr>
        <p:spPr>
          <a:xfrm>
            <a:off x="5852160" y="2981960"/>
            <a:ext cx="487680" cy="487680"/>
          </a:xfrm>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p>
        </p:txBody>
      </p:sp>
      <p:sp>
        <p:nvSpPr>
          <p:cNvPr id="31" name="文本占位符 30"/>
          <p:cNvSpPr>
            <a:spLocks noGrp="1"/>
          </p:cNvSpPr>
          <p:nvPr>
            <p:ph type="body" idx="16391" hasCustomPrompt="1"/>
            <p:custDataLst>
              <p:tags r:id="rId16"/>
            </p:custDataLst>
          </p:nvPr>
        </p:nvSpPr>
        <p:spPr>
          <a:xfrm>
            <a:off x="5181600" y="3937000"/>
            <a:ext cx="1828800" cy="812800"/>
          </a:xfrm>
          <a:noFill/>
        </p:spPr>
        <p:txBody>
          <a:bodyPr lIns="0" tIns="0" rIns="0" bIns="0" anchor="t">
            <a:normAutofit/>
          </a:bodyPr>
          <a:lstStyle>
            <a:lvl1pPr marL="0" indent="0" algn="ctr">
              <a:lnSpc>
                <a:spcPct val="111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32" name="文本占位符 31"/>
          <p:cNvSpPr>
            <a:spLocks noGrp="1"/>
          </p:cNvSpPr>
          <p:nvPr>
            <p:ph type="body" idx="16392" hasCustomPrompt="1"/>
            <p:custDataLst>
              <p:tags r:id="rId17"/>
            </p:custDataLst>
          </p:nvPr>
        </p:nvSpPr>
        <p:spPr>
          <a:xfrm>
            <a:off x="5181600" y="4851400"/>
            <a:ext cx="1828800" cy="914400"/>
          </a:xfrm>
          <a:noFill/>
        </p:spPr>
        <p:txBody>
          <a:bodyPr lIns="0" tIns="0" rIns="0" bIns="0" anchor="t">
            <a:normAutofit/>
          </a:bodyPr>
          <a:lstStyle>
            <a:lvl1pPr marL="0" indent="0" algn="ctr">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
        <p:nvSpPr>
          <p:cNvPr id="33" name="装饰  2"/>
          <p:cNvSpPr>
            <a:spLocks noGrp="1"/>
          </p:cNvSpPr>
          <p:nvPr>
            <p:ph type="body" idx="16404" hasCustomPrompt="1"/>
            <p:custDataLst>
              <p:tags r:id="rId18"/>
            </p:custDataLst>
          </p:nvPr>
        </p:nvSpPr>
        <p:spPr>
          <a:xfrm>
            <a:off x="7924800" y="2768600"/>
            <a:ext cx="914400" cy="914400"/>
          </a:xfrm>
          <a:custGeom>
            <a:avLst/>
            <a:gdLst>
              <a:gd name="connisteX0" fmla="*/ 0 w 914400"/>
              <a:gd name="connsiteY0" fmla="*/ 457200 h 914400"/>
              <a:gd name="connisteX1" fmla="*/ 457200 w 914400"/>
              <a:gd name="connsiteY1" fmla="*/ 0 h 914400"/>
              <a:gd name="connisteX2" fmla="*/ 457200 w 914400"/>
              <a:gd name="connsiteY2" fmla="*/ 0 h 914400"/>
              <a:gd name="connisteX3" fmla="*/ 914400 w 914400"/>
              <a:gd name="connsiteY3" fmla="*/ 457200 h 914400"/>
              <a:gd name="connisteX4" fmla="*/ 914400 w 914400"/>
              <a:gd name="connsiteY4" fmla="*/ 457200 h 914400"/>
              <a:gd name="connisteX5" fmla="*/ 457200 w 914400"/>
              <a:gd name="connsiteY5" fmla="*/ 914400 h 914400"/>
              <a:gd name="connisteX6" fmla="*/ 457200 w 914400"/>
              <a:gd name="connsiteY6" fmla="*/ 914400 h 914400"/>
              <a:gd name="connisteX7" fmla="*/ 0 w 914400"/>
              <a:gd name="connsiteY7" fmla="*/ 457200 h 914400"/>
              <a:gd name="connisteX8" fmla="*/ 0 w 914400"/>
              <a:gd name="connsiteY8" fmla="*/ 457200 h 914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914400" h="914400">
                <a:moveTo>
                  <a:pt x="0" y="457200"/>
                </a:moveTo>
                <a:cubicBezTo>
                  <a:pt x="0" y="204695"/>
                  <a:pt x="204695" y="0"/>
                  <a:pt x="457200" y="0"/>
                </a:cubicBezTo>
                <a:lnTo>
                  <a:pt x="457200" y="0"/>
                </a:lnTo>
                <a:cubicBezTo>
                  <a:pt x="709705" y="0"/>
                  <a:pt x="914400" y="204695"/>
                  <a:pt x="914400" y="457200"/>
                </a:cubicBezTo>
                <a:lnTo>
                  <a:pt x="914400" y="457200"/>
                </a:lnTo>
                <a:cubicBezTo>
                  <a:pt x="914400" y="709705"/>
                  <a:pt x="709705" y="914400"/>
                  <a:pt x="457200" y="914400"/>
                </a:cubicBezTo>
                <a:lnTo>
                  <a:pt x="457200" y="914400"/>
                </a:lnTo>
                <a:cubicBezTo>
                  <a:pt x="204695" y="914400"/>
                  <a:pt x="0" y="709705"/>
                  <a:pt x="0" y="457200"/>
                </a:cubicBezTo>
                <a:lnTo>
                  <a:pt x="0" y="4572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34" name="图片占位符 33"/>
          <p:cNvSpPr>
            <a:spLocks noGrp="1"/>
          </p:cNvSpPr>
          <p:nvPr>
            <p:ph type="pic" idx="16403" hasCustomPrompt="1"/>
            <p:custDataLst>
              <p:tags r:id="rId19"/>
            </p:custDataLst>
          </p:nvPr>
        </p:nvSpPr>
        <p:spPr>
          <a:xfrm>
            <a:off x="8138160" y="2981960"/>
            <a:ext cx="487680" cy="487680"/>
          </a:xfrm>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p>
        </p:txBody>
      </p:sp>
      <p:sp>
        <p:nvSpPr>
          <p:cNvPr id="35" name="文本占位符 34"/>
          <p:cNvSpPr>
            <a:spLocks noGrp="1"/>
          </p:cNvSpPr>
          <p:nvPr>
            <p:ph type="body" idx="16393" hasCustomPrompt="1"/>
            <p:custDataLst>
              <p:tags r:id="rId20"/>
            </p:custDataLst>
          </p:nvPr>
        </p:nvSpPr>
        <p:spPr>
          <a:xfrm>
            <a:off x="7467600" y="3937000"/>
            <a:ext cx="1828800" cy="812800"/>
          </a:xfrm>
          <a:noFill/>
        </p:spPr>
        <p:txBody>
          <a:bodyPr lIns="0" tIns="0" rIns="0" bIns="0" anchor="t">
            <a:normAutofit/>
          </a:bodyPr>
          <a:lstStyle>
            <a:lvl1pPr marL="0" indent="0" algn="ctr">
              <a:lnSpc>
                <a:spcPct val="111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36" name="文本占位符 35"/>
          <p:cNvSpPr>
            <a:spLocks noGrp="1"/>
          </p:cNvSpPr>
          <p:nvPr>
            <p:ph type="body" idx="16394" hasCustomPrompt="1"/>
            <p:custDataLst>
              <p:tags r:id="rId21"/>
            </p:custDataLst>
          </p:nvPr>
        </p:nvSpPr>
        <p:spPr>
          <a:xfrm>
            <a:off x="7467600" y="4851400"/>
            <a:ext cx="1828800" cy="914400"/>
          </a:xfrm>
          <a:noFill/>
        </p:spPr>
        <p:txBody>
          <a:bodyPr lIns="0" tIns="0" rIns="0" bIns="0" anchor="t">
            <a:normAutofit/>
          </a:bodyPr>
          <a:lstStyle>
            <a:lvl1pPr marL="0" indent="0" algn="ctr">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
        <p:nvSpPr>
          <p:cNvPr id="37" name="装饰  6"/>
          <p:cNvSpPr>
            <a:spLocks noGrp="1"/>
          </p:cNvSpPr>
          <p:nvPr>
            <p:ph type="body" idx="16406" hasCustomPrompt="1"/>
            <p:custDataLst>
              <p:tags r:id="rId22"/>
            </p:custDataLst>
          </p:nvPr>
        </p:nvSpPr>
        <p:spPr>
          <a:xfrm>
            <a:off x="10210800" y="2768600"/>
            <a:ext cx="914400" cy="914400"/>
          </a:xfrm>
          <a:custGeom>
            <a:avLst/>
            <a:gdLst>
              <a:gd name="connisteX0" fmla="*/ 0 w 914400"/>
              <a:gd name="connsiteY0" fmla="*/ 457200 h 914400"/>
              <a:gd name="connisteX1" fmla="*/ 457200 w 914400"/>
              <a:gd name="connsiteY1" fmla="*/ 0 h 914400"/>
              <a:gd name="connisteX2" fmla="*/ 457200 w 914400"/>
              <a:gd name="connsiteY2" fmla="*/ 0 h 914400"/>
              <a:gd name="connisteX3" fmla="*/ 914400 w 914400"/>
              <a:gd name="connsiteY3" fmla="*/ 457200 h 914400"/>
              <a:gd name="connisteX4" fmla="*/ 914400 w 914400"/>
              <a:gd name="connsiteY4" fmla="*/ 457200 h 914400"/>
              <a:gd name="connisteX5" fmla="*/ 457200 w 914400"/>
              <a:gd name="connsiteY5" fmla="*/ 914400 h 914400"/>
              <a:gd name="connisteX6" fmla="*/ 457200 w 914400"/>
              <a:gd name="connsiteY6" fmla="*/ 914400 h 914400"/>
              <a:gd name="connisteX7" fmla="*/ 0 w 914400"/>
              <a:gd name="connsiteY7" fmla="*/ 457200 h 914400"/>
              <a:gd name="connisteX8" fmla="*/ 0 w 914400"/>
              <a:gd name="connsiteY8" fmla="*/ 457200 h 914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914400" h="914400">
                <a:moveTo>
                  <a:pt x="0" y="457200"/>
                </a:moveTo>
                <a:cubicBezTo>
                  <a:pt x="0" y="204695"/>
                  <a:pt x="204695" y="0"/>
                  <a:pt x="457200" y="0"/>
                </a:cubicBezTo>
                <a:lnTo>
                  <a:pt x="457200" y="0"/>
                </a:lnTo>
                <a:cubicBezTo>
                  <a:pt x="709705" y="0"/>
                  <a:pt x="914400" y="204695"/>
                  <a:pt x="914400" y="457200"/>
                </a:cubicBezTo>
                <a:lnTo>
                  <a:pt x="914400" y="457200"/>
                </a:lnTo>
                <a:cubicBezTo>
                  <a:pt x="914400" y="709705"/>
                  <a:pt x="709705" y="914400"/>
                  <a:pt x="457200" y="914400"/>
                </a:cubicBezTo>
                <a:lnTo>
                  <a:pt x="457200" y="914400"/>
                </a:lnTo>
                <a:cubicBezTo>
                  <a:pt x="204695" y="914400"/>
                  <a:pt x="0" y="709705"/>
                  <a:pt x="0" y="457200"/>
                </a:cubicBezTo>
                <a:lnTo>
                  <a:pt x="0" y="4572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38" name="图片占位符 37"/>
          <p:cNvSpPr>
            <a:spLocks noGrp="1"/>
          </p:cNvSpPr>
          <p:nvPr>
            <p:ph type="pic" idx="16405" hasCustomPrompt="1"/>
            <p:custDataLst>
              <p:tags r:id="rId23"/>
            </p:custDataLst>
          </p:nvPr>
        </p:nvSpPr>
        <p:spPr>
          <a:xfrm>
            <a:off x="10424160" y="2981960"/>
            <a:ext cx="487680" cy="487680"/>
          </a:xfrm>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p>
        </p:txBody>
      </p:sp>
      <p:sp>
        <p:nvSpPr>
          <p:cNvPr id="39" name="文本占位符 38"/>
          <p:cNvSpPr>
            <a:spLocks noGrp="1"/>
          </p:cNvSpPr>
          <p:nvPr>
            <p:ph type="body" idx="16395" hasCustomPrompt="1"/>
            <p:custDataLst>
              <p:tags r:id="rId24"/>
            </p:custDataLst>
          </p:nvPr>
        </p:nvSpPr>
        <p:spPr>
          <a:xfrm>
            <a:off x="9753600" y="3937000"/>
            <a:ext cx="1828800" cy="812800"/>
          </a:xfrm>
          <a:noFill/>
        </p:spPr>
        <p:txBody>
          <a:bodyPr lIns="0" tIns="0" rIns="0" bIns="0" anchor="t">
            <a:normAutofit/>
          </a:bodyPr>
          <a:lstStyle>
            <a:lvl1pPr marL="0" indent="0" algn="ctr">
              <a:lnSpc>
                <a:spcPct val="111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40" name="文本占位符 39"/>
          <p:cNvSpPr>
            <a:spLocks noGrp="1"/>
          </p:cNvSpPr>
          <p:nvPr>
            <p:ph type="body" idx="16396" hasCustomPrompt="1"/>
            <p:custDataLst>
              <p:tags r:id="rId25"/>
            </p:custDataLst>
          </p:nvPr>
        </p:nvSpPr>
        <p:spPr>
          <a:xfrm>
            <a:off x="9753600" y="4851400"/>
            <a:ext cx="1828800" cy="914400"/>
          </a:xfrm>
          <a:noFill/>
        </p:spPr>
        <p:txBody>
          <a:bodyPr lIns="0" tIns="0" rIns="0" bIns="0" anchor="t">
            <a:normAutofit/>
          </a:bodyPr>
          <a:lstStyle>
            <a:lvl1pPr marL="0" indent="0" algn="ctr">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Tree>
    <p:extLst>
      <p:ext uri="{BB962C8B-B14F-4D97-AF65-F5344CB8AC3E}">
        <p14:creationId xmlns:p14="http://schemas.microsoft.com/office/powerpoint/2010/main" val="2855788848"/>
      </p:ext>
    </p:extLst>
  </p:cSld>
  <p:clrMapOvr>
    <a:overrideClrMapping bg1="lt1" tx1="dk1" bg2="lt2" tx2="dk2" accent1="accent1" accent2="accent2" accent3="accent3" accent4="accent4" accent5="accent5" accent6="accent6" hlink="hlink" folHlink="folHlink"/>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正文页-60_18">
    <p:bg>
      <p:bgRef idx="1001">
        <a:schemeClr val="bg2"/>
      </p:bgRef>
    </p:bg>
    <p:spTree>
      <p:nvGrpSpPr>
        <p:cNvPr id="1" name=""/>
        <p:cNvGrpSpPr/>
        <p:nvPr/>
      </p:nvGrpSpPr>
      <p:grpSpPr>
        <a:xfrm>
          <a:off x="0" y="0"/>
          <a:ext cx="0" cy="0"/>
          <a:chOff x="0" y="0"/>
          <a:chExt cx="0" cy="0"/>
        </a:xfrm>
      </p:grpSpPr>
      <p:sp>
        <p:nvSpPr>
          <p:cNvPr id="8" name="日期占位符 7"/>
          <p:cNvSpPr>
            <a:spLocks noGrp="1"/>
          </p:cNvSpPr>
          <p:nvPr>
            <p:ph type="dt" sz="half" idx="10"/>
            <p:custDataLst>
              <p:tags r:id="rId1"/>
            </p:custDataLst>
          </p:nvPr>
        </p:nvSpPr>
        <p:spPr/>
        <p:txBody>
          <a:bodyPr wrap="square">
            <a:normAutofit/>
          </a:bodyPr>
          <a:lstStyle/>
          <a:p>
            <a:fld id="{5592522B-0F24-4480-B9DD-A9474A6880D6}" type="datetimeFigureOut">
              <a:rPr lang="zh-CN" altLang="en-US" smtClean="0"/>
              <a:t>2026/10/10</a:t>
            </a:fld>
            <a:endParaRPr lang="zh-CN" altLang="en-US"/>
          </a:p>
        </p:txBody>
      </p:sp>
      <p:sp>
        <p:nvSpPr>
          <p:cNvPr id="9" name="页脚占位符 8"/>
          <p:cNvSpPr>
            <a:spLocks noGrp="1"/>
          </p:cNvSpPr>
          <p:nvPr>
            <p:ph type="ftr" sz="quarter" idx="11"/>
            <p:custDataLst>
              <p:tags r:id="rId2"/>
            </p:custDataLst>
          </p:nvPr>
        </p:nvSpPr>
        <p:spPr/>
        <p:txBody>
          <a:bodyPr/>
          <a:lstStyle/>
          <a:p>
            <a:endParaRPr lang="zh-CN" altLang="en-US"/>
          </a:p>
        </p:txBody>
      </p:sp>
      <p:sp>
        <p:nvSpPr>
          <p:cNvPr id="10" name="灯片编号占位符 9"/>
          <p:cNvSpPr>
            <a:spLocks noGrp="1"/>
          </p:cNvSpPr>
          <p:nvPr>
            <p:ph type="sldNum" sz="quarter" idx="12"/>
            <p:custDataLst>
              <p:tags r:id="rId3"/>
            </p:custDataLst>
          </p:nvPr>
        </p:nvSpPr>
        <p:spPr/>
        <p:txBody>
          <a:bodyPr wrap="square">
            <a:normAutofit/>
          </a:bodyPr>
          <a:lstStyle/>
          <a:p>
            <a:fld id="{BE5F26B5-172A-4DC2-B0B7-181CFC56B87C}" type="slidenum">
              <a:rPr lang="zh-CN" altLang="en-US" smtClean="0"/>
              <a:t>‹#›</a:t>
            </a:fld>
            <a:endParaRPr lang="zh-CN" altLang="en-US"/>
          </a:p>
        </p:txBody>
      </p:sp>
      <p:sp>
        <p:nvSpPr>
          <p:cNvPr id="7" name="内容占位符 6"/>
          <p:cNvSpPr>
            <a:spLocks noGrp="1"/>
          </p:cNvSpPr>
          <p:nvPr>
            <p:ph idx="16390" hasCustomPrompt="1"/>
            <p:custDataLst>
              <p:tags r:id="rId4"/>
            </p:custDataLst>
          </p:nvPr>
        </p:nvSpPr>
        <p:spPr>
          <a:xfrm>
            <a:off x="609600" y="1524000"/>
            <a:ext cx="3581400" cy="4724400"/>
          </a:xfrm>
          <a:custGeom>
            <a:avLst/>
            <a:gdLst>
              <a:gd name="connisteX0" fmla="*/ 0 w 3581400"/>
              <a:gd name="connsiteY0" fmla="*/ 203200 h 4724400"/>
              <a:gd name="connisteX1" fmla="*/ 203200 w 3581400"/>
              <a:gd name="connsiteY1" fmla="*/ 0 h 4724400"/>
              <a:gd name="connisteX2" fmla="*/ 3581400 w 3581400"/>
              <a:gd name="connsiteY2" fmla="*/ 0 h 4724400"/>
              <a:gd name="connisteX3" fmla="*/ 3581400 w 3581400"/>
              <a:gd name="connsiteY3" fmla="*/ 4724400 h 4724400"/>
              <a:gd name="connisteX4" fmla="*/ 203200 w 3581400"/>
              <a:gd name="connsiteY4" fmla="*/ 4724400 h 4724400"/>
              <a:gd name="connisteX5" fmla="*/ 0 w 3581400"/>
              <a:gd name="connsiteY5" fmla="*/ 4521200 h 4724400"/>
              <a:gd name="connisteX6" fmla="*/ 0 w 3581400"/>
              <a:gd name="connsiteY6" fmla="*/ 203200 h 4724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rect l="0" t="0" r="0" b="0"/>
            <a:pathLst>
              <a:path w="3581400" h="4724400">
                <a:moveTo>
                  <a:pt x="0" y="203200"/>
                </a:moveTo>
                <a:cubicBezTo>
                  <a:pt x="0" y="90976"/>
                  <a:pt x="90976" y="0"/>
                  <a:pt x="203200" y="0"/>
                </a:cubicBezTo>
                <a:lnTo>
                  <a:pt x="3581400" y="0"/>
                </a:lnTo>
                <a:lnTo>
                  <a:pt x="3581400" y="4724400"/>
                </a:lnTo>
                <a:lnTo>
                  <a:pt x="203200" y="4724400"/>
                </a:lnTo>
                <a:cubicBezTo>
                  <a:pt x="90976" y="4724400"/>
                  <a:pt x="0" y="4633424"/>
                  <a:pt x="0" y="4521200"/>
                </a:cubicBezTo>
                <a:lnTo>
                  <a:pt x="0" y="203200"/>
                </a:lnTo>
                <a:close/>
              </a:path>
            </a:pathLst>
          </a:custGeom>
          <a:solidFill>
            <a:srgbClr val="DDDDDD"/>
          </a:solidFill>
          <a:ln>
            <a:noFill/>
          </a:ln>
        </p:spPr>
        <p:txBody>
          <a:bodyPr>
            <a:norm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6" name="标题 5"/>
          <p:cNvSpPr>
            <a:spLocks noGrp="1"/>
          </p:cNvSpPr>
          <p:nvPr>
            <p:ph type="ctrTitle" idx="16385" hasCustomPrompt="1"/>
            <p:custDataLst>
              <p:tags r:id="rId5"/>
            </p:custDataLst>
          </p:nvPr>
        </p:nvSpPr>
        <p:spPr>
          <a:xfrm>
            <a:off x="609600" y="533400"/>
            <a:ext cx="10972800" cy="609600"/>
          </a:xfrm>
          <a:noFill/>
        </p:spPr>
        <p:txBody>
          <a:bodyPr vert="horz" wrap="square" lIns="0" tIns="0" rIns="0" bIns="0" rtlCol="0" anchor="t" anchorCtr="0">
            <a:normAutofit/>
          </a:bodyPr>
          <a:lstStyle>
            <a:lvl1pPr marL="0" marR="0" indent="0" algn="l" defTabSz="914400" rtl="0" eaLnBrk="1" fontAlgn="auto" latinLnBrk="0" hangingPunct="1">
              <a:lnSpc>
                <a:spcPct val="111000"/>
              </a:lnSpc>
              <a:spcBef>
                <a:spcPct val="0"/>
              </a:spcBef>
              <a:spcAft>
                <a:spcPct val="0"/>
              </a:spcAft>
              <a:buClrTx/>
              <a:buSzTx/>
              <a:buFontTx/>
              <a:buNone/>
              <a:defRPr kumimoji="0" lang="zh-CN" altLang="en-US" sz="3600" b="1" i="0" u="none" strike="noStrike" kern="1200" cap="none" spc="0" normalizeH="0" baseline="0" noProof="1">
                <a:solidFill>
                  <a:schemeClr val="tx1"/>
                </a:solidFill>
                <a:latin typeface="+mj-lt"/>
                <a:ea typeface="+mj-ea"/>
                <a:cs typeface="+mj-cs"/>
              </a:defRPr>
            </a:lvl1pPr>
          </a:lstStyle>
          <a:p>
            <a:pPr lvl="0"/>
            <a:r>
              <a:rPr>
                <a:sym typeface="+mn-ea"/>
              </a:rPr>
              <a:t>单击此处添加标题</a:t>
            </a:r>
          </a:p>
        </p:txBody>
      </p:sp>
      <p:sp>
        <p:nvSpPr>
          <p:cNvPr id="21" name="装饰  0"/>
          <p:cNvSpPr>
            <a:spLocks noGrp="1"/>
          </p:cNvSpPr>
          <p:nvPr>
            <p:ph type="body" idx="16391" hasCustomPrompt="1"/>
            <p:custDataLst>
              <p:tags r:id="rId6"/>
            </p:custDataLst>
          </p:nvPr>
        </p:nvSpPr>
        <p:spPr>
          <a:xfrm>
            <a:off x="4191000" y="1524000"/>
            <a:ext cx="7391400" cy="4724400"/>
          </a:xfrm>
          <a:custGeom>
            <a:avLst/>
            <a:gdLst>
              <a:gd name="connisteX0" fmla="*/ 0 w 7391400"/>
              <a:gd name="connsiteY0" fmla="*/ 0 h 4724400"/>
              <a:gd name="connisteX1" fmla="*/ 7188200 w 7391400"/>
              <a:gd name="connsiteY1" fmla="*/ 0 h 4724400"/>
              <a:gd name="connisteX2" fmla="*/ 7391400 w 7391400"/>
              <a:gd name="connsiteY2" fmla="*/ 203200 h 4724400"/>
              <a:gd name="connisteX3" fmla="*/ 7391400 w 7391400"/>
              <a:gd name="connsiteY3" fmla="*/ 4521200 h 4724400"/>
              <a:gd name="connisteX4" fmla="*/ 7188200 w 7391400"/>
              <a:gd name="connsiteY4" fmla="*/ 4724400 h 4724400"/>
              <a:gd name="connisteX5" fmla="*/ 0 w 7391400"/>
              <a:gd name="connsiteY5" fmla="*/ 4724400 h 4724400"/>
              <a:gd name="connisteX6" fmla="*/ 0 w 7391400"/>
              <a:gd name="connsiteY6" fmla="*/ 0 h 4724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rect l="0" t="0" r="0" b="0"/>
            <a:pathLst>
              <a:path w="7391400" h="4724400">
                <a:moveTo>
                  <a:pt x="0" y="0"/>
                </a:moveTo>
                <a:lnTo>
                  <a:pt x="7188200" y="0"/>
                </a:lnTo>
                <a:cubicBezTo>
                  <a:pt x="7300424" y="0"/>
                  <a:pt x="7391400" y="90976"/>
                  <a:pt x="7391400" y="203200"/>
                </a:cubicBezTo>
                <a:lnTo>
                  <a:pt x="7391400" y="4521200"/>
                </a:lnTo>
                <a:cubicBezTo>
                  <a:pt x="7391400" y="4633424"/>
                  <a:pt x="7300424" y="4724400"/>
                  <a:pt x="7188200" y="4724400"/>
                </a:cubicBezTo>
                <a:lnTo>
                  <a:pt x="0" y="4724400"/>
                </a:lnTo>
                <a:lnTo>
                  <a:pt x="0" y="0"/>
                </a:lnTo>
                <a:close/>
              </a:path>
            </a:pathLst>
          </a:custGeom>
          <a:gradFill>
            <a:gsLst>
              <a:gs pos="0">
                <a:schemeClr val="accent1">
                  <a:lumMod val="0"/>
                  <a:lumOff val="100000"/>
                </a:schemeClr>
              </a:gs>
              <a:gs pos="100000">
                <a:schemeClr val="accent1">
                  <a:lumMod val="0"/>
                  <a:lumOff val="100000"/>
                </a:schemeClr>
              </a:gs>
            </a:gsLst>
            <a:lin ang="5400000"/>
          </a:gra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22" name="文本占位符 21"/>
          <p:cNvSpPr>
            <a:spLocks noGrp="1"/>
          </p:cNvSpPr>
          <p:nvPr>
            <p:ph type="body" idx="16386" hasCustomPrompt="1"/>
            <p:custDataLst>
              <p:tags r:id="rId7"/>
            </p:custDataLst>
          </p:nvPr>
        </p:nvSpPr>
        <p:spPr>
          <a:xfrm>
            <a:off x="4648200" y="2108200"/>
            <a:ext cx="64770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23" name="文本占位符 22"/>
          <p:cNvSpPr>
            <a:spLocks noGrp="1"/>
          </p:cNvSpPr>
          <p:nvPr>
            <p:ph type="body" idx="16387" hasCustomPrompt="1"/>
            <p:custDataLst>
              <p:tags r:id="rId8"/>
            </p:custDataLst>
          </p:nvPr>
        </p:nvSpPr>
        <p:spPr>
          <a:xfrm>
            <a:off x="4648200" y="2667000"/>
            <a:ext cx="6477000" cy="9144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
        <p:nvSpPr>
          <p:cNvPr id="24" name="文本占位符 23"/>
          <p:cNvSpPr>
            <a:spLocks noGrp="1"/>
          </p:cNvSpPr>
          <p:nvPr>
            <p:ph type="body" idx="16388" hasCustomPrompt="1"/>
            <p:custDataLst>
              <p:tags r:id="rId9"/>
            </p:custDataLst>
          </p:nvPr>
        </p:nvSpPr>
        <p:spPr>
          <a:xfrm>
            <a:off x="4648200" y="4191000"/>
            <a:ext cx="64770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25" name="文本占位符 24"/>
          <p:cNvSpPr>
            <a:spLocks noGrp="1"/>
          </p:cNvSpPr>
          <p:nvPr>
            <p:ph type="body" idx="16389" hasCustomPrompt="1"/>
            <p:custDataLst>
              <p:tags r:id="rId10"/>
            </p:custDataLst>
          </p:nvPr>
        </p:nvSpPr>
        <p:spPr>
          <a:xfrm>
            <a:off x="4648200" y="4749800"/>
            <a:ext cx="6477000" cy="9144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Tree>
    <p:extLst>
      <p:ext uri="{BB962C8B-B14F-4D97-AF65-F5344CB8AC3E}">
        <p14:creationId xmlns:p14="http://schemas.microsoft.com/office/powerpoint/2010/main" val="2130262804"/>
      </p:ext>
    </p:extLst>
  </p:cSld>
  <p:clrMapOvr>
    <a:overrideClrMapping bg1="lt1" tx1="dk1" bg2="lt2" tx2="dk2" accent1="accent1" accent2="accent2" accent3="accent3" accent4="accent4" accent5="accent5" accent6="accent6" hlink="hlink" folHlink="folHlink"/>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正文页-10007_1">
    <p:bg>
      <p:bgRef idx="1001">
        <a:schemeClr val="bg2"/>
      </p:bgRef>
    </p:bg>
    <p:spTree>
      <p:nvGrpSpPr>
        <p:cNvPr id="1" name=""/>
        <p:cNvGrpSpPr/>
        <p:nvPr/>
      </p:nvGrpSpPr>
      <p:grpSpPr>
        <a:xfrm>
          <a:off x="0" y="0"/>
          <a:ext cx="0" cy="0"/>
          <a:chOff x="0" y="0"/>
          <a:chExt cx="0" cy="0"/>
        </a:xfrm>
      </p:grpSpPr>
      <p:sp>
        <p:nvSpPr>
          <p:cNvPr id="8" name="日期占位符 7"/>
          <p:cNvSpPr>
            <a:spLocks noGrp="1"/>
          </p:cNvSpPr>
          <p:nvPr>
            <p:ph type="dt" sz="half" idx="10"/>
            <p:custDataLst>
              <p:tags r:id="rId1"/>
            </p:custDataLst>
          </p:nvPr>
        </p:nvSpPr>
        <p:spPr/>
        <p:txBody>
          <a:bodyPr wrap="square">
            <a:normAutofit/>
          </a:bodyPr>
          <a:lstStyle/>
          <a:p>
            <a:fld id="{5592522B-0F24-4480-B9DD-A9474A6880D6}" type="datetimeFigureOut">
              <a:rPr lang="zh-CN" altLang="en-US" smtClean="0"/>
              <a:t>2026/10/10</a:t>
            </a:fld>
            <a:endParaRPr lang="zh-CN" altLang="en-US"/>
          </a:p>
        </p:txBody>
      </p:sp>
      <p:sp>
        <p:nvSpPr>
          <p:cNvPr id="9" name="页脚占位符 8"/>
          <p:cNvSpPr>
            <a:spLocks noGrp="1"/>
          </p:cNvSpPr>
          <p:nvPr>
            <p:ph type="ftr" sz="quarter" idx="11"/>
            <p:custDataLst>
              <p:tags r:id="rId2"/>
            </p:custDataLst>
          </p:nvPr>
        </p:nvSpPr>
        <p:spPr/>
        <p:txBody>
          <a:bodyPr/>
          <a:lstStyle/>
          <a:p>
            <a:endParaRPr lang="zh-CN" altLang="en-US"/>
          </a:p>
        </p:txBody>
      </p:sp>
      <p:sp>
        <p:nvSpPr>
          <p:cNvPr id="10" name="灯片编号占位符 9"/>
          <p:cNvSpPr>
            <a:spLocks noGrp="1"/>
          </p:cNvSpPr>
          <p:nvPr>
            <p:ph type="sldNum" sz="quarter" idx="12"/>
            <p:custDataLst>
              <p:tags r:id="rId3"/>
            </p:custDataLst>
          </p:nvPr>
        </p:nvSpPr>
        <p:spPr/>
        <p:txBody>
          <a:bodyPr wrap="square">
            <a:normAutofit/>
          </a:bodyPr>
          <a:lstStyle/>
          <a:p>
            <a:fld id="{BE5F26B5-172A-4DC2-B0B7-181CFC56B87C}" type="slidenum">
              <a:rPr lang="zh-CN" altLang="en-US" smtClean="0"/>
              <a:t>‹#›</a:t>
            </a:fld>
            <a:endParaRPr lang="zh-CN" altLang="en-US"/>
          </a:p>
        </p:txBody>
      </p:sp>
      <p:sp>
        <p:nvSpPr>
          <p:cNvPr id="7" name="文本占位符 6"/>
          <p:cNvSpPr>
            <a:spLocks noGrp="1"/>
          </p:cNvSpPr>
          <p:nvPr>
            <p:ph type="body" idx="16386" hasCustomPrompt="1"/>
            <p:custDataLst>
              <p:tags r:id="rId4"/>
            </p:custDataLst>
          </p:nvPr>
        </p:nvSpPr>
        <p:spPr>
          <a:xfrm>
            <a:off x="609600" y="3302000"/>
            <a:ext cx="109728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6" name="标题 5"/>
          <p:cNvSpPr>
            <a:spLocks noGrp="1"/>
          </p:cNvSpPr>
          <p:nvPr>
            <p:ph type="ctrTitle" idx="16385" hasCustomPrompt="1"/>
            <p:custDataLst>
              <p:tags r:id="rId5"/>
            </p:custDataLst>
          </p:nvPr>
        </p:nvSpPr>
        <p:spPr>
          <a:xfrm>
            <a:off x="609600" y="533400"/>
            <a:ext cx="10972800" cy="609600"/>
          </a:xfrm>
          <a:noFill/>
        </p:spPr>
        <p:txBody>
          <a:bodyPr vert="horz" wrap="square" lIns="0" tIns="0" rIns="0" bIns="0" rtlCol="0" anchor="t" anchorCtr="0">
            <a:normAutofit/>
          </a:bodyPr>
          <a:lstStyle>
            <a:lvl1pPr marL="0" marR="0" indent="0" algn="l" defTabSz="914400" rtl="0" eaLnBrk="1" fontAlgn="auto" latinLnBrk="0" hangingPunct="1">
              <a:lnSpc>
                <a:spcPct val="111000"/>
              </a:lnSpc>
              <a:spcBef>
                <a:spcPct val="0"/>
              </a:spcBef>
              <a:spcAft>
                <a:spcPct val="0"/>
              </a:spcAft>
              <a:buClrTx/>
              <a:buSzTx/>
              <a:buFontTx/>
              <a:buNone/>
              <a:defRPr kumimoji="0" lang="zh-CN" altLang="en-US" sz="3600" b="1" i="0" u="none" strike="noStrike" kern="1200" cap="none" spc="0" normalizeH="0" baseline="0" noProof="1">
                <a:solidFill>
                  <a:schemeClr val="tx1"/>
                </a:solidFill>
                <a:latin typeface="+mj-lt"/>
                <a:ea typeface="+mj-ea"/>
                <a:cs typeface="+mj-cs"/>
              </a:defRPr>
            </a:lvl1pPr>
          </a:lstStyle>
          <a:p>
            <a:pPr lvl="0"/>
            <a:r>
              <a:rPr>
                <a:sym typeface="+mn-ea"/>
              </a:rPr>
              <a:t>单击此处添加标题</a:t>
            </a:r>
          </a:p>
        </p:txBody>
      </p:sp>
      <p:sp>
        <p:nvSpPr>
          <p:cNvPr id="21" name="文本占位符 20"/>
          <p:cNvSpPr>
            <a:spLocks noGrp="1"/>
          </p:cNvSpPr>
          <p:nvPr>
            <p:ph type="body" idx="16387" hasCustomPrompt="1"/>
            <p:custDataLst>
              <p:tags r:id="rId6"/>
            </p:custDataLst>
          </p:nvPr>
        </p:nvSpPr>
        <p:spPr>
          <a:xfrm>
            <a:off x="609600" y="3860800"/>
            <a:ext cx="10972800" cy="6096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单击此处添加正文</a:t>
            </a:r>
          </a:p>
        </p:txBody>
      </p:sp>
    </p:spTree>
    <p:extLst>
      <p:ext uri="{BB962C8B-B14F-4D97-AF65-F5344CB8AC3E}">
        <p14:creationId xmlns:p14="http://schemas.microsoft.com/office/powerpoint/2010/main" val="3388168195"/>
      </p:ext>
    </p:extLst>
  </p:cSld>
  <p:clrMapOvr>
    <a:overrideClrMapping bg1="lt1" tx1="dk1" bg2="lt2" tx2="dk2" accent1="accent1" accent2="accent2" accent3="accent3" accent4="accent4" accent5="accent5" accent6="accent6" hlink="hlink" folHlink="folHlink"/>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正文页-61_27">
    <p:bg>
      <p:bgRef idx="1001">
        <a:schemeClr val="bg2"/>
      </p:bgRef>
    </p:bg>
    <p:spTree>
      <p:nvGrpSpPr>
        <p:cNvPr id="1" name=""/>
        <p:cNvGrpSpPr/>
        <p:nvPr/>
      </p:nvGrpSpPr>
      <p:grpSpPr>
        <a:xfrm>
          <a:off x="0" y="0"/>
          <a:ext cx="0" cy="0"/>
          <a:chOff x="0" y="0"/>
          <a:chExt cx="0" cy="0"/>
        </a:xfrm>
      </p:grpSpPr>
      <p:sp>
        <p:nvSpPr>
          <p:cNvPr id="8" name="日期占位符 7"/>
          <p:cNvSpPr>
            <a:spLocks noGrp="1"/>
          </p:cNvSpPr>
          <p:nvPr>
            <p:ph type="dt" sz="half" idx="10"/>
            <p:custDataLst>
              <p:tags r:id="rId1"/>
            </p:custDataLst>
          </p:nvPr>
        </p:nvSpPr>
        <p:spPr/>
        <p:txBody>
          <a:bodyPr wrap="square">
            <a:normAutofit/>
          </a:bodyPr>
          <a:lstStyle/>
          <a:p>
            <a:fld id="{5592522B-0F24-4480-B9DD-A9474A6880D6}" type="datetimeFigureOut">
              <a:rPr lang="zh-CN" altLang="en-US" smtClean="0"/>
              <a:t>2026/10/10</a:t>
            </a:fld>
            <a:endParaRPr lang="zh-CN" altLang="en-US"/>
          </a:p>
        </p:txBody>
      </p:sp>
      <p:sp>
        <p:nvSpPr>
          <p:cNvPr id="9" name="页脚占位符 8"/>
          <p:cNvSpPr>
            <a:spLocks noGrp="1"/>
          </p:cNvSpPr>
          <p:nvPr>
            <p:ph type="ftr" sz="quarter" idx="11"/>
            <p:custDataLst>
              <p:tags r:id="rId2"/>
            </p:custDataLst>
          </p:nvPr>
        </p:nvSpPr>
        <p:spPr/>
        <p:txBody>
          <a:bodyPr/>
          <a:lstStyle/>
          <a:p>
            <a:endParaRPr lang="zh-CN" altLang="en-US"/>
          </a:p>
        </p:txBody>
      </p:sp>
      <p:sp>
        <p:nvSpPr>
          <p:cNvPr id="10" name="灯片编号占位符 9"/>
          <p:cNvSpPr>
            <a:spLocks noGrp="1"/>
          </p:cNvSpPr>
          <p:nvPr>
            <p:ph type="sldNum" sz="quarter" idx="12"/>
            <p:custDataLst>
              <p:tags r:id="rId3"/>
            </p:custDataLst>
          </p:nvPr>
        </p:nvSpPr>
        <p:spPr/>
        <p:txBody>
          <a:bodyPr wrap="square">
            <a:normAutofit/>
          </a:bodyPr>
          <a:lstStyle/>
          <a:p>
            <a:fld id="{BE5F26B5-172A-4DC2-B0B7-181CFC56B87C}" type="slidenum">
              <a:rPr lang="zh-CN" altLang="en-US" smtClean="0"/>
              <a:t>‹#›</a:t>
            </a:fld>
            <a:endParaRPr lang="zh-CN" altLang="en-US"/>
          </a:p>
        </p:txBody>
      </p:sp>
      <p:sp>
        <p:nvSpPr>
          <p:cNvPr id="7" name="内容占位符 6"/>
          <p:cNvSpPr>
            <a:spLocks noGrp="1"/>
          </p:cNvSpPr>
          <p:nvPr>
            <p:ph idx="16392" hasCustomPrompt="1"/>
            <p:custDataLst>
              <p:tags r:id="rId4"/>
            </p:custDataLst>
          </p:nvPr>
        </p:nvSpPr>
        <p:spPr>
          <a:xfrm>
            <a:off x="8001000" y="1524000"/>
            <a:ext cx="3581400" cy="4724400"/>
          </a:xfrm>
          <a:custGeom>
            <a:avLst/>
            <a:gdLst>
              <a:gd name="connisteX0" fmla="*/ 0 w 3581400"/>
              <a:gd name="connsiteY0" fmla="*/ 0 h 4724400"/>
              <a:gd name="connisteX1" fmla="*/ 3378200 w 3581400"/>
              <a:gd name="connsiteY1" fmla="*/ 0 h 4724400"/>
              <a:gd name="connisteX2" fmla="*/ 3581400 w 3581400"/>
              <a:gd name="connsiteY2" fmla="*/ 203200 h 4724400"/>
              <a:gd name="connisteX3" fmla="*/ 3581400 w 3581400"/>
              <a:gd name="connsiteY3" fmla="*/ 4521200 h 4724400"/>
              <a:gd name="connisteX4" fmla="*/ 3378200 w 3581400"/>
              <a:gd name="connsiteY4" fmla="*/ 4724400 h 4724400"/>
              <a:gd name="connisteX5" fmla="*/ 0 w 3581400"/>
              <a:gd name="connsiteY5" fmla="*/ 4724400 h 4724400"/>
              <a:gd name="connisteX6" fmla="*/ 0 w 3581400"/>
              <a:gd name="connsiteY6" fmla="*/ 0 h 4724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rect l="0" t="0" r="0" b="0"/>
            <a:pathLst>
              <a:path w="3581400" h="4724400">
                <a:moveTo>
                  <a:pt x="0" y="0"/>
                </a:moveTo>
                <a:lnTo>
                  <a:pt x="3378200" y="0"/>
                </a:lnTo>
                <a:cubicBezTo>
                  <a:pt x="3490424" y="0"/>
                  <a:pt x="3581400" y="90976"/>
                  <a:pt x="3581400" y="203200"/>
                </a:cubicBezTo>
                <a:lnTo>
                  <a:pt x="3581400" y="4521200"/>
                </a:lnTo>
                <a:cubicBezTo>
                  <a:pt x="3581400" y="4633424"/>
                  <a:pt x="3490424" y="4724400"/>
                  <a:pt x="3378200" y="4724400"/>
                </a:cubicBezTo>
                <a:lnTo>
                  <a:pt x="0" y="4724400"/>
                </a:lnTo>
                <a:lnTo>
                  <a:pt x="0" y="0"/>
                </a:lnTo>
                <a:close/>
              </a:path>
            </a:pathLst>
          </a:custGeom>
          <a:solidFill>
            <a:srgbClr val="DDDDDD"/>
          </a:solidFill>
          <a:ln>
            <a:noFill/>
          </a:ln>
        </p:spPr>
        <p:txBody>
          <a:bodyPr>
            <a:norm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6" name="标题 5"/>
          <p:cNvSpPr>
            <a:spLocks noGrp="1"/>
          </p:cNvSpPr>
          <p:nvPr>
            <p:ph type="ctrTitle" idx="16385" hasCustomPrompt="1"/>
            <p:custDataLst>
              <p:tags r:id="rId5"/>
            </p:custDataLst>
          </p:nvPr>
        </p:nvSpPr>
        <p:spPr>
          <a:xfrm>
            <a:off x="609600" y="533400"/>
            <a:ext cx="10972800" cy="609600"/>
          </a:xfrm>
          <a:noFill/>
        </p:spPr>
        <p:txBody>
          <a:bodyPr vert="horz" wrap="square" lIns="0" tIns="0" rIns="0" bIns="0" rtlCol="0" anchor="t" anchorCtr="0">
            <a:normAutofit/>
          </a:bodyPr>
          <a:lstStyle>
            <a:lvl1pPr marL="0" marR="0" indent="0" algn="l" defTabSz="914400" rtl="0" eaLnBrk="1" fontAlgn="auto" latinLnBrk="0" hangingPunct="1">
              <a:lnSpc>
                <a:spcPct val="111000"/>
              </a:lnSpc>
              <a:spcBef>
                <a:spcPct val="0"/>
              </a:spcBef>
              <a:spcAft>
                <a:spcPct val="0"/>
              </a:spcAft>
              <a:buClrTx/>
              <a:buSzTx/>
              <a:buFontTx/>
              <a:buNone/>
              <a:defRPr kumimoji="0" lang="zh-CN" altLang="en-US" sz="3600" b="1" i="0" u="none" strike="noStrike" kern="1200" cap="none" spc="0" normalizeH="0" baseline="0" noProof="1">
                <a:solidFill>
                  <a:schemeClr val="tx1"/>
                </a:solidFill>
                <a:latin typeface="+mj-lt"/>
                <a:ea typeface="+mj-ea"/>
                <a:cs typeface="+mj-cs"/>
              </a:defRPr>
            </a:lvl1pPr>
          </a:lstStyle>
          <a:p>
            <a:pPr lvl="0"/>
            <a:r>
              <a:rPr>
                <a:sym typeface="+mn-ea"/>
              </a:rPr>
              <a:t>单击此处添加标题</a:t>
            </a:r>
          </a:p>
        </p:txBody>
      </p:sp>
      <p:sp>
        <p:nvSpPr>
          <p:cNvPr id="21" name="装饰  0"/>
          <p:cNvSpPr>
            <a:spLocks noGrp="1"/>
          </p:cNvSpPr>
          <p:nvPr>
            <p:ph type="body" idx="16393" hasCustomPrompt="1"/>
            <p:custDataLst>
              <p:tags r:id="rId6"/>
            </p:custDataLst>
          </p:nvPr>
        </p:nvSpPr>
        <p:spPr>
          <a:xfrm>
            <a:off x="609600" y="1524000"/>
            <a:ext cx="7391400" cy="4724400"/>
          </a:xfrm>
          <a:custGeom>
            <a:avLst/>
            <a:gdLst>
              <a:gd name="connisteX0" fmla="*/ 0 w 7391400"/>
              <a:gd name="connsiteY0" fmla="*/ 203200 h 4724400"/>
              <a:gd name="connisteX1" fmla="*/ 203200 w 7391400"/>
              <a:gd name="connsiteY1" fmla="*/ 0 h 4724400"/>
              <a:gd name="connisteX2" fmla="*/ 7391400 w 7391400"/>
              <a:gd name="connsiteY2" fmla="*/ 0 h 4724400"/>
              <a:gd name="connisteX3" fmla="*/ 7391400 w 7391400"/>
              <a:gd name="connsiteY3" fmla="*/ 4724400 h 4724400"/>
              <a:gd name="connisteX4" fmla="*/ 203200 w 7391400"/>
              <a:gd name="connsiteY4" fmla="*/ 4724400 h 4724400"/>
              <a:gd name="connisteX5" fmla="*/ 0 w 7391400"/>
              <a:gd name="connsiteY5" fmla="*/ 4521200 h 4724400"/>
              <a:gd name="connisteX6" fmla="*/ 0 w 7391400"/>
              <a:gd name="connsiteY6" fmla="*/ 203200 h 4724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rect l="0" t="0" r="0" b="0"/>
            <a:pathLst>
              <a:path w="7391400" h="4724400">
                <a:moveTo>
                  <a:pt x="0" y="203200"/>
                </a:moveTo>
                <a:cubicBezTo>
                  <a:pt x="0" y="90976"/>
                  <a:pt x="90976" y="0"/>
                  <a:pt x="203200" y="0"/>
                </a:cubicBezTo>
                <a:lnTo>
                  <a:pt x="7391400" y="0"/>
                </a:lnTo>
                <a:lnTo>
                  <a:pt x="7391400" y="4724400"/>
                </a:lnTo>
                <a:lnTo>
                  <a:pt x="203200" y="4724400"/>
                </a:lnTo>
                <a:cubicBezTo>
                  <a:pt x="90976" y="4724400"/>
                  <a:pt x="0" y="4633424"/>
                  <a:pt x="0" y="4521200"/>
                </a:cubicBezTo>
                <a:lnTo>
                  <a:pt x="0" y="2032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22" name="文本占位符 21"/>
          <p:cNvSpPr>
            <a:spLocks noGrp="1"/>
          </p:cNvSpPr>
          <p:nvPr>
            <p:ph type="body" idx="16386" hasCustomPrompt="1"/>
            <p:custDataLst>
              <p:tags r:id="rId7"/>
            </p:custDataLst>
          </p:nvPr>
        </p:nvSpPr>
        <p:spPr>
          <a:xfrm>
            <a:off x="1066800" y="1981200"/>
            <a:ext cx="6477000" cy="406400"/>
          </a:xfrm>
          <a:noFill/>
        </p:spPr>
        <p:txBody>
          <a:bodyPr lIns="0" tIns="0" rIns="0" bIns="0" anchor="t">
            <a:normAutofit/>
          </a:bodyPr>
          <a:lstStyle>
            <a:lvl1pPr marL="0" indent="0" algn="l">
              <a:lnSpc>
                <a:spcPct val="111000"/>
              </a:lnSpc>
              <a:spcBef>
                <a:spcPct val="0"/>
              </a:spcBef>
              <a:spcAft>
                <a:spcPct val="0"/>
              </a:spcAft>
              <a:buNone/>
              <a:defRPr sz="2400" b="0" spc="0">
                <a:solidFill>
                  <a:srgbClr val="FFFFFF"/>
                </a:solidFill>
              </a:defRPr>
            </a:lvl1pPr>
          </a:lstStyle>
          <a:p>
            <a:pPr lvl="0"/>
            <a:r>
              <a:rPr lang="zh-CN" altLang="en-US"/>
              <a:t>单击此处添加项标题</a:t>
            </a:r>
          </a:p>
        </p:txBody>
      </p:sp>
      <p:sp>
        <p:nvSpPr>
          <p:cNvPr id="23" name="文本占位符 22"/>
          <p:cNvSpPr>
            <a:spLocks noGrp="1"/>
          </p:cNvSpPr>
          <p:nvPr>
            <p:ph type="body" idx="16387" hasCustomPrompt="1"/>
            <p:custDataLst>
              <p:tags r:id="rId8"/>
            </p:custDataLst>
          </p:nvPr>
        </p:nvSpPr>
        <p:spPr>
          <a:xfrm>
            <a:off x="1066800" y="2540000"/>
            <a:ext cx="6477000" cy="304800"/>
          </a:xfrm>
          <a:noFill/>
        </p:spPr>
        <p:txBody>
          <a:bodyPr lIns="0" tIns="0" rIns="0" bIns="0" anchor="t">
            <a:normAutofit/>
          </a:bodyPr>
          <a:lstStyle>
            <a:lvl1pPr marL="0" indent="0" algn="l">
              <a:lnSpc>
                <a:spcPct val="125000"/>
              </a:lnSpc>
              <a:spcBef>
                <a:spcPct val="0"/>
              </a:spcBef>
              <a:spcAft>
                <a:spcPct val="0"/>
              </a:spcAft>
              <a:buNone/>
              <a:defRPr sz="1600" b="0" spc="0">
                <a:solidFill>
                  <a:srgbClr val="FFFFFF"/>
                </a:solidFill>
              </a:defRPr>
            </a:lvl1pPr>
          </a:lstStyle>
          <a:p>
            <a:pPr lvl="0"/>
            <a:r>
              <a:rPr lang="zh-CN" altLang="en-US"/>
              <a:t>单击此处添加项正文</a:t>
            </a:r>
          </a:p>
        </p:txBody>
      </p:sp>
      <p:sp>
        <p:nvSpPr>
          <p:cNvPr id="24" name="文本占位符 23"/>
          <p:cNvSpPr>
            <a:spLocks noGrp="1"/>
          </p:cNvSpPr>
          <p:nvPr>
            <p:ph type="body" idx="16388" hasCustomPrompt="1"/>
            <p:custDataLst>
              <p:tags r:id="rId9"/>
            </p:custDataLst>
          </p:nvPr>
        </p:nvSpPr>
        <p:spPr>
          <a:xfrm>
            <a:off x="1066800" y="3454400"/>
            <a:ext cx="6477000" cy="406400"/>
          </a:xfrm>
          <a:noFill/>
        </p:spPr>
        <p:txBody>
          <a:bodyPr lIns="0" tIns="0" rIns="0" bIns="0" anchor="t">
            <a:normAutofit/>
          </a:bodyPr>
          <a:lstStyle>
            <a:lvl1pPr marL="0" indent="0" algn="l">
              <a:lnSpc>
                <a:spcPct val="111000"/>
              </a:lnSpc>
              <a:spcBef>
                <a:spcPct val="0"/>
              </a:spcBef>
              <a:spcAft>
                <a:spcPct val="0"/>
              </a:spcAft>
              <a:buNone/>
              <a:defRPr sz="2400" b="0" spc="0">
                <a:solidFill>
                  <a:srgbClr val="FFFFFF"/>
                </a:solidFill>
              </a:defRPr>
            </a:lvl1pPr>
          </a:lstStyle>
          <a:p>
            <a:pPr lvl="0"/>
            <a:r>
              <a:rPr lang="zh-CN" altLang="en-US"/>
              <a:t>单击此处添加项标题</a:t>
            </a:r>
          </a:p>
        </p:txBody>
      </p:sp>
      <p:sp>
        <p:nvSpPr>
          <p:cNvPr id="25" name="文本占位符 24"/>
          <p:cNvSpPr>
            <a:spLocks noGrp="1"/>
          </p:cNvSpPr>
          <p:nvPr>
            <p:ph type="body" idx="16389" hasCustomPrompt="1"/>
            <p:custDataLst>
              <p:tags r:id="rId10"/>
            </p:custDataLst>
          </p:nvPr>
        </p:nvSpPr>
        <p:spPr>
          <a:xfrm>
            <a:off x="1066800" y="4013200"/>
            <a:ext cx="6477000" cy="304800"/>
          </a:xfrm>
          <a:noFill/>
        </p:spPr>
        <p:txBody>
          <a:bodyPr lIns="0" tIns="0" rIns="0" bIns="0" anchor="t">
            <a:normAutofit/>
          </a:bodyPr>
          <a:lstStyle>
            <a:lvl1pPr marL="0" indent="0" algn="l">
              <a:lnSpc>
                <a:spcPct val="125000"/>
              </a:lnSpc>
              <a:spcBef>
                <a:spcPct val="0"/>
              </a:spcBef>
              <a:spcAft>
                <a:spcPct val="0"/>
              </a:spcAft>
              <a:buNone/>
              <a:defRPr sz="1600" b="0" spc="0">
                <a:solidFill>
                  <a:srgbClr val="FFFFFF"/>
                </a:solidFill>
              </a:defRPr>
            </a:lvl1pPr>
          </a:lstStyle>
          <a:p>
            <a:pPr lvl="0"/>
            <a:r>
              <a:rPr lang="zh-CN" altLang="en-US"/>
              <a:t>单击此处添加项正文</a:t>
            </a:r>
          </a:p>
        </p:txBody>
      </p:sp>
      <p:sp>
        <p:nvSpPr>
          <p:cNvPr id="26" name="文本占位符 25"/>
          <p:cNvSpPr>
            <a:spLocks noGrp="1"/>
          </p:cNvSpPr>
          <p:nvPr>
            <p:ph type="body" idx="16390" hasCustomPrompt="1"/>
            <p:custDataLst>
              <p:tags r:id="rId11"/>
            </p:custDataLst>
          </p:nvPr>
        </p:nvSpPr>
        <p:spPr>
          <a:xfrm>
            <a:off x="1066800" y="4927600"/>
            <a:ext cx="6477000" cy="406400"/>
          </a:xfrm>
          <a:noFill/>
        </p:spPr>
        <p:txBody>
          <a:bodyPr lIns="0" tIns="0" rIns="0" bIns="0" anchor="t">
            <a:normAutofit/>
          </a:bodyPr>
          <a:lstStyle>
            <a:lvl1pPr marL="0" indent="0" algn="l">
              <a:lnSpc>
                <a:spcPct val="111000"/>
              </a:lnSpc>
              <a:spcBef>
                <a:spcPct val="0"/>
              </a:spcBef>
              <a:spcAft>
                <a:spcPct val="0"/>
              </a:spcAft>
              <a:buNone/>
              <a:defRPr sz="2400" b="0" spc="0">
                <a:solidFill>
                  <a:srgbClr val="FFFFFF"/>
                </a:solidFill>
              </a:defRPr>
            </a:lvl1pPr>
          </a:lstStyle>
          <a:p>
            <a:pPr lvl="0"/>
            <a:r>
              <a:rPr lang="zh-CN" altLang="en-US"/>
              <a:t>单击此处添加项标题</a:t>
            </a:r>
          </a:p>
        </p:txBody>
      </p:sp>
      <p:sp>
        <p:nvSpPr>
          <p:cNvPr id="27" name="文本占位符 26"/>
          <p:cNvSpPr>
            <a:spLocks noGrp="1"/>
          </p:cNvSpPr>
          <p:nvPr>
            <p:ph type="body" idx="16391" hasCustomPrompt="1"/>
            <p:custDataLst>
              <p:tags r:id="rId12"/>
            </p:custDataLst>
          </p:nvPr>
        </p:nvSpPr>
        <p:spPr>
          <a:xfrm>
            <a:off x="1066800" y="5486400"/>
            <a:ext cx="6477000" cy="304800"/>
          </a:xfrm>
          <a:noFill/>
        </p:spPr>
        <p:txBody>
          <a:bodyPr lIns="0" tIns="0" rIns="0" bIns="0" anchor="t">
            <a:normAutofit/>
          </a:bodyPr>
          <a:lstStyle>
            <a:lvl1pPr marL="0" indent="0" algn="l">
              <a:lnSpc>
                <a:spcPct val="125000"/>
              </a:lnSpc>
              <a:spcBef>
                <a:spcPct val="0"/>
              </a:spcBef>
              <a:spcAft>
                <a:spcPct val="0"/>
              </a:spcAft>
              <a:buNone/>
              <a:defRPr sz="1600" b="0" spc="0">
                <a:solidFill>
                  <a:srgbClr val="FFFFFF"/>
                </a:solidFill>
              </a:defRPr>
            </a:lvl1pPr>
          </a:lstStyle>
          <a:p>
            <a:pPr lvl="0"/>
            <a:r>
              <a:rPr lang="zh-CN" altLang="en-US"/>
              <a:t>单击此处添加项正文</a:t>
            </a:r>
          </a:p>
        </p:txBody>
      </p:sp>
    </p:spTree>
    <p:extLst>
      <p:ext uri="{BB962C8B-B14F-4D97-AF65-F5344CB8AC3E}">
        <p14:creationId xmlns:p14="http://schemas.microsoft.com/office/powerpoint/2010/main" val="3293021309"/>
      </p:ext>
    </p:extLst>
  </p:cSld>
  <p:clrMapOvr>
    <a:overrideClrMapping bg1="lt1" tx1="dk1" bg2="lt2" tx2="dk2" accent1="accent1" accent2="accent2" accent3="accent3" accent4="accent4" accent5="accent5" accent6="accent6" hlink="hlink" folHlink="folHlink"/>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正文页-34_3">
    <p:bg>
      <p:bgRef idx="1001">
        <a:schemeClr val="bg2"/>
      </p:bgRef>
    </p:bg>
    <p:spTree>
      <p:nvGrpSpPr>
        <p:cNvPr id="1" name=""/>
        <p:cNvGrpSpPr/>
        <p:nvPr/>
      </p:nvGrpSpPr>
      <p:grpSpPr>
        <a:xfrm>
          <a:off x="0" y="0"/>
          <a:ext cx="0" cy="0"/>
          <a:chOff x="0" y="0"/>
          <a:chExt cx="0" cy="0"/>
        </a:xfrm>
      </p:grpSpPr>
      <p:sp>
        <p:nvSpPr>
          <p:cNvPr id="8" name="日期占位符 7"/>
          <p:cNvSpPr>
            <a:spLocks noGrp="1"/>
          </p:cNvSpPr>
          <p:nvPr>
            <p:ph type="dt" sz="half" idx="10"/>
            <p:custDataLst>
              <p:tags r:id="rId1"/>
            </p:custDataLst>
          </p:nvPr>
        </p:nvSpPr>
        <p:spPr/>
        <p:txBody>
          <a:bodyPr wrap="square">
            <a:normAutofit/>
          </a:bodyPr>
          <a:lstStyle/>
          <a:p>
            <a:fld id="{5592522B-0F24-4480-B9DD-A9474A6880D6}" type="datetimeFigureOut">
              <a:rPr lang="zh-CN" altLang="en-US" smtClean="0"/>
              <a:t>2026/10/10</a:t>
            </a:fld>
            <a:endParaRPr lang="zh-CN" altLang="en-US"/>
          </a:p>
        </p:txBody>
      </p:sp>
      <p:sp>
        <p:nvSpPr>
          <p:cNvPr id="9" name="页脚占位符 8"/>
          <p:cNvSpPr>
            <a:spLocks noGrp="1"/>
          </p:cNvSpPr>
          <p:nvPr>
            <p:ph type="ftr" sz="quarter" idx="11"/>
            <p:custDataLst>
              <p:tags r:id="rId2"/>
            </p:custDataLst>
          </p:nvPr>
        </p:nvSpPr>
        <p:spPr/>
        <p:txBody>
          <a:bodyPr/>
          <a:lstStyle/>
          <a:p>
            <a:endParaRPr lang="zh-CN" altLang="en-US"/>
          </a:p>
        </p:txBody>
      </p:sp>
      <p:sp>
        <p:nvSpPr>
          <p:cNvPr id="10" name="灯片编号占位符 9"/>
          <p:cNvSpPr>
            <a:spLocks noGrp="1"/>
          </p:cNvSpPr>
          <p:nvPr>
            <p:ph type="sldNum" sz="quarter" idx="12"/>
            <p:custDataLst>
              <p:tags r:id="rId3"/>
            </p:custDataLst>
          </p:nvPr>
        </p:nvSpPr>
        <p:spPr/>
        <p:txBody>
          <a:bodyPr wrap="square">
            <a:normAutofit/>
          </a:bodyPr>
          <a:lstStyle/>
          <a:p>
            <a:fld id="{BE5F26B5-172A-4DC2-B0B7-181CFC56B87C}" type="slidenum">
              <a:rPr lang="zh-CN" altLang="en-US" smtClean="0"/>
              <a:t>‹#›</a:t>
            </a:fld>
            <a:endParaRPr lang="zh-CN" altLang="en-US"/>
          </a:p>
        </p:txBody>
      </p:sp>
      <p:sp>
        <p:nvSpPr>
          <p:cNvPr id="7" name="图片占位符 6"/>
          <p:cNvSpPr>
            <a:spLocks noGrp="1"/>
          </p:cNvSpPr>
          <p:nvPr>
            <p:ph type="pic" idx="16390" hasCustomPrompt="1"/>
            <p:custDataLst>
              <p:tags r:id="rId4"/>
            </p:custDataLst>
          </p:nvPr>
        </p:nvSpPr>
        <p:spPr>
          <a:xfrm>
            <a:off x="2032000" y="1803400"/>
            <a:ext cx="2336800" cy="2336800"/>
          </a:xfrm>
          <a:custGeom>
            <a:avLst/>
            <a:gdLst>
              <a:gd name="connisteX0" fmla="*/ 0 w 2336800"/>
              <a:gd name="connsiteY0" fmla="*/ 1168400 h 2336800"/>
              <a:gd name="connisteX1" fmla="*/ 1168400 w 2336800"/>
              <a:gd name="connsiteY1" fmla="*/ 0 h 2336800"/>
              <a:gd name="connisteX2" fmla="*/ 1168400 w 2336800"/>
              <a:gd name="connsiteY2" fmla="*/ 0 h 2336800"/>
              <a:gd name="connisteX3" fmla="*/ 2336800 w 2336800"/>
              <a:gd name="connsiteY3" fmla="*/ 1168400 h 2336800"/>
              <a:gd name="connisteX4" fmla="*/ 2336800 w 2336800"/>
              <a:gd name="connsiteY4" fmla="*/ 1168400 h 2336800"/>
              <a:gd name="connisteX5" fmla="*/ 1168400 w 2336800"/>
              <a:gd name="connsiteY5" fmla="*/ 2336800 h 2336800"/>
              <a:gd name="connisteX6" fmla="*/ 1168400 w 2336800"/>
              <a:gd name="connsiteY6" fmla="*/ 2336800 h 2336800"/>
              <a:gd name="connisteX7" fmla="*/ 0 w 2336800"/>
              <a:gd name="connsiteY7" fmla="*/ 1168400 h 2336800"/>
              <a:gd name="connisteX8" fmla="*/ 0 w 2336800"/>
              <a:gd name="connsiteY8" fmla="*/ 1168400 h 2336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2336800" h="2336800">
                <a:moveTo>
                  <a:pt x="0" y="1168400"/>
                </a:moveTo>
                <a:cubicBezTo>
                  <a:pt x="0" y="523110"/>
                  <a:pt x="523110" y="0"/>
                  <a:pt x="1168400" y="0"/>
                </a:cubicBezTo>
                <a:lnTo>
                  <a:pt x="1168400" y="0"/>
                </a:lnTo>
                <a:cubicBezTo>
                  <a:pt x="1813690" y="0"/>
                  <a:pt x="2336800" y="523110"/>
                  <a:pt x="2336800" y="1168400"/>
                </a:cubicBezTo>
                <a:lnTo>
                  <a:pt x="2336800" y="1168400"/>
                </a:lnTo>
                <a:cubicBezTo>
                  <a:pt x="2336800" y="1813690"/>
                  <a:pt x="1813690" y="2336800"/>
                  <a:pt x="1168400" y="2336800"/>
                </a:cubicBezTo>
                <a:lnTo>
                  <a:pt x="1168400" y="2336800"/>
                </a:lnTo>
                <a:cubicBezTo>
                  <a:pt x="523110" y="2336800"/>
                  <a:pt x="0" y="1813690"/>
                  <a:pt x="0" y="1168400"/>
                </a:cubicBezTo>
                <a:lnTo>
                  <a:pt x="0" y="1168400"/>
                </a:lnTo>
                <a:close/>
              </a:path>
            </a:pathLst>
          </a:custGeo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p>
        </p:txBody>
      </p:sp>
      <p:sp>
        <p:nvSpPr>
          <p:cNvPr id="6" name="标题 5"/>
          <p:cNvSpPr>
            <a:spLocks noGrp="1"/>
          </p:cNvSpPr>
          <p:nvPr>
            <p:ph type="ctrTitle" idx="16385" hasCustomPrompt="1"/>
            <p:custDataLst>
              <p:tags r:id="rId5"/>
            </p:custDataLst>
          </p:nvPr>
        </p:nvSpPr>
        <p:spPr>
          <a:xfrm>
            <a:off x="609600" y="533400"/>
            <a:ext cx="10972800" cy="609600"/>
          </a:xfrm>
          <a:noFill/>
        </p:spPr>
        <p:txBody>
          <a:bodyPr vert="horz" wrap="square" lIns="0" tIns="0" rIns="0" bIns="0" rtlCol="0" anchor="t" anchorCtr="0">
            <a:normAutofit/>
          </a:bodyPr>
          <a:lstStyle>
            <a:lvl1pPr marL="0" marR="0" indent="0" algn="l" defTabSz="914400" rtl="0" eaLnBrk="1" fontAlgn="auto" latinLnBrk="0" hangingPunct="1">
              <a:lnSpc>
                <a:spcPct val="111000"/>
              </a:lnSpc>
              <a:spcBef>
                <a:spcPct val="0"/>
              </a:spcBef>
              <a:spcAft>
                <a:spcPct val="0"/>
              </a:spcAft>
              <a:buClrTx/>
              <a:buSzTx/>
              <a:buFontTx/>
              <a:buNone/>
              <a:defRPr kumimoji="0" lang="zh-CN" altLang="en-US" sz="3600" b="1" i="0" u="none" strike="noStrike" kern="1200" cap="none" spc="0" normalizeH="0" baseline="0" noProof="1">
                <a:solidFill>
                  <a:schemeClr val="tx1"/>
                </a:solidFill>
                <a:latin typeface="+mj-lt"/>
                <a:ea typeface="+mj-ea"/>
                <a:cs typeface="+mj-cs"/>
              </a:defRPr>
            </a:lvl1pPr>
          </a:lstStyle>
          <a:p>
            <a:pPr lvl="0"/>
            <a:r>
              <a:rPr>
                <a:sym typeface="+mn-ea"/>
              </a:rPr>
              <a:t>单击此处添加标题</a:t>
            </a:r>
          </a:p>
        </p:txBody>
      </p:sp>
      <p:sp>
        <p:nvSpPr>
          <p:cNvPr id="21" name="文本占位符 20"/>
          <p:cNvSpPr>
            <a:spLocks noGrp="1"/>
          </p:cNvSpPr>
          <p:nvPr>
            <p:ph type="body" idx="16386" hasCustomPrompt="1"/>
            <p:custDataLst>
              <p:tags r:id="rId6"/>
            </p:custDataLst>
          </p:nvPr>
        </p:nvSpPr>
        <p:spPr>
          <a:xfrm>
            <a:off x="609600" y="4495800"/>
            <a:ext cx="5181600" cy="406400"/>
          </a:xfrm>
          <a:noFill/>
        </p:spPr>
        <p:txBody>
          <a:bodyPr lIns="0" tIns="0" rIns="0" bIns="0" anchor="t">
            <a:normAutofit/>
          </a:bodyPr>
          <a:lstStyle>
            <a:lvl1pPr marL="0" indent="0" algn="ctr">
              <a:lnSpc>
                <a:spcPct val="111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22" name="文本占位符 21"/>
          <p:cNvSpPr>
            <a:spLocks noGrp="1"/>
          </p:cNvSpPr>
          <p:nvPr>
            <p:ph type="body" idx="16387" hasCustomPrompt="1"/>
            <p:custDataLst>
              <p:tags r:id="rId7"/>
            </p:custDataLst>
          </p:nvPr>
        </p:nvSpPr>
        <p:spPr>
          <a:xfrm>
            <a:off x="609600" y="5054600"/>
            <a:ext cx="5181600" cy="914400"/>
          </a:xfrm>
          <a:noFill/>
        </p:spPr>
        <p:txBody>
          <a:bodyPr lIns="0" tIns="0" rIns="0" bIns="0" anchor="t">
            <a:normAutofit/>
          </a:bodyPr>
          <a:lstStyle>
            <a:lvl1pPr marL="0" indent="0" algn="ctr">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
        <p:nvSpPr>
          <p:cNvPr id="23" name="图片占位符 22"/>
          <p:cNvSpPr>
            <a:spLocks noGrp="1"/>
          </p:cNvSpPr>
          <p:nvPr>
            <p:ph type="pic" idx="16391" hasCustomPrompt="1"/>
            <p:custDataLst>
              <p:tags r:id="rId8"/>
            </p:custDataLst>
          </p:nvPr>
        </p:nvSpPr>
        <p:spPr>
          <a:xfrm>
            <a:off x="7823200" y="1803400"/>
            <a:ext cx="2336800" cy="2336800"/>
          </a:xfrm>
          <a:custGeom>
            <a:avLst/>
            <a:gdLst>
              <a:gd name="connisteX0" fmla="*/ 0 w 2336800"/>
              <a:gd name="connsiteY0" fmla="*/ 1168400 h 2336800"/>
              <a:gd name="connisteX1" fmla="*/ 1168400 w 2336800"/>
              <a:gd name="connsiteY1" fmla="*/ 0 h 2336800"/>
              <a:gd name="connisteX2" fmla="*/ 1168400 w 2336800"/>
              <a:gd name="connsiteY2" fmla="*/ 0 h 2336800"/>
              <a:gd name="connisteX3" fmla="*/ 2336800 w 2336800"/>
              <a:gd name="connsiteY3" fmla="*/ 1168400 h 2336800"/>
              <a:gd name="connisteX4" fmla="*/ 2336800 w 2336800"/>
              <a:gd name="connsiteY4" fmla="*/ 1168400 h 2336800"/>
              <a:gd name="connisteX5" fmla="*/ 1168400 w 2336800"/>
              <a:gd name="connsiteY5" fmla="*/ 2336800 h 2336800"/>
              <a:gd name="connisteX6" fmla="*/ 1168400 w 2336800"/>
              <a:gd name="connsiteY6" fmla="*/ 2336800 h 2336800"/>
              <a:gd name="connisteX7" fmla="*/ 0 w 2336800"/>
              <a:gd name="connsiteY7" fmla="*/ 1168400 h 2336800"/>
              <a:gd name="connisteX8" fmla="*/ 0 w 2336800"/>
              <a:gd name="connsiteY8" fmla="*/ 1168400 h 2336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2336800" h="2336800">
                <a:moveTo>
                  <a:pt x="0" y="1168400"/>
                </a:moveTo>
                <a:cubicBezTo>
                  <a:pt x="0" y="523110"/>
                  <a:pt x="523110" y="0"/>
                  <a:pt x="1168400" y="0"/>
                </a:cubicBezTo>
                <a:lnTo>
                  <a:pt x="1168400" y="0"/>
                </a:lnTo>
                <a:cubicBezTo>
                  <a:pt x="1813690" y="0"/>
                  <a:pt x="2336800" y="523110"/>
                  <a:pt x="2336800" y="1168400"/>
                </a:cubicBezTo>
                <a:lnTo>
                  <a:pt x="2336800" y="1168400"/>
                </a:lnTo>
                <a:cubicBezTo>
                  <a:pt x="2336800" y="1813690"/>
                  <a:pt x="1813690" y="2336800"/>
                  <a:pt x="1168400" y="2336800"/>
                </a:cubicBezTo>
                <a:lnTo>
                  <a:pt x="1168400" y="2336800"/>
                </a:lnTo>
                <a:cubicBezTo>
                  <a:pt x="523110" y="2336800"/>
                  <a:pt x="0" y="1813690"/>
                  <a:pt x="0" y="1168400"/>
                </a:cubicBezTo>
                <a:lnTo>
                  <a:pt x="0" y="1168400"/>
                </a:lnTo>
                <a:close/>
              </a:path>
            </a:pathLst>
          </a:custGeo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p>
        </p:txBody>
      </p:sp>
      <p:sp>
        <p:nvSpPr>
          <p:cNvPr id="24" name="文本占位符 23"/>
          <p:cNvSpPr>
            <a:spLocks noGrp="1"/>
          </p:cNvSpPr>
          <p:nvPr>
            <p:ph type="body" idx="16388" hasCustomPrompt="1"/>
            <p:custDataLst>
              <p:tags r:id="rId9"/>
            </p:custDataLst>
          </p:nvPr>
        </p:nvSpPr>
        <p:spPr>
          <a:xfrm>
            <a:off x="6400800" y="4495800"/>
            <a:ext cx="5181600" cy="406400"/>
          </a:xfrm>
          <a:noFill/>
        </p:spPr>
        <p:txBody>
          <a:bodyPr lIns="0" tIns="0" rIns="0" bIns="0" anchor="t">
            <a:normAutofit/>
          </a:bodyPr>
          <a:lstStyle>
            <a:lvl1pPr marL="0" indent="0" algn="ctr">
              <a:lnSpc>
                <a:spcPct val="111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25" name="文本占位符 24"/>
          <p:cNvSpPr>
            <a:spLocks noGrp="1"/>
          </p:cNvSpPr>
          <p:nvPr>
            <p:ph type="body" idx="16389" hasCustomPrompt="1"/>
            <p:custDataLst>
              <p:tags r:id="rId10"/>
            </p:custDataLst>
          </p:nvPr>
        </p:nvSpPr>
        <p:spPr>
          <a:xfrm>
            <a:off x="6400800" y="5054600"/>
            <a:ext cx="5181600" cy="914400"/>
          </a:xfrm>
          <a:noFill/>
        </p:spPr>
        <p:txBody>
          <a:bodyPr lIns="0" tIns="0" rIns="0" bIns="0" anchor="t">
            <a:normAutofit/>
          </a:bodyPr>
          <a:lstStyle>
            <a:lvl1pPr marL="0" indent="0" algn="ctr">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Tree>
    <p:extLst>
      <p:ext uri="{BB962C8B-B14F-4D97-AF65-F5344CB8AC3E}">
        <p14:creationId xmlns:p14="http://schemas.microsoft.com/office/powerpoint/2010/main" val="1580580761"/>
      </p:ext>
    </p:extLst>
  </p:cSld>
  <p:clrMapOvr>
    <a:overrideClrMapping bg1="lt1" tx1="dk1" bg2="lt2" tx2="dk2" accent1="accent1" accent2="accent2" accent3="accent3" accent4="accent4" accent5="accent5" accent6="accent6" hlink="hlink" folHlink="folHlink"/>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正文页-48_16">
    <p:bg>
      <p:bgRef idx="1001">
        <a:schemeClr val="bg2"/>
      </p:bgRef>
    </p:bg>
    <p:spTree>
      <p:nvGrpSpPr>
        <p:cNvPr id="1" name=""/>
        <p:cNvGrpSpPr/>
        <p:nvPr/>
      </p:nvGrpSpPr>
      <p:grpSpPr>
        <a:xfrm>
          <a:off x="0" y="0"/>
          <a:ext cx="0" cy="0"/>
          <a:chOff x="0" y="0"/>
          <a:chExt cx="0" cy="0"/>
        </a:xfrm>
      </p:grpSpPr>
      <p:sp>
        <p:nvSpPr>
          <p:cNvPr id="8" name="日期占位符 7"/>
          <p:cNvSpPr>
            <a:spLocks noGrp="1"/>
          </p:cNvSpPr>
          <p:nvPr>
            <p:ph type="dt" sz="half" idx="10"/>
            <p:custDataLst>
              <p:tags r:id="rId1"/>
            </p:custDataLst>
          </p:nvPr>
        </p:nvSpPr>
        <p:spPr/>
        <p:txBody>
          <a:bodyPr wrap="square">
            <a:normAutofit/>
          </a:bodyPr>
          <a:lstStyle/>
          <a:p>
            <a:fld id="{5592522B-0F24-4480-B9DD-A9474A6880D6}" type="datetimeFigureOut">
              <a:rPr lang="zh-CN" altLang="en-US" smtClean="0"/>
              <a:t>2026/10/10</a:t>
            </a:fld>
            <a:endParaRPr lang="zh-CN" altLang="en-US"/>
          </a:p>
        </p:txBody>
      </p:sp>
      <p:sp>
        <p:nvSpPr>
          <p:cNvPr id="9" name="页脚占位符 8"/>
          <p:cNvSpPr>
            <a:spLocks noGrp="1"/>
          </p:cNvSpPr>
          <p:nvPr>
            <p:ph type="ftr" sz="quarter" idx="11"/>
            <p:custDataLst>
              <p:tags r:id="rId2"/>
            </p:custDataLst>
          </p:nvPr>
        </p:nvSpPr>
        <p:spPr/>
        <p:txBody>
          <a:bodyPr/>
          <a:lstStyle/>
          <a:p>
            <a:endParaRPr lang="zh-CN" altLang="en-US"/>
          </a:p>
        </p:txBody>
      </p:sp>
      <p:sp>
        <p:nvSpPr>
          <p:cNvPr id="10" name="灯片编号占位符 9"/>
          <p:cNvSpPr>
            <a:spLocks noGrp="1"/>
          </p:cNvSpPr>
          <p:nvPr>
            <p:ph type="sldNum" sz="quarter" idx="12"/>
            <p:custDataLst>
              <p:tags r:id="rId3"/>
            </p:custDataLst>
          </p:nvPr>
        </p:nvSpPr>
        <p:spPr/>
        <p:txBody>
          <a:bodyPr wrap="square">
            <a:normAutofit/>
          </a:bodyPr>
          <a:lstStyle/>
          <a:p>
            <a:fld id="{BE5F26B5-172A-4DC2-B0B7-181CFC56B87C}" type="slidenum">
              <a:rPr lang="zh-CN" altLang="en-US" smtClean="0"/>
              <a:t>‹#›</a:t>
            </a:fld>
            <a:endParaRPr lang="zh-CN" altLang="en-US"/>
          </a:p>
        </p:txBody>
      </p:sp>
      <p:sp>
        <p:nvSpPr>
          <p:cNvPr id="7" name="装饰  6"/>
          <p:cNvSpPr>
            <a:spLocks noGrp="1"/>
          </p:cNvSpPr>
          <p:nvPr>
            <p:ph type="body" idx="16394" hasCustomPrompt="1"/>
            <p:custDataLst>
              <p:tags r:id="rId4"/>
            </p:custDataLst>
          </p:nvPr>
        </p:nvSpPr>
        <p:spPr>
          <a:xfrm>
            <a:off x="609600" y="1524000"/>
            <a:ext cx="2514600" cy="4724400"/>
          </a:xfrm>
          <a:custGeom>
            <a:avLst/>
            <a:gdLst>
              <a:gd name="connisteX0" fmla="*/ 0 w 2514600"/>
              <a:gd name="connsiteY0" fmla="*/ 203200 h 4724400"/>
              <a:gd name="connisteX1" fmla="*/ 203200 w 2514600"/>
              <a:gd name="connsiteY1" fmla="*/ 0 h 4724400"/>
              <a:gd name="connisteX2" fmla="*/ 2311400 w 2514600"/>
              <a:gd name="connsiteY2" fmla="*/ 0 h 4724400"/>
              <a:gd name="connisteX3" fmla="*/ 2514600 w 2514600"/>
              <a:gd name="connsiteY3" fmla="*/ 203200 h 4724400"/>
              <a:gd name="connisteX4" fmla="*/ 2514600 w 2514600"/>
              <a:gd name="connsiteY4" fmla="*/ 4521200 h 4724400"/>
              <a:gd name="connisteX5" fmla="*/ 2311400 w 2514600"/>
              <a:gd name="connsiteY5" fmla="*/ 4724400 h 4724400"/>
              <a:gd name="connisteX6" fmla="*/ 203200 w 2514600"/>
              <a:gd name="connsiteY6" fmla="*/ 4724400 h 4724400"/>
              <a:gd name="connisteX7" fmla="*/ 0 w 2514600"/>
              <a:gd name="connsiteY7" fmla="*/ 4521200 h 4724400"/>
              <a:gd name="connisteX8" fmla="*/ 0 w 2514600"/>
              <a:gd name="connsiteY8" fmla="*/ 203200 h 4724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2514600" h="4724400">
                <a:moveTo>
                  <a:pt x="0" y="203200"/>
                </a:moveTo>
                <a:cubicBezTo>
                  <a:pt x="0" y="90976"/>
                  <a:pt x="90976" y="0"/>
                  <a:pt x="203200" y="0"/>
                </a:cubicBezTo>
                <a:lnTo>
                  <a:pt x="2311400" y="0"/>
                </a:lnTo>
                <a:cubicBezTo>
                  <a:pt x="2423624" y="0"/>
                  <a:pt x="2514600" y="90976"/>
                  <a:pt x="2514600" y="203200"/>
                </a:cubicBezTo>
                <a:lnTo>
                  <a:pt x="2514600" y="4521200"/>
                </a:lnTo>
                <a:cubicBezTo>
                  <a:pt x="2514600" y="4633424"/>
                  <a:pt x="2423624" y="4724400"/>
                  <a:pt x="2311400" y="4724400"/>
                </a:cubicBezTo>
                <a:lnTo>
                  <a:pt x="203200" y="4724400"/>
                </a:lnTo>
                <a:cubicBezTo>
                  <a:pt x="90976" y="4724400"/>
                  <a:pt x="0" y="4633424"/>
                  <a:pt x="0" y="4521200"/>
                </a:cubicBezTo>
                <a:lnTo>
                  <a:pt x="0" y="203200"/>
                </a:lnTo>
                <a:close/>
              </a:path>
            </a:pathLst>
          </a:custGeom>
          <a:gradFill>
            <a:gsLst>
              <a:gs pos="0">
                <a:schemeClr val="accent1">
                  <a:lumMod val="0"/>
                  <a:lumOff val="100000"/>
                </a:schemeClr>
              </a:gs>
              <a:gs pos="100000">
                <a:schemeClr val="accent1">
                  <a:lumMod val="0"/>
                  <a:lumOff val="100000"/>
                </a:schemeClr>
              </a:gs>
            </a:gsLst>
            <a:lin ang="5400000"/>
          </a:gra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6" name="标题 5"/>
          <p:cNvSpPr>
            <a:spLocks noGrp="1"/>
          </p:cNvSpPr>
          <p:nvPr>
            <p:ph type="ctrTitle" idx="16385" hasCustomPrompt="1"/>
            <p:custDataLst>
              <p:tags r:id="rId5"/>
            </p:custDataLst>
          </p:nvPr>
        </p:nvSpPr>
        <p:spPr>
          <a:xfrm>
            <a:off x="609600" y="533400"/>
            <a:ext cx="10972800" cy="609600"/>
          </a:xfrm>
          <a:noFill/>
        </p:spPr>
        <p:txBody>
          <a:bodyPr vert="horz" wrap="square" lIns="0" tIns="0" rIns="0" bIns="0" rtlCol="0" anchor="t" anchorCtr="0">
            <a:normAutofit/>
          </a:bodyPr>
          <a:lstStyle>
            <a:lvl1pPr marL="0" marR="0" indent="0" algn="l" defTabSz="914400" rtl="0" eaLnBrk="1" fontAlgn="auto" latinLnBrk="0" hangingPunct="1">
              <a:lnSpc>
                <a:spcPct val="111000"/>
              </a:lnSpc>
              <a:spcBef>
                <a:spcPct val="0"/>
              </a:spcBef>
              <a:spcAft>
                <a:spcPct val="0"/>
              </a:spcAft>
              <a:buClrTx/>
              <a:buSzTx/>
              <a:buFontTx/>
              <a:buNone/>
              <a:defRPr kumimoji="0" lang="zh-CN" altLang="en-US" sz="3600" b="1" i="0" u="none" strike="noStrike" kern="1200" cap="none" spc="0" normalizeH="0" baseline="0" noProof="1">
                <a:solidFill>
                  <a:schemeClr val="tx1"/>
                </a:solidFill>
                <a:latin typeface="+mj-lt"/>
                <a:ea typeface="+mj-ea"/>
                <a:cs typeface="+mj-cs"/>
              </a:defRPr>
            </a:lvl1pPr>
          </a:lstStyle>
          <a:p>
            <a:pPr lvl="0"/>
            <a:r>
              <a:rPr>
                <a:sym typeface="+mn-ea"/>
              </a:rPr>
              <a:t>单击此处添加标题</a:t>
            </a:r>
          </a:p>
        </p:txBody>
      </p:sp>
      <p:sp>
        <p:nvSpPr>
          <p:cNvPr id="21" name="图片占位符 20"/>
          <p:cNvSpPr>
            <a:spLocks noGrp="1"/>
          </p:cNvSpPr>
          <p:nvPr>
            <p:ph type="pic" idx="16395" hasCustomPrompt="1"/>
            <p:custDataLst>
              <p:tags r:id="rId6"/>
            </p:custDataLst>
          </p:nvPr>
        </p:nvSpPr>
        <p:spPr>
          <a:xfrm>
            <a:off x="812800" y="1727200"/>
            <a:ext cx="2108200" cy="2438400"/>
          </a:xfr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p>
        </p:txBody>
      </p:sp>
      <p:sp>
        <p:nvSpPr>
          <p:cNvPr id="22" name="文本占位符 21"/>
          <p:cNvSpPr>
            <a:spLocks noGrp="1"/>
          </p:cNvSpPr>
          <p:nvPr>
            <p:ph type="body" idx="16386" hasCustomPrompt="1"/>
            <p:custDataLst>
              <p:tags r:id="rId7"/>
            </p:custDataLst>
          </p:nvPr>
        </p:nvSpPr>
        <p:spPr>
          <a:xfrm>
            <a:off x="812800" y="4368800"/>
            <a:ext cx="21082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项标题</a:t>
            </a:r>
          </a:p>
        </p:txBody>
      </p:sp>
      <p:sp>
        <p:nvSpPr>
          <p:cNvPr id="23" name="文本占位符 22"/>
          <p:cNvSpPr>
            <a:spLocks noGrp="1"/>
          </p:cNvSpPr>
          <p:nvPr>
            <p:ph type="body" idx="16387" hasCustomPrompt="1"/>
            <p:custDataLst>
              <p:tags r:id="rId8"/>
            </p:custDataLst>
          </p:nvPr>
        </p:nvSpPr>
        <p:spPr>
          <a:xfrm>
            <a:off x="812800" y="4826000"/>
            <a:ext cx="2108200" cy="12192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
        <p:nvSpPr>
          <p:cNvPr id="24" name="装饰  3"/>
          <p:cNvSpPr>
            <a:spLocks noGrp="1"/>
          </p:cNvSpPr>
          <p:nvPr>
            <p:ph type="body" idx="16396" hasCustomPrompt="1"/>
            <p:custDataLst>
              <p:tags r:id="rId9"/>
            </p:custDataLst>
          </p:nvPr>
        </p:nvSpPr>
        <p:spPr>
          <a:xfrm>
            <a:off x="3429000" y="1524000"/>
            <a:ext cx="2514600" cy="4724400"/>
          </a:xfrm>
          <a:custGeom>
            <a:avLst/>
            <a:gdLst>
              <a:gd name="connisteX0" fmla="*/ 0 w 2514600"/>
              <a:gd name="connsiteY0" fmla="*/ 203200 h 4724400"/>
              <a:gd name="connisteX1" fmla="*/ 203200 w 2514600"/>
              <a:gd name="connsiteY1" fmla="*/ 0 h 4724400"/>
              <a:gd name="connisteX2" fmla="*/ 2311400 w 2514600"/>
              <a:gd name="connsiteY2" fmla="*/ 0 h 4724400"/>
              <a:gd name="connisteX3" fmla="*/ 2514600 w 2514600"/>
              <a:gd name="connsiteY3" fmla="*/ 203200 h 4724400"/>
              <a:gd name="connisteX4" fmla="*/ 2514600 w 2514600"/>
              <a:gd name="connsiteY4" fmla="*/ 4521200 h 4724400"/>
              <a:gd name="connisteX5" fmla="*/ 2311400 w 2514600"/>
              <a:gd name="connsiteY5" fmla="*/ 4724400 h 4724400"/>
              <a:gd name="connisteX6" fmla="*/ 203200 w 2514600"/>
              <a:gd name="connsiteY6" fmla="*/ 4724400 h 4724400"/>
              <a:gd name="connisteX7" fmla="*/ 0 w 2514600"/>
              <a:gd name="connsiteY7" fmla="*/ 4521200 h 4724400"/>
              <a:gd name="connisteX8" fmla="*/ 0 w 2514600"/>
              <a:gd name="connsiteY8" fmla="*/ 203200 h 4724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2514600" h="4724400">
                <a:moveTo>
                  <a:pt x="0" y="203200"/>
                </a:moveTo>
                <a:cubicBezTo>
                  <a:pt x="0" y="90976"/>
                  <a:pt x="90976" y="0"/>
                  <a:pt x="203200" y="0"/>
                </a:cubicBezTo>
                <a:lnTo>
                  <a:pt x="2311400" y="0"/>
                </a:lnTo>
                <a:cubicBezTo>
                  <a:pt x="2423624" y="0"/>
                  <a:pt x="2514600" y="90976"/>
                  <a:pt x="2514600" y="203200"/>
                </a:cubicBezTo>
                <a:lnTo>
                  <a:pt x="2514600" y="4521200"/>
                </a:lnTo>
                <a:cubicBezTo>
                  <a:pt x="2514600" y="4633424"/>
                  <a:pt x="2423624" y="4724400"/>
                  <a:pt x="2311400" y="4724400"/>
                </a:cubicBezTo>
                <a:lnTo>
                  <a:pt x="203200" y="4724400"/>
                </a:lnTo>
                <a:cubicBezTo>
                  <a:pt x="90976" y="4724400"/>
                  <a:pt x="0" y="4633424"/>
                  <a:pt x="0" y="4521200"/>
                </a:cubicBezTo>
                <a:lnTo>
                  <a:pt x="0" y="203200"/>
                </a:lnTo>
                <a:close/>
              </a:path>
            </a:pathLst>
          </a:custGeom>
          <a:gradFill>
            <a:gsLst>
              <a:gs pos="0">
                <a:schemeClr val="accent1">
                  <a:lumMod val="0"/>
                  <a:lumOff val="100000"/>
                </a:schemeClr>
              </a:gs>
              <a:gs pos="100000">
                <a:schemeClr val="accent1">
                  <a:lumMod val="0"/>
                  <a:lumOff val="100000"/>
                </a:schemeClr>
              </a:gs>
            </a:gsLst>
            <a:lin ang="5400000"/>
          </a:gra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25" name="图片占位符 24"/>
          <p:cNvSpPr>
            <a:spLocks noGrp="1"/>
          </p:cNvSpPr>
          <p:nvPr>
            <p:ph type="pic" idx="16397" hasCustomPrompt="1"/>
            <p:custDataLst>
              <p:tags r:id="rId10"/>
            </p:custDataLst>
          </p:nvPr>
        </p:nvSpPr>
        <p:spPr>
          <a:xfrm>
            <a:off x="3632200" y="1727200"/>
            <a:ext cx="2108200" cy="2438400"/>
          </a:xfr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p>
        </p:txBody>
      </p:sp>
      <p:sp>
        <p:nvSpPr>
          <p:cNvPr id="26" name="文本占位符 25"/>
          <p:cNvSpPr>
            <a:spLocks noGrp="1"/>
          </p:cNvSpPr>
          <p:nvPr>
            <p:ph type="body" idx="16388" hasCustomPrompt="1"/>
            <p:custDataLst>
              <p:tags r:id="rId11"/>
            </p:custDataLst>
          </p:nvPr>
        </p:nvSpPr>
        <p:spPr>
          <a:xfrm>
            <a:off x="3632200" y="4368800"/>
            <a:ext cx="21082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项标题</a:t>
            </a:r>
          </a:p>
        </p:txBody>
      </p:sp>
      <p:sp>
        <p:nvSpPr>
          <p:cNvPr id="27" name="文本占位符 26"/>
          <p:cNvSpPr>
            <a:spLocks noGrp="1"/>
          </p:cNvSpPr>
          <p:nvPr>
            <p:ph type="body" idx="16389" hasCustomPrompt="1"/>
            <p:custDataLst>
              <p:tags r:id="rId12"/>
            </p:custDataLst>
          </p:nvPr>
        </p:nvSpPr>
        <p:spPr>
          <a:xfrm>
            <a:off x="3632200" y="4826000"/>
            <a:ext cx="2108200" cy="12192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
        <p:nvSpPr>
          <p:cNvPr id="28" name="装饰  7"/>
          <p:cNvSpPr>
            <a:spLocks noGrp="1"/>
          </p:cNvSpPr>
          <p:nvPr>
            <p:ph type="body" idx="16398" hasCustomPrompt="1"/>
            <p:custDataLst>
              <p:tags r:id="rId13"/>
            </p:custDataLst>
          </p:nvPr>
        </p:nvSpPr>
        <p:spPr>
          <a:xfrm>
            <a:off x="6248400" y="1524000"/>
            <a:ext cx="2514600" cy="4724400"/>
          </a:xfrm>
          <a:custGeom>
            <a:avLst/>
            <a:gdLst>
              <a:gd name="connisteX0" fmla="*/ 0 w 2514600"/>
              <a:gd name="connsiteY0" fmla="*/ 203200 h 4724400"/>
              <a:gd name="connisteX1" fmla="*/ 203200 w 2514600"/>
              <a:gd name="connsiteY1" fmla="*/ 0 h 4724400"/>
              <a:gd name="connisteX2" fmla="*/ 2311400 w 2514600"/>
              <a:gd name="connsiteY2" fmla="*/ 0 h 4724400"/>
              <a:gd name="connisteX3" fmla="*/ 2514600 w 2514600"/>
              <a:gd name="connsiteY3" fmla="*/ 203200 h 4724400"/>
              <a:gd name="connisteX4" fmla="*/ 2514600 w 2514600"/>
              <a:gd name="connsiteY4" fmla="*/ 4521200 h 4724400"/>
              <a:gd name="connisteX5" fmla="*/ 2311400 w 2514600"/>
              <a:gd name="connsiteY5" fmla="*/ 4724400 h 4724400"/>
              <a:gd name="connisteX6" fmla="*/ 203200 w 2514600"/>
              <a:gd name="connsiteY6" fmla="*/ 4724400 h 4724400"/>
              <a:gd name="connisteX7" fmla="*/ 0 w 2514600"/>
              <a:gd name="connsiteY7" fmla="*/ 4521200 h 4724400"/>
              <a:gd name="connisteX8" fmla="*/ 0 w 2514600"/>
              <a:gd name="connsiteY8" fmla="*/ 203200 h 4724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2514600" h="4724400">
                <a:moveTo>
                  <a:pt x="0" y="203200"/>
                </a:moveTo>
                <a:cubicBezTo>
                  <a:pt x="0" y="90976"/>
                  <a:pt x="90976" y="0"/>
                  <a:pt x="203200" y="0"/>
                </a:cubicBezTo>
                <a:lnTo>
                  <a:pt x="2311400" y="0"/>
                </a:lnTo>
                <a:cubicBezTo>
                  <a:pt x="2423624" y="0"/>
                  <a:pt x="2514600" y="90976"/>
                  <a:pt x="2514600" y="203200"/>
                </a:cubicBezTo>
                <a:lnTo>
                  <a:pt x="2514600" y="4521200"/>
                </a:lnTo>
                <a:cubicBezTo>
                  <a:pt x="2514600" y="4633424"/>
                  <a:pt x="2423624" y="4724400"/>
                  <a:pt x="2311400" y="4724400"/>
                </a:cubicBezTo>
                <a:lnTo>
                  <a:pt x="203200" y="4724400"/>
                </a:lnTo>
                <a:cubicBezTo>
                  <a:pt x="90976" y="4724400"/>
                  <a:pt x="0" y="4633424"/>
                  <a:pt x="0" y="4521200"/>
                </a:cubicBezTo>
                <a:lnTo>
                  <a:pt x="0" y="203200"/>
                </a:lnTo>
                <a:close/>
              </a:path>
            </a:pathLst>
          </a:custGeom>
          <a:gradFill>
            <a:gsLst>
              <a:gs pos="0">
                <a:schemeClr val="accent1">
                  <a:lumMod val="0"/>
                  <a:lumOff val="100000"/>
                </a:schemeClr>
              </a:gs>
              <a:gs pos="100000">
                <a:schemeClr val="accent1">
                  <a:lumMod val="0"/>
                  <a:lumOff val="100000"/>
                </a:schemeClr>
              </a:gs>
            </a:gsLst>
            <a:lin ang="5400000"/>
          </a:gra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29" name="图片占位符 28"/>
          <p:cNvSpPr>
            <a:spLocks noGrp="1"/>
          </p:cNvSpPr>
          <p:nvPr>
            <p:ph type="pic" idx="16399" hasCustomPrompt="1"/>
            <p:custDataLst>
              <p:tags r:id="rId14"/>
            </p:custDataLst>
          </p:nvPr>
        </p:nvSpPr>
        <p:spPr>
          <a:xfrm>
            <a:off x="6451600" y="1727200"/>
            <a:ext cx="2108200" cy="2438400"/>
          </a:xfr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p>
        </p:txBody>
      </p:sp>
      <p:sp>
        <p:nvSpPr>
          <p:cNvPr id="30" name="文本占位符 29"/>
          <p:cNvSpPr>
            <a:spLocks noGrp="1"/>
          </p:cNvSpPr>
          <p:nvPr>
            <p:ph type="body" idx="16390" hasCustomPrompt="1"/>
            <p:custDataLst>
              <p:tags r:id="rId15"/>
            </p:custDataLst>
          </p:nvPr>
        </p:nvSpPr>
        <p:spPr>
          <a:xfrm>
            <a:off x="6451600" y="4368800"/>
            <a:ext cx="21082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项标题</a:t>
            </a:r>
          </a:p>
        </p:txBody>
      </p:sp>
      <p:sp>
        <p:nvSpPr>
          <p:cNvPr id="31" name="文本占位符 30"/>
          <p:cNvSpPr>
            <a:spLocks noGrp="1"/>
          </p:cNvSpPr>
          <p:nvPr>
            <p:ph type="body" idx="16391" hasCustomPrompt="1"/>
            <p:custDataLst>
              <p:tags r:id="rId16"/>
            </p:custDataLst>
          </p:nvPr>
        </p:nvSpPr>
        <p:spPr>
          <a:xfrm>
            <a:off x="6451600" y="4826000"/>
            <a:ext cx="2108200" cy="12192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
        <p:nvSpPr>
          <p:cNvPr id="32" name="装饰  1"/>
          <p:cNvSpPr>
            <a:spLocks noGrp="1"/>
          </p:cNvSpPr>
          <p:nvPr>
            <p:ph type="body" idx="16400" hasCustomPrompt="1"/>
            <p:custDataLst>
              <p:tags r:id="rId17"/>
            </p:custDataLst>
          </p:nvPr>
        </p:nvSpPr>
        <p:spPr>
          <a:xfrm>
            <a:off x="9067800" y="1524000"/>
            <a:ext cx="2514600" cy="4724400"/>
          </a:xfrm>
          <a:custGeom>
            <a:avLst/>
            <a:gdLst>
              <a:gd name="connisteX0" fmla="*/ 0 w 2514600"/>
              <a:gd name="connsiteY0" fmla="*/ 203200 h 4724400"/>
              <a:gd name="connisteX1" fmla="*/ 203200 w 2514600"/>
              <a:gd name="connsiteY1" fmla="*/ 0 h 4724400"/>
              <a:gd name="connisteX2" fmla="*/ 2311400 w 2514600"/>
              <a:gd name="connsiteY2" fmla="*/ 0 h 4724400"/>
              <a:gd name="connisteX3" fmla="*/ 2514600 w 2514600"/>
              <a:gd name="connsiteY3" fmla="*/ 203200 h 4724400"/>
              <a:gd name="connisteX4" fmla="*/ 2514600 w 2514600"/>
              <a:gd name="connsiteY4" fmla="*/ 4521200 h 4724400"/>
              <a:gd name="connisteX5" fmla="*/ 2311400 w 2514600"/>
              <a:gd name="connsiteY5" fmla="*/ 4724400 h 4724400"/>
              <a:gd name="connisteX6" fmla="*/ 203200 w 2514600"/>
              <a:gd name="connsiteY6" fmla="*/ 4724400 h 4724400"/>
              <a:gd name="connisteX7" fmla="*/ 0 w 2514600"/>
              <a:gd name="connsiteY7" fmla="*/ 4521200 h 4724400"/>
              <a:gd name="connisteX8" fmla="*/ 0 w 2514600"/>
              <a:gd name="connsiteY8" fmla="*/ 203200 h 4724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2514600" h="4724400">
                <a:moveTo>
                  <a:pt x="0" y="203200"/>
                </a:moveTo>
                <a:cubicBezTo>
                  <a:pt x="0" y="90976"/>
                  <a:pt x="90976" y="0"/>
                  <a:pt x="203200" y="0"/>
                </a:cubicBezTo>
                <a:lnTo>
                  <a:pt x="2311400" y="0"/>
                </a:lnTo>
                <a:cubicBezTo>
                  <a:pt x="2423624" y="0"/>
                  <a:pt x="2514600" y="90976"/>
                  <a:pt x="2514600" y="203200"/>
                </a:cubicBezTo>
                <a:lnTo>
                  <a:pt x="2514600" y="4521200"/>
                </a:lnTo>
                <a:cubicBezTo>
                  <a:pt x="2514600" y="4633424"/>
                  <a:pt x="2423624" y="4724400"/>
                  <a:pt x="2311400" y="4724400"/>
                </a:cubicBezTo>
                <a:lnTo>
                  <a:pt x="203200" y="4724400"/>
                </a:lnTo>
                <a:cubicBezTo>
                  <a:pt x="90976" y="4724400"/>
                  <a:pt x="0" y="4633424"/>
                  <a:pt x="0" y="4521200"/>
                </a:cubicBezTo>
                <a:lnTo>
                  <a:pt x="0" y="203200"/>
                </a:lnTo>
                <a:close/>
              </a:path>
            </a:pathLst>
          </a:custGeom>
          <a:gradFill>
            <a:gsLst>
              <a:gs pos="0">
                <a:schemeClr val="accent1">
                  <a:lumMod val="0"/>
                  <a:lumOff val="100000"/>
                </a:schemeClr>
              </a:gs>
              <a:gs pos="100000">
                <a:schemeClr val="accent1">
                  <a:lumMod val="0"/>
                  <a:lumOff val="100000"/>
                </a:schemeClr>
              </a:gs>
            </a:gsLst>
            <a:lin ang="5400000"/>
          </a:gra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33" name="图片占位符 32"/>
          <p:cNvSpPr>
            <a:spLocks noGrp="1"/>
          </p:cNvSpPr>
          <p:nvPr>
            <p:ph type="pic" idx="16401" hasCustomPrompt="1"/>
            <p:custDataLst>
              <p:tags r:id="rId18"/>
            </p:custDataLst>
          </p:nvPr>
        </p:nvSpPr>
        <p:spPr>
          <a:xfrm>
            <a:off x="9271000" y="1727200"/>
            <a:ext cx="2108200" cy="2438400"/>
          </a:xfr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p>
        </p:txBody>
      </p:sp>
      <p:sp>
        <p:nvSpPr>
          <p:cNvPr id="34" name="文本占位符 33"/>
          <p:cNvSpPr>
            <a:spLocks noGrp="1"/>
          </p:cNvSpPr>
          <p:nvPr>
            <p:ph type="body" idx="16392" hasCustomPrompt="1"/>
            <p:custDataLst>
              <p:tags r:id="rId19"/>
            </p:custDataLst>
          </p:nvPr>
        </p:nvSpPr>
        <p:spPr>
          <a:xfrm>
            <a:off x="9271000" y="4368800"/>
            <a:ext cx="21082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项标题</a:t>
            </a:r>
          </a:p>
        </p:txBody>
      </p:sp>
      <p:sp>
        <p:nvSpPr>
          <p:cNvPr id="35" name="文本占位符 34"/>
          <p:cNvSpPr>
            <a:spLocks noGrp="1"/>
          </p:cNvSpPr>
          <p:nvPr>
            <p:ph type="body" idx="16393" hasCustomPrompt="1"/>
            <p:custDataLst>
              <p:tags r:id="rId20"/>
            </p:custDataLst>
          </p:nvPr>
        </p:nvSpPr>
        <p:spPr>
          <a:xfrm>
            <a:off x="9271000" y="4826000"/>
            <a:ext cx="2108200" cy="12192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Tree>
    <p:extLst>
      <p:ext uri="{BB962C8B-B14F-4D97-AF65-F5344CB8AC3E}">
        <p14:creationId xmlns:p14="http://schemas.microsoft.com/office/powerpoint/2010/main" val="1819246352"/>
      </p:ext>
    </p:extLst>
  </p:cSld>
  <p:clrMapOvr>
    <a:overrideClrMapping bg1="lt1" tx1="dk1" bg2="lt2" tx2="dk2" accent1="accent1" accent2="accent2" accent3="accent3" accent4="accent4" accent5="accent5" accent6="accent6" hlink="hlink" folHlink="folHlink"/>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正文页-35_29">
    <p:bg>
      <p:bgRef idx="1001">
        <a:schemeClr val="bg2"/>
      </p:bgRef>
    </p:bg>
    <p:spTree>
      <p:nvGrpSpPr>
        <p:cNvPr id="1" name=""/>
        <p:cNvGrpSpPr/>
        <p:nvPr/>
      </p:nvGrpSpPr>
      <p:grpSpPr>
        <a:xfrm>
          <a:off x="0" y="0"/>
          <a:ext cx="0" cy="0"/>
          <a:chOff x="0" y="0"/>
          <a:chExt cx="0" cy="0"/>
        </a:xfrm>
      </p:grpSpPr>
      <p:sp>
        <p:nvSpPr>
          <p:cNvPr id="8" name="日期占位符 7"/>
          <p:cNvSpPr>
            <a:spLocks noGrp="1"/>
          </p:cNvSpPr>
          <p:nvPr>
            <p:ph type="dt" sz="half" idx="10"/>
            <p:custDataLst>
              <p:tags r:id="rId1"/>
            </p:custDataLst>
          </p:nvPr>
        </p:nvSpPr>
        <p:spPr/>
        <p:txBody>
          <a:bodyPr wrap="square">
            <a:normAutofit/>
          </a:bodyPr>
          <a:lstStyle/>
          <a:p>
            <a:fld id="{5592522B-0F24-4480-B9DD-A9474A6880D6}" type="datetimeFigureOut">
              <a:rPr lang="zh-CN" altLang="en-US" smtClean="0"/>
              <a:t>2026/10/10</a:t>
            </a:fld>
            <a:endParaRPr lang="zh-CN" altLang="en-US"/>
          </a:p>
        </p:txBody>
      </p:sp>
      <p:sp>
        <p:nvSpPr>
          <p:cNvPr id="9" name="页脚占位符 8"/>
          <p:cNvSpPr>
            <a:spLocks noGrp="1"/>
          </p:cNvSpPr>
          <p:nvPr>
            <p:ph type="ftr" sz="quarter" idx="11"/>
            <p:custDataLst>
              <p:tags r:id="rId2"/>
            </p:custDataLst>
          </p:nvPr>
        </p:nvSpPr>
        <p:spPr/>
        <p:txBody>
          <a:bodyPr/>
          <a:lstStyle/>
          <a:p>
            <a:endParaRPr lang="zh-CN" altLang="en-US"/>
          </a:p>
        </p:txBody>
      </p:sp>
      <p:sp>
        <p:nvSpPr>
          <p:cNvPr id="10" name="灯片编号占位符 9"/>
          <p:cNvSpPr>
            <a:spLocks noGrp="1"/>
          </p:cNvSpPr>
          <p:nvPr>
            <p:ph type="sldNum" sz="quarter" idx="12"/>
            <p:custDataLst>
              <p:tags r:id="rId3"/>
            </p:custDataLst>
          </p:nvPr>
        </p:nvSpPr>
        <p:spPr/>
        <p:txBody>
          <a:bodyPr wrap="square">
            <a:normAutofit/>
          </a:bodyPr>
          <a:lstStyle/>
          <a:p>
            <a:fld id="{BE5F26B5-172A-4DC2-B0B7-181CFC56B87C}" type="slidenum">
              <a:rPr lang="zh-CN" altLang="en-US" smtClean="0"/>
              <a:t>‹#›</a:t>
            </a:fld>
            <a:endParaRPr lang="zh-CN" altLang="en-US"/>
          </a:p>
        </p:txBody>
      </p:sp>
      <p:sp>
        <p:nvSpPr>
          <p:cNvPr id="7" name="文本占位符 6"/>
          <p:cNvSpPr>
            <a:spLocks noGrp="1"/>
          </p:cNvSpPr>
          <p:nvPr>
            <p:ph type="body" idx="16388" hasCustomPrompt="1"/>
            <p:custDataLst>
              <p:tags r:id="rId4"/>
            </p:custDataLst>
          </p:nvPr>
        </p:nvSpPr>
        <p:spPr>
          <a:xfrm>
            <a:off x="622300" y="2209800"/>
            <a:ext cx="1193800" cy="1016000"/>
          </a:xfrm>
          <a:noFill/>
        </p:spPr>
        <p:txBody>
          <a:bodyPr wrap="none" lIns="0" tIns="0" rIns="0" bIns="0" anchor="ctr">
            <a:noAutofit/>
          </a:bodyPr>
          <a:lstStyle>
            <a:lvl1pPr marL="0" indent="0" algn="ctr">
              <a:lnSpc>
                <a:spcPct val="109000"/>
              </a:lnSpc>
              <a:spcBef>
                <a:spcPct val="0"/>
              </a:spcBef>
              <a:spcAft>
                <a:spcPct val="0"/>
              </a:spcAft>
              <a:buNone/>
              <a:defRPr sz="8000" b="0" spc="0">
                <a:solidFill>
                  <a:schemeClr val="accent1"/>
                </a:solidFill>
              </a:defRPr>
            </a:lvl1pPr>
          </a:lstStyle>
          <a:p>
            <a:pPr lvl="0"/>
            <a:r>
              <a:rPr lang="zh-CN" altLang="en-US"/>
              <a:t>01</a:t>
            </a:r>
          </a:p>
        </p:txBody>
      </p:sp>
      <p:sp>
        <p:nvSpPr>
          <p:cNvPr id="6" name="标题 5"/>
          <p:cNvSpPr>
            <a:spLocks noGrp="1"/>
          </p:cNvSpPr>
          <p:nvPr>
            <p:ph type="ctrTitle" idx="16385" hasCustomPrompt="1"/>
            <p:custDataLst>
              <p:tags r:id="rId5"/>
            </p:custDataLst>
          </p:nvPr>
        </p:nvSpPr>
        <p:spPr>
          <a:xfrm>
            <a:off x="609600" y="533400"/>
            <a:ext cx="10972800" cy="609600"/>
          </a:xfrm>
          <a:noFill/>
        </p:spPr>
        <p:txBody>
          <a:bodyPr vert="horz" wrap="square" lIns="0" tIns="0" rIns="0" bIns="0" rtlCol="0" anchor="t" anchorCtr="0">
            <a:normAutofit/>
          </a:bodyPr>
          <a:lstStyle>
            <a:lvl1pPr marL="0" marR="0" indent="0" algn="l" defTabSz="914400" rtl="0" eaLnBrk="1" fontAlgn="auto" latinLnBrk="0" hangingPunct="1">
              <a:lnSpc>
                <a:spcPct val="111000"/>
              </a:lnSpc>
              <a:spcBef>
                <a:spcPct val="0"/>
              </a:spcBef>
              <a:spcAft>
                <a:spcPct val="0"/>
              </a:spcAft>
              <a:buClrTx/>
              <a:buSzTx/>
              <a:buFontTx/>
              <a:buNone/>
              <a:defRPr kumimoji="0" lang="zh-CN" altLang="en-US" sz="3600" b="1" i="0" u="none" strike="noStrike" kern="1200" cap="none" spc="0" normalizeH="0" baseline="0" noProof="1">
                <a:solidFill>
                  <a:schemeClr val="tx1"/>
                </a:solidFill>
                <a:latin typeface="+mj-lt"/>
                <a:ea typeface="+mj-ea"/>
                <a:cs typeface="+mj-cs"/>
              </a:defRPr>
            </a:lvl1pPr>
          </a:lstStyle>
          <a:p>
            <a:pPr lvl="0"/>
            <a:r>
              <a:rPr>
                <a:sym typeface="+mn-ea"/>
              </a:rPr>
              <a:t>单击此处添加标题</a:t>
            </a:r>
          </a:p>
        </p:txBody>
      </p:sp>
      <p:sp>
        <p:nvSpPr>
          <p:cNvPr id="21" name="文本占位符 20"/>
          <p:cNvSpPr>
            <a:spLocks noGrp="1"/>
          </p:cNvSpPr>
          <p:nvPr>
            <p:ph type="body" idx="16386" hasCustomPrompt="1"/>
            <p:custDataLst>
              <p:tags r:id="rId6"/>
            </p:custDataLst>
          </p:nvPr>
        </p:nvSpPr>
        <p:spPr>
          <a:xfrm>
            <a:off x="609600" y="3632200"/>
            <a:ext cx="22860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项标题</a:t>
            </a:r>
          </a:p>
        </p:txBody>
      </p:sp>
      <p:sp>
        <p:nvSpPr>
          <p:cNvPr id="22" name="文本占位符 21"/>
          <p:cNvSpPr>
            <a:spLocks noGrp="1"/>
          </p:cNvSpPr>
          <p:nvPr>
            <p:ph type="body" idx="16387" hasCustomPrompt="1"/>
            <p:custDataLst>
              <p:tags r:id="rId7"/>
            </p:custDataLst>
          </p:nvPr>
        </p:nvSpPr>
        <p:spPr>
          <a:xfrm>
            <a:off x="609600" y="4140200"/>
            <a:ext cx="2286000" cy="15240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
        <p:nvSpPr>
          <p:cNvPr id="23" name="文本占位符 22"/>
          <p:cNvSpPr>
            <a:spLocks noGrp="1"/>
          </p:cNvSpPr>
          <p:nvPr>
            <p:ph type="body" idx="16391" hasCustomPrompt="1"/>
            <p:custDataLst>
              <p:tags r:id="rId8"/>
            </p:custDataLst>
          </p:nvPr>
        </p:nvSpPr>
        <p:spPr>
          <a:xfrm>
            <a:off x="3517900" y="2209800"/>
            <a:ext cx="1193800" cy="1016000"/>
          </a:xfrm>
          <a:noFill/>
        </p:spPr>
        <p:txBody>
          <a:bodyPr wrap="none" lIns="0" tIns="0" rIns="0" bIns="0" anchor="ctr">
            <a:noAutofit/>
          </a:bodyPr>
          <a:lstStyle>
            <a:lvl1pPr marL="0" indent="0" algn="ctr">
              <a:lnSpc>
                <a:spcPct val="109000"/>
              </a:lnSpc>
              <a:spcBef>
                <a:spcPct val="0"/>
              </a:spcBef>
              <a:spcAft>
                <a:spcPct val="0"/>
              </a:spcAft>
              <a:buNone/>
              <a:defRPr sz="8000" b="0" spc="0">
                <a:solidFill>
                  <a:schemeClr val="accent1"/>
                </a:solidFill>
              </a:defRPr>
            </a:lvl1pPr>
          </a:lstStyle>
          <a:p>
            <a:pPr lvl="0"/>
            <a:r>
              <a:rPr lang="zh-CN" altLang="en-US"/>
              <a:t>02</a:t>
            </a:r>
          </a:p>
        </p:txBody>
      </p:sp>
      <p:sp>
        <p:nvSpPr>
          <p:cNvPr id="24" name="文本占位符 23"/>
          <p:cNvSpPr>
            <a:spLocks noGrp="1"/>
          </p:cNvSpPr>
          <p:nvPr>
            <p:ph type="body" idx="16389" hasCustomPrompt="1"/>
            <p:custDataLst>
              <p:tags r:id="rId9"/>
            </p:custDataLst>
          </p:nvPr>
        </p:nvSpPr>
        <p:spPr>
          <a:xfrm>
            <a:off x="3505200" y="3632200"/>
            <a:ext cx="22860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项标题</a:t>
            </a:r>
          </a:p>
        </p:txBody>
      </p:sp>
      <p:sp>
        <p:nvSpPr>
          <p:cNvPr id="25" name="文本占位符 24"/>
          <p:cNvSpPr>
            <a:spLocks noGrp="1"/>
          </p:cNvSpPr>
          <p:nvPr>
            <p:ph type="body" idx="16390" hasCustomPrompt="1"/>
            <p:custDataLst>
              <p:tags r:id="rId10"/>
            </p:custDataLst>
          </p:nvPr>
        </p:nvSpPr>
        <p:spPr>
          <a:xfrm>
            <a:off x="3505200" y="4140200"/>
            <a:ext cx="2286000" cy="15240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
        <p:nvSpPr>
          <p:cNvPr id="26" name="文本占位符 25"/>
          <p:cNvSpPr>
            <a:spLocks noGrp="1"/>
          </p:cNvSpPr>
          <p:nvPr>
            <p:ph type="body" idx="16394" hasCustomPrompt="1"/>
            <p:custDataLst>
              <p:tags r:id="rId11"/>
            </p:custDataLst>
          </p:nvPr>
        </p:nvSpPr>
        <p:spPr>
          <a:xfrm>
            <a:off x="6413500" y="2209800"/>
            <a:ext cx="1193800" cy="1016000"/>
          </a:xfrm>
          <a:noFill/>
        </p:spPr>
        <p:txBody>
          <a:bodyPr wrap="none" lIns="0" tIns="0" rIns="0" bIns="0" anchor="ctr">
            <a:noAutofit/>
          </a:bodyPr>
          <a:lstStyle>
            <a:lvl1pPr marL="0" indent="0" algn="ctr">
              <a:lnSpc>
                <a:spcPct val="109000"/>
              </a:lnSpc>
              <a:spcBef>
                <a:spcPct val="0"/>
              </a:spcBef>
              <a:spcAft>
                <a:spcPct val="0"/>
              </a:spcAft>
              <a:buNone/>
              <a:defRPr sz="8000" b="0" spc="0">
                <a:solidFill>
                  <a:schemeClr val="accent1"/>
                </a:solidFill>
              </a:defRPr>
            </a:lvl1pPr>
          </a:lstStyle>
          <a:p>
            <a:pPr lvl="0"/>
            <a:r>
              <a:rPr lang="zh-CN" altLang="en-US"/>
              <a:t>03</a:t>
            </a:r>
          </a:p>
        </p:txBody>
      </p:sp>
      <p:sp>
        <p:nvSpPr>
          <p:cNvPr id="27" name="文本占位符 26"/>
          <p:cNvSpPr>
            <a:spLocks noGrp="1"/>
          </p:cNvSpPr>
          <p:nvPr>
            <p:ph type="body" idx="16392" hasCustomPrompt="1"/>
            <p:custDataLst>
              <p:tags r:id="rId12"/>
            </p:custDataLst>
          </p:nvPr>
        </p:nvSpPr>
        <p:spPr>
          <a:xfrm>
            <a:off x="6400800" y="3632200"/>
            <a:ext cx="22860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项标题</a:t>
            </a:r>
          </a:p>
        </p:txBody>
      </p:sp>
      <p:sp>
        <p:nvSpPr>
          <p:cNvPr id="28" name="文本占位符 27"/>
          <p:cNvSpPr>
            <a:spLocks noGrp="1"/>
          </p:cNvSpPr>
          <p:nvPr>
            <p:ph type="body" idx="16393" hasCustomPrompt="1"/>
            <p:custDataLst>
              <p:tags r:id="rId13"/>
            </p:custDataLst>
          </p:nvPr>
        </p:nvSpPr>
        <p:spPr>
          <a:xfrm>
            <a:off x="6400800" y="4140200"/>
            <a:ext cx="2286000" cy="15240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
        <p:nvSpPr>
          <p:cNvPr id="29" name="文本占位符 28"/>
          <p:cNvSpPr>
            <a:spLocks noGrp="1"/>
          </p:cNvSpPr>
          <p:nvPr>
            <p:ph type="body" idx="16397" hasCustomPrompt="1"/>
            <p:custDataLst>
              <p:tags r:id="rId14"/>
            </p:custDataLst>
          </p:nvPr>
        </p:nvSpPr>
        <p:spPr>
          <a:xfrm>
            <a:off x="9309100" y="2209800"/>
            <a:ext cx="1193800" cy="1016000"/>
          </a:xfrm>
          <a:noFill/>
        </p:spPr>
        <p:txBody>
          <a:bodyPr wrap="none" lIns="0" tIns="0" rIns="0" bIns="0" anchor="ctr">
            <a:noAutofit/>
          </a:bodyPr>
          <a:lstStyle>
            <a:lvl1pPr marL="0" indent="0" algn="ctr">
              <a:lnSpc>
                <a:spcPct val="109000"/>
              </a:lnSpc>
              <a:spcBef>
                <a:spcPct val="0"/>
              </a:spcBef>
              <a:spcAft>
                <a:spcPct val="0"/>
              </a:spcAft>
              <a:buNone/>
              <a:defRPr sz="8000" b="0" spc="0">
                <a:solidFill>
                  <a:schemeClr val="accent1"/>
                </a:solidFill>
              </a:defRPr>
            </a:lvl1pPr>
          </a:lstStyle>
          <a:p>
            <a:pPr lvl="0"/>
            <a:r>
              <a:rPr lang="zh-CN" altLang="en-US"/>
              <a:t>04</a:t>
            </a:r>
          </a:p>
        </p:txBody>
      </p:sp>
      <p:sp>
        <p:nvSpPr>
          <p:cNvPr id="30" name="文本占位符 29"/>
          <p:cNvSpPr>
            <a:spLocks noGrp="1"/>
          </p:cNvSpPr>
          <p:nvPr>
            <p:ph type="body" idx="16395" hasCustomPrompt="1"/>
            <p:custDataLst>
              <p:tags r:id="rId15"/>
            </p:custDataLst>
          </p:nvPr>
        </p:nvSpPr>
        <p:spPr>
          <a:xfrm>
            <a:off x="9296400" y="3632200"/>
            <a:ext cx="22860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项标题</a:t>
            </a:r>
          </a:p>
        </p:txBody>
      </p:sp>
      <p:sp>
        <p:nvSpPr>
          <p:cNvPr id="31" name="文本占位符 30"/>
          <p:cNvSpPr>
            <a:spLocks noGrp="1"/>
          </p:cNvSpPr>
          <p:nvPr>
            <p:ph type="body" idx="16396" hasCustomPrompt="1"/>
            <p:custDataLst>
              <p:tags r:id="rId16"/>
            </p:custDataLst>
          </p:nvPr>
        </p:nvSpPr>
        <p:spPr>
          <a:xfrm>
            <a:off x="9296400" y="4140200"/>
            <a:ext cx="2286000" cy="15240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Tree>
    <p:extLst>
      <p:ext uri="{BB962C8B-B14F-4D97-AF65-F5344CB8AC3E}">
        <p14:creationId xmlns:p14="http://schemas.microsoft.com/office/powerpoint/2010/main" val="3620589201"/>
      </p:ext>
    </p:extLst>
  </p:cSld>
  <p:clrMapOvr>
    <a:overrideClrMapping bg1="lt1" tx1="dk1" bg2="lt2" tx2="dk2" accent1="accent1" accent2="accent2" accent3="accent3" accent4="accent4" accent5="accent5" accent6="accent6" hlink="hlink" folHlink="folHlink"/>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正文页-10008_29">
    <p:bg>
      <p:bgRef idx="1001">
        <a:schemeClr val="bg2"/>
      </p:bgRef>
    </p:bg>
    <p:spTree>
      <p:nvGrpSpPr>
        <p:cNvPr id="1" name=""/>
        <p:cNvGrpSpPr/>
        <p:nvPr/>
      </p:nvGrpSpPr>
      <p:grpSpPr>
        <a:xfrm>
          <a:off x="0" y="0"/>
          <a:ext cx="0" cy="0"/>
          <a:chOff x="0" y="0"/>
          <a:chExt cx="0" cy="0"/>
        </a:xfrm>
      </p:grpSpPr>
      <p:sp>
        <p:nvSpPr>
          <p:cNvPr id="8" name="日期占位符 7"/>
          <p:cNvSpPr>
            <a:spLocks noGrp="1"/>
          </p:cNvSpPr>
          <p:nvPr>
            <p:ph type="dt" sz="half" idx="10"/>
            <p:custDataLst>
              <p:tags r:id="rId1"/>
            </p:custDataLst>
          </p:nvPr>
        </p:nvSpPr>
        <p:spPr/>
        <p:txBody>
          <a:bodyPr wrap="square">
            <a:normAutofit/>
          </a:bodyPr>
          <a:lstStyle/>
          <a:p>
            <a:fld id="{5592522B-0F24-4480-B9DD-A9474A6880D6}" type="datetimeFigureOut">
              <a:rPr lang="zh-CN" altLang="en-US" smtClean="0"/>
              <a:t>2026/10/10</a:t>
            </a:fld>
            <a:endParaRPr lang="zh-CN" altLang="en-US"/>
          </a:p>
        </p:txBody>
      </p:sp>
      <p:sp>
        <p:nvSpPr>
          <p:cNvPr id="9" name="页脚占位符 8"/>
          <p:cNvSpPr>
            <a:spLocks noGrp="1"/>
          </p:cNvSpPr>
          <p:nvPr>
            <p:ph type="ftr" sz="quarter" idx="11"/>
            <p:custDataLst>
              <p:tags r:id="rId2"/>
            </p:custDataLst>
          </p:nvPr>
        </p:nvSpPr>
        <p:spPr/>
        <p:txBody>
          <a:bodyPr/>
          <a:lstStyle/>
          <a:p>
            <a:endParaRPr lang="zh-CN" altLang="en-US"/>
          </a:p>
        </p:txBody>
      </p:sp>
      <p:sp>
        <p:nvSpPr>
          <p:cNvPr id="10" name="灯片编号占位符 9"/>
          <p:cNvSpPr>
            <a:spLocks noGrp="1"/>
          </p:cNvSpPr>
          <p:nvPr>
            <p:ph type="sldNum" sz="quarter" idx="12"/>
            <p:custDataLst>
              <p:tags r:id="rId3"/>
            </p:custDataLst>
          </p:nvPr>
        </p:nvSpPr>
        <p:spPr/>
        <p:txBody>
          <a:bodyPr wrap="square">
            <a:normAutofit/>
          </a:bodyPr>
          <a:lstStyle/>
          <a:p>
            <a:fld id="{BE5F26B5-172A-4DC2-B0B7-181CFC56B87C}" type="slidenum">
              <a:rPr lang="zh-CN" altLang="en-US" smtClean="0"/>
              <a:t>‹#›</a:t>
            </a:fld>
            <a:endParaRPr lang="zh-CN" altLang="en-US"/>
          </a:p>
        </p:txBody>
      </p:sp>
      <p:sp>
        <p:nvSpPr>
          <p:cNvPr id="7" name="图片占位符 6"/>
          <p:cNvSpPr>
            <a:spLocks noGrp="1"/>
          </p:cNvSpPr>
          <p:nvPr>
            <p:ph type="pic" idx="16396" hasCustomPrompt="1"/>
            <p:custDataLst>
              <p:tags r:id="rId4"/>
            </p:custDataLst>
          </p:nvPr>
        </p:nvSpPr>
        <p:spPr>
          <a:xfrm>
            <a:off x="609600" y="1625600"/>
            <a:ext cx="914400" cy="914400"/>
          </a:xfrm>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p>
        </p:txBody>
      </p:sp>
      <p:sp>
        <p:nvSpPr>
          <p:cNvPr id="6" name="标题 5"/>
          <p:cNvSpPr>
            <a:spLocks noGrp="1"/>
          </p:cNvSpPr>
          <p:nvPr>
            <p:ph type="ctrTitle" idx="16385" hasCustomPrompt="1"/>
            <p:custDataLst>
              <p:tags r:id="rId5"/>
            </p:custDataLst>
          </p:nvPr>
        </p:nvSpPr>
        <p:spPr>
          <a:xfrm>
            <a:off x="609600" y="533400"/>
            <a:ext cx="10972800" cy="609600"/>
          </a:xfrm>
          <a:noFill/>
        </p:spPr>
        <p:txBody>
          <a:bodyPr vert="horz" wrap="square" lIns="0" tIns="0" rIns="0" bIns="0" rtlCol="0" anchor="t" anchorCtr="0">
            <a:normAutofit/>
          </a:bodyPr>
          <a:lstStyle>
            <a:lvl1pPr marL="0" marR="0" indent="0" algn="l" defTabSz="914400" rtl="0" eaLnBrk="1" fontAlgn="auto" latinLnBrk="0" hangingPunct="1">
              <a:lnSpc>
                <a:spcPct val="111000"/>
              </a:lnSpc>
              <a:spcBef>
                <a:spcPct val="0"/>
              </a:spcBef>
              <a:spcAft>
                <a:spcPct val="0"/>
              </a:spcAft>
              <a:buClrTx/>
              <a:buSzTx/>
              <a:buFontTx/>
              <a:buNone/>
              <a:defRPr kumimoji="0" lang="zh-CN" altLang="en-US" sz="3600" b="1" i="0" u="none" strike="noStrike" kern="1200" cap="none" spc="0" normalizeH="0" baseline="0" noProof="1">
                <a:solidFill>
                  <a:schemeClr val="tx1"/>
                </a:solidFill>
                <a:latin typeface="+mj-lt"/>
                <a:ea typeface="+mj-ea"/>
                <a:cs typeface="+mj-cs"/>
              </a:defRPr>
            </a:lvl1pPr>
          </a:lstStyle>
          <a:p>
            <a:pPr lvl="0"/>
            <a:r>
              <a:rPr>
                <a:sym typeface="+mn-ea"/>
              </a:rPr>
              <a:t>单击此处添加标题</a:t>
            </a:r>
          </a:p>
        </p:txBody>
      </p:sp>
      <p:sp>
        <p:nvSpPr>
          <p:cNvPr id="21" name="文本占位符 20"/>
          <p:cNvSpPr>
            <a:spLocks noGrp="1"/>
          </p:cNvSpPr>
          <p:nvPr>
            <p:ph type="body" idx="16386" hasCustomPrompt="1"/>
            <p:custDataLst>
              <p:tags r:id="rId6"/>
            </p:custDataLst>
          </p:nvPr>
        </p:nvSpPr>
        <p:spPr>
          <a:xfrm>
            <a:off x="1778000" y="1625600"/>
            <a:ext cx="21844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项标题</a:t>
            </a:r>
          </a:p>
        </p:txBody>
      </p:sp>
      <p:sp>
        <p:nvSpPr>
          <p:cNvPr id="22" name="文本占位符 21"/>
          <p:cNvSpPr>
            <a:spLocks noGrp="1"/>
          </p:cNvSpPr>
          <p:nvPr>
            <p:ph type="body" idx="16387" hasCustomPrompt="1"/>
            <p:custDataLst>
              <p:tags r:id="rId7"/>
            </p:custDataLst>
          </p:nvPr>
        </p:nvSpPr>
        <p:spPr>
          <a:xfrm>
            <a:off x="1778000" y="2133600"/>
            <a:ext cx="2184400" cy="15240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
        <p:nvSpPr>
          <p:cNvPr id="23" name="图片占位符 22"/>
          <p:cNvSpPr>
            <a:spLocks noGrp="1"/>
          </p:cNvSpPr>
          <p:nvPr>
            <p:ph type="pic" idx="16397" hasCustomPrompt="1"/>
            <p:custDataLst>
              <p:tags r:id="rId8"/>
            </p:custDataLst>
          </p:nvPr>
        </p:nvSpPr>
        <p:spPr>
          <a:xfrm>
            <a:off x="4419600" y="1625600"/>
            <a:ext cx="914400" cy="914400"/>
          </a:xfrm>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p>
        </p:txBody>
      </p:sp>
      <p:sp>
        <p:nvSpPr>
          <p:cNvPr id="24" name="文本占位符 23"/>
          <p:cNvSpPr>
            <a:spLocks noGrp="1"/>
          </p:cNvSpPr>
          <p:nvPr>
            <p:ph type="body" idx="16388" hasCustomPrompt="1"/>
            <p:custDataLst>
              <p:tags r:id="rId9"/>
            </p:custDataLst>
          </p:nvPr>
        </p:nvSpPr>
        <p:spPr>
          <a:xfrm>
            <a:off x="5588000" y="1625600"/>
            <a:ext cx="21844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项标题</a:t>
            </a:r>
          </a:p>
        </p:txBody>
      </p:sp>
      <p:sp>
        <p:nvSpPr>
          <p:cNvPr id="25" name="文本占位符 24"/>
          <p:cNvSpPr>
            <a:spLocks noGrp="1"/>
          </p:cNvSpPr>
          <p:nvPr>
            <p:ph type="body" idx="16389" hasCustomPrompt="1"/>
            <p:custDataLst>
              <p:tags r:id="rId10"/>
            </p:custDataLst>
          </p:nvPr>
        </p:nvSpPr>
        <p:spPr>
          <a:xfrm>
            <a:off x="5588000" y="2133600"/>
            <a:ext cx="2184400" cy="15240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
        <p:nvSpPr>
          <p:cNvPr id="26" name="图片占位符 25"/>
          <p:cNvSpPr>
            <a:spLocks noGrp="1"/>
          </p:cNvSpPr>
          <p:nvPr>
            <p:ph type="pic" idx="16398" hasCustomPrompt="1"/>
            <p:custDataLst>
              <p:tags r:id="rId11"/>
            </p:custDataLst>
          </p:nvPr>
        </p:nvSpPr>
        <p:spPr>
          <a:xfrm>
            <a:off x="8229600" y="1625600"/>
            <a:ext cx="914400" cy="914400"/>
          </a:xfrm>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p>
        </p:txBody>
      </p:sp>
      <p:sp>
        <p:nvSpPr>
          <p:cNvPr id="27" name="文本占位符 26"/>
          <p:cNvSpPr>
            <a:spLocks noGrp="1"/>
          </p:cNvSpPr>
          <p:nvPr>
            <p:ph type="body" idx="16390" hasCustomPrompt="1"/>
            <p:custDataLst>
              <p:tags r:id="rId12"/>
            </p:custDataLst>
          </p:nvPr>
        </p:nvSpPr>
        <p:spPr>
          <a:xfrm>
            <a:off x="9398000" y="1625600"/>
            <a:ext cx="21844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项标题</a:t>
            </a:r>
          </a:p>
        </p:txBody>
      </p:sp>
      <p:sp>
        <p:nvSpPr>
          <p:cNvPr id="28" name="文本占位符 27"/>
          <p:cNvSpPr>
            <a:spLocks noGrp="1"/>
          </p:cNvSpPr>
          <p:nvPr>
            <p:ph type="body" idx="16391" hasCustomPrompt="1"/>
            <p:custDataLst>
              <p:tags r:id="rId13"/>
            </p:custDataLst>
          </p:nvPr>
        </p:nvSpPr>
        <p:spPr>
          <a:xfrm>
            <a:off x="9398000" y="2133600"/>
            <a:ext cx="2184400" cy="15240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
        <p:nvSpPr>
          <p:cNvPr id="29" name="图片占位符 28"/>
          <p:cNvSpPr>
            <a:spLocks noGrp="1"/>
          </p:cNvSpPr>
          <p:nvPr>
            <p:ph type="pic" idx="16399" hasCustomPrompt="1"/>
            <p:custDataLst>
              <p:tags r:id="rId14"/>
            </p:custDataLst>
          </p:nvPr>
        </p:nvSpPr>
        <p:spPr>
          <a:xfrm>
            <a:off x="609600" y="4114800"/>
            <a:ext cx="914400" cy="914400"/>
          </a:xfrm>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p>
        </p:txBody>
      </p:sp>
      <p:sp>
        <p:nvSpPr>
          <p:cNvPr id="30" name="文本占位符 29"/>
          <p:cNvSpPr>
            <a:spLocks noGrp="1"/>
          </p:cNvSpPr>
          <p:nvPr>
            <p:ph type="body" idx="16392" hasCustomPrompt="1"/>
            <p:custDataLst>
              <p:tags r:id="rId15"/>
            </p:custDataLst>
          </p:nvPr>
        </p:nvSpPr>
        <p:spPr>
          <a:xfrm>
            <a:off x="1778000" y="4114800"/>
            <a:ext cx="21844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项标题</a:t>
            </a:r>
          </a:p>
        </p:txBody>
      </p:sp>
      <p:sp>
        <p:nvSpPr>
          <p:cNvPr id="31" name="文本占位符 30"/>
          <p:cNvSpPr>
            <a:spLocks noGrp="1"/>
          </p:cNvSpPr>
          <p:nvPr>
            <p:ph type="body" idx="16393" hasCustomPrompt="1"/>
            <p:custDataLst>
              <p:tags r:id="rId16"/>
            </p:custDataLst>
          </p:nvPr>
        </p:nvSpPr>
        <p:spPr>
          <a:xfrm>
            <a:off x="1778000" y="4622800"/>
            <a:ext cx="2184400" cy="15240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
        <p:nvSpPr>
          <p:cNvPr id="32" name="图片占位符 31"/>
          <p:cNvSpPr>
            <a:spLocks noGrp="1"/>
          </p:cNvSpPr>
          <p:nvPr>
            <p:ph type="pic" idx="16400" hasCustomPrompt="1"/>
            <p:custDataLst>
              <p:tags r:id="rId17"/>
            </p:custDataLst>
          </p:nvPr>
        </p:nvSpPr>
        <p:spPr>
          <a:xfrm>
            <a:off x="4419600" y="4114800"/>
            <a:ext cx="914400" cy="914400"/>
          </a:xfrm>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p>
        </p:txBody>
      </p:sp>
      <p:sp>
        <p:nvSpPr>
          <p:cNvPr id="33" name="文本占位符 32"/>
          <p:cNvSpPr>
            <a:spLocks noGrp="1"/>
          </p:cNvSpPr>
          <p:nvPr>
            <p:ph type="body" idx="16394" hasCustomPrompt="1"/>
            <p:custDataLst>
              <p:tags r:id="rId18"/>
            </p:custDataLst>
          </p:nvPr>
        </p:nvSpPr>
        <p:spPr>
          <a:xfrm>
            <a:off x="5588000" y="4114800"/>
            <a:ext cx="21844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项标题</a:t>
            </a:r>
          </a:p>
        </p:txBody>
      </p:sp>
      <p:sp>
        <p:nvSpPr>
          <p:cNvPr id="34" name="文本占位符 33"/>
          <p:cNvSpPr>
            <a:spLocks noGrp="1"/>
          </p:cNvSpPr>
          <p:nvPr>
            <p:ph type="body" idx="16395" hasCustomPrompt="1"/>
            <p:custDataLst>
              <p:tags r:id="rId19"/>
            </p:custDataLst>
          </p:nvPr>
        </p:nvSpPr>
        <p:spPr>
          <a:xfrm>
            <a:off x="5588000" y="4622800"/>
            <a:ext cx="2184400" cy="15240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Tree>
    <p:extLst>
      <p:ext uri="{BB962C8B-B14F-4D97-AF65-F5344CB8AC3E}">
        <p14:creationId xmlns:p14="http://schemas.microsoft.com/office/powerpoint/2010/main" val="1660757251"/>
      </p:ext>
    </p:extLst>
  </p:cSld>
  <p:clrMapOvr>
    <a:overrideClrMapping bg1="lt1" tx1="dk1" bg2="lt2" tx2="dk2" accent1="accent1" accent2="accent2" accent3="accent3" accent4="accent4" accent5="accent5" accent6="accent6" hlink="hlink" folHlink="folHlink"/>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正文页-10009_9">
    <p:bg>
      <p:bgRef idx="1001">
        <a:schemeClr val="bg2"/>
      </p:bgRef>
    </p:bg>
    <p:spTree>
      <p:nvGrpSpPr>
        <p:cNvPr id="1" name=""/>
        <p:cNvGrpSpPr/>
        <p:nvPr/>
      </p:nvGrpSpPr>
      <p:grpSpPr>
        <a:xfrm>
          <a:off x="0" y="0"/>
          <a:ext cx="0" cy="0"/>
          <a:chOff x="0" y="0"/>
          <a:chExt cx="0" cy="0"/>
        </a:xfrm>
      </p:grpSpPr>
      <p:sp>
        <p:nvSpPr>
          <p:cNvPr id="8" name="日期占位符 7"/>
          <p:cNvSpPr>
            <a:spLocks noGrp="1"/>
          </p:cNvSpPr>
          <p:nvPr>
            <p:ph type="dt" sz="half" idx="10"/>
            <p:custDataLst>
              <p:tags r:id="rId1"/>
            </p:custDataLst>
          </p:nvPr>
        </p:nvSpPr>
        <p:spPr/>
        <p:txBody>
          <a:bodyPr wrap="square">
            <a:normAutofit/>
          </a:bodyPr>
          <a:lstStyle/>
          <a:p>
            <a:fld id="{5592522B-0F24-4480-B9DD-A9474A6880D6}" type="datetimeFigureOut">
              <a:rPr lang="zh-CN" altLang="en-US" smtClean="0"/>
              <a:t>2026/10/10</a:t>
            </a:fld>
            <a:endParaRPr lang="zh-CN" altLang="en-US"/>
          </a:p>
        </p:txBody>
      </p:sp>
      <p:sp>
        <p:nvSpPr>
          <p:cNvPr id="9" name="页脚占位符 8"/>
          <p:cNvSpPr>
            <a:spLocks noGrp="1"/>
          </p:cNvSpPr>
          <p:nvPr>
            <p:ph type="ftr" sz="quarter" idx="11"/>
            <p:custDataLst>
              <p:tags r:id="rId2"/>
            </p:custDataLst>
          </p:nvPr>
        </p:nvSpPr>
        <p:spPr/>
        <p:txBody>
          <a:bodyPr/>
          <a:lstStyle/>
          <a:p>
            <a:endParaRPr lang="zh-CN" altLang="en-US"/>
          </a:p>
        </p:txBody>
      </p:sp>
      <p:sp>
        <p:nvSpPr>
          <p:cNvPr id="10" name="灯片编号占位符 9"/>
          <p:cNvSpPr>
            <a:spLocks noGrp="1"/>
          </p:cNvSpPr>
          <p:nvPr>
            <p:ph type="sldNum" sz="quarter" idx="12"/>
            <p:custDataLst>
              <p:tags r:id="rId3"/>
            </p:custDataLst>
          </p:nvPr>
        </p:nvSpPr>
        <p:spPr/>
        <p:txBody>
          <a:bodyPr wrap="square">
            <a:normAutofit/>
          </a:bodyPr>
          <a:lstStyle/>
          <a:p>
            <a:fld id="{BE5F26B5-172A-4DC2-B0B7-181CFC56B87C}" type="slidenum">
              <a:rPr lang="zh-CN" altLang="en-US" smtClean="0"/>
              <a:t>‹#›</a:t>
            </a:fld>
            <a:endParaRPr lang="zh-CN" altLang="en-US"/>
          </a:p>
        </p:txBody>
      </p:sp>
      <p:sp>
        <p:nvSpPr>
          <p:cNvPr id="7" name="内容占位符 6"/>
          <p:cNvSpPr>
            <a:spLocks noGrp="1"/>
          </p:cNvSpPr>
          <p:nvPr>
            <p:ph idx="16390" hasCustomPrompt="1"/>
            <p:custDataLst>
              <p:tags r:id="rId4"/>
            </p:custDataLst>
          </p:nvPr>
        </p:nvSpPr>
        <p:spPr>
          <a:xfrm>
            <a:off x="609600" y="1524000"/>
            <a:ext cx="5334000" cy="2946400"/>
          </a:xfrm>
          <a:custGeom>
            <a:avLst/>
            <a:gdLst>
              <a:gd name="connisteX0" fmla="*/ 0 w 5334000"/>
              <a:gd name="connsiteY0" fmla="*/ 203200 h 2946400"/>
              <a:gd name="connisteX1" fmla="*/ 203200 w 5334000"/>
              <a:gd name="connsiteY1" fmla="*/ 0 h 2946400"/>
              <a:gd name="connisteX2" fmla="*/ 5130800 w 5334000"/>
              <a:gd name="connsiteY2" fmla="*/ 0 h 2946400"/>
              <a:gd name="connisteX3" fmla="*/ 5334000 w 5334000"/>
              <a:gd name="connsiteY3" fmla="*/ 203200 h 2946400"/>
              <a:gd name="connisteX4" fmla="*/ 5334000 w 5334000"/>
              <a:gd name="connsiteY4" fmla="*/ 2743200 h 2946400"/>
              <a:gd name="connisteX5" fmla="*/ 5130800 w 5334000"/>
              <a:gd name="connsiteY5" fmla="*/ 2946400 h 2946400"/>
              <a:gd name="connisteX6" fmla="*/ 203200 w 5334000"/>
              <a:gd name="connsiteY6" fmla="*/ 2946400 h 2946400"/>
              <a:gd name="connisteX7" fmla="*/ 0 w 5334000"/>
              <a:gd name="connsiteY7" fmla="*/ 2743200 h 2946400"/>
              <a:gd name="connisteX8" fmla="*/ 0 w 5334000"/>
              <a:gd name="connsiteY8" fmla="*/ 203200 h 2946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5334000" h="2946400">
                <a:moveTo>
                  <a:pt x="0" y="203200"/>
                </a:moveTo>
                <a:cubicBezTo>
                  <a:pt x="0" y="90976"/>
                  <a:pt x="90976" y="0"/>
                  <a:pt x="203200" y="0"/>
                </a:cubicBezTo>
                <a:lnTo>
                  <a:pt x="5130800" y="0"/>
                </a:lnTo>
                <a:cubicBezTo>
                  <a:pt x="5243024" y="0"/>
                  <a:pt x="5334000" y="90976"/>
                  <a:pt x="5334000" y="203200"/>
                </a:cubicBezTo>
                <a:lnTo>
                  <a:pt x="5334000" y="2743200"/>
                </a:lnTo>
                <a:cubicBezTo>
                  <a:pt x="5334000" y="2855424"/>
                  <a:pt x="5243024" y="2946400"/>
                  <a:pt x="5130800" y="2946400"/>
                </a:cubicBezTo>
                <a:lnTo>
                  <a:pt x="203200" y="2946400"/>
                </a:lnTo>
                <a:cubicBezTo>
                  <a:pt x="90976" y="2946400"/>
                  <a:pt x="0" y="2855424"/>
                  <a:pt x="0" y="2743200"/>
                </a:cubicBezTo>
                <a:lnTo>
                  <a:pt x="0" y="203200"/>
                </a:lnTo>
                <a:close/>
              </a:path>
            </a:pathLst>
          </a:custGeom>
          <a:solidFill>
            <a:srgbClr val="DDDDDD"/>
          </a:solidFill>
          <a:ln>
            <a:noFill/>
          </a:ln>
        </p:spPr>
        <p:txBody>
          <a:bodyPr>
            <a:norm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6" name="标题 5"/>
          <p:cNvSpPr>
            <a:spLocks noGrp="1"/>
          </p:cNvSpPr>
          <p:nvPr>
            <p:ph type="ctrTitle" idx="16385" hasCustomPrompt="1"/>
            <p:custDataLst>
              <p:tags r:id="rId5"/>
            </p:custDataLst>
          </p:nvPr>
        </p:nvSpPr>
        <p:spPr>
          <a:xfrm>
            <a:off x="609600" y="533400"/>
            <a:ext cx="10972800" cy="609600"/>
          </a:xfrm>
          <a:noFill/>
        </p:spPr>
        <p:txBody>
          <a:bodyPr vert="horz" wrap="square" lIns="0" tIns="0" rIns="0" bIns="0" rtlCol="0" anchor="t" anchorCtr="0">
            <a:normAutofit/>
          </a:bodyPr>
          <a:lstStyle>
            <a:lvl1pPr marL="0" marR="0" indent="0" algn="l" defTabSz="914400" rtl="0" eaLnBrk="1" fontAlgn="auto" latinLnBrk="0" hangingPunct="1">
              <a:lnSpc>
                <a:spcPct val="111000"/>
              </a:lnSpc>
              <a:spcBef>
                <a:spcPct val="0"/>
              </a:spcBef>
              <a:spcAft>
                <a:spcPct val="0"/>
              </a:spcAft>
              <a:buClrTx/>
              <a:buSzTx/>
              <a:buFontTx/>
              <a:buNone/>
              <a:defRPr kumimoji="0" lang="zh-CN" altLang="en-US" sz="3600" b="1" i="0" u="none" strike="noStrike" kern="1200" cap="none" spc="0" normalizeH="0" baseline="0" noProof="1">
                <a:solidFill>
                  <a:schemeClr val="tx1"/>
                </a:solidFill>
                <a:latin typeface="+mj-lt"/>
                <a:ea typeface="+mj-ea"/>
                <a:cs typeface="+mj-cs"/>
              </a:defRPr>
            </a:lvl1pPr>
          </a:lstStyle>
          <a:p>
            <a:pPr lvl="0"/>
            <a:r>
              <a:rPr>
                <a:sym typeface="+mn-ea"/>
              </a:rPr>
              <a:t>单击此处添加标题</a:t>
            </a:r>
          </a:p>
        </p:txBody>
      </p:sp>
      <p:sp>
        <p:nvSpPr>
          <p:cNvPr id="21" name="文本占位符 20"/>
          <p:cNvSpPr>
            <a:spLocks noGrp="1"/>
          </p:cNvSpPr>
          <p:nvPr>
            <p:ph type="body" idx="16386" hasCustomPrompt="1"/>
            <p:custDataLst>
              <p:tags r:id="rId6"/>
            </p:custDataLst>
          </p:nvPr>
        </p:nvSpPr>
        <p:spPr>
          <a:xfrm>
            <a:off x="609600" y="4775200"/>
            <a:ext cx="53340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22" name="文本占位符 21"/>
          <p:cNvSpPr>
            <a:spLocks noGrp="1"/>
          </p:cNvSpPr>
          <p:nvPr>
            <p:ph type="body" idx="16387" hasCustomPrompt="1"/>
            <p:custDataLst>
              <p:tags r:id="rId7"/>
            </p:custDataLst>
          </p:nvPr>
        </p:nvSpPr>
        <p:spPr>
          <a:xfrm>
            <a:off x="609600" y="5334000"/>
            <a:ext cx="5334000" cy="9144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
        <p:nvSpPr>
          <p:cNvPr id="23" name="内容占位符 22"/>
          <p:cNvSpPr>
            <a:spLocks noGrp="1"/>
          </p:cNvSpPr>
          <p:nvPr>
            <p:ph idx="16391" hasCustomPrompt="1"/>
            <p:custDataLst>
              <p:tags r:id="rId8"/>
            </p:custDataLst>
          </p:nvPr>
        </p:nvSpPr>
        <p:spPr>
          <a:xfrm>
            <a:off x="6248400" y="1524000"/>
            <a:ext cx="5334000" cy="2946400"/>
          </a:xfrm>
          <a:custGeom>
            <a:avLst/>
            <a:gdLst>
              <a:gd name="connisteX0" fmla="*/ 0 w 5334000"/>
              <a:gd name="connsiteY0" fmla="*/ 203200 h 2946400"/>
              <a:gd name="connisteX1" fmla="*/ 203200 w 5334000"/>
              <a:gd name="connsiteY1" fmla="*/ 0 h 2946400"/>
              <a:gd name="connisteX2" fmla="*/ 5130800 w 5334000"/>
              <a:gd name="connsiteY2" fmla="*/ 0 h 2946400"/>
              <a:gd name="connisteX3" fmla="*/ 5334000 w 5334000"/>
              <a:gd name="connsiteY3" fmla="*/ 203200 h 2946400"/>
              <a:gd name="connisteX4" fmla="*/ 5334000 w 5334000"/>
              <a:gd name="connsiteY4" fmla="*/ 2743200 h 2946400"/>
              <a:gd name="connisteX5" fmla="*/ 5130800 w 5334000"/>
              <a:gd name="connsiteY5" fmla="*/ 2946400 h 2946400"/>
              <a:gd name="connisteX6" fmla="*/ 203200 w 5334000"/>
              <a:gd name="connsiteY6" fmla="*/ 2946400 h 2946400"/>
              <a:gd name="connisteX7" fmla="*/ 0 w 5334000"/>
              <a:gd name="connsiteY7" fmla="*/ 2743200 h 2946400"/>
              <a:gd name="connisteX8" fmla="*/ 0 w 5334000"/>
              <a:gd name="connsiteY8" fmla="*/ 203200 h 2946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5334000" h="2946400">
                <a:moveTo>
                  <a:pt x="0" y="203200"/>
                </a:moveTo>
                <a:cubicBezTo>
                  <a:pt x="0" y="90976"/>
                  <a:pt x="90976" y="0"/>
                  <a:pt x="203200" y="0"/>
                </a:cubicBezTo>
                <a:lnTo>
                  <a:pt x="5130800" y="0"/>
                </a:lnTo>
                <a:cubicBezTo>
                  <a:pt x="5243024" y="0"/>
                  <a:pt x="5334000" y="90976"/>
                  <a:pt x="5334000" y="203200"/>
                </a:cubicBezTo>
                <a:lnTo>
                  <a:pt x="5334000" y="2743200"/>
                </a:lnTo>
                <a:cubicBezTo>
                  <a:pt x="5334000" y="2855424"/>
                  <a:pt x="5243024" y="2946400"/>
                  <a:pt x="5130800" y="2946400"/>
                </a:cubicBezTo>
                <a:lnTo>
                  <a:pt x="203200" y="2946400"/>
                </a:lnTo>
                <a:cubicBezTo>
                  <a:pt x="90976" y="2946400"/>
                  <a:pt x="0" y="2855424"/>
                  <a:pt x="0" y="2743200"/>
                </a:cubicBezTo>
                <a:lnTo>
                  <a:pt x="0" y="203200"/>
                </a:lnTo>
                <a:close/>
              </a:path>
            </a:pathLst>
          </a:custGeom>
          <a:solidFill>
            <a:srgbClr val="DDDDDD"/>
          </a:solidFill>
          <a:ln>
            <a:noFill/>
          </a:ln>
        </p:spPr>
        <p:txBody>
          <a:bodyPr>
            <a:norm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24" name="文本占位符 23"/>
          <p:cNvSpPr>
            <a:spLocks noGrp="1"/>
          </p:cNvSpPr>
          <p:nvPr>
            <p:ph type="body" idx="16388" hasCustomPrompt="1"/>
            <p:custDataLst>
              <p:tags r:id="rId9"/>
            </p:custDataLst>
          </p:nvPr>
        </p:nvSpPr>
        <p:spPr>
          <a:xfrm>
            <a:off x="6248400" y="4775200"/>
            <a:ext cx="53340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25" name="文本占位符 24"/>
          <p:cNvSpPr>
            <a:spLocks noGrp="1"/>
          </p:cNvSpPr>
          <p:nvPr>
            <p:ph type="body" idx="16389" hasCustomPrompt="1"/>
            <p:custDataLst>
              <p:tags r:id="rId10"/>
            </p:custDataLst>
          </p:nvPr>
        </p:nvSpPr>
        <p:spPr>
          <a:xfrm>
            <a:off x="6248400" y="5334000"/>
            <a:ext cx="5334000" cy="9144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Tree>
    <p:extLst>
      <p:ext uri="{BB962C8B-B14F-4D97-AF65-F5344CB8AC3E}">
        <p14:creationId xmlns:p14="http://schemas.microsoft.com/office/powerpoint/2010/main" val="1275239138"/>
      </p:ext>
    </p:extLst>
  </p:cSld>
  <p:clrMapOvr>
    <a:overrideClrMapping bg1="lt1" tx1="dk1" bg2="lt2" tx2="dk2" accent1="accent1" accent2="accent2" accent3="accent3" accent4="accent4" accent5="accent5" accent6="accent6" hlink="hlink" folHlink="folHlink"/>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正文页-上标中内下图-装饰下-默认位置-并列-59_38_group1">
    <p:bg>
      <p:bgRef idx="1001">
        <a:schemeClr val="bg2"/>
      </p:bgRef>
    </p:bg>
    <p:spTree>
      <p:nvGrpSpPr>
        <p:cNvPr id="1" name=""/>
        <p:cNvGrpSpPr/>
        <p:nvPr/>
      </p:nvGrpSpPr>
      <p:grpSpPr>
        <a:xfrm>
          <a:off x="0" y="0"/>
          <a:ext cx="0" cy="0"/>
          <a:chOff x="0" y="0"/>
          <a:chExt cx="0" cy="0"/>
        </a:xfrm>
      </p:grpSpPr>
      <p:sp>
        <p:nvSpPr>
          <p:cNvPr id="8" name="日期占位符 7"/>
          <p:cNvSpPr>
            <a:spLocks noGrp="1"/>
          </p:cNvSpPr>
          <p:nvPr>
            <p:ph type="dt" sz="half" idx="10"/>
            <p:custDataLst>
              <p:tags r:id="rId1"/>
            </p:custDataLst>
          </p:nvPr>
        </p:nvSpPr>
        <p:spPr/>
        <p:txBody>
          <a:bodyPr wrap="square">
            <a:normAutofit/>
          </a:bodyPr>
          <a:lstStyle/>
          <a:p>
            <a:fld id="{5592522B-0F24-4480-B9DD-A9474A6880D6}" type="datetimeFigureOut">
              <a:rPr lang="zh-CN" altLang="en-US" smtClean="0"/>
              <a:t>2026/10/10</a:t>
            </a:fld>
            <a:endParaRPr lang="zh-CN" altLang="en-US"/>
          </a:p>
        </p:txBody>
      </p:sp>
      <p:sp>
        <p:nvSpPr>
          <p:cNvPr id="9" name="页脚占位符 8"/>
          <p:cNvSpPr>
            <a:spLocks noGrp="1"/>
          </p:cNvSpPr>
          <p:nvPr>
            <p:ph type="ftr" sz="quarter" idx="11"/>
            <p:custDataLst>
              <p:tags r:id="rId2"/>
            </p:custDataLst>
          </p:nvPr>
        </p:nvSpPr>
        <p:spPr/>
        <p:txBody>
          <a:bodyPr/>
          <a:lstStyle/>
          <a:p>
            <a:endParaRPr lang="zh-CN" altLang="en-US"/>
          </a:p>
        </p:txBody>
      </p:sp>
      <p:sp>
        <p:nvSpPr>
          <p:cNvPr id="10" name="灯片编号占位符 9"/>
          <p:cNvSpPr>
            <a:spLocks noGrp="1"/>
          </p:cNvSpPr>
          <p:nvPr>
            <p:ph type="sldNum" sz="quarter" idx="12"/>
            <p:custDataLst>
              <p:tags r:id="rId3"/>
            </p:custDataLst>
          </p:nvPr>
        </p:nvSpPr>
        <p:spPr/>
        <p:txBody>
          <a:bodyPr wrap="square">
            <a:normAutofit/>
          </a:bodyPr>
          <a:lstStyle/>
          <a:p>
            <a:fld id="{BE5F26B5-172A-4DC2-B0B7-181CFC56B87C}" type="slidenum">
              <a:rPr lang="zh-CN" altLang="en-US" smtClean="0"/>
              <a:t>‹#›</a:t>
            </a:fld>
            <a:endParaRPr lang="zh-CN" altLang="en-US"/>
          </a:p>
        </p:txBody>
      </p:sp>
      <p:sp>
        <p:nvSpPr>
          <p:cNvPr id="7" name="内容占位符 6"/>
          <p:cNvSpPr>
            <a:spLocks noGrp="1"/>
          </p:cNvSpPr>
          <p:nvPr>
            <p:ph idx="16390" hasCustomPrompt="1"/>
            <p:custDataLst>
              <p:tags r:id="rId4"/>
            </p:custDataLst>
          </p:nvPr>
        </p:nvSpPr>
        <p:spPr>
          <a:xfrm>
            <a:off x="609600" y="3454400"/>
            <a:ext cx="10972800" cy="2794000"/>
          </a:xfrm>
          <a:custGeom>
            <a:avLst/>
            <a:gdLst>
              <a:gd name="connisteX0" fmla="*/ 0 w 10972800"/>
              <a:gd name="connsiteY0" fmla="*/ 203200 h 2794000"/>
              <a:gd name="connisteX1" fmla="*/ 203200 w 10972800"/>
              <a:gd name="connsiteY1" fmla="*/ 0 h 2794000"/>
              <a:gd name="connisteX2" fmla="*/ 10769600 w 10972800"/>
              <a:gd name="connsiteY2" fmla="*/ 0 h 2794000"/>
              <a:gd name="connisteX3" fmla="*/ 10972800 w 10972800"/>
              <a:gd name="connsiteY3" fmla="*/ 203200 h 2794000"/>
              <a:gd name="connisteX4" fmla="*/ 10972800 w 10972800"/>
              <a:gd name="connsiteY4" fmla="*/ 2590800 h 2794000"/>
              <a:gd name="connisteX5" fmla="*/ 10769600 w 10972800"/>
              <a:gd name="connsiteY5" fmla="*/ 2794000 h 2794000"/>
              <a:gd name="connisteX6" fmla="*/ 203200 w 10972800"/>
              <a:gd name="connsiteY6" fmla="*/ 2794000 h 2794000"/>
              <a:gd name="connisteX7" fmla="*/ 0 w 10972800"/>
              <a:gd name="connsiteY7" fmla="*/ 2590800 h 2794000"/>
              <a:gd name="connisteX8" fmla="*/ 0 w 10972800"/>
              <a:gd name="connsiteY8" fmla="*/ 203200 h 2794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10972800" h="2794000">
                <a:moveTo>
                  <a:pt x="0" y="203200"/>
                </a:moveTo>
                <a:cubicBezTo>
                  <a:pt x="0" y="90976"/>
                  <a:pt x="90976" y="0"/>
                  <a:pt x="203200" y="0"/>
                </a:cubicBezTo>
                <a:lnTo>
                  <a:pt x="10769600" y="0"/>
                </a:lnTo>
                <a:cubicBezTo>
                  <a:pt x="10881824" y="0"/>
                  <a:pt x="10972800" y="90976"/>
                  <a:pt x="10972800" y="203200"/>
                </a:cubicBezTo>
                <a:lnTo>
                  <a:pt x="10972800" y="2590800"/>
                </a:lnTo>
                <a:cubicBezTo>
                  <a:pt x="10972800" y="2703024"/>
                  <a:pt x="10881824" y="2794000"/>
                  <a:pt x="10769600" y="2794000"/>
                </a:cubicBezTo>
                <a:lnTo>
                  <a:pt x="203200" y="2794000"/>
                </a:lnTo>
                <a:cubicBezTo>
                  <a:pt x="90976" y="2794000"/>
                  <a:pt x="0" y="2703024"/>
                  <a:pt x="0" y="2590800"/>
                </a:cubicBezTo>
                <a:lnTo>
                  <a:pt x="0" y="203200"/>
                </a:lnTo>
                <a:close/>
              </a:path>
            </a:pathLst>
          </a:custGeom>
          <a:solidFill>
            <a:srgbClr val="DDDDDD"/>
          </a:solidFill>
          <a:ln>
            <a:noFill/>
          </a:ln>
        </p:spPr>
        <p:txBody>
          <a:bodyPr>
            <a:norm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6" name="标题 5"/>
          <p:cNvSpPr>
            <a:spLocks noGrp="1"/>
          </p:cNvSpPr>
          <p:nvPr>
            <p:ph type="ctrTitle" idx="16385" hasCustomPrompt="1"/>
            <p:custDataLst>
              <p:tags r:id="rId5"/>
            </p:custDataLst>
          </p:nvPr>
        </p:nvSpPr>
        <p:spPr>
          <a:xfrm>
            <a:off x="609600" y="533400"/>
            <a:ext cx="10972800" cy="609600"/>
          </a:xfrm>
          <a:noFill/>
        </p:spPr>
        <p:txBody>
          <a:bodyPr vert="horz" wrap="square" lIns="0" tIns="0" rIns="0" bIns="0" rtlCol="0" anchor="t" anchorCtr="0">
            <a:normAutofit/>
          </a:bodyPr>
          <a:lstStyle>
            <a:lvl1pPr marL="0" marR="0" indent="0" algn="l" defTabSz="914400" rtl="0" eaLnBrk="1" fontAlgn="auto" latinLnBrk="0" hangingPunct="1">
              <a:lnSpc>
                <a:spcPct val="111000"/>
              </a:lnSpc>
              <a:spcBef>
                <a:spcPct val="0"/>
              </a:spcBef>
              <a:spcAft>
                <a:spcPct val="0"/>
              </a:spcAft>
              <a:buClrTx/>
              <a:buSzTx/>
              <a:buFontTx/>
              <a:buNone/>
              <a:defRPr kumimoji="0" lang="zh-CN" altLang="en-US" sz="3600" b="1" i="0" u="none" strike="noStrike" kern="1200" cap="none" spc="0" normalizeH="0" baseline="0" noProof="1">
                <a:solidFill>
                  <a:schemeClr val="tx1"/>
                </a:solidFill>
                <a:latin typeface="+mj-lt"/>
                <a:ea typeface="+mj-ea"/>
                <a:cs typeface="+mj-cs"/>
              </a:defRPr>
            </a:lvl1pPr>
          </a:lstStyle>
          <a:p>
            <a:pPr lvl="0"/>
            <a:r>
              <a:rPr>
                <a:sym typeface="+mn-ea"/>
              </a:rPr>
              <a:t>单击此处添加标题</a:t>
            </a:r>
          </a:p>
        </p:txBody>
      </p:sp>
      <p:sp>
        <p:nvSpPr>
          <p:cNvPr id="21" name="装饰  0"/>
          <p:cNvSpPr>
            <a:spLocks noGrp="1"/>
          </p:cNvSpPr>
          <p:nvPr>
            <p:ph type="body" idx="16391" hasCustomPrompt="1"/>
            <p:custDataLst>
              <p:tags r:id="rId6"/>
            </p:custDataLst>
          </p:nvPr>
        </p:nvSpPr>
        <p:spPr>
          <a:xfrm>
            <a:off x="609600" y="1524000"/>
            <a:ext cx="5334000" cy="1778000"/>
          </a:xfrm>
          <a:custGeom>
            <a:avLst/>
            <a:gdLst>
              <a:gd name="connisteX0" fmla="*/ 0 w 5334000"/>
              <a:gd name="connsiteY0" fmla="*/ 203200 h 1778000"/>
              <a:gd name="connisteX1" fmla="*/ 203200 w 5334000"/>
              <a:gd name="connsiteY1" fmla="*/ 0 h 1778000"/>
              <a:gd name="connisteX2" fmla="*/ 5130800 w 5334000"/>
              <a:gd name="connsiteY2" fmla="*/ 0 h 1778000"/>
              <a:gd name="connisteX3" fmla="*/ 5334000 w 5334000"/>
              <a:gd name="connsiteY3" fmla="*/ 203200 h 1778000"/>
              <a:gd name="connisteX4" fmla="*/ 5334000 w 5334000"/>
              <a:gd name="connsiteY4" fmla="*/ 1574800 h 1778000"/>
              <a:gd name="connisteX5" fmla="*/ 5130800 w 5334000"/>
              <a:gd name="connsiteY5" fmla="*/ 1778000 h 1778000"/>
              <a:gd name="connisteX6" fmla="*/ 203200 w 5334000"/>
              <a:gd name="connsiteY6" fmla="*/ 1778000 h 1778000"/>
              <a:gd name="connisteX7" fmla="*/ 0 w 5334000"/>
              <a:gd name="connsiteY7" fmla="*/ 1574800 h 1778000"/>
              <a:gd name="connisteX8" fmla="*/ 0 w 5334000"/>
              <a:gd name="connsiteY8" fmla="*/ 203200 h 1778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5334000" h="1778000">
                <a:moveTo>
                  <a:pt x="0" y="203200"/>
                </a:moveTo>
                <a:cubicBezTo>
                  <a:pt x="0" y="90976"/>
                  <a:pt x="90976" y="0"/>
                  <a:pt x="203200" y="0"/>
                </a:cubicBezTo>
                <a:lnTo>
                  <a:pt x="5130800" y="0"/>
                </a:lnTo>
                <a:cubicBezTo>
                  <a:pt x="5243024" y="0"/>
                  <a:pt x="5334000" y="90976"/>
                  <a:pt x="5334000" y="203200"/>
                </a:cubicBezTo>
                <a:lnTo>
                  <a:pt x="5334000" y="1574800"/>
                </a:lnTo>
                <a:cubicBezTo>
                  <a:pt x="5334000" y="1687024"/>
                  <a:pt x="5243024" y="1778000"/>
                  <a:pt x="5130800" y="1778000"/>
                </a:cubicBezTo>
                <a:lnTo>
                  <a:pt x="203200" y="1778000"/>
                </a:lnTo>
                <a:cubicBezTo>
                  <a:pt x="90976" y="1778000"/>
                  <a:pt x="0" y="1687024"/>
                  <a:pt x="0" y="1574800"/>
                </a:cubicBezTo>
                <a:lnTo>
                  <a:pt x="0" y="203200"/>
                </a:lnTo>
                <a:close/>
              </a:path>
            </a:pathLst>
          </a:custGeom>
          <a:gradFill>
            <a:gsLst>
              <a:gs pos="0">
                <a:schemeClr val="accent1">
                  <a:lumMod val="0"/>
                  <a:lumOff val="100000"/>
                </a:schemeClr>
              </a:gs>
              <a:gs pos="100000">
                <a:schemeClr val="accent1">
                  <a:lumMod val="0"/>
                  <a:lumOff val="100000"/>
                </a:schemeClr>
              </a:gs>
            </a:gsLst>
            <a:lin ang="5400000"/>
          </a:gra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22" name="文本占位符 21"/>
          <p:cNvSpPr>
            <a:spLocks noGrp="1"/>
          </p:cNvSpPr>
          <p:nvPr>
            <p:ph type="body" idx="16386" hasCustomPrompt="1"/>
            <p:custDataLst>
              <p:tags r:id="rId7"/>
            </p:custDataLst>
          </p:nvPr>
        </p:nvSpPr>
        <p:spPr>
          <a:xfrm>
            <a:off x="914400" y="1828800"/>
            <a:ext cx="47244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23" name="文本占位符 22"/>
          <p:cNvSpPr>
            <a:spLocks noGrp="1"/>
          </p:cNvSpPr>
          <p:nvPr>
            <p:ph type="body" idx="16387" hasCustomPrompt="1"/>
            <p:custDataLst>
              <p:tags r:id="rId8"/>
            </p:custDataLst>
          </p:nvPr>
        </p:nvSpPr>
        <p:spPr>
          <a:xfrm>
            <a:off x="914400" y="2387600"/>
            <a:ext cx="4724400" cy="6096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
        <p:nvSpPr>
          <p:cNvPr id="24" name="装饰  3"/>
          <p:cNvSpPr>
            <a:spLocks noGrp="1"/>
          </p:cNvSpPr>
          <p:nvPr>
            <p:ph type="body" idx="16392" hasCustomPrompt="1"/>
            <p:custDataLst>
              <p:tags r:id="rId9"/>
            </p:custDataLst>
          </p:nvPr>
        </p:nvSpPr>
        <p:spPr>
          <a:xfrm>
            <a:off x="6248400" y="1524000"/>
            <a:ext cx="5334000" cy="1778000"/>
          </a:xfrm>
          <a:custGeom>
            <a:avLst/>
            <a:gdLst>
              <a:gd name="connisteX0" fmla="*/ 0 w 5334000"/>
              <a:gd name="connsiteY0" fmla="*/ 203200 h 1778000"/>
              <a:gd name="connisteX1" fmla="*/ 203200 w 5334000"/>
              <a:gd name="connsiteY1" fmla="*/ 0 h 1778000"/>
              <a:gd name="connisteX2" fmla="*/ 5130800 w 5334000"/>
              <a:gd name="connsiteY2" fmla="*/ 0 h 1778000"/>
              <a:gd name="connisteX3" fmla="*/ 5334000 w 5334000"/>
              <a:gd name="connsiteY3" fmla="*/ 203200 h 1778000"/>
              <a:gd name="connisteX4" fmla="*/ 5334000 w 5334000"/>
              <a:gd name="connsiteY4" fmla="*/ 1574800 h 1778000"/>
              <a:gd name="connisteX5" fmla="*/ 5130800 w 5334000"/>
              <a:gd name="connsiteY5" fmla="*/ 1778000 h 1778000"/>
              <a:gd name="connisteX6" fmla="*/ 203200 w 5334000"/>
              <a:gd name="connsiteY6" fmla="*/ 1778000 h 1778000"/>
              <a:gd name="connisteX7" fmla="*/ 0 w 5334000"/>
              <a:gd name="connsiteY7" fmla="*/ 1574800 h 1778000"/>
              <a:gd name="connisteX8" fmla="*/ 0 w 5334000"/>
              <a:gd name="connsiteY8" fmla="*/ 203200 h 1778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5334000" h="1778000">
                <a:moveTo>
                  <a:pt x="0" y="203200"/>
                </a:moveTo>
                <a:cubicBezTo>
                  <a:pt x="0" y="90976"/>
                  <a:pt x="90976" y="0"/>
                  <a:pt x="203200" y="0"/>
                </a:cubicBezTo>
                <a:lnTo>
                  <a:pt x="5130800" y="0"/>
                </a:lnTo>
                <a:cubicBezTo>
                  <a:pt x="5243024" y="0"/>
                  <a:pt x="5334000" y="90976"/>
                  <a:pt x="5334000" y="203200"/>
                </a:cubicBezTo>
                <a:lnTo>
                  <a:pt x="5334000" y="1574800"/>
                </a:lnTo>
                <a:cubicBezTo>
                  <a:pt x="5334000" y="1687024"/>
                  <a:pt x="5243024" y="1778000"/>
                  <a:pt x="5130800" y="1778000"/>
                </a:cubicBezTo>
                <a:lnTo>
                  <a:pt x="203200" y="1778000"/>
                </a:lnTo>
                <a:cubicBezTo>
                  <a:pt x="90976" y="1778000"/>
                  <a:pt x="0" y="1687024"/>
                  <a:pt x="0" y="1574800"/>
                </a:cubicBezTo>
                <a:lnTo>
                  <a:pt x="0" y="203200"/>
                </a:lnTo>
                <a:close/>
              </a:path>
            </a:pathLst>
          </a:custGeom>
          <a:gradFill>
            <a:gsLst>
              <a:gs pos="0">
                <a:schemeClr val="accent1">
                  <a:lumMod val="0"/>
                  <a:lumOff val="100000"/>
                </a:schemeClr>
              </a:gs>
              <a:gs pos="100000">
                <a:schemeClr val="accent1">
                  <a:lumMod val="0"/>
                  <a:lumOff val="100000"/>
                </a:schemeClr>
              </a:gs>
            </a:gsLst>
            <a:lin ang="5400000"/>
          </a:gra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25" name="文本占位符 24"/>
          <p:cNvSpPr>
            <a:spLocks noGrp="1"/>
          </p:cNvSpPr>
          <p:nvPr>
            <p:ph type="body" idx="16388" hasCustomPrompt="1"/>
            <p:custDataLst>
              <p:tags r:id="rId10"/>
            </p:custDataLst>
          </p:nvPr>
        </p:nvSpPr>
        <p:spPr>
          <a:xfrm>
            <a:off x="6553200" y="1828800"/>
            <a:ext cx="47244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26" name="文本占位符 25"/>
          <p:cNvSpPr>
            <a:spLocks noGrp="1"/>
          </p:cNvSpPr>
          <p:nvPr>
            <p:ph type="body" idx="16389" hasCustomPrompt="1"/>
            <p:custDataLst>
              <p:tags r:id="rId11"/>
            </p:custDataLst>
          </p:nvPr>
        </p:nvSpPr>
        <p:spPr>
          <a:xfrm>
            <a:off x="6553200" y="2387600"/>
            <a:ext cx="4724400" cy="6096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Tree>
    <p:extLst>
      <p:ext uri="{BB962C8B-B14F-4D97-AF65-F5344CB8AC3E}">
        <p14:creationId xmlns:p14="http://schemas.microsoft.com/office/powerpoint/2010/main" val="1245238508"/>
      </p:ext>
    </p:extLst>
  </p:cSld>
  <p:clrMapOvr>
    <a:overrideClrMapping bg1="lt1" tx1="dk1" bg2="lt2" tx2="dk2" accent1="accent1" accent2="accent2" accent3="accent3" accent4="accent4" accent5="accent5" accent6="accent6" hlink="hlink" folHlink="folHlink"/>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正文页-56_4">
    <p:bg>
      <p:bgRef idx="1001">
        <a:schemeClr val="bg2"/>
      </p:bgRef>
    </p:bg>
    <p:spTree>
      <p:nvGrpSpPr>
        <p:cNvPr id="1" name=""/>
        <p:cNvGrpSpPr/>
        <p:nvPr/>
      </p:nvGrpSpPr>
      <p:grpSpPr>
        <a:xfrm>
          <a:off x="0" y="0"/>
          <a:ext cx="0" cy="0"/>
          <a:chOff x="0" y="0"/>
          <a:chExt cx="0" cy="0"/>
        </a:xfrm>
      </p:grpSpPr>
      <p:sp>
        <p:nvSpPr>
          <p:cNvPr id="8" name="日期占位符 7"/>
          <p:cNvSpPr>
            <a:spLocks noGrp="1"/>
          </p:cNvSpPr>
          <p:nvPr>
            <p:ph type="dt" sz="half" idx="10"/>
            <p:custDataLst>
              <p:tags r:id="rId1"/>
            </p:custDataLst>
          </p:nvPr>
        </p:nvSpPr>
        <p:spPr/>
        <p:txBody>
          <a:bodyPr wrap="square">
            <a:normAutofit/>
          </a:bodyPr>
          <a:lstStyle/>
          <a:p>
            <a:fld id="{5592522B-0F24-4480-B9DD-A9474A6880D6}" type="datetimeFigureOut">
              <a:rPr lang="zh-CN" altLang="en-US" smtClean="0"/>
              <a:t>2026/10/10</a:t>
            </a:fld>
            <a:endParaRPr lang="zh-CN" altLang="en-US"/>
          </a:p>
        </p:txBody>
      </p:sp>
      <p:sp>
        <p:nvSpPr>
          <p:cNvPr id="9" name="页脚占位符 8"/>
          <p:cNvSpPr>
            <a:spLocks noGrp="1"/>
          </p:cNvSpPr>
          <p:nvPr>
            <p:ph type="ftr" sz="quarter" idx="11"/>
            <p:custDataLst>
              <p:tags r:id="rId2"/>
            </p:custDataLst>
          </p:nvPr>
        </p:nvSpPr>
        <p:spPr/>
        <p:txBody>
          <a:bodyPr/>
          <a:lstStyle/>
          <a:p>
            <a:endParaRPr lang="zh-CN" altLang="en-US"/>
          </a:p>
        </p:txBody>
      </p:sp>
      <p:sp>
        <p:nvSpPr>
          <p:cNvPr id="10" name="灯片编号占位符 9"/>
          <p:cNvSpPr>
            <a:spLocks noGrp="1"/>
          </p:cNvSpPr>
          <p:nvPr>
            <p:ph type="sldNum" sz="quarter" idx="12"/>
            <p:custDataLst>
              <p:tags r:id="rId3"/>
            </p:custDataLst>
          </p:nvPr>
        </p:nvSpPr>
        <p:spPr/>
        <p:txBody>
          <a:bodyPr wrap="square">
            <a:normAutofit/>
          </a:bodyPr>
          <a:lstStyle/>
          <a:p>
            <a:fld id="{BE5F26B5-172A-4DC2-B0B7-181CFC56B87C}" type="slidenum">
              <a:rPr lang="zh-CN" altLang="en-US" smtClean="0"/>
              <a:t>‹#›</a:t>
            </a:fld>
            <a:endParaRPr lang="zh-CN" altLang="en-US"/>
          </a:p>
        </p:txBody>
      </p:sp>
      <p:sp>
        <p:nvSpPr>
          <p:cNvPr id="7" name="文本占位符 6"/>
          <p:cNvSpPr>
            <a:spLocks noGrp="1"/>
          </p:cNvSpPr>
          <p:nvPr>
            <p:ph type="body" idx="16386" hasCustomPrompt="1"/>
            <p:custDataLst>
              <p:tags r:id="rId4"/>
            </p:custDataLst>
          </p:nvPr>
        </p:nvSpPr>
        <p:spPr>
          <a:xfrm>
            <a:off x="609600" y="1295400"/>
            <a:ext cx="10972800" cy="6096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单击此处添加正文</a:t>
            </a:r>
          </a:p>
        </p:txBody>
      </p:sp>
      <p:sp>
        <p:nvSpPr>
          <p:cNvPr id="6" name="标题 5"/>
          <p:cNvSpPr>
            <a:spLocks noGrp="1"/>
          </p:cNvSpPr>
          <p:nvPr>
            <p:ph type="ctrTitle" idx="16385" hasCustomPrompt="1"/>
            <p:custDataLst>
              <p:tags r:id="rId5"/>
            </p:custDataLst>
          </p:nvPr>
        </p:nvSpPr>
        <p:spPr>
          <a:xfrm>
            <a:off x="609600" y="533400"/>
            <a:ext cx="10972800" cy="609600"/>
          </a:xfrm>
          <a:noFill/>
        </p:spPr>
        <p:txBody>
          <a:bodyPr vert="horz" wrap="square" lIns="0" tIns="0" rIns="0" bIns="0" rtlCol="0" anchor="t" anchorCtr="0">
            <a:normAutofit/>
          </a:bodyPr>
          <a:lstStyle>
            <a:lvl1pPr marL="0" marR="0" indent="0" algn="l" defTabSz="914400" rtl="0" eaLnBrk="1" fontAlgn="auto" latinLnBrk="0" hangingPunct="1">
              <a:lnSpc>
                <a:spcPct val="111000"/>
              </a:lnSpc>
              <a:spcBef>
                <a:spcPct val="0"/>
              </a:spcBef>
              <a:spcAft>
                <a:spcPct val="0"/>
              </a:spcAft>
              <a:buClrTx/>
              <a:buSzTx/>
              <a:buFontTx/>
              <a:buNone/>
              <a:defRPr kumimoji="0" lang="zh-CN" altLang="en-US" sz="3600" b="1" i="0" u="none" strike="noStrike" kern="1200" cap="none" spc="0" normalizeH="0" baseline="0" noProof="1">
                <a:solidFill>
                  <a:schemeClr val="tx1"/>
                </a:solidFill>
                <a:latin typeface="+mj-lt"/>
                <a:ea typeface="+mj-ea"/>
                <a:cs typeface="+mj-cs"/>
              </a:defRPr>
            </a:lvl1pPr>
          </a:lstStyle>
          <a:p>
            <a:pPr lvl="0"/>
            <a:r>
              <a:rPr>
                <a:sym typeface="+mn-ea"/>
              </a:rPr>
              <a:t>单击此处添加标题</a:t>
            </a:r>
          </a:p>
        </p:txBody>
      </p:sp>
      <p:sp>
        <p:nvSpPr>
          <p:cNvPr id="21" name="装饰  0"/>
          <p:cNvSpPr>
            <a:spLocks noGrp="1"/>
          </p:cNvSpPr>
          <p:nvPr>
            <p:ph type="body" idx="16398" hasCustomPrompt="1"/>
            <p:custDataLst>
              <p:tags r:id="rId6"/>
            </p:custDataLst>
          </p:nvPr>
        </p:nvSpPr>
        <p:spPr>
          <a:xfrm>
            <a:off x="1066800" y="2616200"/>
            <a:ext cx="914400" cy="914400"/>
          </a:xfrm>
          <a:custGeom>
            <a:avLst/>
            <a:gdLst>
              <a:gd name="connisteX0" fmla="*/ 0 w 914400"/>
              <a:gd name="connsiteY0" fmla="*/ 457200 h 914400"/>
              <a:gd name="connisteX1" fmla="*/ 457200 w 914400"/>
              <a:gd name="connsiteY1" fmla="*/ 0 h 914400"/>
              <a:gd name="connisteX2" fmla="*/ 457200 w 914400"/>
              <a:gd name="connsiteY2" fmla="*/ 0 h 914400"/>
              <a:gd name="connisteX3" fmla="*/ 914400 w 914400"/>
              <a:gd name="connsiteY3" fmla="*/ 457200 h 914400"/>
              <a:gd name="connisteX4" fmla="*/ 914400 w 914400"/>
              <a:gd name="connsiteY4" fmla="*/ 457200 h 914400"/>
              <a:gd name="connisteX5" fmla="*/ 457200 w 914400"/>
              <a:gd name="connsiteY5" fmla="*/ 914400 h 914400"/>
              <a:gd name="connisteX6" fmla="*/ 457200 w 914400"/>
              <a:gd name="connsiteY6" fmla="*/ 914400 h 914400"/>
              <a:gd name="connisteX7" fmla="*/ 0 w 914400"/>
              <a:gd name="connsiteY7" fmla="*/ 457200 h 914400"/>
              <a:gd name="connisteX8" fmla="*/ 0 w 914400"/>
              <a:gd name="connsiteY8" fmla="*/ 457200 h 914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914400" h="914400">
                <a:moveTo>
                  <a:pt x="0" y="457200"/>
                </a:moveTo>
                <a:cubicBezTo>
                  <a:pt x="0" y="204695"/>
                  <a:pt x="204695" y="0"/>
                  <a:pt x="457200" y="0"/>
                </a:cubicBezTo>
                <a:lnTo>
                  <a:pt x="457200" y="0"/>
                </a:lnTo>
                <a:cubicBezTo>
                  <a:pt x="709705" y="0"/>
                  <a:pt x="914400" y="204695"/>
                  <a:pt x="914400" y="457200"/>
                </a:cubicBezTo>
                <a:lnTo>
                  <a:pt x="914400" y="457200"/>
                </a:lnTo>
                <a:cubicBezTo>
                  <a:pt x="914400" y="709705"/>
                  <a:pt x="709705" y="914400"/>
                  <a:pt x="457200" y="914400"/>
                </a:cubicBezTo>
                <a:lnTo>
                  <a:pt x="457200" y="914400"/>
                </a:lnTo>
                <a:cubicBezTo>
                  <a:pt x="204695" y="914400"/>
                  <a:pt x="0" y="709705"/>
                  <a:pt x="0" y="457200"/>
                </a:cubicBezTo>
                <a:lnTo>
                  <a:pt x="0" y="4572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22" name="图片占位符 21"/>
          <p:cNvSpPr>
            <a:spLocks noGrp="1"/>
          </p:cNvSpPr>
          <p:nvPr>
            <p:ph type="pic" idx="16397" hasCustomPrompt="1"/>
            <p:custDataLst>
              <p:tags r:id="rId7"/>
            </p:custDataLst>
          </p:nvPr>
        </p:nvSpPr>
        <p:spPr>
          <a:xfrm>
            <a:off x="1280160" y="2829560"/>
            <a:ext cx="487680" cy="487680"/>
          </a:xfrm>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p>
        </p:txBody>
      </p:sp>
      <p:sp>
        <p:nvSpPr>
          <p:cNvPr id="23" name="文本占位符 22"/>
          <p:cNvSpPr>
            <a:spLocks noGrp="1"/>
          </p:cNvSpPr>
          <p:nvPr>
            <p:ph type="body" idx="16387" hasCustomPrompt="1"/>
            <p:custDataLst>
              <p:tags r:id="rId8"/>
            </p:custDataLst>
          </p:nvPr>
        </p:nvSpPr>
        <p:spPr>
          <a:xfrm>
            <a:off x="609600" y="3784600"/>
            <a:ext cx="1828800" cy="812800"/>
          </a:xfrm>
          <a:noFill/>
        </p:spPr>
        <p:txBody>
          <a:bodyPr lIns="0" tIns="0" rIns="0" bIns="0" anchor="t">
            <a:normAutofit/>
          </a:bodyPr>
          <a:lstStyle>
            <a:lvl1pPr marL="0" indent="0" algn="ctr">
              <a:lnSpc>
                <a:spcPct val="111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24" name="文本占位符 23"/>
          <p:cNvSpPr>
            <a:spLocks noGrp="1"/>
          </p:cNvSpPr>
          <p:nvPr>
            <p:ph type="body" idx="16388" hasCustomPrompt="1"/>
            <p:custDataLst>
              <p:tags r:id="rId9"/>
            </p:custDataLst>
          </p:nvPr>
        </p:nvSpPr>
        <p:spPr>
          <a:xfrm>
            <a:off x="609600" y="4699000"/>
            <a:ext cx="1828800" cy="1219200"/>
          </a:xfrm>
          <a:noFill/>
        </p:spPr>
        <p:txBody>
          <a:bodyPr lIns="0" tIns="0" rIns="0" bIns="0" anchor="t">
            <a:normAutofit/>
          </a:bodyPr>
          <a:lstStyle>
            <a:lvl1pPr marL="0" indent="0" algn="ctr">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
        <p:nvSpPr>
          <p:cNvPr id="25" name="装饰  4"/>
          <p:cNvSpPr>
            <a:spLocks noGrp="1"/>
          </p:cNvSpPr>
          <p:nvPr>
            <p:ph type="body" idx="16400" hasCustomPrompt="1"/>
            <p:custDataLst>
              <p:tags r:id="rId10"/>
            </p:custDataLst>
          </p:nvPr>
        </p:nvSpPr>
        <p:spPr>
          <a:xfrm>
            <a:off x="3352800" y="2616200"/>
            <a:ext cx="914400" cy="914400"/>
          </a:xfrm>
          <a:custGeom>
            <a:avLst/>
            <a:gdLst>
              <a:gd name="connisteX0" fmla="*/ 0 w 914400"/>
              <a:gd name="connsiteY0" fmla="*/ 457200 h 914400"/>
              <a:gd name="connisteX1" fmla="*/ 457200 w 914400"/>
              <a:gd name="connsiteY1" fmla="*/ 0 h 914400"/>
              <a:gd name="connisteX2" fmla="*/ 457200 w 914400"/>
              <a:gd name="connsiteY2" fmla="*/ 0 h 914400"/>
              <a:gd name="connisteX3" fmla="*/ 914400 w 914400"/>
              <a:gd name="connsiteY3" fmla="*/ 457200 h 914400"/>
              <a:gd name="connisteX4" fmla="*/ 914400 w 914400"/>
              <a:gd name="connsiteY4" fmla="*/ 457200 h 914400"/>
              <a:gd name="connisteX5" fmla="*/ 457200 w 914400"/>
              <a:gd name="connsiteY5" fmla="*/ 914400 h 914400"/>
              <a:gd name="connisteX6" fmla="*/ 457200 w 914400"/>
              <a:gd name="connsiteY6" fmla="*/ 914400 h 914400"/>
              <a:gd name="connisteX7" fmla="*/ 0 w 914400"/>
              <a:gd name="connsiteY7" fmla="*/ 457200 h 914400"/>
              <a:gd name="connisteX8" fmla="*/ 0 w 914400"/>
              <a:gd name="connsiteY8" fmla="*/ 457200 h 914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914400" h="914400">
                <a:moveTo>
                  <a:pt x="0" y="457200"/>
                </a:moveTo>
                <a:cubicBezTo>
                  <a:pt x="0" y="204695"/>
                  <a:pt x="204695" y="0"/>
                  <a:pt x="457200" y="0"/>
                </a:cubicBezTo>
                <a:lnTo>
                  <a:pt x="457200" y="0"/>
                </a:lnTo>
                <a:cubicBezTo>
                  <a:pt x="709705" y="0"/>
                  <a:pt x="914400" y="204695"/>
                  <a:pt x="914400" y="457200"/>
                </a:cubicBezTo>
                <a:lnTo>
                  <a:pt x="914400" y="457200"/>
                </a:lnTo>
                <a:cubicBezTo>
                  <a:pt x="914400" y="709705"/>
                  <a:pt x="709705" y="914400"/>
                  <a:pt x="457200" y="914400"/>
                </a:cubicBezTo>
                <a:lnTo>
                  <a:pt x="457200" y="914400"/>
                </a:lnTo>
                <a:cubicBezTo>
                  <a:pt x="204695" y="914400"/>
                  <a:pt x="0" y="709705"/>
                  <a:pt x="0" y="457200"/>
                </a:cubicBezTo>
                <a:lnTo>
                  <a:pt x="0" y="4572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26" name="图片占位符 25"/>
          <p:cNvSpPr>
            <a:spLocks noGrp="1"/>
          </p:cNvSpPr>
          <p:nvPr>
            <p:ph type="pic" idx="16399" hasCustomPrompt="1"/>
            <p:custDataLst>
              <p:tags r:id="rId11"/>
            </p:custDataLst>
          </p:nvPr>
        </p:nvSpPr>
        <p:spPr>
          <a:xfrm>
            <a:off x="3566160" y="2829560"/>
            <a:ext cx="487680" cy="487680"/>
          </a:xfrm>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p>
        </p:txBody>
      </p:sp>
      <p:sp>
        <p:nvSpPr>
          <p:cNvPr id="27" name="文本占位符 26"/>
          <p:cNvSpPr>
            <a:spLocks noGrp="1"/>
          </p:cNvSpPr>
          <p:nvPr>
            <p:ph type="body" idx="16389" hasCustomPrompt="1"/>
            <p:custDataLst>
              <p:tags r:id="rId12"/>
            </p:custDataLst>
          </p:nvPr>
        </p:nvSpPr>
        <p:spPr>
          <a:xfrm>
            <a:off x="2895600" y="3784600"/>
            <a:ext cx="1828800" cy="812800"/>
          </a:xfrm>
          <a:noFill/>
        </p:spPr>
        <p:txBody>
          <a:bodyPr lIns="0" tIns="0" rIns="0" bIns="0" anchor="t">
            <a:normAutofit/>
          </a:bodyPr>
          <a:lstStyle>
            <a:lvl1pPr marL="0" indent="0" algn="ctr">
              <a:lnSpc>
                <a:spcPct val="111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28" name="文本占位符 27"/>
          <p:cNvSpPr>
            <a:spLocks noGrp="1"/>
          </p:cNvSpPr>
          <p:nvPr>
            <p:ph type="body" idx="16390" hasCustomPrompt="1"/>
            <p:custDataLst>
              <p:tags r:id="rId13"/>
            </p:custDataLst>
          </p:nvPr>
        </p:nvSpPr>
        <p:spPr>
          <a:xfrm>
            <a:off x="2895600" y="4699000"/>
            <a:ext cx="1828800" cy="1219200"/>
          </a:xfrm>
          <a:noFill/>
        </p:spPr>
        <p:txBody>
          <a:bodyPr lIns="0" tIns="0" rIns="0" bIns="0" anchor="t">
            <a:normAutofit/>
          </a:bodyPr>
          <a:lstStyle>
            <a:lvl1pPr marL="0" indent="0" algn="ctr">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
        <p:nvSpPr>
          <p:cNvPr id="29" name="装饰  8"/>
          <p:cNvSpPr>
            <a:spLocks noGrp="1"/>
          </p:cNvSpPr>
          <p:nvPr>
            <p:ph type="body" idx="16402" hasCustomPrompt="1"/>
            <p:custDataLst>
              <p:tags r:id="rId14"/>
            </p:custDataLst>
          </p:nvPr>
        </p:nvSpPr>
        <p:spPr>
          <a:xfrm>
            <a:off x="5638800" y="2616200"/>
            <a:ext cx="914400" cy="914400"/>
          </a:xfrm>
          <a:custGeom>
            <a:avLst/>
            <a:gdLst>
              <a:gd name="connisteX0" fmla="*/ 0 w 914400"/>
              <a:gd name="connsiteY0" fmla="*/ 457200 h 914400"/>
              <a:gd name="connisteX1" fmla="*/ 457200 w 914400"/>
              <a:gd name="connsiteY1" fmla="*/ 0 h 914400"/>
              <a:gd name="connisteX2" fmla="*/ 457200 w 914400"/>
              <a:gd name="connsiteY2" fmla="*/ 0 h 914400"/>
              <a:gd name="connisteX3" fmla="*/ 914400 w 914400"/>
              <a:gd name="connsiteY3" fmla="*/ 457200 h 914400"/>
              <a:gd name="connisteX4" fmla="*/ 914400 w 914400"/>
              <a:gd name="connsiteY4" fmla="*/ 457200 h 914400"/>
              <a:gd name="connisteX5" fmla="*/ 457200 w 914400"/>
              <a:gd name="connsiteY5" fmla="*/ 914400 h 914400"/>
              <a:gd name="connisteX6" fmla="*/ 457200 w 914400"/>
              <a:gd name="connsiteY6" fmla="*/ 914400 h 914400"/>
              <a:gd name="connisteX7" fmla="*/ 0 w 914400"/>
              <a:gd name="connsiteY7" fmla="*/ 457200 h 914400"/>
              <a:gd name="connisteX8" fmla="*/ 0 w 914400"/>
              <a:gd name="connsiteY8" fmla="*/ 457200 h 914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914400" h="914400">
                <a:moveTo>
                  <a:pt x="0" y="457200"/>
                </a:moveTo>
                <a:cubicBezTo>
                  <a:pt x="0" y="204695"/>
                  <a:pt x="204695" y="0"/>
                  <a:pt x="457200" y="0"/>
                </a:cubicBezTo>
                <a:lnTo>
                  <a:pt x="457200" y="0"/>
                </a:lnTo>
                <a:cubicBezTo>
                  <a:pt x="709705" y="0"/>
                  <a:pt x="914400" y="204695"/>
                  <a:pt x="914400" y="457200"/>
                </a:cubicBezTo>
                <a:lnTo>
                  <a:pt x="914400" y="457200"/>
                </a:lnTo>
                <a:cubicBezTo>
                  <a:pt x="914400" y="709705"/>
                  <a:pt x="709705" y="914400"/>
                  <a:pt x="457200" y="914400"/>
                </a:cubicBezTo>
                <a:lnTo>
                  <a:pt x="457200" y="914400"/>
                </a:lnTo>
                <a:cubicBezTo>
                  <a:pt x="204695" y="914400"/>
                  <a:pt x="0" y="709705"/>
                  <a:pt x="0" y="457200"/>
                </a:cubicBezTo>
                <a:lnTo>
                  <a:pt x="0" y="4572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30" name="图片占位符 29"/>
          <p:cNvSpPr>
            <a:spLocks noGrp="1"/>
          </p:cNvSpPr>
          <p:nvPr>
            <p:ph type="pic" idx="16401" hasCustomPrompt="1"/>
            <p:custDataLst>
              <p:tags r:id="rId15"/>
            </p:custDataLst>
          </p:nvPr>
        </p:nvSpPr>
        <p:spPr>
          <a:xfrm>
            <a:off x="5852160" y="2829560"/>
            <a:ext cx="487680" cy="487680"/>
          </a:xfrm>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p>
        </p:txBody>
      </p:sp>
      <p:sp>
        <p:nvSpPr>
          <p:cNvPr id="31" name="文本占位符 30"/>
          <p:cNvSpPr>
            <a:spLocks noGrp="1"/>
          </p:cNvSpPr>
          <p:nvPr>
            <p:ph type="body" idx="16391" hasCustomPrompt="1"/>
            <p:custDataLst>
              <p:tags r:id="rId16"/>
            </p:custDataLst>
          </p:nvPr>
        </p:nvSpPr>
        <p:spPr>
          <a:xfrm>
            <a:off x="5181600" y="3784600"/>
            <a:ext cx="1828800" cy="812800"/>
          </a:xfrm>
          <a:noFill/>
        </p:spPr>
        <p:txBody>
          <a:bodyPr lIns="0" tIns="0" rIns="0" bIns="0" anchor="t">
            <a:normAutofit/>
          </a:bodyPr>
          <a:lstStyle>
            <a:lvl1pPr marL="0" indent="0" algn="ctr">
              <a:lnSpc>
                <a:spcPct val="111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32" name="文本占位符 31"/>
          <p:cNvSpPr>
            <a:spLocks noGrp="1"/>
          </p:cNvSpPr>
          <p:nvPr>
            <p:ph type="body" idx="16392" hasCustomPrompt="1"/>
            <p:custDataLst>
              <p:tags r:id="rId17"/>
            </p:custDataLst>
          </p:nvPr>
        </p:nvSpPr>
        <p:spPr>
          <a:xfrm>
            <a:off x="5181600" y="4699000"/>
            <a:ext cx="1828800" cy="1219200"/>
          </a:xfrm>
          <a:noFill/>
        </p:spPr>
        <p:txBody>
          <a:bodyPr lIns="0" tIns="0" rIns="0" bIns="0" anchor="t">
            <a:normAutofit/>
          </a:bodyPr>
          <a:lstStyle>
            <a:lvl1pPr marL="0" indent="0" algn="ctr">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
        <p:nvSpPr>
          <p:cNvPr id="33" name="装饰  2"/>
          <p:cNvSpPr>
            <a:spLocks noGrp="1"/>
          </p:cNvSpPr>
          <p:nvPr>
            <p:ph type="body" idx="16404" hasCustomPrompt="1"/>
            <p:custDataLst>
              <p:tags r:id="rId18"/>
            </p:custDataLst>
          </p:nvPr>
        </p:nvSpPr>
        <p:spPr>
          <a:xfrm>
            <a:off x="7924800" y="2616200"/>
            <a:ext cx="914400" cy="914400"/>
          </a:xfrm>
          <a:custGeom>
            <a:avLst/>
            <a:gdLst>
              <a:gd name="connisteX0" fmla="*/ 0 w 914400"/>
              <a:gd name="connsiteY0" fmla="*/ 457200 h 914400"/>
              <a:gd name="connisteX1" fmla="*/ 457200 w 914400"/>
              <a:gd name="connsiteY1" fmla="*/ 0 h 914400"/>
              <a:gd name="connisteX2" fmla="*/ 457200 w 914400"/>
              <a:gd name="connsiteY2" fmla="*/ 0 h 914400"/>
              <a:gd name="connisteX3" fmla="*/ 914400 w 914400"/>
              <a:gd name="connsiteY3" fmla="*/ 457200 h 914400"/>
              <a:gd name="connisteX4" fmla="*/ 914400 w 914400"/>
              <a:gd name="connsiteY4" fmla="*/ 457200 h 914400"/>
              <a:gd name="connisteX5" fmla="*/ 457200 w 914400"/>
              <a:gd name="connsiteY5" fmla="*/ 914400 h 914400"/>
              <a:gd name="connisteX6" fmla="*/ 457200 w 914400"/>
              <a:gd name="connsiteY6" fmla="*/ 914400 h 914400"/>
              <a:gd name="connisteX7" fmla="*/ 0 w 914400"/>
              <a:gd name="connsiteY7" fmla="*/ 457200 h 914400"/>
              <a:gd name="connisteX8" fmla="*/ 0 w 914400"/>
              <a:gd name="connsiteY8" fmla="*/ 457200 h 914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914400" h="914400">
                <a:moveTo>
                  <a:pt x="0" y="457200"/>
                </a:moveTo>
                <a:cubicBezTo>
                  <a:pt x="0" y="204695"/>
                  <a:pt x="204695" y="0"/>
                  <a:pt x="457200" y="0"/>
                </a:cubicBezTo>
                <a:lnTo>
                  <a:pt x="457200" y="0"/>
                </a:lnTo>
                <a:cubicBezTo>
                  <a:pt x="709705" y="0"/>
                  <a:pt x="914400" y="204695"/>
                  <a:pt x="914400" y="457200"/>
                </a:cubicBezTo>
                <a:lnTo>
                  <a:pt x="914400" y="457200"/>
                </a:lnTo>
                <a:cubicBezTo>
                  <a:pt x="914400" y="709705"/>
                  <a:pt x="709705" y="914400"/>
                  <a:pt x="457200" y="914400"/>
                </a:cubicBezTo>
                <a:lnTo>
                  <a:pt x="457200" y="914400"/>
                </a:lnTo>
                <a:cubicBezTo>
                  <a:pt x="204695" y="914400"/>
                  <a:pt x="0" y="709705"/>
                  <a:pt x="0" y="457200"/>
                </a:cubicBezTo>
                <a:lnTo>
                  <a:pt x="0" y="4572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34" name="图片占位符 33"/>
          <p:cNvSpPr>
            <a:spLocks noGrp="1"/>
          </p:cNvSpPr>
          <p:nvPr>
            <p:ph type="pic" idx="16403" hasCustomPrompt="1"/>
            <p:custDataLst>
              <p:tags r:id="rId19"/>
            </p:custDataLst>
          </p:nvPr>
        </p:nvSpPr>
        <p:spPr>
          <a:xfrm>
            <a:off x="8138160" y="2829560"/>
            <a:ext cx="487680" cy="487680"/>
          </a:xfrm>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p>
        </p:txBody>
      </p:sp>
      <p:sp>
        <p:nvSpPr>
          <p:cNvPr id="35" name="文本占位符 34"/>
          <p:cNvSpPr>
            <a:spLocks noGrp="1"/>
          </p:cNvSpPr>
          <p:nvPr>
            <p:ph type="body" idx="16393" hasCustomPrompt="1"/>
            <p:custDataLst>
              <p:tags r:id="rId20"/>
            </p:custDataLst>
          </p:nvPr>
        </p:nvSpPr>
        <p:spPr>
          <a:xfrm>
            <a:off x="7467600" y="3784600"/>
            <a:ext cx="1828800" cy="812800"/>
          </a:xfrm>
          <a:noFill/>
        </p:spPr>
        <p:txBody>
          <a:bodyPr lIns="0" tIns="0" rIns="0" bIns="0" anchor="t">
            <a:normAutofit/>
          </a:bodyPr>
          <a:lstStyle>
            <a:lvl1pPr marL="0" indent="0" algn="ctr">
              <a:lnSpc>
                <a:spcPct val="111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36" name="文本占位符 35"/>
          <p:cNvSpPr>
            <a:spLocks noGrp="1"/>
          </p:cNvSpPr>
          <p:nvPr>
            <p:ph type="body" idx="16394" hasCustomPrompt="1"/>
            <p:custDataLst>
              <p:tags r:id="rId21"/>
            </p:custDataLst>
          </p:nvPr>
        </p:nvSpPr>
        <p:spPr>
          <a:xfrm>
            <a:off x="7467600" y="4699000"/>
            <a:ext cx="1828800" cy="1219200"/>
          </a:xfrm>
          <a:noFill/>
        </p:spPr>
        <p:txBody>
          <a:bodyPr lIns="0" tIns="0" rIns="0" bIns="0" anchor="t">
            <a:normAutofit/>
          </a:bodyPr>
          <a:lstStyle>
            <a:lvl1pPr marL="0" indent="0" algn="ctr">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
        <p:nvSpPr>
          <p:cNvPr id="37" name="装饰  6"/>
          <p:cNvSpPr>
            <a:spLocks noGrp="1"/>
          </p:cNvSpPr>
          <p:nvPr>
            <p:ph type="body" idx="16406" hasCustomPrompt="1"/>
            <p:custDataLst>
              <p:tags r:id="rId22"/>
            </p:custDataLst>
          </p:nvPr>
        </p:nvSpPr>
        <p:spPr>
          <a:xfrm>
            <a:off x="10210800" y="2616200"/>
            <a:ext cx="914400" cy="914400"/>
          </a:xfrm>
          <a:custGeom>
            <a:avLst/>
            <a:gdLst>
              <a:gd name="connisteX0" fmla="*/ 0 w 914400"/>
              <a:gd name="connsiteY0" fmla="*/ 457200 h 914400"/>
              <a:gd name="connisteX1" fmla="*/ 457200 w 914400"/>
              <a:gd name="connsiteY1" fmla="*/ 0 h 914400"/>
              <a:gd name="connisteX2" fmla="*/ 457200 w 914400"/>
              <a:gd name="connsiteY2" fmla="*/ 0 h 914400"/>
              <a:gd name="connisteX3" fmla="*/ 914400 w 914400"/>
              <a:gd name="connsiteY3" fmla="*/ 457200 h 914400"/>
              <a:gd name="connisteX4" fmla="*/ 914400 w 914400"/>
              <a:gd name="connsiteY4" fmla="*/ 457200 h 914400"/>
              <a:gd name="connisteX5" fmla="*/ 457200 w 914400"/>
              <a:gd name="connsiteY5" fmla="*/ 914400 h 914400"/>
              <a:gd name="connisteX6" fmla="*/ 457200 w 914400"/>
              <a:gd name="connsiteY6" fmla="*/ 914400 h 914400"/>
              <a:gd name="connisteX7" fmla="*/ 0 w 914400"/>
              <a:gd name="connsiteY7" fmla="*/ 457200 h 914400"/>
              <a:gd name="connisteX8" fmla="*/ 0 w 914400"/>
              <a:gd name="connsiteY8" fmla="*/ 457200 h 914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914400" h="914400">
                <a:moveTo>
                  <a:pt x="0" y="457200"/>
                </a:moveTo>
                <a:cubicBezTo>
                  <a:pt x="0" y="204695"/>
                  <a:pt x="204695" y="0"/>
                  <a:pt x="457200" y="0"/>
                </a:cubicBezTo>
                <a:lnTo>
                  <a:pt x="457200" y="0"/>
                </a:lnTo>
                <a:cubicBezTo>
                  <a:pt x="709705" y="0"/>
                  <a:pt x="914400" y="204695"/>
                  <a:pt x="914400" y="457200"/>
                </a:cubicBezTo>
                <a:lnTo>
                  <a:pt x="914400" y="457200"/>
                </a:lnTo>
                <a:cubicBezTo>
                  <a:pt x="914400" y="709705"/>
                  <a:pt x="709705" y="914400"/>
                  <a:pt x="457200" y="914400"/>
                </a:cubicBezTo>
                <a:lnTo>
                  <a:pt x="457200" y="914400"/>
                </a:lnTo>
                <a:cubicBezTo>
                  <a:pt x="204695" y="914400"/>
                  <a:pt x="0" y="709705"/>
                  <a:pt x="0" y="457200"/>
                </a:cubicBezTo>
                <a:lnTo>
                  <a:pt x="0" y="4572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38" name="图片占位符 37"/>
          <p:cNvSpPr>
            <a:spLocks noGrp="1"/>
          </p:cNvSpPr>
          <p:nvPr>
            <p:ph type="pic" idx="16405" hasCustomPrompt="1"/>
            <p:custDataLst>
              <p:tags r:id="rId23"/>
            </p:custDataLst>
          </p:nvPr>
        </p:nvSpPr>
        <p:spPr>
          <a:xfrm>
            <a:off x="10424160" y="2829560"/>
            <a:ext cx="487680" cy="487680"/>
          </a:xfrm>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p>
        </p:txBody>
      </p:sp>
      <p:sp>
        <p:nvSpPr>
          <p:cNvPr id="39" name="文本占位符 38"/>
          <p:cNvSpPr>
            <a:spLocks noGrp="1"/>
          </p:cNvSpPr>
          <p:nvPr>
            <p:ph type="body" idx="16395" hasCustomPrompt="1"/>
            <p:custDataLst>
              <p:tags r:id="rId24"/>
            </p:custDataLst>
          </p:nvPr>
        </p:nvSpPr>
        <p:spPr>
          <a:xfrm>
            <a:off x="9753600" y="3784600"/>
            <a:ext cx="1828800" cy="812800"/>
          </a:xfrm>
          <a:noFill/>
        </p:spPr>
        <p:txBody>
          <a:bodyPr lIns="0" tIns="0" rIns="0" bIns="0" anchor="t">
            <a:normAutofit/>
          </a:bodyPr>
          <a:lstStyle>
            <a:lvl1pPr marL="0" indent="0" algn="ctr">
              <a:lnSpc>
                <a:spcPct val="111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40" name="文本占位符 39"/>
          <p:cNvSpPr>
            <a:spLocks noGrp="1"/>
          </p:cNvSpPr>
          <p:nvPr>
            <p:ph type="body" idx="16396" hasCustomPrompt="1"/>
            <p:custDataLst>
              <p:tags r:id="rId25"/>
            </p:custDataLst>
          </p:nvPr>
        </p:nvSpPr>
        <p:spPr>
          <a:xfrm>
            <a:off x="9753600" y="4699000"/>
            <a:ext cx="1828800" cy="1219200"/>
          </a:xfrm>
          <a:noFill/>
        </p:spPr>
        <p:txBody>
          <a:bodyPr lIns="0" tIns="0" rIns="0" bIns="0" anchor="t">
            <a:normAutofit/>
          </a:bodyPr>
          <a:lstStyle>
            <a:lvl1pPr marL="0" indent="0" algn="ctr">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Tree>
    <p:extLst>
      <p:ext uri="{BB962C8B-B14F-4D97-AF65-F5344CB8AC3E}">
        <p14:creationId xmlns:p14="http://schemas.microsoft.com/office/powerpoint/2010/main" val="448981925"/>
      </p:ext>
    </p:extLst>
  </p:cSld>
  <p:clrMapOvr>
    <a:overrideClrMapping bg1="lt1" tx1="dk1" bg2="lt2" tx2="dk2" accent1="accent1" accent2="accent2" accent3="accent3" accent4="accent4" accent5="accent5" accent6="accent6" hlink="hlink" folHlink="folHlink"/>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正文页-10013_9">
    <p:bg>
      <p:bgRef idx="1001">
        <a:schemeClr val="bg2"/>
      </p:bgRef>
    </p:bg>
    <p:spTree>
      <p:nvGrpSpPr>
        <p:cNvPr id="1" name=""/>
        <p:cNvGrpSpPr/>
        <p:nvPr/>
      </p:nvGrpSpPr>
      <p:grpSpPr>
        <a:xfrm>
          <a:off x="0" y="0"/>
          <a:ext cx="0" cy="0"/>
          <a:chOff x="0" y="0"/>
          <a:chExt cx="0" cy="0"/>
        </a:xfrm>
      </p:grpSpPr>
      <p:sp>
        <p:nvSpPr>
          <p:cNvPr id="8" name="日期占位符 7"/>
          <p:cNvSpPr>
            <a:spLocks noGrp="1"/>
          </p:cNvSpPr>
          <p:nvPr>
            <p:ph type="dt" sz="half" idx="10"/>
            <p:custDataLst>
              <p:tags r:id="rId1"/>
            </p:custDataLst>
          </p:nvPr>
        </p:nvSpPr>
        <p:spPr/>
        <p:txBody>
          <a:bodyPr wrap="square">
            <a:normAutofit/>
          </a:bodyPr>
          <a:lstStyle/>
          <a:p>
            <a:fld id="{5592522B-0F24-4480-B9DD-A9474A6880D6}" type="datetimeFigureOut">
              <a:rPr lang="zh-CN" altLang="en-US" smtClean="0"/>
              <a:t>2026/10/10</a:t>
            </a:fld>
            <a:endParaRPr lang="zh-CN" altLang="en-US"/>
          </a:p>
        </p:txBody>
      </p:sp>
      <p:sp>
        <p:nvSpPr>
          <p:cNvPr id="9" name="页脚占位符 8"/>
          <p:cNvSpPr>
            <a:spLocks noGrp="1"/>
          </p:cNvSpPr>
          <p:nvPr>
            <p:ph type="ftr" sz="quarter" idx="11"/>
            <p:custDataLst>
              <p:tags r:id="rId2"/>
            </p:custDataLst>
          </p:nvPr>
        </p:nvSpPr>
        <p:spPr/>
        <p:txBody>
          <a:bodyPr/>
          <a:lstStyle/>
          <a:p>
            <a:endParaRPr lang="zh-CN" altLang="en-US"/>
          </a:p>
        </p:txBody>
      </p:sp>
      <p:sp>
        <p:nvSpPr>
          <p:cNvPr id="10" name="灯片编号占位符 9"/>
          <p:cNvSpPr>
            <a:spLocks noGrp="1"/>
          </p:cNvSpPr>
          <p:nvPr>
            <p:ph type="sldNum" sz="quarter" idx="12"/>
            <p:custDataLst>
              <p:tags r:id="rId3"/>
            </p:custDataLst>
          </p:nvPr>
        </p:nvSpPr>
        <p:spPr/>
        <p:txBody>
          <a:bodyPr wrap="square">
            <a:normAutofit/>
          </a:bodyPr>
          <a:lstStyle/>
          <a:p>
            <a:fld id="{BE5F26B5-172A-4DC2-B0B7-181CFC56B87C}" type="slidenum">
              <a:rPr lang="zh-CN" altLang="en-US" smtClean="0"/>
              <a:t>‹#›</a:t>
            </a:fld>
            <a:endParaRPr lang="zh-CN" altLang="en-US"/>
          </a:p>
        </p:txBody>
      </p:sp>
      <p:sp>
        <p:nvSpPr>
          <p:cNvPr id="7" name="内容占位符 6"/>
          <p:cNvSpPr>
            <a:spLocks noGrp="1"/>
          </p:cNvSpPr>
          <p:nvPr>
            <p:ph idx="16390" hasCustomPrompt="1"/>
            <p:custDataLst>
              <p:tags r:id="rId4"/>
            </p:custDataLst>
          </p:nvPr>
        </p:nvSpPr>
        <p:spPr>
          <a:xfrm>
            <a:off x="609600" y="1524000"/>
            <a:ext cx="10972800" cy="2794000"/>
          </a:xfrm>
          <a:custGeom>
            <a:avLst/>
            <a:gdLst>
              <a:gd name="connisteX0" fmla="*/ 0 w 10972800"/>
              <a:gd name="connsiteY0" fmla="*/ 203200 h 2794000"/>
              <a:gd name="connisteX1" fmla="*/ 203200 w 10972800"/>
              <a:gd name="connsiteY1" fmla="*/ 0 h 2794000"/>
              <a:gd name="connisteX2" fmla="*/ 10769600 w 10972800"/>
              <a:gd name="connsiteY2" fmla="*/ 0 h 2794000"/>
              <a:gd name="connisteX3" fmla="*/ 10972800 w 10972800"/>
              <a:gd name="connsiteY3" fmla="*/ 203200 h 2794000"/>
              <a:gd name="connisteX4" fmla="*/ 10972800 w 10972800"/>
              <a:gd name="connsiteY4" fmla="*/ 2590800 h 2794000"/>
              <a:gd name="connisteX5" fmla="*/ 10769600 w 10972800"/>
              <a:gd name="connsiteY5" fmla="*/ 2794000 h 2794000"/>
              <a:gd name="connisteX6" fmla="*/ 203200 w 10972800"/>
              <a:gd name="connsiteY6" fmla="*/ 2794000 h 2794000"/>
              <a:gd name="connisteX7" fmla="*/ 0 w 10972800"/>
              <a:gd name="connsiteY7" fmla="*/ 2590800 h 2794000"/>
              <a:gd name="connisteX8" fmla="*/ 0 w 10972800"/>
              <a:gd name="connsiteY8" fmla="*/ 203200 h 2794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10972800" h="2794000">
                <a:moveTo>
                  <a:pt x="0" y="203200"/>
                </a:moveTo>
                <a:cubicBezTo>
                  <a:pt x="0" y="90976"/>
                  <a:pt x="90976" y="0"/>
                  <a:pt x="203200" y="0"/>
                </a:cubicBezTo>
                <a:lnTo>
                  <a:pt x="10769600" y="0"/>
                </a:lnTo>
                <a:cubicBezTo>
                  <a:pt x="10881824" y="0"/>
                  <a:pt x="10972800" y="90976"/>
                  <a:pt x="10972800" y="203200"/>
                </a:cubicBezTo>
                <a:lnTo>
                  <a:pt x="10972800" y="2590800"/>
                </a:lnTo>
                <a:cubicBezTo>
                  <a:pt x="10972800" y="2703024"/>
                  <a:pt x="10881824" y="2794000"/>
                  <a:pt x="10769600" y="2794000"/>
                </a:cubicBezTo>
                <a:lnTo>
                  <a:pt x="203200" y="2794000"/>
                </a:lnTo>
                <a:cubicBezTo>
                  <a:pt x="90976" y="2794000"/>
                  <a:pt x="0" y="2703024"/>
                  <a:pt x="0" y="2590800"/>
                </a:cubicBezTo>
                <a:lnTo>
                  <a:pt x="0" y="203200"/>
                </a:lnTo>
                <a:close/>
              </a:path>
            </a:pathLst>
          </a:custGeom>
          <a:solidFill>
            <a:srgbClr val="DDDDDD"/>
          </a:solidFill>
          <a:ln>
            <a:noFill/>
          </a:ln>
        </p:spPr>
        <p:txBody>
          <a:bodyPr>
            <a:norm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6" name="标题 5"/>
          <p:cNvSpPr>
            <a:spLocks noGrp="1"/>
          </p:cNvSpPr>
          <p:nvPr>
            <p:ph type="ctrTitle" idx="16385" hasCustomPrompt="1"/>
            <p:custDataLst>
              <p:tags r:id="rId5"/>
            </p:custDataLst>
          </p:nvPr>
        </p:nvSpPr>
        <p:spPr>
          <a:xfrm>
            <a:off x="609600" y="533400"/>
            <a:ext cx="10972800" cy="609600"/>
          </a:xfrm>
          <a:noFill/>
        </p:spPr>
        <p:txBody>
          <a:bodyPr vert="horz" wrap="square" lIns="0" tIns="0" rIns="0" bIns="0" rtlCol="0" anchor="t" anchorCtr="0">
            <a:normAutofit/>
          </a:bodyPr>
          <a:lstStyle>
            <a:lvl1pPr marL="0" marR="0" indent="0" algn="l" defTabSz="914400" rtl="0" eaLnBrk="1" fontAlgn="auto" latinLnBrk="0" hangingPunct="1">
              <a:lnSpc>
                <a:spcPct val="111000"/>
              </a:lnSpc>
              <a:spcBef>
                <a:spcPct val="0"/>
              </a:spcBef>
              <a:spcAft>
                <a:spcPct val="0"/>
              </a:spcAft>
              <a:buClrTx/>
              <a:buSzTx/>
              <a:buFontTx/>
              <a:buNone/>
              <a:defRPr kumimoji="0" lang="zh-CN" altLang="en-US" sz="3600" b="1" i="0" u="none" strike="noStrike" kern="1200" cap="none" spc="0" normalizeH="0" baseline="0" noProof="1">
                <a:solidFill>
                  <a:schemeClr val="tx1"/>
                </a:solidFill>
                <a:latin typeface="+mj-lt"/>
                <a:ea typeface="+mj-ea"/>
                <a:cs typeface="+mj-cs"/>
              </a:defRPr>
            </a:lvl1pPr>
          </a:lstStyle>
          <a:p>
            <a:pPr lvl="0"/>
            <a:r>
              <a:rPr>
                <a:sym typeface="+mn-ea"/>
              </a:rPr>
              <a:t>单击此处添加标题</a:t>
            </a:r>
          </a:p>
        </p:txBody>
      </p:sp>
      <p:sp>
        <p:nvSpPr>
          <p:cNvPr id="21" name="文本占位符 20"/>
          <p:cNvSpPr>
            <a:spLocks noGrp="1"/>
          </p:cNvSpPr>
          <p:nvPr>
            <p:ph type="body" idx="16386" hasCustomPrompt="1"/>
            <p:custDataLst>
              <p:tags r:id="rId6"/>
            </p:custDataLst>
          </p:nvPr>
        </p:nvSpPr>
        <p:spPr>
          <a:xfrm>
            <a:off x="609600" y="4775200"/>
            <a:ext cx="51816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22" name="文本占位符 21"/>
          <p:cNvSpPr>
            <a:spLocks noGrp="1"/>
          </p:cNvSpPr>
          <p:nvPr>
            <p:ph type="body" idx="16387" hasCustomPrompt="1"/>
            <p:custDataLst>
              <p:tags r:id="rId7"/>
            </p:custDataLst>
          </p:nvPr>
        </p:nvSpPr>
        <p:spPr>
          <a:xfrm>
            <a:off x="609600" y="5334000"/>
            <a:ext cx="5181600" cy="9144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
        <p:nvSpPr>
          <p:cNvPr id="23" name="文本占位符 22"/>
          <p:cNvSpPr>
            <a:spLocks noGrp="1"/>
          </p:cNvSpPr>
          <p:nvPr>
            <p:ph type="body" idx="16388" hasCustomPrompt="1"/>
            <p:custDataLst>
              <p:tags r:id="rId8"/>
            </p:custDataLst>
          </p:nvPr>
        </p:nvSpPr>
        <p:spPr>
          <a:xfrm>
            <a:off x="6400800" y="4775200"/>
            <a:ext cx="51816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24" name="文本占位符 23"/>
          <p:cNvSpPr>
            <a:spLocks noGrp="1"/>
          </p:cNvSpPr>
          <p:nvPr>
            <p:ph type="body" idx="16389" hasCustomPrompt="1"/>
            <p:custDataLst>
              <p:tags r:id="rId9"/>
            </p:custDataLst>
          </p:nvPr>
        </p:nvSpPr>
        <p:spPr>
          <a:xfrm>
            <a:off x="6400800" y="5334000"/>
            <a:ext cx="5181600" cy="9144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Tree>
    <p:extLst>
      <p:ext uri="{BB962C8B-B14F-4D97-AF65-F5344CB8AC3E}">
        <p14:creationId xmlns:p14="http://schemas.microsoft.com/office/powerpoint/2010/main" val="3798112917"/>
      </p:ext>
    </p:extLst>
  </p:cSld>
  <p:clrMapOvr>
    <a:overrideClrMapping bg1="lt1" tx1="dk1" bg2="lt2" tx2="dk2" accent1="accent1" accent2="accent2" accent3="accent3" accent4="accent4" accent5="accent5" accent6="accent6" hlink="hlink" folHlink="folHlink"/>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正文页-上标下内-装饰左叠-颜色错位-并列-39_19_group1">
    <p:bg>
      <p:bgRef idx="1001">
        <a:schemeClr val="bg2"/>
      </p:bgRef>
    </p:bg>
    <p:spTree>
      <p:nvGrpSpPr>
        <p:cNvPr id="1" name=""/>
        <p:cNvGrpSpPr/>
        <p:nvPr/>
      </p:nvGrpSpPr>
      <p:grpSpPr>
        <a:xfrm>
          <a:off x="0" y="0"/>
          <a:ext cx="0" cy="0"/>
          <a:chOff x="0" y="0"/>
          <a:chExt cx="0" cy="0"/>
        </a:xfrm>
      </p:grpSpPr>
      <p:sp>
        <p:nvSpPr>
          <p:cNvPr id="8" name="日期占位符 7"/>
          <p:cNvSpPr>
            <a:spLocks noGrp="1"/>
          </p:cNvSpPr>
          <p:nvPr>
            <p:ph type="dt" sz="half" idx="10"/>
            <p:custDataLst>
              <p:tags r:id="rId1"/>
            </p:custDataLst>
          </p:nvPr>
        </p:nvSpPr>
        <p:spPr/>
        <p:txBody>
          <a:bodyPr wrap="square">
            <a:normAutofit/>
          </a:bodyPr>
          <a:lstStyle/>
          <a:p>
            <a:fld id="{5592522B-0F24-4480-B9DD-A9474A6880D6}" type="datetimeFigureOut">
              <a:rPr lang="zh-CN" altLang="en-US" smtClean="0"/>
              <a:t>2026/10/10</a:t>
            </a:fld>
            <a:endParaRPr lang="zh-CN" altLang="en-US"/>
          </a:p>
        </p:txBody>
      </p:sp>
      <p:sp>
        <p:nvSpPr>
          <p:cNvPr id="9" name="页脚占位符 8"/>
          <p:cNvSpPr>
            <a:spLocks noGrp="1"/>
          </p:cNvSpPr>
          <p:nvPr>
            <p:ph type="ftr" sz="quarter" idx="11"/>
            <p:custDataLst>
              <p:tags r:id="rId2"/>
            </p:custDataLst>
          </p:nvPr>
        </p:nvSpPr>
        <p:spPr/>
        <p:txBody>
          <a:bodyPr/>
          <a:lstStyle/>
          <a:p>
            <a:endParaRPr lang="zh-CN" altLang="en-US"/>
          </a:p>
        </p:txBody>
      </p:sp>
      <p:sp>
        <p:nvSpPr>
          <p:cNvPr id="10" name="灯片编号占位符 9"/>
          <p:cNvSpPr>
            <a:spLocks noGrp="1"/>
          </p:cNvSpPr>
          <p:nvPr>
            <p:ph type="sldNum" sz="quarter" idx="12"/>
            <p:custDataLst>
              <p:tags r:id="rId3"/>
            </p:custDataLst>
          </p:nvPr>
        </p:nvSpPr>
        <p:spPr/>
        <p:txBody>
          <a:bodyPr wrap="square">
            <a:normAutofit/>
          </a:bodyPr>
          <a:lstStyle/>
          <a:p>
            <a:fld id="{BE5F26B5-172A-4DC2-B0B7-181CFC56B87C}" type="slidenum">
              <a:rPr lang="zh-CN" altLang="en-US" smtClean="0"/>
              <a:t>‹#›</a:t>
            </a:fld>
            <a:endParaRPr lang="zh-CN" altLang="en-US"/>
          </a:p>
        </p:txBody>
      </p:sp>
      <p:sp>
        <p:nvSpPr>
          <p:cNvPr id="7" name="装饰  6"/>
          <p:cNvSpPr>
            <a:spLocks noGrp="1"/>
          </p:cNvSpPr>
          <p:nvPr>
            <p:ph type="body" idx="16393" hasCustomPrompt="1"/>
            <p:custDataLst>
              <p:tags r:id="rId4"/>
            </p:custDataLst>
          </p:nvPr>
        </p:nvSpPr>
        <p:spPr>
          <a:xfrm>
            <a:off x="609600" y="1524000"/>
            <a:ext cx="10972800" cy="1473200"/>
          </a:xfrm>
          <a:custGeom>
            <a:avLst/>
            <a:gdLst>
              <a:gd name="connisteX0" fmla="*/ 0 w 10972800"/>
              <a:gd name="connsiteY0" fmla="*/ 203200 h 1473200"/>
              <a:gd name="connisteX1" fmla="*/ 203200 w 10972800"/>
              <a:gd name="connsiteY1" fmla="*/ 0 h 1473200"/>
              <a:gd name="connisteX2" fmla="*/ 10769600 w 10972800"/>
              <a:gd name="connsiteY2" fmla="*/ 0 h 1473200"/>
              <a:gd name="connisteX3" fmla="*/ 10972800 w 10972800"/>
              <a:gd name="connsiteY3" fmla="*/ 203200 h 1473200"/>
              <a:gd name="connisteX4" fmla="*/ 10972800 w 10972800"/>
              <a:gd name="connsiteY4" fmla="*/ 1270000 h 1473200"/>
              <a:gd name="connisteX5" fmla="*/ 10769600 w 10972800"/>
              <a:gd name="connsiteY5" fmla="*/ 1473200 h 1473200"/>
              <a:gd name="connisteX6" fmla="*/ 203200 w 10972800"/>
              <a:gd name="connsiteY6" fmla="*/ 1473200 h 1473200"/>
              <a:gd name="connisteX7" fmla="*/ 0 w 10972800"/>
              <a:gd name="connsiteY7" fmla="*/ 1270000 h 1473200"/>
              <a:gd name="connisteX8" fmla="*/ 0 w 10972800"/>
              <a:gd name="connsiteY8" fmla="*/ 203200 h 14732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10972800" h="1473200">
                <a:moveTo>
                  <a:pt x="0" y="203200"/>
                </a:moveTo>
                <a:cubicBezTo>
                  <a:pt x="0" y="90976"/>
                  <a:pt x="90976" y="0"/>
                  <a:pt x="203200" y="0"/>
                </a:cubicBezTo>
                <a:lnTo>
                  <a:pt x="10769600" y="0"/>
                </a:lnTo>
                <a:cubicBezTo>
                  <a:pt x="10881824" y="0"/>
                  <a:pt x="10972800" y="90976"/>
                  <a:pt x="10972800" y="203200"/>
                </a:cubicBezTo>
                <a:lnTo>
                  <a:pt x="10972800" y="1270000"/>
                </a:lnTo>
                <a:cubicBezTo>
                  <a:pt x="10972800" y="1382224"/>
                  <a:pt x="10881824" y="1473200"/>
                  <a:pt x="10769600" y="1473200"/>
                </a:cubicBezTo>
                <a:lnTo>
                  <a:pt x="203200" y="1473200"/>
                </a:lnTo>
                <a:cubicBezTo>
                  <a:pt x="90976" y="1473200"/>
                  <a:pt x="0" y="1382224"/>
                  <a:pt x="0" y="1270000"/>
                </a:cubicBezTo>
                <a:lnTo>
                  <a:pt x="0" y="203200"/>
                </a:lnTo>
                <a:close/>
              </a:path>
            </a:pathLst>
          </a:custGeom>
          <a:gradFill>
            <a:gsLst>
              <a:gs pos="0">
                <a:schemeClr val="accent1">
                  <a:lumMod val="0"/>
                  <a:lumOff val="100000"/>
                </a:schemeClr>
              </a:gs>
              <a:gs pos="100000">
                <a:schemeClr val="accent1">
                  <a:lumMod val="0"/>
                  <a:lumOff val="100000"/>
                </a:schemeClr>
              </a:gs>
            </a:gsLst>
            <a:lin ang="5400000"/>
          </a:gra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6" name="标题 5"/>
          <p:cNvSpPr>
            <a:spLocks noGrp="1"/>
          </p:cNvSpPr>
          <p:nvPr>
            <p:ph type="ctrTitle" idx="16385" hasCustomPrompt="1"/>
            <p:custDataLst>
              <p:tags r:id="rId5"/>
            </p:custDataLst>
          </p:nvPr>
        </p:nvSpPr>
        <p:spPr>
          <a:xfrm>
            <a:off x="609600" y="533400"/>
            <a:ext cx="10972800" cy="609600"/>
          </a:xfrm>
          <a:noFill/>
        </p:spPr>
        <p:txBody>
          <a:bodyPr vert="horz" wrap="square" lIns="0" tIns="0" rIns="0" bIns="0" rtlCol="0" anchor="t" anchorCtr="0">
            <a:normAutofit/>
          </a:bodyPr>
          <a:lstStyle>
            <a:lvl1pPr marL="0" marR="0" indent="0" algn="l" defTabSz="914400" rtl="0" eaLnBrk="1" fontAlgn="auto" latinLnBrk="0" hangingPunct="1">
              <a:lnSpc>
                <a:spcPct val="111000"/>
              </a:lnSpc>
              <a:spcBef>
                <a:spcPct val="0"/>
              </a:spcBef>
              <a:spcAft>
                <a:spcPct val="0"/>
              </a:spcAft>
              <a:buClrTx/>
              <a:buSzTx/>
              <a:buFontTx/>
              <a:buNone/>
              <a:defRPr kumimoji="0" lang="zh-CN" altLang="en-US" sz="3600" b="1" i="0" u="none" strike="noStrike" kern="1200" cap="none" spc="0" normalizeH="0" baseline="0" noProof="1">
                <a:solidFill>
                  <a:schemeClr val="tx1"/>
                </a:solidFill>
                <a:latin typeface="+mj-lt"/>
                <a:ea typeface="+mj-ea"/>
                <a:cs typeface="+mj-cs"/>
              </a:defRPr>
            </a:lvl1pPr>
          </a:lstStyle>
          <a:p>
            <a:pPr lvl="0"/>
            <a:r>
              <a:rPr>
                <a:sym typeface="+mn-ea"/>
              </a:rPr>
              <a:t>单击此处添加标题</a:t>
            </a:r>
          </a:p>
        </p:txBody>
      </p:sp>
      <p:sp>
        <p:nvSpPr>
          <p:cNvPr id="21" name="图片占位符 20"/>
          <p:cNvSpPr>
            <a:spLocks noGrp="1"/>
          </p:cNvSpPr>
          <p:nvPr>
            <p:ph type="pic" idx="16392" hasCustomPrompt="1"/>
            <p:custDataLst>
              <p:tags r:id="rId6"/>
            </p:custDataLst>
          </p:nvPr>
        </p:nvSpPr>
        <p:spPr>
          <a:xfrm>
            <a:off x="914400" y="1879600"/>
            <a:ext cx="762000" cy="762000"/>
          </a:xfrm>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p>
        </p:txBody>
      </p:sp>
      <p:sp>
        <p:nvSpPr>
          <p:cNvPr id="22" name="文本占位符 21"/>
          <p:cNvSpPr>
            <a:spLocks noGrp="1"/>
          </p:cNvSpPr>
          <p:nvPr>
            <p:ph type="body" idx="16386" hasCustomPrompt="1"/>
            <p:custDataLst>
              <p:tags r:id="rId7"/>
            </p:custDataLst>
          </p:nvPr>
        </p:nvSpPr>
        <p:spPr>
          <a:xfrm>
            <a:off x="1879600" y="1879600"/>
            <a:ext cx="93980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23" name="文本占位符 22"/>
          <p:cNvSpPr>
            <a:spLocks noGrp="1"/>
          </p:cNvSpPr>
          <p:nvPr>
            <p:ph type="body" idx="16387" hasCustomPrompt="1"/>
            <p:custDataLst>
              <p:tags r:id="rId8"/>
            </p:custDataLst>
          </p:nvPr>
        </p:nvSpPr>
        <p:spPr>
          <a:xfrm>
            <a:off x="1879600" y="2336800"/>
            <a:ext cx="9398000" cy="3048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
        <p:nvSpPr>
          <p:cNvPr id="24" name="装饰  3"/>
          <p:cNvSpPr>
            <a:spLocks noGrp="1"/>
          </p:cNvSpPr>
          <p:nvPr>
            <p:ph type="body" idx="16395" hasCustomPrompt="1"/>
            <p:custDataLst>
              <p:tags r:id="rId9"/>
            </p:custDataLst>
          </p:nvPr>
        </p:nvSpPr>
        <p:spPr>
          <a:xfrm>
            <a:off x="609600" y="3149600"/>
            <a:ext cx="10972800" cy="1473200"/>
          </a:xfrm>
          <a:custGeom>
            <a:avLst/>
            <a:gdLst>
              <a:gd name="connisteX0" fmla="*/ 0 w 10972800"/>
              <a:gd name="connsiteY0" fmla="*/ 203200 h 1473200"/>
              <a:gd name="connisteX1" fmla="*/ 203200 w 10972800"/>
              <a:gd name="connsiteY1" fmla="*/ 0 h 1473200"/>
              <a:gd name="connisteX2" fmla="*/ 10769600 w 10972800"/>
              <a:gd name="connsiteY2" fmla="*/ 0 h 1473200"/>
              <a:gd name="connisteX3" fmla="*/ 10972800 w 10972800"/>
              <a:gd name="connsiteY3" fmla="*/ 203200 h 1473200"/>
              <a:gd name="connisteX4" fmla="*/ 10972800 w 10972800"/>
              <a:gd name="connsiteY4" fmla="*/ 1270000 h 1473200"/>
              <a:gd name="connisteX5" fmla="*/ 10769600 w 10972800"/>
              <a:gd name="connsiteY5" fmla="*/ 1473200 h 1473200"/>
              <a:gd name="connisteX6" fmla="*/ 203200 w 10972800"/>
              <a:gd name="connsiteY6" fmla="*/ 1473200 h 1473200"/>
              <a:gd name="connisteX7" fmla="*/ 0 w 10972800"/>
              <a:gd name="connsiteY7" fmla="*/ 1270000 h 1473200"/>
              <a:gd name="connisteX8" fmla="*/ 0 w 10972800"/>
              <a:gd name="connsiteY8" fmla="*/ 203200 h 14732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10972800" h="1473200">
                <a:moveTo>
                  <a:pt x="0" y="203200"/>
                </a:moveTo>
                <a:cubicBezTo>
                  <a:pt x="0" y="90976"/>
                  <a:pt x="90976" y="0"/>
                  <a:pt x="203200" y="0"/>
                </a:cubicBezTo>
                <a:lnTo>
                  <a:pt x="10769600" y="0"/>
                </a:lnTo>
                <a:cubicBezTo>
                  <a:pt x="10881824" y="0"/>
                  <a:pt x="10972800" y="90976"/>
                  <a:pt x="10972800" y="203200"/>
                </a:cubicBezTo>
                <a:lnTo>
                  <a:pt x="10972800" y="1270000"/>
                </a:lnTo>
                <a:cubicBezTo>
                  <a:pt x="10972800" y="1382224"/>
                  <a:pt x="10881824" y="1473200"/>
                  <a:pt x="10769600" y="1473200"/>
                </a:cubicBezTo>
                <a:lnTo>
                  <a:pt x="203200" y="1473200"/>
                </a:lnTo>
                <a:cubicBezTo>
                  <a:pt x="90976" y="1473200"/>
                  <a:pt x="0" y="1382224"/>
                  <a:pt x="0" y="1270000"/>
                </a:cubicBezTo>
                <a:lnTo>
                  <a:pt x="0" y="203200"/>
                </a:lnTo>
                <a:close/>
              </a:path>
            </a:pathLst>
          </a:custGeom>
          <a:gradFill>
            <a:gsLst>
              <a:gs pos="0">
                <a:schemeClr val="accent1">
                  <a:lumMod val="0"/>
                  <a:lumOff val="100000"/>
                </a:schemeClr>
              </a:gs>
              <a:gs pos="100000">
                <a:schemeClr val="accent1">
                  <a:lumMod val="0"/>
                  <a:lumOff val="100000"/>
                </a:schemeClr>
              </a:gs>
            </a:gsLst>
            <a:lin ang="5400000"/>
          </a:gra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25" name="图片占位符 24"/>
          <p:cNvSpPr>
            <a:spLocks noGrp="1"/>
          </p:cNvSpPr>
          <p:nvPr>
            <p:ph type="pic" idx="16394" hasCustomPrompt="1"/>
            <p:custDataLst>
              <p:tags r:id="rId10"/>
            </p:custDataLst>
          </p:nvPr>
        </p:nvSpPr>
        <p:spPr>
          <a:xfrm>
            <a:off x="914400" y="3505200"/>
            <a:ext cx="762000" cy="762000"/>
          </a:xfrm>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p>
        </p:txBody>
      </p:sp>
      <p:sp>
        <p:nvSpPr>
          <p:cNvPr id="26" name="文本占位符 25"/>
          <p:cNvSpPr>
            <a:spLocks noGrp="1"/>
          </p:cNvSpPr>
          <p:nvPr>
            <p:ph type="body" idx="16388" hasCustomPrompt="1"/>
            <p:custDataLst>
              <p:tags r:id="rId11"/>
            </p:custDataLst>
          </p:nvPr>
        </p:nvSpPr>
        <p:spPr>
          <a:xfrm>
            <a:off x="1879600" y="3505200"/>
            <a:ext cx="93980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27" name="文本占位符 26"/>
          <p:cNvSpPr>
            <a:spLocks noGrp="1"/>
          </p:cNvSpPr>
          <p:nvPr>
            <p:ph type="body" idx="16389" hasCustomPrompt="1"/>
            <p:custDataLst>
              <p:tags r:id="rId12"/>
            </p:custDataLst>
          </p:nvPr>
        </p:nvSpPr>
        <p:spPr>
          <a:xfrm>
            <a:off x="1879600" y="3962400"/>
            <a:ext cx="9398000" cy="3048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
        <p:nvSpPr>
          <p:cNvPr id="28" name="装饰  7"/>
          <p:cNvSpPr>
            <a:spLocks noGrp="1"/>
          </p:cNvSpPr>
          <p:nvPr>
            <p:ph type="body" idx="16397" hasCustomPrompt="1"/>
            <p:custDataLst>
              <p:tags r:id="rId13"/>
            </p:custDataLst>
          </p:nvPr>
        </p:nvSpPr>
        <p:spPr>
          <a:xfrm>
            <a:off x="609600" y="4775200"/>
            <a:ext cx="10972800" cy="1473200"/>
          </a:xfrm>
          <a:custGeom>
            <a:avLst/>
            <a:gdLst>
              <a:gd name="connisteX0" fmla="*/ 0 w 10972800"/>
              <a:gd name="connsiteY0" fmla="*/ 203200 h 1473200"/>
              <a:gd name="connisteX1" fmla="*/ 203200 w 10972800"/>
              <a:gd name="connsiteY1" fmla="*/ 0 h 1473200"/>
              <a:gd name="connisteX2" fmla="*/ 10769600 w 10972800"/>
              <a:gd name="connsiteY2" fmla="*/ 0 h 1473200"/>
              <a:gd name="connisteX3" fmla="*/ 10972800 w 10972800"/>
              <a:gd name="connsiteY3" fmla="*/ 203200 h 1473200"/>
              <a:gd name="connisteX4" fmla="*/ 10972800 w 10972800"/>
              <a:gd name="connsiteY4" fmla="*/ 1270000 h 1473200"/>
              <a:gd name="connisteX5" fmla="*/ 10769600 w 10972800"/>
              <a:gd name="connsiteY5" fmla="*/ 1473200 h 1473200"/>
              <a:gd name="connisteX6" fmla="*/ 203200 w 10972800"/>
              <a:gd name="connsiteY6" fmla="*/ 1473200 h 1473200"/>
              <a:gd name="connisteX7" fmla="*/ 0 w 10972800"/>
              <a:gd name="connsiteY7" fmla="*/ 1270000 h 1473200"/>
              <a:gd name="connisteX8" fmla="*/ 0 w 10972800"/>
              <a:gd name="connsiteY8" fmla="*/ 203200 h 14732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10972800" h="1473200">
                <a:moveTo>
                  <a:pt x="0" y="203200"/>
                </a:moveTo>
                <a:cubicBezTo>
                  <a:pt x="0" y="90976"/>
                  <a:pt x="90976" y="0"/>
                  <a:pt x="203200" y="0"/>
                </a:cubicBezTo>
                <a:lnTo>
                  <a:pt x="10769600" y="0"/>
                </a:lnTo>
                <a:cubicBezTo>
                  <a:pt x="10881824" y="0"/>
                  <a:pt x="10972800" y="90976"/>
                  <a:pt x="10972800" y="203200"/>
                </a:cubicBezTo>
                <a:lnTo>
                  <a:pt x="10972800" y="1270000"/>
                </a:lnTo>
                <a:cubicBezTo>
                  <a:pt x="10972800" y="1382224"/>
                  <a:pt x="10881824" y="1473200"/>
                  <a:pt x="10769600" y="1473200"/>
                </a:cubicBezTo>
                <a:lnTo>
                  <a:pt x="203200" y="1473200"/>
                </a:lnTo>
                <a:cubicBezTo>
                  <a:pt x="90976" y="1473200"/>
                  <a:pt x="0" y="1382224"/>
                  <a:pt x="0" y="1270000"/>
                </a:cubicBezTo>
                <a:lnTo>
                  <a:pt x="0" y="203200"/>
                </a:lnTo>
                <a:close/>
              </a:path>
            </a:pathLst>
          </a:custGeom>
          <a:gradFill>
            <a:gsLst>
              <a:gs pos="0">
                <a:schemeClr val="accent1">
                  <a:lumMod val="0"/>
                  <a:lumOff val="100000"/>
                </a:schemeClr>
              </a:gs>
              <a:gs pos="100000">
                <a:schemeClr val="accent1">
                  <a:lumMod val="0"/>
                  <a:lumOff val="100000"/>
                </a:schemeClr>
              </a:gs>
            </a:gsLst>
            <a:lin ang="5400000"/>
          </a:gra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29" name="图片占位符 28"/>
          <p:cNvSpPr>
            <a:spLocks noGrp="1"/>
          </p:cNvSpPr>
          <p:nvPr>
            <p:ph type="pic" idx="16396" hasCustomPrompt="1"/>
            <p:custDataLst>
              <p:tags r:id="rId14"/>
            </p:custDataLst>
          </p:nvPr>
        </p:nvSpPr>
        <p:spPr>
          <a:xfrm>
            <a:off x="914400" y="5130800"/>
            <a:ext cx="762000" cy="762000"/>
          </a:xfrm>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p>
        </p:txBody>
      </p:sp>
      <p:sp>
        <p:nvSpPr>
          <p:cNvPr id="30" name="文本占位符 29"/>
          <p:cNvSpPr>
            <a:spLocks noGrp="1"/>
          </p:cNvSpPr>
          <p:nvPr>
            <p:ph type="body" idx="16390" hasCustomPrompt="1"/>
            <p:custDataLst>
              <p:tags r:id="rId15"/>
            </p:custDataLst>
          </p:nvPr>
        </p:nvSpPr>
        <p:spPr>
          <a:xfrm>
            <a:off x="1879600" y="5130800"/>
            <a:ext cx="93980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31" name="文本占位符 30"/>
          <p:cNvSpPr>
            <a:spLocks noGrp="1"/>
          </p:cNvSpPr>
          <p:nvPr>
            <p:ph type="body" idx="16391" hasCustomPrompt="1"/>
            <p:custDataLst>
              <p:tags r:id="rId16"/>
            </p:custDataLst>
          </p:nvPr>
        </p:nvSpPr>
        <p:spPr>
          <a:xfrm>
            <a:off x="1879600" y="5588000"/>
            <a:ext cx="9398000" cy="3048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Tree>
    <p:extLst>
      <p:ext uri="{BB962C8B-B14F-4D97-AF65-F5344CB8AC3E}">
        <p14:creationId xmlns:p14="http://schemas.microsoft.com/office/powerpoint/2010/main" val="4286214138"/>
      </p:ext>
    </p:extLst>
  </p:cSld>
  <p:clrMapOvr>
    <a:overrideClrMapping bg1="lt1" tx1="dk1" bg2="lt2" tx2="dk2" accent1="accent1" accent2="accent2" accent3="accent3" accent4="accent4" accent5="accent5" accent6="accent6" hlink="hlink" folHlink="folHlink"/>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正文页-42_8">
    <p:bg>
      <p:bgRef idx="1001">
        <a:schemeClr val="bg2"/>
      </p:bgRef>
    </p:bg>
    <p:spTree>
      <p:nvGrpSpPr>
        <p:cNvPr id="1" name=""/>
        <p:cNvGrpSpPr/>
        <p:nvPr/>
      </p:nvGrpSpPr>
      <p:grpSpPr>
        <a:xfrm>
          <a:off x="0" y="0"/>
          <a:ext cx="0" cy="0"/>
          <a:chOff x="0" y="0"/>
          <a:chExt cx="0" cy="0"/>
        </a:xfrm>
      </p:grpSpPr>
      <p:sp>
        <p:nvSpPr>
          <p:cNvPr id="8" name="日期占位符 7"/>
          <p:cNvSpPr>
            <a:spLocks noGrp="1"/>
          </p:cNvSpPr>
          <p:nvPr>
            <p:ph type="dt" sz="half" idx="10"/>
            <p:custDataLst>
              <p:tags r:id="rId1"/>
            </p:custDataLst>
          </p:nvPr>
        </p:nvSpPr>
        <p:spPr/>
        <p:txBody>
          <a:bodyPr wrap="square">
            <a:normAutofit/>
          </a:bodyPr>
          <a:lstStyle/>
          <a:p>
            <a:fld id="{5592522B-0F24-4480-B9DD-A9474A6880D6}" type="datetimeFigureOut">
              <a:rPr lang="zh-CN" altLang="en-US" smtClean="0"/>
              <a:t>2026/10/10</a:t>
            </a:fld>
            <a:endParaRPr lang="zh-CN" altLang="en-US"/>
          </a:p>
        </p:txBody>
      </p:sp>
      <p:sp>
        <p:nvSpPr>
          <p:cNvPr id="9" name="页脚占位符 8"/>
          <p:cNvSpPr>
            <a:spLocks noGrp="1"/>
          </p:cNvSpPr>
          <p:nvPr>
            <p:ph type="ftr" sz="quarter" idx="11"/>
            <p:custDataLst>
              <p:tags r:id="rId2"/>
            </p:custDataLst>
          </p:nvPr>
        </p:nvSpPr>
        <p:spPr/>
        <p:txBody>
          <a:bodyPr/>
          <a:lstStyle/>
          <a:p>
            <a:endParaRPr lang="zh-CN" altLang="en-US"/>
          </a:p>
        </p:txBody>
      </p:sp>
      <p:sp>
        <p:nvSpPr>
          <p:cNvPr id="10" name="灯片编号占位符 9"/>
          <p:cNvSpPr>
            <a:spLocks noGrp="1"/>
          </p:cNvSpPr>
          <p:nvPr>
            <p:ph type="sldNum" sz="quarter" idx="12"/>
            <p:custDataLst>
              <p:tags r:id="rId3"/>
            </p:custDataLst>
          </p:nvPr>
        </p:nvSpPr>
        <p:spPr/>
        <p:txBody>
          <a:bodyPr wrap="square">
            <a:normAutofit/>
          </a:bodyPr>
          <a:lstStyle/>
          <a:p>
            <a:fld id="{BE5F26B5-172A-4DC2-B0B7-181CFC56B87C}" type="slidenum">
              <a:rPr lang="zh-CN" altLang="en-US" smtClean="0"/>
              <a:t>‹#›</a:t>
            </a:fld>
            <a:endParaRPr lang="zh-CN" altLang="en-US"/>
          </a:p>
        </p:txBody>
      </p:sp>
      <p:sp>
        <p:nvSpPr>
          <p:cNvPr id="7" name="内容占位符 6"/>
          <p:cNvSpPr>
            <a:spLocks noGrp="1"/>
          </p:cNvSpPr>
          <p:nvPr>
            <p:ph idx="16390" hasCustomPrompt="1"/>
            <p:custDataLst>
              <p:tags r:id="rId4"/>
            </p:custDataLst>
          </p:nvPr>
        </p:nvSpPr>
        <p:spPr>
          <a:xfrm>
            <a:off x="609600" y="1524000"/>
            <a:ext cx="10972800" cy="3149600"/>
          </a:xfrm>
          <a:custGeom>
            <a:avLst/>
            <a:gdLst>
              <a:gd name="connisteX0" fmla="*/ 0 w 10972800"/>
              <a:gd name="connsiteY0" fmla="*/ 203200 h 3149600"/>
              <a:gd name="connisteX1" fmla="*/ 203200 w 10972800"/>
              <a:gd name="connsiteY1" fmla="*/ 0 h 3149600"/>
              <a:gd name="connisteX2" fmla="*/ 10769600 w 10972800"/>
              <a:gd name="connsiteY2" fmla="*/ 0 h 3149600"/>
              <a:gd name="connisteX3" fmla="*/ 10972800 w 10972800"/>
              <a:gd name="connsiteY3" fmla="*/ 203200 h 3149600"/>
              <a:gd name="connisteX4" fmla="*/ 10972800 w 10972800"/>
              <a:gd name="connsiteY4" fmla="*/ 2946400 h 3149600"/>
              <a:gd name="connisteX5" fmla="*/ 10769600 w 10972800"/>
              <a:gd name="connsiteY5" fmla="*/ 3149600 h 3149600"/>
              <a:gd name="connisteX6" fmla="*/ 203200 w 10972800"/>
              <a:gd name="connsiteY6" fmla="*/ 3149600 h 3149600"/>
              <a:gd name="connisteX7" fmla="*/ 0 w 10972800"/>
              <a:gd name="connsiteY7" fmla="*/ 2946400 h 3149600"/>
              <a:gd name="connisteX8" fmla="*/ 0 w 10972800"/>
              <a:gd name="connsiteY8" fmla="*/ 203200 h 31496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10972800" h="3149600">
                <a:moveTo>
                  <a:pt x="0" y="203200"/>
                </a:moveTo>
                <a:cubicBezTo>
                  <a:pt x="0" y="90976"/>
                  <a:pt x="90976" y="0"/>
                  <a:pt x="203200" y="0"/>
                </a:cubicBezTo>
                <a:lnTo>
                  <a:pt x="10769600" y="0"/>
                </a:lnTo>
                <a:cubicBezTo>
                  <a:pt x="10881824" y="0"/>
                  <a:pt x="10972800" y="90976"/>
                  <a:pt x="10972800" y="203200"/>
                </a:cubicBezTo>
                <a:lnTo>
                  <a:pt x="10972800" y="2946400"/>
                </a:lnTo>
                <a:cubicBezTo>
                  <a:pt x="10972800" y="3058624"/>
                  <a:pt x="10881824" y="3149600"/>
                  <a:pt x="10769600" y="3149600"/>
                </a:cubicBezTo>
                <a:lnTo>
                  <a:pt x="203200" y="3149600"/>
                </a:lnTo>
                <a:cubicBezTo>
                  <a:pt x="90976" y="3149600"/>
                  <a:pt x="0" y="3058624"/>
                  <a:pt x="0" y="2946400"/>
                </a:cubicBezTo>
                <a:lnTo>
                  <a:pt x="0" y="203200"/>
                </a:lnTo>
                <a:close/>
              </a:path>
            </a:pathLst>
          </a:custGeom>
          <a:solidFill>
            <a:srgbClr val="DDDDDD"/>
          </a:solidFill>
          <a:ln>
            <a:noFill/>
          </a:ln>
        </p:spPr>
        <p:txBody>
          <a:bodyPr>
            <a:norm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6" name="标题 5"/>
          <p:cNvSpPr>
            <a:spLocks noGrp="1"/>
          </p:cNvSpPr>
          <p:nvPr>
            <p:ph type="ctrTitle" idx="16385" hasCustomPrompt="1"/>
            <p:custDataLst>
              <p:tags r:id="rId5"/>
            </p:custDataLst>
          </p:nvPr>
        </p:nvSpPr>
        <p:spPr>
          <a:xfrm>
            <a:off x="609600" y="533400"/>
            <a:ext cx="10972800" cy="609600"/>
          </a:xfrm>
          <a:noFill/>
        </p:spPr>
        <p:txBody>
          <a:bodyPr vert="horz" wrap="square" lIns="0" tIns="0" rIns="0" bIns="0" rtlCol="0" anchor="t" anchorCtr="0">
            <a:normAutofit/>
          </a:bodyPr>
          <a:lstStyle>
            <a:lvl1pPr marL="0" marR="0" indent="0" algn="l" defTabSz="914400" rtl="0" eaLnBrk="1" fontAlgn="auto" latinLnBrk="0" hangingPunct="1">
              <a:lnSpc>
                <a:spcPct val="111000"/>
              </a:lnSpc>
              <a:spcBef>
                <a:spcPct val="0"/>
              </a:spcBef>
              <a:spcAft>
                <a:spcPct val="0"/>
              </a:spcAft>
              <a:buClrTx/>
              <a:buSzTx/>
              <a:buFontTx/>
              <a:buNone/>
              <a:defRPr kumimoji="0" lang="zh-CN" altLang="en-US" sz="3600" b="1" i="0" u="none" strike="noStrike" kern="1200" cap="none" spc="0" normalizeH="0" baseline="0" noProof="1">
                <a:solidFill>
                  <a:schemeClr val="tx1"/>
                </a:solidFill>
                <a:latin typeface="+mj-lt"/>
                <a:ea typeface="+mj-ea"/>
                <a:cs typeface="+mj-cs"/>
              </a:defRPr>
            </a:lvl1pPr>
          </a:lstStyle>
          <a:p>
            <a:pPr lvl="0"/>
            <a:r>
              <a:rPr>
                <a:sym typeface="+mn-ea"/>
              </a:rPr>
              <a:t>单击此处添加标题</a:t>
            </a:r>
          </a:p>
        </p:txBody>
      </p:sp>
      <p:sp>
        <p:nvSpPr>
          <p:cNvPr id="21" name="装饰  0"/>
          <p:cNvSpPr>
            <a:spLocks noGrp="1"/>
          </p:cNvSpPr>
          <p:nvPr>
            <p:ph type="body" idx="16391" hasCustomPrompt="1"/>
            <p:custDataLst>
              <p:tags r:id="rId6"/>
            </p:custDataLst>
          </p:nvPr>
        </p:nvSpPr>
        <p:spPr>
          <a:xfrm>
            <a:off x="609600" y="5130800"/>
            <a:ext cx="50800" cy="1117600"/>
          </a:xfrm>
          <a:custGeom>
            <a:avLst/>
            <a:gdLst>
              <a:gd name="connisteX0" fmla="*/ 0 w 50800"/>
              <a:gd name="connsiteY0" fmla="*/ 25400 h 1117600"/>
              <a:gd name="connisteX1" fmla="*/ 25400 w 50800"/>
              <a:gd name="connsiteY1" fmla="*/ 0 h 1117600"/>
              <a:gd name="connisteX2" fmla="*/ 25400 w 50800"/>
              <a:gd name="connsiteY2" fmla="*/ 0 h 1117600"/>
              <a:gd name="connisteX3" fmla="*/ 50800 w 50800"/>
              <a:gd name="connsiteY3" fmla="*/ 25400 h 1117600"/>
              <a:gd name="connisteX4" fmla="*/ 50800 w 50800"/>
              <a:gd name="connsiteY4" fmla="*/ 1092200 h 1117600"/>
              <a:gd name="connisteX5" fmla="*/ 25400 w 50800"/>
              <a:gd name="connsiteY5" fmla="*/ 1117600 h 1117600"/>
              <a:gd name="connisteX6" fmla="*/ 25400 w 50800"/>
              <a:gd name="connsiteY6" fmla="*/ 1117600 h 1117600"/>
              <a:gd name="connisteX7" fmla="*/ 0 w 50800"/>
              <a:gd name="connsiteY7" fmla="*/ 1092200 h 1117600"/>
              <a:gd name="connisteX8" fmla="*/ 0 w 50800"/>
              <a:gd name="connsiteY8" fmla="*/ 25400 h 11176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50800" h="1117600">
                <a:moveTo>
                  <a:pt x="0" y="25400"/>
                </a:moveTo>
                <a:cubicBezTo>
                  <a:pt x="0" y="11372"/>
                  <a:pt x="11372" y="0"/>
                  <a:pt x="25400" y="0"/>
                </a:cubicBezTo>
                <a:lnTo>
                  <a:pt x="25400" y="0"/>
                </a:lnTo>
                <a:cubicBezTo>
                  <a:pt x="39428" y="0"/>
                  <a:pt x="50800" y="11372"/>
                  <a:pt x="50800" y="25400"/>
                </a:cubicBezTo>
                <a:lnTo>
                  <a:pt x="50800" y="1092200"/>
                </a:lnTo>
                <a:cubicBezTo>
                  <a:pt x="50800" y="1106228"/>
                  <a:pt x="39428" y="1117600"/>
                  <a:pt x="25400" y="1117600"/>
                </a:cubicBezTo>
                <a:lnTo>
                  <a:pt x="25400" y="1117600"/>
                </a:lnTo>
                <a:cubicBezTo>
                  <a:pt x="11372" y="1117600"/>
                  <a:pt x="0" y="1106228"/>
                  <a:pt x="0" y="1092200"/>
                </a:cubicBezTo>
                <a:lnTo>
                  <a:pt x="0" y="254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22" name="文本占位符 21"/>
          <p:cNvSpPr>
            <a:spLocks noGrp="1"/>
          </p:cNvSpPr>
          <p:nvPr>
            <p:ph type="body" idx="16386" hasCustomPrompt="1"/>
            <p:custDataLst>
              <p:tags r:id="rId7"/>
            </p:custDataLst>
          </p:nvPr>
        </p:nvSpPr>
        <p:spPr>
          <a:xfrm>
            <a:off x="762000" y="5130800"/>
            <a:ext cx="50292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23" name="文本占位符 22"/>
          <p:cNvSpPr>
            <a:spLocks noGrp="1"/>
          </p:cNvSpPr>
          <p:nvPr>
            <p:ph type="body" idx="16387" hasCustomPrompt="1"/>
            <p:custDataLst>
              <p:tags r:id="rId8"/>
            </p:custDataLst>
          </p:nvPr>
        </p:nvSpPr>
        <p:spPr>
          <a:xfrm>
            <a:off x="762000" y="5638800"/>
            <a:ext cx="5029200" cy="6096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
        <p:nvSpPr>
          <p:cNvPr id="24" name="装饰  3"/>
          <p:cNvSpPr>
            <a:spLocks noGrp="1"/>
          </p:cNvSpPr>
          <p:nvPr>
            <p:ph type="body" idx="16392" hasCustomPrompt="1"/>
            <p:custDataLst>
              <p:tags r:id="rId9"/>
            </p:custDataLst>
          </p:nvPr>
        </p:nvSpPr>
        <p:spPr>
          <a:xfrm>
            <a:off x="6400800" y="5130800"/>
            <a:ext cx="50800" cy="1117600"/>
          </a:xfrm>
          <a:custGeom>
            <a:avLst/>
            <a:gdLst>
              <a:gd name="connisteX0" fmla="*/ 0 w 50800"/>
              <a:gd name="connsiteY0" fmla="*/ 25400 h 1117600"/>
              <a:gd name="connisteX1" fmla="*/ 25400 w 50800"/>
              <a:gd name="connsiteY1" fmla="*/ 0 h 1117600"/>
              <a:gd name="connisteX2" fmla="*/ 25400 w 50800"/>
              <a:gd name="connsiteY2" fmla="*/ 0 h 1117600"/>
              <a:gd name="connisteX3" fmla="*/ 50800 w 50800"/>
              <a:gd name="connsiteY3" fmla="*/ 25400 h 1117600"/>
              <a:gd name="connisteX4" fmla="*/ 50800 w 50800"/>
              <a:gd name="connsiteY4" fmla="*/ 1092200 h 1117600"/>
              <a:gd name="connisteX5" fmla="*/ 25400 w 50800"/>
              <a:gd name="connsiteY5" fmla="*/ 1117600 h 1117600"/>
              <a:gd name="connisteX6" fmla="*/ 25400 w 50800"/>
              <a:gd name="connsiteY6" fmla="*/ 1117600 h 1117600"/>
              <a:gd name="connisteX7" fmla="*/ 0 w 50800"/>
              <a:gd name="connsiteY7" fmla="*/ 1092200 h 1117600"/>
              <a:gd name="connisteX8" fmla="*/ 0 w 50800"/>
              <a:gd name="connsiteY8" fmla="*/ 25400 h 11176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50800" h="1117600">
                <a:moveTo>
                  <a:pt x="0" y="25400"/>
                </a:moveTo>
                <a:cubicBezTo>
                  <a:pt x="0" y="11372"/>
                  <a:pt x="11372" y="0"/>
                  <a:pt x="25400" y="0"/>
                </a:cubicBezTo>
                <a:lnTo>
                  <a:pt x="25400" y="0"/>
                </a:lnTo>
                <a:cubicBezTo>
                  <a:pt x="39428" y="0"/>
                  <a:pt x="50800" y="11372"/>
                  <a:pt x="50800" y="25400"/>
                </a:cubicBezTo>
                <a:lnTo>
                  <a:pt x="50800" y="1092200"/>
                </a:lnTo>
                <a:cubicBezTo>
                  <a:pt x="50800" y="1106228"/>
                  <a:pt x="39428" y="1117600"/>
                  <a:pt x="25400" y="1117600"/>
                </a:cubicBezTo>
                <a:lnTo>
                  <a:pt x="25400" y="1117600"/>
                </a:lnTo>
                <a:cubicBezTo>
                  <a:pt x="11372" y="1117600"/>
                  <a:pt x="0" y="1106228"/>
                  <a:pt x="0" y="1092200"/>
                </a:cubicBezTo>
                <a:lnTo>
                  <a:pt x="0" y="254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25" name="文本占位符 24"/>
          <p:cNvSpPr>
            <a:spLocks noGrp="1"/>
          </p:cNvSpPr>
          <p:nvPr>
            <p:ph type="body" idx="16388" hasCustomPrompt="1"/>
            <p:custDataLst>
              <p:tags r:id="rId10"/>
            </p:custDataLst>
          </p:nvPr>
        </p:nvSpPr>
        <p:spPr>
          <a:xfrm>
            <a:off x="6553200" y="5130800"/>
            <a:ext cx="50292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26" name="文本占位符 25"/>
          <p:cNvSpPr>
            <a:spLocks noGrp="1"/>
          </p:cNvSpPr>
          <p:nvPr>
            <p:ph type="body" idx="16389" hasCustomPrompt="1"/>
            <p:custDataLst>
              <p:tags r:id="rId11"/>
            </p:custDataLst>
          </p:nvPr>
        </p:nvSpPr>
        <p:spPr>
          <a:xfrm>
            <a:off x="6553200" y="5638800"/>
            <a:ext cx="5029200" cy="6096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Tree>
    <p:extLst>
      <p:ext uri="{BB962C8B-B14F-4D97-AF65-F5344CB8AC3E}">
        <p14:creationId xmlns:p14="http://schemas.microsoft.com/office/powerpoint/2010/main" val="3522990615"/>
      </p:ext>
    </p:extLst>
  </p:cSld>
  <p:clrMapOvr>
    <a:overrideClrMapping bg1="lt1" tx1="dk1" bg2="lt2" tx2="dk2" accent1="accent1" accent2="accent2" accent3="accent3" accent4="accent4" accent5="accent5" accent6="accent6" hlink="hlink" folHlink="folHlink"/>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正文页-10003_24">
    <p:bg>
      <p:bgRef idx="1001">
        <a:schemeClr val="bg2"/>
      </p:bgRef>
    </p:bg>
    <p:spTree>
      <p:nvGrpSpPr>
        <p:cNvPr id="1" name=""/>
        <p:cNvGrpSpPr/>
        <p:nvPr/>
      </p:nvGrpSpPr>
      <p:grpSpPr>
        <a:xfrm>
          <a:off x="0" y="0"/>
          <a:ext cx="0" cy="0"/>
          <a:chOff x="0" y="0"/>
          <a:chExt cx="0" cy="0"/>
        </a:xfrm>
      </p:grpSpPr>
      <p:sp>
        <p:nvSpPr>
          <p:cNvPr id="8" name="日期占位符 7"/>
          <p:cNvSpPr>
            <a:spLocks noGrp="1"/>
          </p:cNvSpPr>
          <p:nvPr>
            <p:ph type="dt" sz="half" idx="10"/>
            <p:custDataLst>
              <p:tags r:id="rId1"/>
            </p:custDataLst>
          </p:nvPr>
        </p:nvSpPr>
        <p:spPr/>
        <p:txBody>
          <a:bodyPr wrap="square">
            <a:normAutofit/>
          </a:bodyPr>
          <a:lstStyle/>
          <a:p>
            <a:fld id="{5592522B-0F24-4480-B9DD-A9474A6880D6}" type="datetimeFigureOut">
              <a:rPr lang="zh-CN" altLang="en-US" smtClean="0"/>
              <a:t>2026/10/10</a:t>
            </a:fld>
            <a:endParaRPr lang="zh-CN" altLang="en-US"/>
          </a:p>
        </p:txBody>
      </p:sp>
      <p:sp>
        <p:nvSpPr>
          <p:cNvPr id="9" name="页脚占位符 8"/>
          <p:cNvSpPr>
            <a:spLocks noGrp="1"/>
          </p:cNvSpPr>
          <p:nvPr>
            <p:ph type="ftr" sz="quarter" idx="11"/>
            <p:custDataLst>
              <p:tags r:id="rId2"/>
            </p:custDataLst>
          </p:nvPr>
        </p:nvSpPr>
        <p:spPr/>
        <p:txBody>
          <a:bodyPr/>
          <a:lstStyle/>
          <a:p>
            <a:endParaRPr lang="zh-CN" altLang="en-US"/>
          </a:p>
        </p:txBody>
      </p:sp>
      <p:sp>
        <p:nvSpPr>
          <p:cNvPr id="10" name="灯片编号占位符 9"/>
          <p:cNvSpPr>
            <a:spLocks noGrp="1"/>
          </p:cNvSpPr>
          <p:nvPr>
            <p:ph type="sldNum" sz="quarter" idx="12"/>
            <p:custDataLst>
              <p:tags r:id="rId3"/>
            </p:custDataLst>
          </p:nvPr>
        </p:nvSpPr>
        <p:spPr/>
        <p:txBody>
          <a:bodyPr wrap="square">
            <a:normAutofit/>
          </a:bodyPr>
          <a:lstStyle/>
          <a:p>
            <a:fld id="{BE5F26B5-172A-4DC2-B0B7-181CFC56B87C}" type="slidenum">
              <a:rPr lang="zh-CN" altLang="en-US" smtClean="0"/>
              <a:t>‹#›</a:t>
            </a:fld>
            <a:endParaRPr lang="zh-CN" altLang="en-US"/>
          </a:p>
        </p:txBody>
      </p:sp>
      <p:sp>
        <p:nvSpPr>
          <p:cNvPr id="7" name="文本占位符 6"/>
          <p:cNvSpPr>
            <a:spLocks noGrp="1"/>
          </p:cNvSpPr>
          <p:nvPr>
            <p:ph type="body" idx="16386" hasCustomPrompt="1"/>
            <p:custDataLst>
              <p:tags r:id="rId4"/>
            </p:custDataLst>
          </p:nvPr>
        </p:nvSpPr>
        <p:spPr>
          <a:xfrm>
            <a:off x="609600" y="1524000"/>
            <a:ext cx="2514600" cy="406400"/>
          </a:xfrm>
          <a:noFill/>
        </p:spPr>
        <p:txBody>
          <a:bodyPr lIns="0" tIns="0" rIns="0" bIns="0" anchor="t">
            <a:normAutofit/>
          </a:bodyPr>
          <a:lstStyle>
            <a:lvl1pPr marL="0" indent="0" algn="ctr">
              <a:lnSpc>
                <a:spcPct val="111000"/>
              </a:lnSpc>
              <a:spcBef>
                <a:spcPct val="0"/>
              </a:spcBef>
              <a:spcAft>
                <a:spcPct val="0"/>
              </a:spcAft>
              <a:buNone/>
              <a:defRPr sz="2400" b="0" spc="0">
                <a:solidFill>
                  <a:schemeClr val="tx1"/>
                </a:solidFill>
              </a:defRPr>
            </a:lvl1pPr>
          </a:lstStyle>
          <a:p>
            <a:pPr lvl="0"/>
            <a:r>
              <a:rPr lang="zh-CN" altLang="en-US"/>
              <a:t>单击添加项标题</a:t>
            </a:r>
          </a:p>
        </p:txBody>
      </p:sp>
      <p:sp>
        <p:nvSpPr>
          <p:cNvPr id="6" name="标题 5"/>
          <p:cNvSpPr>
            <a:spLocks noGrp="1"/>
          </p:cNvSpPr>
          <p:nvPr>
            <p:ph type="ctrTitle" idx="16385" hasCustomPrompt="1"/>
            <p:custDataLst>
              <p:tags r:id="rId5"/>
            </p:custDataLst>
          </p:nvPr>
        </p:nvSpPr>
        <p:spPr>
          <a:xfrm>
            <a:off x="609600" y="533400"/>
            <a:ext cx="10972800" cy="609600"/>
          </a:xfrm>
          <a:noFill/>
        </p:spPr>
        <p:txBody>
          <a:bodyPr vert="horz" wrap="square" lIns="0" tIns="0" rIns="0" bIns="0" rtlCol="0" anchor="t" anchorCtr="0">
            <a:normAutofit/>
          </a:bodyPr>
          <a:lstStyle>
            <a:lvl1pPr marL="0" marR="0" indent="0" algn="l" defTabSz="914400" rtl="0" eaLnBrk="1" fontAlgn="auto" latinLnBrk="0" hangingPunct="1">
              <a:lnSpc>
                <a:spcPct val="111000"/>
              </a:lnSpc>
              <a:spcBef>
                <a:spcPct val="0"/>
              </a:spcBef>
              <a:spcAft>
                <a:spcPct val="0"/>
              </a:spcAft>
              <a:buClrTx/>
              <a:buSzTx/>
              <a:buFontTx/>
              <a:buNone/>
              <a:defRPr kumimoji="0" lang="zh-CN" altLang="en-US" sz="3600" b="1" i="0" u="none" strike="noStrike" kern="1200" cap="none" spc="0" normalizeH="0" baseline="0" noProof="1">
                <a:solidFill>
                  <a:schemeClr val="tx1"/>
                </a:solidFill>
                <a:latin typeface="+mj-lt"/>
                <a:ea typeface="+mj-ea"/>
                <a:cs typeface="+mj-cs"/>
              </a:defRPr>
            </a:lvl1pPr>
          </a:lstStyle>
          <a:p>
            <a:pPr lvl="0"/>
            <a:r>
              <a:rPr>
                <a:sym typeface="+mn-ea"/>
              </a:rPr>
              <a:t>单击此处添加标题</a:t>
            </a:r>
          </a:p>
        </p:txBody>
      </p:sp>
      <p:sp>
        <p:nvSpPr>
          <p:cNvPr id="21" name="装饰  0"/>
          <p:cNvSpPr>
            <a:spLocks noGrp="1"/>
          </p:cNvSpPr>
          <p:nvPr>
            <p:ph type="body" idx="16394" hasCustomPrompt="1"/>
            <p:custDataLst>
              <p:tags r:id="rId6"/>
            </p:custDataLst>
          </p:nvPr>
        </p:nvSpPr>
        <p:spPr>
          <a:xfrm>
            <a:off x="609600" y="2082800"/>
            <a:ext cx="2514600" cy="4165600"/>
          </a:xfrm>
          <a:custGeom>
            <a:avLst/>
            <a:gdLst>
              <a:gd name="connisteX0" fmla="*/ 0 w 2514600"/>
              <a:gd name="connsiteY0" fmla="*/ 203200 h 4165600"/>
              <a:gd name="connisteX1" fmla="*/ 203200 w 2514600"/>
              <a:gd name="connsiteY1" fmla="*/ 0 h 4165600"/>
              <a:gd name="connisteX2" fmla="*/ 2311400 w 2514600"/>
              <a:gd name="connsiteY2" fmla="*/ 0 h 4165600"/>
              <a:gd name="connisteX3" fmla="*/ 2514600 w 2514600"/>
              <a:gd name="connsiteY3" fmla="*/ 203200 h 4165600"/>
              <a:gd name="connisteX4" fmla="*/ 2514600 w 2514600"/>
              <a:gd name="connsiteY4" fmla="*/ 3962400 h 4165600"/>
              <a:gd name="connisteX5" fmla="*/ 2311400 w 2514600"/>
              <a:gd name="connsiteY5" fmla="*/ 4165600 h 4165600"/>
              <a:gd name="connisteX6" fmla="*/ 203200 w 2514600"/>
              <a:gd name="connsiteY6" fmla="*/ 4165600 h 4165600"/>
              <a:gd name="connisteX7" fmla="*/ 0 w 2514600"/>
              <a:gd name="connsiteY7" fmla="*/ 3962400 h 4165600"/>
              <a:gd name="connisteX8" fmla="*/ 0 w 2514600"/>
              <a:gd name="connsiteY8" fmla="*/ 203200 h 41656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2514600" h="4165600">
                <a:moveTo>
                  <a:pt x="0" y="203200"/>
                </a:moveTo>
                <a:cubicBezTo>
                  <a:pt x="0" y="90976"/>
                  <a:pt x="90976" y="0"/>
                  <a:pt x="203200" y="0"/>
                </a:cubicBezTo>
                <a:lnTo>
                  <a:pt x="2311400" y="0"/>
                </a:lnTo>
                <a:cubicBezTo>
                  <a:pt x="2423624" y="0"/>
                  <a:pt x="2514600" y="90976"/>
                  <a:pt x="2514600" y="203200"/>
                </a:cubicBezTo>
                <a:lnTo>
                  <a:pt x="2514600" y="3962400"/>
                </a:lnTo>
                <a:cubicBezTo>
                  <a:pt x="2514600" y="4074624"/>
                  <a:pt x="2423624" y="4165600"/>
                  <a:pt x="2311400" y="4165600"/>
                </a:cubicBezTo>
                <a:lnTo>
                  <a:pt x="203200" y="4165600"/>
                </a:lnTo>
                <a:cubicBezTo>
                  <a:pt x="90976" y="4165600"/>
                  <a:pt x="0" y="4074624"/>
                  <a:pt x="0" y="3962400"/>
                </a:cubicBezTo>
                <a:lnTo>
                  <a:pt x="0" y="203200"/>
                </a:lnTo>
                <a:close/>
              </a:path>
            </a:pathLst>
          </a:custGeom>
          <a:gradFill>
            <a:gsLst>
              <a:gs pos="0">
                <a:schemeClr val="accent1">
                  <a:lumMod val="0"/>
                  <a:lumOff val="100000"/>
                </a:schemeClr>
              </a:gs>
              <a:gs pos="100000">
                <a:schemeClr val="accent1">
                  <a:lumMod val="0"/>
                  <a:lumOff val="100000"/>
                </a:schemeClr>
              </a:gs>
            </a:gsLst>
            <a:lin ang="5400000"/>
          </a:gra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22" name="文本占位符 21"/>
          <p:cNvSpPr>
            <a:spLocks noGrp="1"/>
          </p:cNvSpPr>
          <p:nvPr>
            <p:ph type="body" idx="16387" hasCustomPrompt="1"/>
            <p:custDataLst>
              <p:tags r:id="rId7"/>
            </p:custDataLst>
          </p:nvPr>
        </p:nvSpPr>
        <p:spPr>
          <a:xfrm>
            <a:off x="914400" y="2336800"/>
            <a:ext cx="1905000" cy="36576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
        <p:nvSpPr>
          <p:cNvPr id="23" name="文本占位符 22"/>
          <p:cNvSpPr>
            <a:spLocks noGrp="1"/>
          </p:cNvSpPr>
          <p:nvPr>
            <p:ph type="body" idx="16388" hasCustomPrompt="1"/>
            <p:custDataLst>
              <p:tags r:id="rId8"/>
            </p:custDataLst>
          </p:nvPr>
        </p:nvSpPr>
        <p:spPr>
          <a:xfrm>
            <a:off x="3429000" y="1524000"/>
            <a:ext cx="2514600" cy="406400"/>
          </a:xfrm>
          <a:noFill/>
        </p:spPr>
        <p:txBody>
          <a:bodyPr lIns="0" tIns="0" rIns="0" bIns="0" anchor="t">
            <a:normAutofit/>
          </a:bodyPr>
          <a:lstStyle>
            <a:lvl1pPr marL="0" indent="0" algn="ctr">
              <a:lnSpc>
                <a:spcPct val="111000"/>
              </a:lnSpc>
              <a:spcBef>
                <a:spcPct val="0"/>
              </a:spcBef>
              <a:spcAft>
                <a:spcPct val="0"/>
              </a:spcAft>
              <a:buNone/>
              <a:defRPr sz="2400" b="0" spc="0">
                <a:solidFill>
                  <a:schemeClr val="tx1"/>
                </a:solidFill>
              </a:defRPr>
            </a:lvl1pPr>
          </a:lstStyle>
          <a:p>
            <a:pPr lvl="0"/>
            <a:r>
              <a:rPr lang="zh-CN" altLang="en-US"/>
              <a:t>单击添加项标题</a:t>
            </a:r>
          </a:p>
        </p:txBody>
      </p:sp>
      <p:sp>
        <p:nvSpPr>
          <p:cNvPr id="24" name="装饰  3"/>
          <p:cNvSpPr>
            <a:spLocks noGrp="1"/>
          </p:cNvSpPr>
          <p:nvPr>
            <p:ph type="body" idx="16395" hasCustomPrompt="1"/>
            <p:custDataLst>
              <p:tags r:id="rId9"/>
            </p:custDataLst>
          </p:nvPr>
        </p:nvSpPr>
        <p:spPr>
          <a:xfrm>
            <a:off x="3429000" y="2082800"/>
            <a:ext cx="2514600" cy="4165600"/>
          </a:xfrm>
          <a:custGeom>
            <a:avLst/>
            <a:gdLst>
              <a:gd name="connisteX0" fmla="*/ 0 w 2514600"/>
              <a:gd name="connsiteY0" fmla="*/ 203200 h 4165600"/>
              <a:gd name="connisteX1" fmla="*/ 203200 w 2514600"/>
              <a:gd name="connsiteY1" fmla="*/ 0 h 4165600"/>
              <a:gd name="connisteX2" fmla="*/ 2311400 w 2514600"/>
              <a:gd name="connsiteY2" fmla="*/ 0 h 4165600"/>
              <a:gd name="connisteX3" fmla="*/ 2514600 w 2514600"/>
              <a:gd name="connsiteY3" fmla="*/ 203200 h 4165600"/>
              <a:gd name="connisteX4" fmla="*/ 2514600 w 2514600"/>
              <a:gd name="connsiteY4" fmla="*/ 3962400 h 4165600"/>
              <a:gd name="connisteX5" fmla="*/ 2311400 w 2514600"/>
              <a:gd name="connsiteY5" fmla="*/ 4165600 h 4165600"/>
              <a:gd name="connisteX6" fmla="*/ 203200 w 2514600"/>
              <a:gd name="connsiteY6" fmla="*/ 4165600 h 4165600"/>
              <a:gd name="connisteX7" fmla="*/ 0 w 2514600"/>
              <a:gd name="connsiteY7" fmla="*/ 3962400 h 4165600"/>
              <a:gd name="connisteX8" fmla="*/ 0 w 2514600"/>
              <a:gd name="connsiteY8" fmla="*/ 203200 h 41656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2514600" h="4165600">
                <a:moveTo>
                  <a:pt x="0" y="203200"/>
                </a:moveTo>
                <a:cubicBezTo>
                  <a:pt x="0" y="90976"/>
                  <a:pt x="90976" y="0"/>
                  <a:pt x="203200" y="0"/>
                </a:cubicBezTo>
                <a:lnTo>
                  <a:pt x="2311400" y="0"/>
                </a:lnTo>
                <a:cubicBezTo>
                  <a:pt x="2423624" y="0"/>
                  <a:pt x="2514600" y="90976"/>
                  <a:pt x="2514600" y="203200"/>
                </a:cubicBezTo>
                <a:lnTo>
                  <a:pt x="2514600" y="3962400"/>
                </a:lnTo>
                <a:cubicBezTo>
                  <a:pt x="2514600" y="4074624"/>
                  <a:pt x="2423624" y="4165600"/>
                  <a:pt x="2311400" y="4165600"/>
                </a:cubicBezTo>
                <a:lnTo>
                  <a:pt x="203200" y="4165600"/>
                </a:lnTo>
                <a:cubicBezTo>
                  <a:pt x="90976" y="4165600"/>
                  <a:pt x="0" y="4074624"/>
                  <a:pt x="0" y="3962400"/>
                </a:cubicBezTo>
                <a:lnTo>
                  <a:pt x="0" y="203200"/>
                </a:lnTo>
                <a:close/>
              </a:path>
            </a:pathLst>
          </a:custGeom>
          <a:gradFill>
            <a:gsLst>
              <a:gs pos="0">
                <a:schemeClr val="accent1">
                  <a:lumMod val="0"/>
                  <a:lumOff val="100000"/>
                </a:schemeClr>
              </a:gs>
              <a:gs pos="100000">
                <a:schemeClr val="accent1">
                  <a:lumMod val="0"/>
                  <a:lumOff val="100000"/>
                </a:schemeClr>
              </a:gs>
            </a:gsLst>
            <a:lin ang="5400000"/>
          </a:gra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25" name="文本占位符 24"/>
          <p:cNvSpPr>
            <a:spLocks noGrp="1"/>
          </p:cNvSpPr>
          <p:nvPr>
            <p:ph type="body" idx="16389" hasCustomPrompt="1"/>
            <p:custDataLst>
              <p:tags r:id="rId10"/>
            </p:custDataLst>
          </p:nvPr>
        </p:nvSpPr>
        <p:spPr>
          <a:xfrm>
            <a:off x="3733800" y="2336800"/>
            <a:ext cx="1905000" cy="36576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
        <p:nvSpPr>
          <p:cNvPr id="26" name="文本占位符 25"/>
          <p:cNvSpPr>
            <a:spLocks noGrp="1"/>
          </p:cNvSpPr>
          <p:nvPr>
            <p:ph type="body" idx="16390" hasCustomPrompt="1"/>
            <p:custDataLst>
              <p:tags r:id="rId11"/>
            </p:custDataLst>
          </p:nvPr>
        </p:nvSpPr>
        <p:spPr>
          <a:xfrm>
            <a:off x="6248400" y="1524000"/>
            <a:ext cx="2514600" cy="406400"/>
          </a:xfrm>
          <a:noFill/>
        </p:spPr>
        <p:txBody>
          <a:bodyPr lIns="0" tIns="0" rIns="0" bIns="0" anchor="t">
            <a:normAutofit/>
          </a:bodyPr>
          <a:lstStyle>
            <a:lvl1pPr marL="0" indent="0" algn="ctr">
              <a:lnSpc>
                <a:spcPct val="111000"/>
              </a:lnSpc>
              <a:spcBef>
                <a:spcPct val="0"/>
              </a:spcBef>
              <a:spcAft>
                <a:spcPct val="0"/>
              </a:spcAft>
              <a:buNone/>
              <a:defRPr sz="2400" b="0" spc="0">
                <a:solidFill>
                  <a:schemeClr val="tx1"/>
                </a:solidFill>
              </a:defRPr>
            </a:lvl1pPr>
          </a:lstStyle>
          <a:p>
            <a:pPr lvl="0"/>
            <a:r>
              <a:rPr lang="zh-CN" altLang="en-US"/>
              <a:t>单击添加项标题</a:t>
            </a:r>
          </a:p>
        </p:txBody>
      </p:sp>
      <p:sp>
        <p:nvSpPr>
          <p:cNvPr id="27" name="装饰  6"/>
          <p:cNvSpPr>
            <a:spLocks noGrp="1"/>
          </p:cNvSpPr>
          <p:nvPr>
            <p:ph type="body" idx="16396" hasCustomPrompt="1"/>
            <p:custDataLst>
              <p:tags r:id="rId12"/>
            </p:custDataLst>
          </p:nvPr>
        </p:nvSpPr>
        <p:spPr>
          <a:xfrm>
            <a:off x="6248400" y="2082800"/>
            <a:ext cx="2514600" cy="4165600"/>
          </a:xfrm>
          <a:custGeom>
            <a:avLst/>
            <a:gdLst>
              <a:gd name="connisteX0" fmla="*/ 0 w 2514600"/>
              <a:gd name="connsiteY0" fmla="*/ 203200 h 4165600"/>
              <a:gd name="connisteX1" fmla="*/ 203200 w 2514600"/>
              <a:gd name="connsiteY1" fmla="*/ 0 h 4165600"/>
              <a:gd name="connisteX2" fmla="*/ 2311400 w 2514600"/>
              <a:gd name="connsiteY2" fmla="*/ 0 h 4165600"/>
              <a:gd name="connisteX3" fmla="*/ 2514600 w 2514600"/>
              <a:gd name="connsiteY3" fmla="*/ 203200 h 4165600"/>
              <a:gd name="connisteX4" fmla="*/ 2514600 w 2514600"/>
              <a:gd name="connsiteY4" fmla="*/ 3962400 h 4165600"/>
              <a:gd name="connisteX5" fmla="*/ 2311400 w 2514600"/>
              <a:gd name="connsiteY5" fmla="*/ 4165600 h 4165600"/>
              <a:gd name="connisteX6" fmla="*/ 203200 w 2514600"/>
              <a:gd name="connsiteY6" fmla="*/ 4165600 h 4165600"/>
              <a:gd name="connisteX7" fmla="*/ 0 w 2514600"/>
              <a:gd name="connsiteY7" fmla="*/ 3962400 h 4165600"/>
              <a:gd name="connisteX8" fmla="*/ 0 w 2514600"/>
              <a:gd name="connsiteY8" fmla="*/ 203200 h 41656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2514600" h="4165600">
                <a:moveTo>
                  <a:pt x="0" y="203200"/>
                </a:moveTo>
                <a:cubicBezTo>
                  <a:pt x="0" y="90976"/>
                  <a:pt x="90976" y="0"/>
                  <a:pt x="203200" y="0"/>
                </a:cubicBezTo>
                <a:lnTo>
                  <a:pt x="2311400" y="0"/>
                </a:lnTo>
                <a:cubicBezTo>
                  <a:pt x="2423624" y="0"/>
                  <a:pt x="2514600" y="90976"/>
                  <a:pt x="2514600" y="203200"/>
                </a:cubicBezTo>
                <a:lnTo>
                  <a:pt x="2514600" y="3962400"/>
                </a:lnTo>
                <a:cubicBezTo>
                  <a:pt x="2514600" y="4074624"/>
                  <a:pt x="2423624" y="4165600"/>
                  <a:pt x="2311400" y="4165600"/>
                </a:cubicBezTo>
                <a:lnTo>
                  <a:pt x="203200" y="4165600"/>
                </a:lnTo>
                <a:cubicBezTo>
                  <a:pt x="90976" y="4165600"/>
                  <a:pt x="0" y="4074624"/>
                  <a:pt x="0" y="3962400"/>
                </a:cubicBezTo>
                <a:lnTo>
                  <a:pt x="0" y="203200"/>
                </a:lnTo>
                <a:close/>
              </a:path>
            </a:pathLst>
          </a:custGeom>
          <a:gradFill>
            <a:gsLst>
              <a:gs pos="0">
                <a:schemeClr val="accent1">
                  <a:lumMod val="0"/>
                  <a:lumOff val="100000"/>
                </a:schemeClr>
              </a:gs>
              <a:gs pos="100000">
                <a:schemeClr val="accent1">
                  <a:lumMod val="0"/>
                  <a:lumOff val="100000"/>
                </a:schemeClr>
              </a:gs>
            </a:gsLst>
            <a:lin ang="5400000"/>
          </a:gra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28" name="文本占位符 27"/>
          <p:cNvSpPr>
            <a:spLocks noGrp="1"/>
          </p:cNvSpPr>
          <p:nvPr>
            <p:ph type="body" idx="16391" hasCustomPrompt="1"/>
            <p:custDataLst>
              <p:tags r:id="rId13"/>
            </p:custDataLst>
          </p:nvPr>
        </p:nvSpPr>
        <p:spPr>
          <a:xfrm>
            <a:off x="6553200" y="2336800"/>
            <a:ext cx="1905000" cy="36576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
        <p:nvSpPr>
          <p:cNvPr id="29" name="文本占位符 28"/>
          <p:cNvSpPr>
            <a:spLocks noGrp="1"/>
          </p:cNvSpPr>
          <p:nvPr>
            <p:ph type="body" idx="16392" hasCustomPrompt="1"/>
            <p:custDataLst>
              <p:tags r:id="rId14"/>
            </p:custDataLst>
          </p:nvPr>
        </p:nvSpPr>
        <p:spPr>
          <a:xfrm>
            <a:off x="9067800" y="1524000"/>
            <a:ext cx="2514600" cy="406400"/>
          </a:xfrm>
          <a:noFill/>
        </p:spPr>
        <p:txBody>
          <a:bodyPr lIns="0" tIns="0" rIns="0" bIns="0" anchor="t">
            <a:normAutofit/>
          </a:bodyPr>
          <a:lstStyle>
            <a:lvl1pPr marL="0" indent="0" algn="ctr">
              <a:lnSpc>
                <a:spcPct val="111000"/>
              </a:lnSpc>
              <a:spcBef>
                <a:spcPct val="0"/>
              </a:spcBef>
              <a:spcAft>
                <a:spcPct val="0"/>
              </a:spcAft>
              <a:buNone/>
              <a:defRPr sz="2400" b="0" spc="0">
                <a:solidFill>
                  <a:schemeClr val="tx1"/>
                </a:solidFill>
              </a:defRPr>
            </a:lvl1pPr>
          </a:lstStyle>
          <a:p>
            <a:pPr lvl="0"/>
            <a:r>
              <a:rPr lang="zh-CN" altLang="en-US"/>
              <a:t>单击添加项标题</a:t>
            </a:r>
          </a:p>
        </p:txBody>
      </p:sp>
      <p:sp>
        <p:nvSpPr>
          <p:cNvPr id="30" name="装饰  9"/>
          <p:cNvSpPr>
            <a:spLocks noGrp="1"/>
          </p:cNvSpPr>
          <p:nvPr>
            <p:ph type="body" idx="16397" hasCustomPrompt="1"/>
            <p:custDataLst>
              <p:tags r:id="rId15"/>
            </p:custDataLst>
          </p:nvPr>
        </p:nvSpPr>
        <p:spPr>
          <a:xfrm>
            <a:off x="9067800" y="2082800"/>
            <a:ext cx="2514600" cy="4165600"/>
          </a:xfrm>
          <a:custGeom>
            <a:avLst/>
            <a:gdLst>
              <a:gd name="connisteX0" fmla="*/ 0 w 2514600"/>
              <a:gd name="connsiteY0" fmla="*/ 203200 h 4165600"/>
              <a:gd name="connisteX1" fmla="*/ 203200 w 2514600"/>
              <a:gd name="connsiteY1" fmla="*/ 0 h 4165600"/>
              <a:gd name="connisteX2" fmla="*/ 2311400 w 2514600"/>
              <a:gd name="connsiteY2" fmla="*/ 0 h 4165600"/>
              <a:gd name="connisteX3" fmla="*/ 2514600 w 2514600"/>
              <a:gd name="connsiteY3" fmla="*/ 203200 h 4165600"/>
              <a:gd name="connisteX4" fmla="*/ 2514600 w 2514600"/>
              <a:gd name="connsiteY4" fmla="*/ 3962400 h 4165600"/>
              <a:gd name="connisteX5" fmla="*/ 2311400 w 2514600"/>
              <a:gd name="connsiteY5" fmla="*/ 4165600 h 4165600"/>
              <a:gd name="connisteX6" fmla="*/ 203200 w 2514600"/>
              <a:gd name="connsiteY6" fmla="*/ 4165600 h 4165600"/>
              <a:gd name="connisteX7" fmla="*/ 0 w 2514600"/>
              <a:gd name="connsiteY7" fmla="*/ 3962400 h 4165600"/>
              <a:gd name="connisteX8" fmla="*/ 0 w 2514600"/>
              <a:gd name="connsiteY8" fmla="*/ 203200 h 41656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2514600" h="4165600">
                <a:moveTo>
                  <a:pt x="0" y="203200"/>
                </a:moveTo>
                <a:cubicBezTo>
                  <a:pt x="0" y="90976"/>
                  <a:pt x="90976" y="0"/>
                  <a:pt x="203200" y="0"/>
                </a:cubicBezTo>
                <a:lnTo>
                  <a:pt x="2311400" y="0"/>
                </a:lnTo>
                <a:cubicBezTo>
                  <a:pt x="2423624" y="0"/>
                  <a:pt x="2514600" y="90976"/>
                  <a:pt x="2514600" y="203200"/>
                </a:cubicBezTo>
                <a:lnTo>
                  <a:pt x="2514600" y="3962400"/>
                </a:lnTo>
                <a:cubicBezTo>
                  <a:pt x="2514600" y="4074624"/>
                  <a:pt x="2423624" y="4165600"/>
                  <a:pt x="2311400" y="4165600"/>
                </a:cubicBezTo>
                <a:lnTo>
                  <a:pt x="203200" y="4165600"/>
                </a:lnTo>
                <a:cubicBezTo>
                  <a:pt x="90976" y="4165600"/>
                  <a:pt x="0" y="4074624"/>
                  <a:pt x="0" y="3962400"/>
                </a:cubicBezTo>
                <a:lnTo>
                  <a:pt x="0" y="203200"/>
                </a:lnTo>
                <a:close/>
              </a:path>
            </a:pathLst>
          </a:custGeom>
          <a:gradFill>
            <a:gsLst>
              <a:gs pos="0">
                <a:schemeClr val="accent1">
                  <a:lumMod val="0"/>
                  <a:lumOff val="100000"/>
                </a:schemeClr>
              </a:gs>
              <a:gs pos="100000">
                <a:schemeClr val="accent1">
                  <a:lumMod val="0"/>
                  <a:lumOff val="100000"/>
                </a:schemeClr>
              </a:gs>
            </a:gsLst>
            <a:lin ang="5400000"/>
          </a:gra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31" name="文本占位符 30"/>
          <p:cNvSpPr>
            <a:spLocks noGrp="1"/>
          </p:cNvSpPr>
          <p:nvPr>
            <p:ph type="body" idx="16393" hasCustomPrompt="1"/>
            <p:custDataLst>
              <p:tags r:id="rId16"/>
            </p:custDataLst>
          </p:nvPr>
        </p:nvSpPr>
        <p:spPr>
          <a:xfrm>
            <a:off x="9372600" y="2336800"/>
            <a:ext cx="1905000" cy="36576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Tree>
    <p:extLst>
      <p:ext uri="{BB962C8B-B14F-4D97-AF65-F5344CB8AC3E}">
        <p14:creationId xmlns:p14="http://schemas.microsoft.com/office/powerpoint/2010/main" val="2771745371"/>
      </p:ext>
    </p:extLst>
  </p:cSld>
  <p:clrMapOvr>
    <a:overrideClrMapping bg1="lt1" tx1="dk1" bg2="lt2" tx2="dk2" accent1="accent1" accent2="accent2" accent3="accent3" accent4="accent4" accent5="accent5" accent6="accent6" hlink="hlink" folHlink="folHlink"/>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正文页-10014_15">
    <p:bg>
      <p:bgRef idx="1001">
        <a:schemeClr val="bg2"/>
      </p:bgRef>
    </p:bg>
    <p:spTree>
      <p:nvGrpSpPr>
        <p:cNvPr id="1" name=""/>
        <p:cNvGrpSpPr/>
        <p:nvPr/>
      </p:nvGrpSpPr>
      <p:grpSpPr>
        <a:xfrm>
          <a:off x="0" y="0"/>
          <a:ext cx="0" cy="0"/>
          <a:chOff x="0" y="0"/>
          <a:chExt cx="0" cy="0"/>
        </a:xfrm>
      </p:grpSpPr>
      <p:sp>
        <p:nvSpPr>
          <p:cNvPr id="8" name="日期占位符 7"/>
          <p:cNvSpPr>
            <a:spLocks noGrp="1"/>
          </p:cNvSpPr>
          <p:nvPr>
            <p:ph type="dt" sz="half" idx="10"/>
            <p:custDataLst>
              <p:tags r:id="rId1"/>
            </p:custDataLst>
          </p:nvPr>
        </p:nvSpPr>
        <p:spPr/>
        <p:txBody>
          <a:bodyPr wrap="square">
            <a:normAutofit/>
          </a:bodyPr>
          <a:lstStyle/>
          <a:p>
            <a:fld id="{5592522B-0F24-4480-B9DD-A9474A6880D6}" type="datetimeFigureOut">
              <a:rPr lang="zh-CN" altLang="en-US" smtClean="0"/>
              <a:t>2026/10/10</a:t>
            </a:fld>
            <a:endParaRPr lang="zh-CN" altLang="en-US"/>
          </a:p>
        </p:txBody>
      </p:sp>
      <p:sp>
        <p:nvSpPr>
          <p:cNvPr id="9" name="页脚占位符 8"/>
          <p:cNvSpPr>
            <a:spLocks noGrp="1"/>
          </p:cNvSpPr>
          <p:nvPr>
            <p:ph type="ftr" sz="quarter" idx="11"/>
            <p:custDataLst>
              <p:tags r:id="rId2"/>
            </p:custDataLst>
          </p:nvPr>
        </p:nvSpPr>
        <p:spPr/>
        <p:txBody>
          <a:bodyPr/>
          <a:lstStyle/>
          <a:p>
            <a:endParaRPr lang="zh-CN" altLang="en-US"/>
          </a:p>
        </p:txBody>
      </p:sp>
      <p:sp>
        <p:nvSpPr>
          <p:cNvPr id="10" name="灯片编号占位符 9"/>
          <p:cNvSpPr>
            <a:spLocks noGrp="1"/>
          </p:cNvSpPr>
          <p:nvPr>
            <p:ph type="sldNum" sz="quarter" idx="12"/>
            <p:custDataLst>
              <p:tags r:id="rId3"/>
            </p:custDataLst>
          </p:nvPr>
        </p:nvSpPr>
        <p:spPr/>
        <p:txBody>
          <a:bodyPr wrap="square">
            <a:normAutofit/>
          </a:bodyPr>
          <a:lstStyle/>
          <a:p>
            <a:fld id="{BE5F26B5-172A-4DC2-B0B7-181CFC56B87C}" type="slidenum">
              <a:rPr lang="zh-CN" altLang="en-US" smtClean="0"/>
              <a:t>‹#›</a:t>
            </a:fld>
            <a:endParaRPr lang="zh-CN" altLang="en-US"/>
          </a:p>
        </p:txBody>
      </p:sp>
      <p:sp>
        <p:nvSpPr>
          <p:cNvPr id="7" name="内容占位符 6"/>
          <p:cNvSpPr>
            <a:spLocks noGrp="1"/>
          </p:cNvSpPr>
          <p:nvPr>
            <p:ph idx="16392" hasCustomPrompt="1"/>
            <p:custDataLst>
              <p:tags r:id="rId4"/>
            </p:custDataLst>
          </p:nvPr>
        </p:nvSpPr>
        <p:spPr>
          <a:xfrm>
            <a:off x="609600" y="1524000"/>
            <a:ext cx="2438400" cy="2209800"/>
          </a:xfrm>
          <a:custGeom>
            <a:avLst/>
            <a:gdLst>
              <a:gd name="connisteX0" fmla="*/ 0 w 2438400"/>
              <a:gd name="connsiteY0" fmla="*/ 203200 h 2209800"/>
              <a:gd name="connisteX1" fmla="*/ 203200 w 2438400"/>
              <a:gd name="connsiteY1" fmla="*/ 0 h 2209800"/>
              <a:gd name="connisteX2" fmla="*/ 2235200 w 2438400"/>
              <a:gd name="connsiteY2" fmla="*/ 0 h 2209800"/>
              <a:gd name="connisteX3" fmla="*/ 2438400 w 2438400"/>
              <a:gd name="connsiteY3" fmla="*/ 203200 h 2209800"/>
              <a:gd name="connisteX4" fmla="*/ 2438400 w 2438400"/>
              <a:gd name="connsiteY4" fmla="*/ 2006600 h 2209800"/>
              <a:gd name="connisteX5" fmla="*/ 2235200 w 2438400"/>
              <a:gd name="connsiteY5" fmla="*/ 2209800 h 2209800"/>
              <a:gd name="connisteX6" fmla="*/ 203200 w 2438400"/>
              <a:gd name="connsiteY6" fmla="*/ 2209800 h 2209800"/>
              <a:gd name="connisteX7" fmla="*/ 0 w 2438400"/>
              <a:gd name="connsiteY7" fmla="*/ 2006600 h 2209800"/>
              <a:gd name="connisteX8" fmla="*/ 0 w 2438400"/>
              <a:gd name="connsiteY8" fmla="*/ 203200 h 2209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2438400" h="2209800">
                <a:moveTo>
                  <a:pt x="0" y="203200"/>
                </a:moveTo>
                <a:cubicBezTo>
                  <a:pt x="0" y="90976"/>
                  <a:pt x="90976" y="0"/>
                  <a:pt x="203200" y="0"/>
                </a:cubicBezTo>
                <a:lnTo>
                  <a:pt x="2235200" y="0"/>
                </a:lnTo>
                <a:cubicBezTo>
                  <a:pt x="2347424" y="0"/>
                  <a:pt x="2438400" y="90976"/>
                  <a:pt x="2438400" y="203200"/>
                </a:cubicBezTo>
                <a:lnTo>
                  <a:pt x="2438400" y="2006600"/>
                </a:lnTo>
                <a:cubicBezTo>
                  <a:pt x="2438400" y="2118824"/>
                  <a:pt x="2347424" y="2209800"/>
                  <a:pt x="2235200" y="2209800"/>
                </a:cubicBezTo>
                <a:lnTo>
                  <a:pt x="203200" y="2209800"/>
                </a:lnTo>
                <a:cubicBezTo>
                  <a:pt x="90976" y="2209800"/>
                  <a:pt x="0" y="2118824"/>
                  <a:pt x="0" y="2006600"/>
                </a:cubicBezTo>
                <a:lnTo>
                  <a:pt x="0" y="203200"/>
                </a:lnTo>
                <a:close/>
              </a:path>
            </a:pathLst>
          </a:custGeom>
          <a:solidFill>
            <a:srgbClr val="DDDDDD"/>
          </a:solidFill>
          <a:ln>
            <a:noFill/>
          </a:ln>
        </p:spPr>
        <p:txBody>
          <a:bodyPr>
            <a:norm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6" name="标题 5"/>
          <p:cNvSpPr>
            <a:spLocks noGrp="1"/>
          </p:cNvSpPr>
          <p:nvPr>
            <p:ph type="ctrTitle" idx="16385" hasCustomPrompt="1"/>
            <p:custDataLst>
              <p:tags r:id="rId5"/>
            </p:custDataLst>
          </p:nvPr>
        </p:nvSpPr>
        <p:spPr>
          <a:xfrm>
            <a:off x="609600" y="533400"/>
            <a:ext cx="10972800" cy="609600"/>
          </a:xfrm>
          <a:noFill/>
        </p:spPr>
        <p:txBody>
          <a:bodyPr vert="horz" wrap="square" lIns="0" tIns="0" rIns="0" bIns="0" rtlCol="0" anchor="t" anchorCtr="0">
            <a:normAutofit/>
          </a:bodyPr>
          <a:lstStyle>
            <a:lvl1pPr marL="0" marR="0" indent="0" algn="l" defTabSz="914400" rtl="0" eaLnBrk="1" fontAlgn="auto" latinLnBrk="0" hangingPunct="1">
              <a:lnSpc>
                <a:spcPct val="111000"/>
              </a:lnSpc>
              <a:spcBef>
                <a:spcPct val="0"/>
              </a:spcBef>
              <a:spcAft>
                <a:spcPct val="0"/>
              </a:spcAft>
              <a:buClrTx/>
              <a:buSzTx/>
              <a:buFontTx/>
              <a:buNone/>
              <a:defRPr kumimoji="0" lang="zh-CN" altLang="en-US" sz="3600" b="1" i="0" u="none" strike="noStrike" kern="1200" cap="none" spc="0" normalizeH="0" baseline="0" noProof="1">
                <a:solidFill>
                  <a:schemeClr val="tx1"/>
                </a:solidFill>
                <a:latin typeface="+mj-lt"/>
                <a:ea typeface="+mj-ea"/>
                <a:cs typeface="+mj-cs"/>
              </a:defRPr>
            </a:lvl1pPr>
          </a:lstStyle>
          <a:p>
            <a:pPr lvl="0"/>
            <a:r>
              <a:rPr>
                <a:sym typeface="+mn-ea"/>
              </a:rPr>
              <a:t>单击此处添加标题</a:t>
            </a:r>
          </a:p>
        </p:txBody>
      </p:sp>
      <p:sp>
        <p:nvSpPr>
          <p:cNvPr id="21" name="文本占位符 20"/>
          <p:cNvSpPr>
            <a:spLocks noGrp="1"/>
          </p:cNvSpPr>
          <p:nvPr>
            <p:ph type="body" idx="16386" hasCustomPrompt="1"/>
            <p:custDataLst>
              <p:tags r:id="rId6"/>
            </p:custDataLst>
          </p:nvPr>
        </p:nvSpPr>
        <p:spPr>
          <a:xfrm>
            <a:off x="3352800" y="1892300"/>
            <a:ext cx="25908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单击添加项标题</a:t>
            </a:r>
          </a:p>
        </p:txBody>
      </p:sp>
      <p:sp>
        <p:nvSpPr>
          <p:cNvPr id="22" name="文本占位符 21"/>
          <p:cNvSpPr>
            <a:spLocks noGrp="1"/>
          </p:cNvSpPr>
          <p:nvPr>
            <p:ph type="body" idx="16387" hasCustomPrompt="1"/>
            <p:custDataLst>
              <p:tags r:id="rId7"/>
            </p:custDataLst>
          </p:nvPr>
        </p:nvSpPr>
        <p:spPr>
          <a:xfrm>
            <a:off x="3352800" y="2451100"/>
            <a:ext cx="2590800" cy="9144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
        <p:nvSpPr>
          <p:cNvPr id="23" name="内容占位符 22"/>
          <p:cNvSpPr>
            <a:spLocks noGrp="1"/>
          </p:cNvSpPr>
          <p:nvPr>
            <p:ph idx="16393" hasCustomPrompt="1"/>
            <p:custDataLst>
              <p:tags r:id="rId8"/>
            </p:custDataLst>
          </p:nvPr>
        </p:nvSpPr>
        <p:spPr>
          <a:xfrm>
            <a:off x="6248400" y="1524000"/>
            <a:ext cx="2438400" cy="2209800"/>
          </a:xfrm>
          <a:custGeom>
            <a:avLst/>
            <a:gdLst>
              <a:gd name="connisteX0" fmla="*/ 0 w 2438400"/>
              <a:gd name="connsiteY0" fmla="*/ 203200 h 2209800"/>
              <a:gd name="connisteX1" fmla="*/ 203200 w 2438400"/>
              <a:gd name="connsiteY1" fmla="*/ 0 h 2209800"/>
              <a:gd name="connisteX2" fmla="*/ 2235200 w 2438400"/>
              <a:gd name="connsiteY2" fmla="*/ 0 h 2209800"/>
              <a:gd name="connisteX3" fmla="*/ 2438400 w 2438400"/>
              <a:gd name="connsiteY3" fmla="*/ 203200 h 2209800"/>
              <a:gd name="connisteX4" fmla="*/ 2438400 w 2438400"/>
              <a:gd name="connsiteY4" fmla="*/ 2006600 h 2209800"/>
              <a:gd name="connisteX5" fmla="*/ 2235200 w 2438400"/>
              <a:gd name="connsiteY5" fmla="*/ 2209800 h 2209800"/>
              <a:gd name="connisteX6" fmla="*/ 203200 w 2438400"/>
              <a:gd name="connsiteY6" fmla="*/ 2209800 h 2209800"/>
              <a:gd name="connisteX7" fmla="*/ 0 w 2438400"/>
              <a:gd name="connsiteY7" fmla="*/ 2006600 h 2209800"/>
              <a:gd name="connisteX8" fmla="*/ 0 w 2438400"/>
              <a:gd name="connsiteY8" fmla="*/ 203200 h 2209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2438400" h="2209800">
                <a:moveTo>
                  <a:pt x="0" y="203200"/>
                </a:moveTo>
                <a:cubicBezTo>
                  <a:pt x="0" y="90976"/>
                  <a:pt x="90976" y="0"/>
                  <a:pt x="203200" y="0"/>
                </a:cubicBezTo>
                <a:lnTo>
                  <a:pt x="2235200" y="0"/>
                </a:lnTo>
                <a:cubicBezTo>
                  <a:pt x="2347424" y="0"/>
                  <a:pt x="2438400" y="90976"/>
                  <a:pt x="2438400" y="203200"/>
                </a:cubicBezTo>
                <a:lnTo>
                  <a:pt x="2438400" y="2006600"/>
                </a:lnTo>
                <a:cubicBezTo>
                  <a:pt x="2438400" y="2118824"/>
                  <a:pt x="2347424" y="2209800"/>
                  <a:pt x="2235200" y="2209800"/>
                </a:cubicBezTo>
                <a:lnTo>
                  <a:pt x="203200" y="2209800"/>
                </a:lnTo>
                <a:cubicBezTo>
                  <a:pt x="90976" y="2209800"/>
                  <a:pt x="0" y="2118824"/>
                  <a:pt x="0" y="2006600"/>
                </a:cubicBezTo>
                <a:lnTo>
                  <a:pt x="0" y="203200"/>
                </a:lnTo>
                <a:close/>
              </a:path>
            </a:pathLst>
          </a:custGeom>
          <a:solidFill>
            <a:srgbClr val="DDDDDD"/>
          </a:solidFill>
          <a:ln>
            <a:noFill/>
          </a:ln>
        </p:spPr>
        <p:txBody>
          <a:bodyPr>
            <a:norm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24" name="文本占位符 23"/>
          <p:cNvSpPr>
            <a:spLocks noGrp="1"/>
          </p:cNvSpPr>
          <p:nvPr>
            <p:ph type="body" idx="16388" hasCustomPrompt="1"/>
            <p:custDataLst>
              <p:tags r:id="rId9"/>
            </p:custDataLst>
          </p:nvPr>
        </p:nvSpPr>
        <p:spPr>
          <a:xfrm>
            <a:off x="8991600" y="1892300"/>
            <a:ext cx="25908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单击添加项标题</a:t>
            </a:r>
          </a:p>
        </p:txBody>
      </p:sp>
      <p:sp>
        <p:nvSpPr>
          <p:cNvPr id="25" name="文本占位符 24"/>
          <p:cNvSpPr>
            <a:spLocks noGrp="1"/>
          </p:cNvSpPr>
          <p:nvPr>
            <p:ph type="body" idx="16389" hasCustomPrompt="1"/>
            <p:custDataLst>
              <p:tags r:id="rId10"/>
            </p:custDataLst>
          </p:nvPr>
        </p:nvSpPr>
        <p:spPr>
          <a:xfrm>
            <a:off x="8991600" y="2451100"/>
            <a:ext cx="2590800" cy="9144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
        <p:nvSpPr>
          <p:cNvPr id="26" name="内容占位符 25"/>
          <p:cNvSpPr>
            <a:spLocks noGrp="1"/>
          </p:cNvSpPr>
          <p:nvPr>
            <p:ph idx="16394" hasCustomPrompt="1"/>
            <p:custDataLst>
              <p:tags r:id="rId11"/>
            </p:custDataLst>
          </p:nvPr>
        </p:nvSpPr>
        <p:spPr>
          <a:xfrm>
            <a:off x="609600" y="4038600"/>
            <a:ext cx="2438400" cy="2209800"/>
          </a:xfrm>
          <a:custGeom>
            <a:avLst/>
            <a:gdLst>
              <a:gd name="connisteX0" fmla="*/ 0 w 2438400"/>
              <a:gd name="connsiteY0" fmla="*/ 203200 h 2209800"/>
              <a:gd name="connisteX1" fmla="*/ 203200 w 2438400"/>
              <a:gd name="connsiteY1" fmla="*/ 0 h 2209800"/>
              <a:gd name="connisteX2" fmla="*/ 2235200 w 2438400"/>
              <a:gd name="connsiteY2" fmla="*/ 0 h 2209800"/>
              <a:gd name="connisteX3" fmla="*/ 2438400 w 2438400"/>
              <a:gd name="connsiteY3" fmla="*/ 203200 h 2209800"/>
              <a:gd name="connisteX4" fmla="*/ 2438400 w 2438400"/>
              <a:gd name="connsiteY4" fmla="*/ 2006600 h 2209800"/>
              <a:gd name="connisteX5" fmla="*/ 2235200 w 2438400"/>
              <a:gd name="connsiteY5" fmla="*/ 2209800 h 2209800"/>
              <a:gd name="connisteX6" fmla="*/ 203200 w 2438400"/>
              <a:gd name="connsiteY6" fmla="*/ 2209800 h 2209800"/>
              <a:gd name="connisteX7" fmla="*/ 0 w 2438400"/>
              <a:gd name="connsiteY7" fmla="*/ 2006600 h 2209800"/>
              <a:gd name="connisteX8" fmla="*/ 0 w 2438400"/>
              <a:gd name="connsiteY8" fmla="*/ 203200 h 2209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2438400" h="2209800">
                <a:moveTo>
                  <a:pt x="0" y="203200"/>
                </a:moveTo>
                <a:cubicBezTo>
                  <a:pt x="0" y="90976"/>
                  <a:pt x="90976" y="0"/>
                  <a:pt x="203200" y="0"/>
                </a:cubicBezTo>
                <a:lnTo>
                  <a:pt x="2235200" y="0"/>
                </a:lnTo>
                <a:cubicBezTo>
                  <a:pt x="2347424" y="0"/>
                  <a:pt x="2438400" y="90976"/>
                  <a:pt x="2438400" y="203200"/>
                </a:cubicBezTo>
                <a:lnTo>
                  <a:pt x="2438400" y="2006600"/>
                </a:lnTo>
                <a:cubicBezTo>
                  <a:pt x="2438400" y="2118824"/>
                  <a:pt x="2347424" y="2209800"/>
                  <a:pt x="2235200" y="2209800"/>
                </a:cubicBezTo>
                <a:lnTo>
                  <a:pt x="203200" y="2209800"/>
                </a:lnTo>
                <a:cubicBezTo>
                  <a:pt x="90976" y="2209800"/>
                  <a:pt x="0" y="2118824"/>
                  <a:pt x="0" y="2006600"/>
                </a:cubicBezTo>
                <a:lnTo>
                  <a:pt x="0" y="203200"/>
                </a:lnTo>
                <a:close/>
              </a:path>
            </a:pathLst>
          </a:custGeom>
          <a:solidFill>
            <a:srgbClr val="DDDDDD"/>
          </a:solidFill>
          <a:ln>
            <a:noFill/>
          </a:ln>
        </p:spPr>
        <p:txBody>
          <a:bodyPr>
            <a:norm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27" name="文本占位符 26"/>
          <p:cNvSpPr>
            <a:spLocks noGrp="1"/>
          </p:cNvSpPr>
          <p:nvPr>
            <p:ph type="body" idx="16390" hasCustomPrompt="1"/>
            <p:custDataLst>
              <p:tags r:id="rId12"/>
            </p:custDataLst>
          </p:nvPr>
        </p:nvSpPr>
        <p:spPr>
          <a:xfrm>
            <a:off x="3352800" y="4406900"/>
            <a:ext cx="25908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单击添加项标题</a:t>
            </a:r>
          </a:p>
        </p:txBody>
      </p:sp>
      <p:sp>
        <p:nvSpPr>
          <p:cNvPr id="28" name="文本占位符 27"/>
          <p:cNvSpPr>
            <a:spLocks noGrp="1"/>
          </p:cNvSpPr>
          <p:nvPr>
            <p:ph type="body" idx="16391" hasCustomPrompt="1"/>
            <p:custDataLst>
              <p:tags r:id="rId13"/>
            </p:custDataLst>
          </p:nvPr>
        </p:nvSpPr>
        <p:spPr>
          <a:xfrm>
            <a:off x="3352800" y="4965700"/>
            <a:ext cx="2590800" cy="9144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Tree>
    <p:extLst>
      <p:ext uri="{BB962C8B-B14F-4D97-AF65-F5344CB8AC3E}">
        <p14:creationId xmlns:p14="http://schemas.microsoft.com/office/powerpoint/2010/main" val="951427243"/>
      </p:ext>
    </p:extLst>
  </p:cSld>
  <p:clrMapOvr>
    <a:overrideClrMapping bg1="lt1" tx1="dk1" bg2="lt2" tx2="dk2" accent1="accent1" accent2="accent2" accent3="accent3" accent4="accent4" accent5="accent5" accent6="accent6" hlink="hlink" folHlink="folHlink"/>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正文页-32_5">
    <p:bg>
      <p:bgRef idx="1001">
        <a:schemeClr val="bg2"/>
      </p:bgRef>
    </p:bg>
    <p:spTree>
      <p:nvGrpSpPr>
        <p:cNvPr id="1" name=""/>
        <p:cNvGrpSpPr/>
        <p:nvPr/>
      </p:nvGrpSpPr>
      <p:grpSpPr>
        <a:xfrm>
          <a:off x="0" y="0"/>
          <a:ext cx="0" cy="0"/>
          <a:chOff x="0" y="0"/>
          <a:chExt cx="0" cy="0"/>
        </a:xfrm>
      </p:grpSpPr>
      <p:sp>
        <p:nvSpPr>
          <p:cNvPr id="8" name="日期占位符 7"/>
          <p:cNvSpPr>
            <a:spLocks noGrp="1"/>
          </p:cNvSpPr>
          <p:nvPr>
            <p:ph type="dt" sz="half" idx="10"/>
            <p:custDataLst>
              <p:tags r:id="rId1"/>
            </p:custDataLst>
          </p:nvPr>
        </p:nvSpPr>
        <p:spPr/>
        <p:txBody>
          <a:bodyPr wrap="square">
            <a:normAutofit/>
          </a:bodyPr>
          <a:lstStyle/>
          <a:p>
            <a:fld id="{5592522B-0F24-4480-B9DD-A9474A6880D6}" type="datetimeFigureOut">
              <a:rPr lang="zh-CN" altLang="en-US" smtClean="0"/>
              <a:t>2026/10/10</a:t>
            </a:fld>
            <a:endParaRPr lang="zh-CN" altLang="en-US"/>
          </a:p>
        </p:txBody>
      </p:sp>
      <p:sp>
        <p:nvSpPr>
          <p:cNvPr id="9" name="页脚占位符 8"/>
          <p:cNvSpPr>
            <a:spLocks noGrp="1"/>
          </p:cNvSpPr>
          <p:nvPr>
            <p:ph type="ftr" sz="quarter" idx="11"/>
            <p:custDataLst>
              <p:tags r:id="rId2"/>
            </p:custDataLst>
          </p:nvPr>
        </p:nvSpPr>
        <p:spPr/>
        <p:txBody>
          <a:bodyPr/>
          <a:lstStyle/>
          <a:p>
            <a:endParaRPr lang="zh-CN" altLang="en-US"/>
          </a:p>
        </p:txBody>
      </p:sp>
      <p:sp>
        <p:nvSpPr>
          <p:cNvPr id="10" name="灯片编号占位符 9"/>
          <p:cNvSpPr>
            <a:spLocks noGrp="1"/>
          </p:cNvSpPr>
          <p:nvPr>
            <p:ph type="sldNum" sz="quarter" idx="12"/>
            <p:custDataLst>
              <p:tags r:id="rId3"/>
            </p:custDataLst>
          </p:nvPr>
        </p:nvSpPr>
        <p:spPr/>
        <p:txBody>
          <a:bodyPr wrap="square">
            <a:normAutofit/>
          </a:bodyPr>
          <a:lstStyle/>
          <a:p>
            <a:fld id="{BE5F26B5-172A-4DC2-B0B7-181CFC56B87C}" type="slidenum">
              <a:rPr lang="zh-CN" altLang="en-US" smtClean="0"/>
              <a:t>‹#›</a:t>
            </a:fld>
            <a:endParaRPr lang="zh-CN" altLang="en-US"/>
          </a:p>
        </p:txBody>
      </p:sp>
      <p:sp>
        <p:nvSpPr>
          <p:cNvPr id="7" name="装饰  6"/>
          <p:cNvSpPr>
            <a:spLocks noGrp="1"/>
          </p:cNvSpPr>
          <p:nvPr>
            <p:ph type="body" idx="16391" hasCustomPrompt="1"/>
            <p:custDataLst>
              <p:tags r:id="rId4"/>
            </p:custDataLst>
          </p:nvPr>
        </p:nvSpPr>
        <p:spPr>
          <a:xfrm>
            <a:off x="609600" y="1524000"/>
            <a:ext cx="5334000" cy="4724400"/>
          </a:xfrm>
          <a:custGeom>
            <a:avLst/>
            <a:gdLst>
              <a:gd name="connisteX0" fmla="*/ 0 w 5334000"/>
              <a:gd name="connsiteY0" fmla="*/ 203200 h 4724400"/>
              <a:gd name="connisteX1" fmla="*/ 203200 w 5334000"/>
              <a:gd name="connsiteY1" fmla="*/ 0 h 4724400"/>
              <a:gd name="connisteX2" fmla="*/ 5130800 w 5334000"/>
              <a:gd name="connsiteY2" fmla="*/ 0 h 4724400"/>
              <a:gd name="connisteX3" fmla="*/ 5334000 w 5334000"/>
              <a:gd name="connsiteY3" fmla="*/ 203200 h 4724400"/>
              <a:gd name="connisteX4" fmla="*/ 5334000 w 5334000"/>
              <a:gd name="connsiteY4" fmla="*/ 4521200 h 4724400"/>
              <a:gd name="connisteX5" fmla="*/ 5130800 w 5334000"/>
              <a:gd name="connsiteY5" fmla="*/ 4724400 h 4724400"/>
              <a:gd name="connisteX6" fmla="*/ 203200 w 5334000"/>
              <a:gd name="connsiteY6" fmla="*/ 4724400 h 4724400"/>
              <a:gd name="connisteX7" fmla="*/ 0 w 5334000"/>
              <a:gd name="connsiteY7" fmla="*/ 4521200 h 4724400"/>
              <a:gd name="connisteX8" fmla="*/ 0 w 5334000"/>
              <a:gd name="connsiteY8" fmla="*/ 203200 h 4724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5334000" h="4724400">
                <a:moveTo>
                  <a:pt x="0" y="203200"/>
                </a:moveTo>
                <a:cubicBezTo>
                  <a:pt x="0" y="90976"/>
                  <a:pt x="90976" y="0"/>
                  <a:pt x="203200" y="0"/>
                </a:cubicBezTo>
                <a:lnTo>
                  <a:pt x="5130800" y="0"/>
                </a:lnTo>
                <a:cubicBezTo>
                  <a:pt x="5243024" y="0"/>
                  <a:pt x="5334000" y="90976"/>
                  <a:pt x="5334000" y="203200"/>
                </a:cubicBezTo>
                <a:lnTo>
                  <a:pt x="5334000" y="4521200"/>
                </a:lnTo>
                <a:cubicBezTo>
                  <a:pt x="5334000" y="4633424"/>
                  <a:pt x="5243024" y="4724400"/>
                  <a:pt x="5130800" y="4724400"/>
                </a:cubicBezTo>
                <a:lnTo>
                  <a:pt x="203200" y="4724400"/>
                </a:lnTo>
                <a:cubicBezTo>
                  <a:pt x="90976" y="4724400"/>
                  <a:pt x="0" y="4633424"/>
                  <a:pt x="0" y="4521200"/>
                </a:cubicBezTo>
                <a:lnTo>
                  <a:pt x="0" y="203200"/>
                </a:lnTo>
                <a:close/>
              </a:path>
            </a:pathLst>
          </a:custGeom>
          <a:gradFill>
            <a:gsLst>
              <a:gs pos="0">
                <a:schemeClr val="accent1">
                  <a:lumMod val="0"/>
                  <a:lumOff val="100000"/>
                </a:schemeClr>
              </a:gs>
              <a:gs pos="100000">
                <a:schemeClr val="accent1">
                  <a:lumMod val="0"/>
                  <a:lumOff val="100000"/>
                </a:schemeClr>
              </a:gs>
            </a:gsLst>
            <a:lin ang="5400000"/>
          </a:gra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6" name="标题 5"/>
          <p:cNvSpPr>
            <a:spLocks noGrp="1"/>
          </p:cNvSpPr>
          <p:nvPr>
            <p:ph type="ctrTitle" idx="16385" hasCustomPrompt="1"/>
            <p:custDataLst>
              <p:tags r:id="rId5"/>
            </p:custDataLst>
          </p:nvPr>
        </p:nvSpPr>
        <p:spPr>
          <a:xfrm>
            <a:off x="609600" y="533400"/>
            <a:ext cx="10972800" cy="609600"/>
          </a:xfrm>
          <a:noFill/>
        </p:spPr>
        <p:txBody>
          <a:bodyPr vert="horz" wrap="square" lIns="0" tIns="0" rIns="0" bIns="0" rtlCol="0" anchor="t" anchorCtr="0">
            <a:normAutofit/>
          </a:bodyPr>
          <a:lstStyle>
            <a:lvl1pPr marL="0" marR="0" indent="0" algn="l" defTabSz="914400" rtl="0" eaLnBrk="1" fontAlgn="auto" latinLnBrk="0" hangingPunct="1">
              <a:lnSpc>
                <a:spcPct val="111000"/>
              </a:lnSpc>
              <a:spcBef>
                <a:spcPct val="0"/>
              </a:spcBef>
              <a:spcAft>
                <a:spcPct val="0"/>
              </a:spcAft>
              <a:buClrTx/>
              <a:buSzTx/>
              <a:buFontTx/>
              <a:buNone/>
              <a:defRPr kumimoji="0" lang="zh-CN" altLang="en-US" sz="3600" b="1" i="0" u="none" strike="noStrike" kern="1200" cap="none" spc="0" normalizeH="0" baseline="0" noProof="1">
                <a:solidFill>
                  <a:schemeClr val="tx1"/>
                </a:solidFill>
                <a:latin typeface="+mj-lt"/>
                <a:ea typeface="+mj-ea"/>
                <a:cs typeface="+mj-cs"/>
              </a:defRPr>
            </a:lvl1pPr>
          </a:lstStyle>
          <a:p>
            <a:pPr lvl="0"/>
            <a:r>
              <a:rPr>
                <a:sym typeface="+mn-ea"/>
              </a:rPr>
              <a:t>单击此处添加标题</a:t>
            </a:r>
          </a:p>
        </p:txBody>
      </p:sp>
      <p:sp>
        <p:nvSpPr>
          <p:cNvPr id="21" name="装饰  0"/>
          <p:cNvSpPr>
            <a:spLocks noGrp="1"/>
          </p:cNvSpPr>
          <p:nvPr>
            <p:ph type="body" idx="16392" hasCustomPrompt="1"/>
            <p:custDataLst>
              <p:tags r:id="rId6"/>
            </p:custDataLst>
          </p:nvPr>
        </p:nvSpPr>
        <p:spPr>
          <a:xfrm>
            <a:off x="2667000" y="2082800"/>
            <a:ext cx="1219200" cy="1219200"/>
          </a:xfrm>
          <a:custGeom>
            <a:avLst/>
            <a:gdLst>
              <a:gd name="connisteX0" fmla="*/ 0 w 1219200"/>
              <a:gd name="connsiteY0" fmla="*/ 609600 h 1219200"/>
              <a:gd name="connisteX1" fmla="*/ 609600 w 1219200"/>
              <a:gd name="connsiteY1" fmla="*/ 0 h 1219200"/>
              <a:gd name="connisteX2" fmla="*/ 609600 w 1219200"/>
              <a:gd name="connsiteY2" fmla="*/ 0 h 1219200"/>
              <a:gd name="connisteX3" fmla="*/ 1219200 w 1219200"/>
              <a:gd name="connsiteY3" fmla="*/ 609600 h 1219200"/>
              <a:gd name="connisteX4" fmla="*/ 1219200 w 1219200"/>
              <a:gd name="connsiteY4" fmla="*/ 609600 h 1219200"/>
              <a:gd name="connisteX5" fmla="*/ 609600 w 1219200"/>
              <a:gd name="connsiteY5" fmla="*/ 1219200 h 1219200"/>
              <a:gd name="connisteX6" fmla="*/ 609600 w 1219200"/>
              <a:gd name="connsiteY6" fmla="*/ 1219200 h 1219200"/>
              <a:gd name="connisteX7" fmla="*/ 0 w 1219200"/>
              <a:gd name="connsiteY7" fmla="*/ 609600 h 1219200"/>
              <a:gd name="connisteX8" fmla="*/ 0 w 1219200"/>
              <a:gd name="connsiteY8" fmla="*/ 609600 h 12192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1219200" h="1219200">
                <a:moveTo>
                  <a:pt x="0" y="609600"/>
                </a:moveTo>
                <a:cubicBezTo>
                  <a:pt x="0" y="272927"/>
                  <a:pt x="272927" y="0"/>
                  <a:pt x="609600" y="0"/>
                </a:cubicBezTo>
                <a:lnTo>
                  <a:pt x="609600" y="0"/>
                </a:lnTo>
                <a:cubicBezTo>
                  <a:pt x="946273" y="0"/>
                  <a:pt x="1219200" y="272927"/>
                  <a:pt x="1219200" y="609600"/>
                </a:cubicBezTo>
                <a:lnTo>
                  <a:pt x="1219200" y="609600"/>
                </a:lnTo>
                <a:cubicBezTo>
                  <a:pt x="1219200" y="946273"/>
                  <a:pt x="946273" y="1219200"/>
                  <a:pt x="609600" y="1219200"/>
                </a:cubicBezTo>
                <a:lnTo>
                  <a:pt x="609600" y="1219200"/>
                </a:lnTo>
                <a:cubicBezTo>
                  <a:pt x="272927" y="1219200"/>
                  <a:pt x="0" y="946273"/>
                  <a:pt x="0" y="609600"/>
                </a:cubicBezTo>
                <a:lnTo>
                  <a:pt x="0" y="6096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22" name="图片占位符 21"/>
          <p:cNvSpPr>
            <a:spLocks noGrp="1"/>
          </p:cNvSpPr>
          <p:nvPr>
            <p:ph type="pic" idx="16390" hasCustomPrompt="1"/>
            <p:custDataLst>
              <p:tags r:id="rId7"/>
            </p:custDataLst>
          </p:nvPr>
        </p:nvSpPr>
        <p:spPr>
          <a:xfrm>
            <a:off x="2951480" y="2367280"/>
            <a:ext cx="650240" cy="650240"/>
          </a:xfrm>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p>
        </p:txBody>
      </p:sp>
      <p:sp>
        <p:nvSpPr>
          <p:cNvPr id="23" name="文本占位符 22"/>
          <p:cNvSpPr>
            <a:spLocks noGrp="1"/>
          </p:cNvSpPr>
          <p:nvPr>
            <p:ph type="body" idx="16386" hasCustomPrompt="1"/>
            <p:custDataLst>
              <p:tags r:id="rId8"/>
            </p:custDataLst>
          </p:nvPr>
        </p:nvSpPr>
        <p:spPr>
          <a:xfrm>
            <a:off x="1016000" y="3606800"/>
            <a:ext cx="4521200" cy="406400"/>
          </a:xfrm>
          <a:noFill/>
        </p:spPr>
        <p:txBody>
          <a:bodyPr lIns="0" tIns="0" rIns="0" bIns="0" anchor="t">
            <a:normAutofit/>
          </a:bodyPr>
          <a:lstStyle>
            <a:lvl1pPr marL="0" indent="0" algn="ctr">
              <a:lnSpc>
                <a:spcPct val="111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24" name="文本占位符 23"/>
          <p:cNvSpPr>
            <a:spLocks noGrp="1"/>
          </p:cNvSpPr>
          <p:nvPr>
            <p:ph type="body" idx="16387" hasCustomPrompt="1"/>
            <p:custDataLst>
              <p:tags r:id="rId9"/>
            </p:custDataLst>
          </p:nvPr>
        </p:nvSpPr>
        <p:spPr>
          <a:xfrm>
            <a:off x="1016000" y="4165600"/>
            <a:ext cx="4521200" cy="1524000"/>
          </a:xfrm>
          <a:noFill/>
        </p:spPr>
        <p:txBody>
          <a:bodyPr lIns="0" tIns="0" rIns="0" bIns="0" anchor="t">
            <a:normAutofit/>
          </a:bodyPr>
          <a:lstStyle>
            <a:lvl1pPr marL="0" indent="0" algn="ctr">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
        <p:nvSpPr>
          <p:cNvPr id="25" name="装饰  4"/>
          <p:cNvSpPr>
            <a:spLocks noGrp="1"/>
          </p:cNvSpPr>
          <p:nvPr>
            <p:ph type="body" idx="16394" hasCustomPrompt="1"/>
            <p:custDataLst>
              <p:tags r:id="rId10"/>
            </p:custDataLst>
          </p:nvPr>
        </p:nvSpPr>
        <p:spPr>
          <a:xfrm>
            <a:off x="6248400" y="1524000"/>
            <a:ext cx="5334000" cy="4724400"/>
          </a:xfrm>
          <a:custGeom>
            <a:avLst/>
            <a:gdLst>
              <a:gd name="connisteX0" fmla="*/ 0 w 5334000"/>
              <a:gd name="connsiteY0" fmla="*/ 203200 h 4724400"/>
              <a:gd name="connisteX1" fmla="*/ 203200 w 5334000"/>
              <a:gd name="connsiteY1" fmla="*/ 0 h 4724400"/>
              <a:gd name="connisteX2" fmla="*/ 5130800 w 5334000"/>
              <a:gd name="connsiteY2" fmla="*/ 0 h 4724400"/>
              <a:gd name="connisteX3" fmla="*/ 5334000 w 5334000"/>
              <a:gd name="connsiteY3" fmla="*/ 203200 h 4724400"/>
              <a:gd name="connisteX4" fmla="*/ 5334000 w 5334000"/>
              <a:gd name="connsiteY4" fmla="*/ 4521200 h 4724400"/>
              <a:gd name="connisteX5" fmla="*/ 5130800 w 5334000"/>
              <a:gd name="connsiteY5" fmla="*/ 4724400 h 4724400"/>
              <a:gd name="connisteX6" fmla="*/ 203200 w 5334000"/>
              <a:gd name="connsiteY6" fmla="*/ 4724400 h 4724400"/>
              <a:gd name="connisteX7" fmla="*/ 0 w 5334000"/>
              <a:gd name="connsiteY7" fmla="*/ 4521200 h 4724400"/>
              <a:gd name="connisteX8" fmla="*/ 0 w 5334000"/>
              <a:gd name="connsiteY8" fmla="*/ 203200 h 4724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5334000" h="4724400">
                <a:moveTo>
                  <a:pt x="0" y="203200"/>
                </a:moveTo>
                <a:cubicBezTo>
                  <a:pt x="0" y="90976"/>
                  <a:pt x="90976" y="0"/>
                  <a:pt x="203200" y="0"/>
                </a:cubicBezTo>
                <a:lnTo>
                  <a:pt x="5130800" y="0"/>
                </a:lnTo>
                <a:cubicBezTo>
                  <a:pt x="5243024" y="0"/>
                  <a:pt x="5334000" y="90976"/>
                  <a:pt x="5334000" y="203200"/>
                </a:cubicBezTo>
                <a:lnTo>
                  <a:pt x="5334000" y="4521200"/>
                </a:lnTo>
                <a:cubicBezTo>
                  <a:pt x="5334000" y="4633424"/>
                  <a:pt x="5243024" y="4724400"/>
                  <a:pt x="5130800" y="4724400"/>
                </a:cubicBezTo>
                <a:lnTo>
                  <a:pt x="203200" y="4724400"/>
                </a:lnTo>
                <a:cubicBezTo>
                  <a:pt x="90976" y="4724400"/>
                  <a:pt x="0" y="4633424"/>
                  <a:pt x="0" y="4521200"/>
                </a:cubicBezTo>
                <a:lnTo>
                  <a:pt x="0" y="2032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26" name="装饰  5"/>
          <p:cNvSpPr>
            <a:spLocks noGrp="1"/>
          </p:cNvSpPr>
          <p:nvPr>
            <p:ph type="body" idx="16395" hasCustomPrompt="1"/>
            <p:custDataLst>
              <p:tags r:id="rId11"/>
            </p:custDataLst>
          </p:nvPr>
        </p:nvSpPr>
        <p:spPr>
          <a:xfrm>
            <a:off x="8305800" y="2082800"/>
            <a:ext cx="1219200" cy="1219200"/>
          </a:xfrm>
          <a:custGeom>
            <a:avLst/>
            <a:gdLst>
              <a:gd name="connisteX0" fmla="*/ 0 w 1219200"/>
              <a:gd name="connsiteY0" fmla="*/ 609600 h 1219200"/>
              <a:gd name="connisteX1" fmla="*/ 609600 w 1219200"/>
              <a:gd name="connsiteY1" fmla="*/ 0 h 1219200"/>
              <a:gd name="connisteX2" fmla="*/ 609600 w 1219200"/>
              <a:gd name="connsiteY2" fmla="*/ 0 h 1219200"/>
              <a:gd name="connisteX3" fmla="*/ 1219200 w 1219200"/>
              <a:gd name="connsiteY3" fmla="*/ 609600 h 1219200"/>
              <a:gd name="connisteX4" fmla="*/ 1219200 w 1219200"/>
              <a:gd name="connsiteY4" fmla="*/ 609600 h 1219200"/>
              <a:gd name="connisteX5" fmla="*/ 609600 w 1219200"/>
              <a:gd name="connsiteY5" fmla="*/ 1219200 h 1219200"/>
              <a:gd name="connisteX6" fmla="*/ 609600 w 1219200"/>
              <a:gd name="connsiteY6" fmla="*/ 1219200 h 1219200"/>
              <a:gd name="connisteX7" fmla="*/ 0 w 1219200"/>
              <a:gd name="connsiteY7" fmla="*/ 609600 h 1219200"/>
              <a:gd name="connisteX8" fmla="*/ 0 w 1219200"/>
              <a:gd name="connsiteY8" fmla="*/ 609600 h 12192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1219200" h="1219200">
                <a:moveTo>
                  <a:pt x="0" y="609600"/>
                </a:moveTo>
                <a:cubicBezTo>
                  <a:pt x="0" y="272927"/>
                  <a:pt x="272927" y="0"/>
                  <a:pt x="609600" y="0"/>
                </a:cubicBezTo>
                <a:lnTo>
                  <a:pt x="609600" y="0"/>
                </a:lnTo>
                <a:cubicBezTo>
                  <a:pt x="946273" y="0"/>
                  <a:pt x="1219200" y="272927"/>
                  <a:pt x="1219200" y="609600"/>
                </a:cubicBezTo>
                <a:lnTo>
                  <a:pt x="1219200" y="609600"/>
                </a:lnTo>
                <a:cubicBezTo>
                  <a:pt x="1219200" y="946273"/>
                  <a:pt x="946273" y="1219200"/>
                  <a:pt x="609600" y="1219200"/>
                </a:cubicBezTo>
                <a:lnTo>
                  <a:pt x="609600" y="1219200"/>
                </a:lnTo>
                <a:cubicBezTo>
                  <a:pt x="272927" y="1219200"/>
                  <a:pt x="0" y="946273"/>
                  <a:pt x="0" y="609600"/>
                </a:cubicBezTo>
                <a:lnTo>
                  <a:pt x="0" y="609600"/>
                </a:lnTo>
                <a:close/>
              </a:path>
            </a:pathLst>
          </a:custGeom>
          <a:solidFill>
            <a:srgbClr val="FFFFFF"/>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27" name="图片占位符 26"/>
          <p:cNvSpPr>
            <a:spLocks noGrp="1"/>
          </p:cNvSpPr>
          <p:nvPr>
            <p:ph type="pic" idx="16393" hasCustomPrompt="1"/>
            <p:custDataLst>
              <p:tags r:id="rId12"/>
            </p:custDataLst>
          </p:nvPr>
        </p:nvSpPr>
        <p:spPr>
          <a:xfrm>
            <a:off x="8590280" y="2367280"/>
            <a:ext cx="650240" cy="650240"/>
          </a:xfrm>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p>
        </p:txBody>
      </p:sp>
      <p:sp>
        <p:nvSpPr>
          <p:cNvPr id="28" name="文本占位符 27"/>
          <p:cNvSpPr>
            <a:spLocks noGrp="1"/>
          </p:cNvSpPr>
          <p:nvPr>
            <p:ph type="body" idx="16388" hasCustomPrompt="1"/>
            <p:custDataLst>
              <p:tags r:id="rId13"/>
            </p:custDataLst>
          </p:nvPr>
        </p:nvSpPr>
        <p:spPr>
          <a:xfrm>
            <a:off x="6654800" y="3606800"/>
            <a:ext cx="4521200" cy="406400"/>
          </a:xfrm>
          <a:noFill/>
        </p:spPr>
        <p:txBody>
          <a:bodyPr lIns="0" tIns="0" rIns="0" bIns="0" anchor="t">
            <a:normAutofit/>
          </a:bodyPr>
          <a:lstStyle>
            <a:lvl1pPr marL="0" indent="0" algn="ctr">
              <a:lnSpc>
                <a:spcPct val="111000"/>
              </a:lnSpc>
              <a:spcBef>
                <a:spcPct val="0"/>
              </a:spcBef>
              <a:spcAft>
                <a:spcPct val="0"/>
              </a:spcAft>
              <a:buNone/>
              <a:defRPr sz="2400" b="0" spc="0">
                <a:solidFill>
                  <a:srgbClr val="FFFFFF"/>
                </a:solidFill>
              </a:defRPr>
            </a:lvl1pPr>
          </a:lstStyle>
          <a:p>
            <a:pPr lvl="0"/>
            <a:r>
              <a:rPr lang="zh-CN" altLang="en-US"/>
              <a:t>单击此处添加项标题</a:t>
            </a:r>
          </a:p>
        </p:txBody>
      </p:sp>
      <p:sp>
        <p:nvSpPr>
          <p:cNvPr id="29" name="文本占位符 28"/>
          <p:cNvSpPr>
            <a:spLocks noGrp="1"/>
          </p:cNvSpPr>
          <p:nvPr>
            <p:ph type="body" idx="16389" hasCustomPrompt="1"/>
            <p:custDataLst>
              <p:tags r:id="rId14"/>
            </p:custDataLst>
          </p:nvPr>
        </p:nvSpPr>
        <p:spPr>
          <a:xfrm>
            <a:off x="6654800" y="4165600"/>
            <a:ext cx="4521200" cy="1524000"/>
          </a:xfrm>
          <a:noFill/>
        </p:spPr>
        <p:txBody>
          <a:bodyPr lIns="0" tIns="0" rIns="0" bIns="0" anchor="t">
            <a:normAutofit/>
          </a:bodyPr>
          <a:lstStyle>
            <a:lvl1pPr marL="0" indent="0" algn="ctr">
              <a:lnSpc>
                <a:spcPct val="125000"/>
              </a:lnSpc>
              <a:spcBef>
                <a:spcPct val="0"/>
              </a:spcBef>
              <a:spcAft>
                <a:spcPct val="0"/>
              </a:spcAft>
              <a:buNone/>
              <a:defRPr sz="1600" b="0" spc="0">
                <a:solidFill>
                  <a:srgbClr val="FFFFFF"/>
                </a:solidFill>
              </a:defRPr>
            </a:lvl1pPr>
          </a:lstStyle>
          <a:p>
            <a:pPr lvl="0"/>
            <a:r>
              <a:rPr lang="zh-CN" altLang="en-US"/>
              <a:t>单击此处添加项正文</a:t>
            </a:r>
          </a:p>
        </p:txBody>
      </p:sp>
    </p:spTree>
    <p:extLst>
      <p:ext uri="{BB962C8B-B14F-4D97-AF65-F5344CB8AC3E}">
        <p14:creationId xmlns:p14="http://schemas.microsoft.com/office/powerpoint/2010/main" val="1000231427"/>
      </p:ext>
    </p:extLst>
  </p:cSld>
  <p:clrMapOvr>
    <a:overrideClrMapping bg1="lt1" tx1="dk1" bg2="lt2" tx2="dk2" accent1="accent1" accent2="accent2" accent3="accent3" accent4="accent4" accent5="accent5" accent6="accent6" hlink="hlink" folHlink="folHlink"/>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正文页-53_3">
    <p:bg>
      <p:bgRef idx="1001">
        <a:schemeClr val="bg2"/>
      </p:bgRef>
    </p:bg>
    <p:spTree>
      <p:nvGrpSpPr>
        <p:cNvPr id="1" name=""/>
        <p:cNvGrpSpPr/>
        <p:nvPr/>
      </p:nvGrpSpPr>
      <p:grpSpPr>
        <a:xfrm>
          <a:off x="0" y="0"/>
          <a:ext cx="0" cy="0"/>
          <a:chOff x="0" y="0"/>
          <a:chExt cx="0" cy="0"/>
        </a:xfrm>
      </p:grpSpPr>
      <p:sp>
        <p:nvSpPr>
          <p:cNvPr id="8" name="日期占位符 7"/>
          <p:cNvSpPr>
            <a:spLocks noGrp="1"/>
          </p:cNvSpPr>
          <p:nvPr>
            <p:ph type="dt" sz="half" idx="10"/>
            <p:custDataLst>
              <p:tags r:id="rId1"/>
            </p:custDataLst>
          </p:nvPr>
        </p:nvSpPr>
        <p:spPr/>
        <p:txBody>
          <a:bodyPr wrap="square">
            <a:normAutofit/>
          </a:bodyPr>
          <a:lstStyle/>
          <a:p>
            <a:fld id="{5592522B-0F24-4480-B9DD-A9474A6880D6}" type="datetimeFigureOut">
              <a:rPr lang="zh-CN" altLang="en-US" smtClean="0"/>
              <a:t>2026/10/10</a:t>
            </a:fld>
            <a:endParaRPr lang="zh-CN" altLang="en-US"/>
          </a:p>
        </p:txBody>
      </p:sp>
      <p:sp>
        <p:nvSpPr>
          <p:cNvPr id="9" name="页脚占位符 8"/>
          <p:cNvSpPr>
            <a:spLocks noGrp="1"/>
          </p:cNvSpPr>
          <p:nvPr>
            <p:ph type="ftr" sz="quarter" idx="11"/>
            <p:custDataLst>
              <p:tags r:id="rId2"/>
            </p:custDataLst>
          </p:nvPr>
        </p:nvSpPr>
        <p:spPr/>
        <p:txBody>
          <a:bodyPr/>
          <a:lstStyle/>
          <a:p>
            <a:endParaRPr lang="zh-CN" altLang="en-US"/>
          </a:p>
        </p:txBody>
      </p:sp>
      <p:sp>
        <p:nvSpPr>
          <p:cNvPr id="10" name="灯片编号占位符 9"/>
          <p:cNvSpPr>
            <a:spLocks noGrp="1"/>
          </p:cNvSpPr>
          <p:nvPr>
            <p:ph type="sldNum" sz="quarter" idx="12"/>
            <p:custDataLst>
              <p:tags r:id="rId3"/>
            </p:custDataLst>
          </p:nvPr>
        </p:nvSpPr>
        <p:spPr/>
        <p:txBody>
          <a:bodyPr wrap="square">
            <a:normAutofit/>
          </a:bodyPr>
          <a:lstStyle/>
          <a:p>
            <a:fld id="{BE5F26B5-172A-4DC2-B0B7-181CFC56B87C}" type="slidenum">
              <a:rPr lang="zh-CN" altLang="en-US" smtClean="0"/>
              <a:t>‹#›</a:t>
            </a:fld>
            <a:endParaRPr lang="zh-CN" altLang="en-US"/>
          </a:p>
        </p:txBody>
      </p:sp>
      <p:sp>
        <p:nvSpPr>
          <p:cNvPr id="7" name="装饰  6"/>
          <p:cNvSpPr>
            <a:spLocks noGrp="1"/>
          </p:cNvSpPr>
          <p:nvPr>
            <p:ph type="body" idx="16390" hasCustomPrompt="1"/>
            <p:custDataLst>
              <p:tags r:id="rId4"/>
            </p:custDataLst>
          </p:nvPr>
        </p:nvSpPr>
        <p:spPr>
          <a:xfrm>
            <a:off x="609600" y="4165600"/>
            <a:ext cx="5334000" cy="2082800"/>
          </a:xfrm>
          <a:custGeom>
            <a:avLst/>
            <a:gdLst>
              <a:gd name="connisteX0" fmla="*/ 0 w 5334000"/>
              <a:gd name="connsiteY0" fmla="*/ 0 h 2082800"/>
              <a:gd name="connisteX1" fmla="*/ 5334000 w 5334000"/>
              <a:gd name="connsiteY1" fmla="*/ 0 h 2082800"/>
              <a:gd name="connisteX2" fmla="*/ 5334000 w 5334000"/>
              <a:gd name="connsiteY2" fmla="*/ 1879600 h 2082800"/>
              <a:gd name="connisteX3" fmla="*/ 5130800 w 5334000"/>
              <a:gd name="connsiteY3" fmla="*/ 2082800 h 2082800"/>
              <a:gd name="connisteX4" fmla="*/ 203200 w 5334000"/>
              <a:gd name="connsiteY4" fmla="*/ 2082800 h 2082800"/>
              <a:gd name="connisteX5" fmla="*/ 0 w 5334000"/>
              <a:gd name="connsiteY5" fmla="*/ 1879600 h 2082800"/>
              <a:gd name="connisteX6" fmla="*/ 0 w 5334000"/>
              <a:gd name="connsiteY6" fmla="*/ 0 h 2082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rect l="0" t="0" r="0" b="0"/>
            <a:pathLst>
              <a:path w="5334000" h="2082800">
                <a:moveTo>
                  <a:pt x="0" y="0"/>
                </a:moveTo>
                <a:lnTo>
                  <a:pt x="5334000" y="0"/>
                </a:lnTo>
                <a:lnTo>
                  <a:pt x="5334000" y="1879600"/>
                </a:lnTo>
                <a:cubicBezTo>
                  <a:pt x="5334000" y="1991824"/>
                  <a:pt x="5243024" y="2082800"/>
                  <a:pt x="5130800" y="2082800"/>
                </a:cubicBezTo>
                <a:lnTo>
                  <a:pt x="203200" y="2082800"/>
                </a:lnTo>
                <a:cubicBezTo>
                  <a:pt x="90976" y="2082800"/>
                  <a:pt x="0" y="1991824"/>
                  <a:pt x="0" y="1879600"/>
                </a:cubicBezTo>
                <a:lnTo>
                  <a:pt x="0" y="0"/>
                </a:lnTo>
                <a:close/>
              </a:path>
            </a:pathLst>
          </a:custGeom>
          <a:gradFill>
            <a:gsLst>
              <a:gs pos="0">
                <a:schemeClr val="accent1">
                  <a:lumMod val="0"/>
                  <a:lumOff val="100000"/>
                </a:schemeClr>
              </a:gs>
              <a:gs pos="100000">
                <a:schemeClr val="accent1">
                  <a:lumMod val="0"/>
                  <a:lumOff val="100000"/>
                </a:schemeClr>
              </a:gs>
            </a:gsLst>
            <a:lin ang="5400000"/>
          </a:gra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6" name="标题 5"/>
          <p:cNvSpPr>
            <a:spLocks noGrp="1"/>
          </p:cNvSpPr>
          <p:nvPr>
            <p:ph type="ctrTitle" idx="16385" hasCustomPrompt="1"/>
            <p:custDataLst>
              <p:tags r:id="rId5"/>
            </p:custDataLst>
          </p:nvPr>
        </p:nvSpPr>
        <p:spPr>
          <a:xfrm>
            <a:off x="609600" y="533400"/>
            <a:ext cx="10972800" cy="609600"/>
          </a:xfrm>
          <a:noFill/>
        </p:spPr>
        <p:txBody>
          <a:bodyPr vert="horz" wrap="square" lIns="0" tIns="0" rIns="0" bIns="0" rtlCol="0" anchor="t" anchorCtr="0">
            <a:normAutofit/>
          </a:bodyPr>
          <a:lstStyle>
            <a:lvl1pPr marL="0" marR="0" indent="0" algn="l" defTabSz="914400" rtl="0" eaLnBrk="1" fontAlgn="auto" latinLnBrk="0" hangingPunct="1">
              <a:lnSpc>
                <a:spcPct val="111000"/>
              </a:lnSpc>
              <a:spcBef>
                <a:spcPct val="0"/>
              </a:spcBef>
              <a:spcAft>
                <a:spcPct val="0"/>
              </a:spcAft>
              <a:buClrTx/>
              <a:buSzTx/>
              <a:buFontTx/>
              <a:buNone/>
              <a:defRPr kumimoji="0" lang="zh-CN" altLang="en-US" sz="3600" b="1" i="0" u="none" strike="noStrike" kern="1200" cap="none" spc="0" normalizeH="0" baseline="0" noProof="1">
                <a:solidFill>
                  <a:schemeClr val="tx1"/>
                </a:solidFill>
                <a:latin typeface="+mj-lt"/>
                <a:ea typeface="+mj-ea"/>
                <a:cs typeface="+mj-cs"/>
              </a:defRPr>
            </a:lvl1pPr>
          </a:lstStyle>
          <a:p>
            <a:pPr lvl="0"/>
            <a:r>
              <a:rPr>
                <a:sym typeface="+mn-ea"/>
              </a:rPr>
              <a:t>单击此处添加标题</a:t>
            </a:r>
          </a:p>
        </p:txBody>
      </p:sp>
      <p:sp>
        <p:nvSpPr>
          <p:cNvPr id="21" name="图片占位符 20"/>
          <p:cNvSpPr>
            <a:spLocks noGrp="1"/>
          </p:cNvSpPr>
          <p:nvPr>
            <p:ph type="pic" idx="16391" hasCustomPrompt="1"/>
            <p:custDataLst>
              <p:tags r:id="rId6"/>
            </p:custDataLst>
          </p:nvPr>
        </p:nvSpPr>
        <p:spPr>
          <a:xfrm>
            <a:off x="609600" y="1524000"/>
            <a:ext cx="5334000" cy="2641600"/>
          </a:xfrm>
          <a:custGeom>
            <a:avLst/>
            <a:gdLst>
              <a:gd name="connisteX0" fmla="*/ 0 w 5334000"/>
              <a:gd name="connsiteY0" fmla="*/ 203200 h 2641600"/>
              <a:gd name="connisteX1" fmla="*/ 203200 w 5334000"/>
              <a:gd name="connsiteY1" fmla="*/ 0 h 2641600"/>
              <a:gd name="connisteX2" fmla="*/ 5130800 w 5334000"/>
              <a:gd name="connsiteY2" fmla="*/ 0 h 2641600"/>
              <a:gd name="connisteX3" fmla="*/ 5334000 w 5334000"/>
              <a:gd name="connsiteY3" fmla="*/ 203200 h 2641600"/>
              <a:gd name="connisteX4" fmla="*/ 5334000 w 5334000"/>
              <a:gd name="connsiteY4" fmla="*/ 2641600 h 2641600"/>
              <a:gd name="connisteX5" fmla="*/ 0 w 5334000"/>
              <a:gd name="connsiteY5" fmla="*/ 2641600 h 2641600"/>
              <a:gd name="connisteX6" fmla="*/ 0 w 5334000"/>
              <a:gd name="connsiteY6" fmla="*/ 203200 h 26416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rect l="0" t="0" r="0" b="0"/>
            <a:pathLst>
              <a:path w="5334000" h="2641600">
                <a:moveTo>
                  <a:pt x="0" y="203200"/>
                </a:moveTo>
                <a:cubicBezTo>
                  <a:pt x="0" y="90976"/>
                  <a:pt x="90976" y="0"/>
                  <a:pt x="203200" y="0"/>
                </a:cubicBezTo>
                <a:lnTo>
                  <a:pt x="5130800" y="0"/>
                </a:lnTo>
                <a:cubicBezTo>
                  <a:pt x="5243024" y="0"/>
                  <a:pt x="5334000" y="90976"/>
                  <a:pt x="5334000" y="203200"/>
                </a:cubicBezTo>
                <a:lnTo>
                  <a:pt x="5334000" y="2641600"/>
                </a:lnTo>
                <a:lnTo>
                  <a:pt x="0" y="2641600"/>
                </a:lnTo>
                <a:lnTo>
                  <a:pt x="0" y="203200"/>
                </a:lnTo>
                <a:close/>
              </a:path>
            </a:pathLst>
          </a:custGeo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p>
        </p:txBody>
      </p:sp>
      <p:sp>
        <p:nvSpPr>
          <p:cNvPr id="22" name="文本占位符 21"/>
          <p:cNvSpPr>
            <a:spLocks noGrp="1"/>
          </p:cNvSpPr>
          <p:nvPr>
            <p:ph type="body" idx="16386" hasCustomPrompt="1"/>
            <p:custDataLst>
              <p:tags r:id="rId7"/>
            </p:custDataLst>
          </p:nvPr>
        </p:nvSpPr>
        <p:spPr>
          <a:xfrm>
            <a:off x="914400" y="4470400"/>
            <a:ext cx="47244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23" name="文本占位符 22"/>
          <p:cNvSpPr>
            <a:spLocks noGrp="1"/>
          </p:cNvSpPr>
          <p:nvPr>
            <p:ph type="body" idx="16387" hasCustomPrompt="1"/>
            <p:custDataLst>
              <p:tags r:id="rId8"/>
            </p:custDataLst>
          </p:nvPr>
        </p:nvSpPr>
        <p:spPr>
          <a:xfrm>
            <a:off x="914400" y="5029200"/>
            <a:ext cx="4724400" cy="9144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
        <p:nvSpPr>
          <p:cNvPr id="24" name="装饰  3"/>
          <p:cNvSpPr>
            <a:spLocks noGrp="1"/>
          </p:cNvSpPr>
          <p:nvPr>
            <p:ph type="body" idx="16392" hasCustomPrompt="1"/>
            <p:custDataLst>
              <p:tags r:id="rId9"/>
            </p:custDataLst>
          </p:nvPr>
        </p:nvSpPr>
        <p:spPr>
          <a:xfrm>
            <a:off x="6248400" y="4165600"/>
            <a:ext cx="5334000" cy="2082800"/>
          </a:xfrm>
          <a:custGeom>
            <a:avLst/>
            <a:gdLst>
              <a:gd name="connisteX0" fmla="*/ 0 w 5334000"/>
              <a:gd name="connsiteY0" fmla="*/ 0 h 2082800"/>
              <a:gd name="connisteX1" fmla="*/ 5334000 w 5334000"/>
              <a:gd name="connsiteY1" fmla="*/ 0 h 2082800"/>
              <a:gd name="connisteX2" fmla="*/ 5334000 w 5334000"/>
              <a:gd name="connsiteY2" fmla="*/ 1879600 h 2082800"/>
              <a:gd name="connisteX3" fmla="*/ 5130800 w 5334000"/>
              <a:gd name="connsiteY3" fmla="*/ 2082800 h 2082800"/>
              <a:gd name="connisteX4" fmla="*/ 203200 w 5334000"/>
              <a:gd name="connsiteY4" fmla="*/ 2082800 h 2082800"/>
              <a:gd name="connisteX5" fmla="*/ 0 w 5334000"/>
              <a:gd name="connsiteY5" fmla="*/ 1879600 h 2082800"/>
              <a:gd name="connisteX6" fmla="*/ 0 w 5334000"/>
              <a:gd name="connsiteY6" fmla="*/ 0 h 2082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rect l="0" t="0" r="0" b="0"/>
            <a:pathLst>
              <a:path w="5334000" h="2082800">
                <a:moveTo>
                  <a:pt x="0" y="0"/>
                </a:moveTo>
                <a:lnTo>
                  <a:pt x="5334000" y="0"/>
                </a:lnTo>
                <a:lnTo>
                  <a:pt x="5334000" y="1879600"/>
                </a:lnTo>
                <a:cubicBezTo>
                  <a:pt x="5334000" y="1991824"/>
                  <a:pt x="5243024" y="2082800"/>
                  <a:pt x="5130800" y="2082800"/>
                </a:cubicBezTo>
                <a:lnTo>
                  <a:pt x="203200" y="2082800"/>
                </a:lnTo>
                <a:cubicBezTo>
                  <a:pt x="90976" y="2082800"/>
                  <a:pt x="0" y="1991824"/>
                  <a:pt x="0" y="1879600"/>
                </a:cubicBezTo>
                <a:lnTo>
                  <a:pt x="0" y="0"/>
                </a:lnTo>
                <a:close/>
              </a:path>
            </a:pathLst>
          </a:custGeom>
          <a:gradFill>
            <a:gsLst>
              <a:gs pos="0">
                <a:schemeClr val="accent1">
                  <a:lumMod val="0"/>
                  <a:lumOff val="100000"/>
                </a:schemeClr>
              </a:gs>
              <a:gs pos="100000">
                <a:schemeClr val="accent1">
                  <a:lumMod val="0"/>
                  <a:lumOff val="100000"/>
                </a:schemeClr>
              </a:gs>
            </a:gsLst>
            <a:lin ang="5400000"/>
          </a:gra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25" name="图片占位符 24"/>
          <p:cNvSpPr>
            <a:spLocks noGrp="1"/>
          </p:cNvSpPr>
          <p:nvPr>
            <p:ph type="pic" idx="16393" hasCustomPrompt="1"/>
            <p:custDataLst>
              <p:tags r:id="rId10"/>
            </p:custDataLst>
          </p:nvPr>
        </p:nvSpPr>
        <p:spPr>
          <a:xfrm>
            <a:off x="6248400" y="1524000"/>
            <a:ext cx="5334000" cy="2641600"/>
          </a:xfrm>
          <a:custGeom>
            <a:avLst/>
            <a:gdLst>
              <a:gd name="connisteX0" fmla="*/ 0 w 5334000"/>
              <a:gd name="connsiteY0" fmla="*/ 203200 h 2641600"/>
              <a:gd name="connisteX1" fmla="*/ 203200 w 5334000"/>
              <a:gd name="connsiteY1" fmla="*/ 0 h 2641600"/>
              <a:gd name="connisteX2" fmla="*/ 5130800 w 5334000"/>
              <a:gd name="connsiteY2" fmla="*/ 0 h 2641600"/>
              <a:gd name="connisteX3" fmla="*/ 5334000 w 5334000"/>
              <a:gd name="connsiteY3" fmla="*/ 203200 h 2641600"/>
              <a:gd name="connisteX4" fmla="*/ 5334000 w 5334000"/>
              <a:gd name="connsiteY4" fmla="*/ 2641600 h 2641600"/>
              <a:gd name="connisteX5" fmla="*/ 0 w 5334000"/>
              <a:gd name="connsiteY5" fmla="*/ 2641600 h 2641600"/>
              <a:gd name="connisteX6" fmla="*/ 0 w 5334000"/>
              <a:gd name="connsiteY6" fmla="*/ 203200 h 26416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rect l="0" t="0" r="0" b="0"/>
            <a:pathLst>
              <a:path w="5334000" h="2641600">
                <a:moveTo>
                  <a:pt x="0" y="203200"/>
                </a:moveTo>
                <a:cubicBezTo>
                  <a:pt x="0" y="90976"/>
                  <a:pt x="90976" y="0"/>
                  <a:pt x="203200" y="0"/>
                </a:cubicBezTo>
                <a:lnTo>
                  <a:pt x="5130800" y="0"/>
                </a:lnTo>
                <a:cubicBezTo>
                  <a:pt x="5243024" y="0"/>
                  <a:pt x="5334000" y="90976"/>
                  <a:pt x="5334000" y="203200"/>
                </a:cubicBezTo>
                <a:lnTo>
                  <a:pt x="5334000" y="2641600"/>
                </a:lnTo>
                <a:lnTo>
                  <a:pt x="0" y="2641600"/>
                </a:lnTo>
                <a:lnTo>
                  <a:pt x="0" y="203200"/>
                </a:lnTo>
                <a:close/>
              </a:path>
            </a:pathLst>
          </a:custGeo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p>
        </p:txBody>
      </p:sp>
      <p:sp>
        <p:nvSpPr>
          <p:cNvPr id="26" name="文本占位符 25"/>
          <p:cNvSpPr>
            <a:spLocks noGrp="1"/>
          </p:cNvSpPr>
          <p:nvPr>
            <p:ph type="body" idx="16388" hasCustomPrompt="1"/>
            <p:custDataLst>
              <p:tags r:id="rId11"/>
            </p:custDataLst>
          </p:nvPr>
        </p:nvSpPr>
        <p:spPr>
          <a:xfrm>
            <a:off x="6553200" y="4470400"/>
            <a:ext cx="47244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27" name="文本占位符 26"/>
          <p:cNvSpPr>
            <a:spLocks noGrp="1"/>
          </p:cNvSpPr>
          <p:nvPr>
            <p:ph type="body" idx="16389" hasCustomPrompt="1"/>
            <p:custDataLst>
              <p:tags r:id="rId12"/>
            </p:custDataLst>
          </p:nvPr>
        </p:nvSpPr>
        <p:spPr>
          <a:xfrm>
            <a:off x="6553200" y="5029200"/>
            <a:ext cx="4724400" cy="9144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Tree>
    <p:extLst>
      <p:ext uri="{BB962C8B-B14F-4D97-AF65-F5344CB8AC3E}">
        <p14:creationId xmlns:p14="http://schemas.microsoft.com/office/powerpoint/2010/main" val="3826683511"/>
      </p:ext>
    </p:extLst>
  </p:cSld>
  <p:clrMapOvr>
    <a:overrideClrMapping bg1="lt1" tx1="dk1" bg2="lt2" tx2="dk2" accent1="accent1" accent2="accent2" accent3="accent3" accent4="accent4" accent5="accent5" accent6="accent6" hlink="hlink" folHlink="folHlink"/>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正文页-57_29">
    <p:bg>
      <p:bgRef idx="1001">
        <a:schemeClr val="bg2"/>
      </p:bgRef>
    </p:bg>
    <p:spTree>
      <p:nvGrpSpPr>
        <p:cNvPr id="1" name=""/>
        <p:cNvGrpSpPr/>
        <p:nvPr/>
      </p:nvGrpSpPr>
      <p:grpSpPr>
        <a:xfrm>
          <a:off x="0" y="0"/>
          <a:ext cx="0" cy="0"/>
          <a:chOff x="0" y="0"/>
          <a:chExt cx="0" cy="0"/>
        </a:xfrm>
      </p:grpSpPr>
      <p:sp>
        <p:nvSpPr>
          <p:cNvPr id="8" name="日期占位符 7"/>
          <p:cNvSpPr>
            <a:spLocks noGrp="1"/>
          </p:cNvSpPr>
          <p:nvPr>
            <p:ph type="dt" sz="half" idx="10"/>
            <p:custDataLst>
              <p:tags r:id="rId1"/>
            </p:custDataLst>
          </p:nvPr>
        </p:nvSpPr>
        <p:spPr/>
        <p:txBody>
          <a:bodyPr wrap="square">
            <a:normAutofit/>
          </a:bodyPr>
          <a:lstStyle/>
          <a:p>
            <a:fld id="{5592522B-0F24-4480-B9DD-A9474A6880D6}" type="datetimeFigureOut">
              <a:rPr lang="zh-CN" altLang="en-US" smtClean="0"/>
              <a:t>2026/10/10</a:t>
            </a:fld>
            <a:endParaRPr lang="zh-CN" altLang="en-US"/>
          </a:p>
        </p:txBody>
      </p:sp>
      <p:sp>
        <p:nvSpPr>
          <p:cNvPr id="9" name="页脚占位符 8"/>
          <p:cNvSpPr>
            <a:spLocks noGrp="1"/>
          </p:cNvSpPr>
          <p:nvPr>
            <p:ph type="ftr" sz="quarter" idx="11"/>
            <p:custDataLst>
              <p:tags r:id="rId2"/>
            </p:custDataLst>
          </p:nvPr>
        </p:nvSpPr>
        <p:spPr/>
        <p:txBody>
          <a:bodyPr/>
          <a:lstStyle/>
          <a:p>
            <a:endParaRPr lang="zh-CN" altLang="en-US"/>
          </a:p>
        </p:txBody>
      </p:sp>
      <p:sp>
        <p:nvSpPr>
          <p:cNvPr id="10" name="灯片编号占位符 9"/>
          <p:cNvSpPr>
            <a:spLocks noGrp="1"/>
          </p:cNvSpPr>
          <p:nvPr>
            <p:ph type="sldNum" sz="quarter" idx="12"/>
            <p:custDataLst>
              <p:tags r:id="rId3"/>
            </p:custDataLst>
          </p:nvPr>
        </p:nvSpPr>
        <p:spPr/>
        <p:txBody>
          <a:bodyPr wrap="square">
            <a:normAutofit/>
          </a:bodyPr>
          <a:lstStyle/>
          <a:p>
            <a:fld id="{BE5F26B5-172A-4DC2-B0B7-181CFC56B87C}" type="slidenum">
              <a:rPr lang="zh-CN" altLang="en-US" smtClean="0"/>
              <a:t>‹#›</a:t>
            </a:fld>
            <a:endParaRPr lang="zh-CN" altLang="en-US"/>
          </a:p>
        </p:txBody>
      </p:sp>
      <p:sp>
        <p:nvSpPr>
          <p:cNvPr id="7" name="装饰  6"/>
          <p:cNvSpPr>
            <a:spLocks noGrp="1"/>
          </p:cNvSpPr>
          <p:nvPr>
            <p:ph type="body" idx="16394" hasCustomPrompt="1"/>
            <p:custDataLst>
              <p:tags r:id="rId4"/>
            </p:custDataLst>
          </p:nvPr>
        </p:nvSpPr>
        <p:spPr>
          <a:xfrm>
            <a:off x="609600" y="3556000"/>
            <a:ext cx="2514600" cy="2692400"/>
          </a:xfrm>
          <a:custGeom>
            <a:avLst/>
            <a:gdLst>
              <a:gd name="connisteX0" fmla="*/ 0 w 2514600"/>
              <a:gd name="connsiteY0" fmla="*/ 0 h 2692400"/>
              <a:gd name="connisteX1" fmla="*/ 2514600 w 2514600"/>
              <a:gd name="connsiteY1" fmla="*/ 0 h 2692400"/>
              <a:gd name="connisteX2" fmla="*/ 2514600 w 2514600"/>
              <a:gd name="connsiteY2" fmla="*/ 2489200 h 2692400"/>
              <a:gd name="connisteX3" fmla="*/ 2311400 w 2514600"/>
              <a:gd name="connsiteY3" fmla="*/ 2692400 h 2692400"/>
              <a:gd name="connisteX4" fmla="*/ 203200 w 2514600"/>
              <a:gd name="connsiteY4" fmla="*/ 2692400 h 2692400"/>
              <a:gd name="connisteX5" fmla="*/ 0 w 2514600"/>
              <a:gd name="connsiteY5" fmla="*/ 2489200 h 2692400"/>
              <a:gd name="connisteX6" fmla="*/ 0 w 2514600"/>
              <a:gd name="connsiteY6" fmla="*/ 0 h 2692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rect l="0" t="0" r="0" b="0"/>
            <a:pathLst>
              <a:path w="2514600" h="2692400">
                <a:moveTo>
                  <a:pt x="0" y="0"/>
                </a:moveTo>
                <a:lnTo>
                  <a:pt x="2514600" y="0"/>
                </a:lnTo>
                <a:lnTo>
                  <a:pt x="2514600" y="2489200"/>
                </a:lnTo>
                <a:cubicBezTo>
                  <a:pt x="2514600" y="2601424"/>
                  <a:pt x="2423624" y="2692400"/>
                  <a:pt x="2311400" y="2692400"/>
                </a:cubicBezTo>
                <a:lnTo>
                  <a:pt x="203200" y="2692400"/>
                </a:lnTo>
                <a:cubicBezTo>
                  <a:pt x="90976" y="2692400"/>
                  <a:pt x="0" y="2601424"/>
                  <a:pt x="0" y="2489200"/>
                </a:cubicBezTo>
                <a:lnTo>
                  <a:pt x="0" y="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6" name="标题 5"/>
          <p:cNvSpPr>
            <a:spLocks noGrp="1"/>
          </p:cNvSpPr>
          <p:nvPr>
            <p:ph type="ctrTitle" idx="16385" hasCustomPrompt="1"/>
            <p:custDataLst>
              <p:tags r:id="rId5"/>
            </p:custDataLst>
          </p:nvPr>
        </p:nvSpPr>
        <p:spPr>
          <a:xfrm>
            <a:off x="609600" y="533400"/>
            <a:ext cx="10972800" cy="609600"/>
          </a:xfrm>
          <a:noFill/>
        </p:spPr>
        <p:txBody>
          <a:bodyPr vert="horz" wrap="square" lIns="0" tIns="0" rIns="0" bIns="0" rtlCol="0" anchor="t" anchorCtr="0">
            <a:normAutofit/>
          </a:bodyPr>
          <a:lstStyle>
            <a:lvl1pPr marL="0" marR="0" indent="0" algn="l" defTabSz="914400" rtl="0" eaLnBrk="1" fontAlgn="auto" latinLnBrk="0" hangingPunct="1">
              <a:lnSpc>
                <a:spcPct val="111000"/>
              </a:lnSpc>
              <a:spcBef>
                <a:spcPct val="0"/>
              </a:spcBef>
              <a:spcAft>
                <a:spcPct val="0"/>
              </a:spcAft>
              <a:buClrTx/>
              <a:buSzTx/>
              <a:buFontTx/>
              <a:buNone/>
              <a:defRPr kumimoji="0" lang="zh-CN" altLang="en-US" sz="3600" b="1" i="0" u="none" strike="noStrike" kern="1200" cap="none" spc="0" normalizeH="0" baseline="0" noProof="1">
                <a:solidFill>
                  <a:schemeClr val="tx1"/>
                </a:solidFill>
                <a:latin typeface="+mj-lt"/>
                <a:ea typeface="+mj-ea"/>
                <a:cs typeface="+mj-cs"/>
              </a:defRPr>
            </a:lvl1pPr>
          </a:lstStyle>
          <a:p>
            <a:pPr lvl="0"/>
            <a:r>
              <a:rPr>
                <a:sym typeface="+mn-ea"/>
              </a:rPr>
              <a:t>单击此处添加标题</a:t>
            </a:r>
          </a:p>
        </p:txBody>
      </p:sp>
      <p:sp>
        <p:nvSpPr>
          <p:cNvPr id="21" name="图片占位符 20"/>
          <p:cNvSpPr>
            <a:spLocks noGrp="1"/>
          </p:cNvSpPr>
          <p:nvPr>
            <p:ph type="pic" idx="16395" hasCustomPrompt="1"/>
            <p:custDataLst>
              <p:tags r:id="rId6"/>
            </p:custDataLst>
          </p:nvPr>
        </p:nvSpPr>
        <p:spPr>
          <a:xfrm>
            <a:off x="609600" y="1524000"/>
            <a:ext cx="2514600" cy="2032000"/>
          </a:xfrm>
          <a:custGeom>
            <a:avLst/>
            <a:gdLst>
              <a:gd name="connisteX0" fmla="*/ 0 w 2514600"/>
              <a:gd name="connsiteY0" fmla="*/ 203200 h 2032000"/>
              <a:gd name="connisteX1" fmla="*/ 203200 w 2514600"/>
              <a:gd name="connsiteY1" fmla="*/ 0 h 2032000"/>
              <a:gd name="connisteX2" fmla="*/ 2311400 w 2514600"/>
              <a:gd name="connsiteY2" fmla="*/ 0 h 2032000"/>
              <a:gd name="connisteX3" fmla="*/ 2514600 w 2514600"/>
              <a:gd name="connsiteY3" fmla="*/ 203200 h 2032000"/>
              <a:gd name="connisteX4" fmla="*/ 2514600 w 2514600"/>
              <a:gd name="connsiteY4" fmla="*/ 2032000 h 2032000"/>
              <a:gd name="connisteX5" fmla="*/ 0 w 2514600"/>
              <a:gd name="connsiteY5" fmla="*/ 2032000 h 2032000"/>
              <a:gd name="connisteX6" fmla="*/ 0 w 2514600"/>
              <a:gd name="connsiteY6" fmla="*/ 203200 h 2032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rect l="0" t="0" r="0" b="0"/>
            <a:pathLst>
              <a:path w="2514600" h="2032000">
                <a:moveTo>
                  <a:pt x="0" y="203200"/>
                </a:moveTo>
                <a:cubicBezTo>
                  <a:pt x="0" y="90976"/>
                  <a:pt x="90976" y="0"/>
                  <a:pt x="203200" y="0"/>
                </a:cubicBezTo>
                <a:lnTo>
                  <a:pt x="2311400" y="0"/>
                </a:lnTo>
                <a:cubicBezTo>
                  <a:pt x="2423624" y="0"/>
                  <a:pt x="2514600" y="90976"/>
                  <a:pt x="2514600" y="203200"/>
                </a:cubicBezTo>
                <a:lnTo>
                  <a:pt x="2514600" y="2032000"/>
                </a:lnTo>
                <a:lnTo>
                  <a:pt x="0" y="2032000"/>
                </a:lnTo>
                <a:lnTo>
                  <a:pt x="0" y="203200"/>
                </a:lnTo>
                <a:close/>
              </a:path>
            </a:pathLst>
          </a:custGeo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p>
        </p:txBody>
      </p:sp>
      <p:sp>
        <p:nvSpPr>
          <p:cNvPr id="22" name="文本占位符 21"/>
          <p:cNvSpPr>
            <a:spLocks noGrp="1"/>
          </p:cNvSpPr>
          <p:nvPr>
            <p:ph type="body" idx="16386" hasCustomPrompt="1"/>
            <p:custDataLst>
              <p:tags r:id="rId7"/>
            </p:custDataLst>
          </p:nvPr>
        </p:nvSpPr>
        <p:spPr>
          <a:xfrm>
            <a:off x="914400" y="3860800"/>
            <a:ext cx="1905000" cy="406400"/>
          </a:xfrm>
          <a:noFill/>
        </p:spPr>
        <p:txBody>
          <a:bodyPr lIns="0" tIns="0" rIns="0" bIns="0" anchor="t">
            <a:normAutofit/>
          </a:bodyPr>
          <a:lstStyle>
            <a:lvl1pPr marL="0" indent="0" algn="l">
              <a:lnSpc>
                <a:spcPct val="111000"/>
              </a:lnSpc>
              <a:spcBef>
                <a:spcPct val="0"/>
              </a:spcBef>
              <a:spcAft>
                <a:spcPct val="0"/>
              </a:spcAft>
              <a:buNone/>
              <a:defRPr sz="2400" b="0" spc="0">
                <a:solidFill>
                  <a:srgbClr val="FFFFFF"/>
                </a:solidFill>
              </a:defRPr>
            </a:lvl1pPr>
          </a:lstStyle>
          <a:p>
            <a:pPr lvl="0"/>
            <a:r>
              <a:rPr lang="zh-CN" altLang="en-US"/>
              <a:t>项标题</a:t>
            </a:r>
          </a:p>
        </p:txBody>
      </p:sp>
      <p:sp>
        <p:nvSpPr>
          <p:cNvPr id="23" name="文本占位符 22"/>
          <p:cNvSpPr>
            <a:spLocks noGrp="1"/>
          </p:cNvSpPr>
          <p:nvPr>
            <p:ph type="body" idx="16387" hasCustomPrompt="1"/>
            <p:custDataLst>
              <p:tags r:id="rId8"/>
            </p:custDataLst>
          </p:nvPr>
        </p:nvSpPr>
        <p:spPr>
          <a:xfrm>
            <a:off x="914400" y="4419600"/>
            <a:ext cx="1905000" cy="1524000"/>
          </a:xfrm>
          <a:noFill/>
        </p:spPr>
        <p:txBody>
          <a:bodyPr lIns="0" tIns="0" rIns="0" bIns="0" anchor="t">
            <a:normAutofit/>
          </a:bodyPr>
          <a:lstStyle>
            <a:lvl1pPr marL="0" indent="0" algn="l">
              <a:lnSpc>
                <a:spcPct val="125000"/>
              </a:lnSpc>
              <a:spcBef>
                <a:spcPct val="0"/>
              </a:spcBef>
              <a:spcAft>
                <a:spcPct val="0"/>
              </a:spcAft>
              <a:buNone/>
              <a:defRPr sz="1600" b="0" spc="0">
                <a:solidFill>
                  <a:srgbClr val="FFFFFF"/>
                </a:solidFill>
              </a:defRPr>
            </a:lvl1pPr>
          </a:lstStyle>
          <a:p>
            <a:pPr lvl="0"/>
            <a:r>
              <a:rPr lang="zh-CN" altLang="en-US"/>
              <a:t>单击此处添加项正文</a:t>
            </a:r>
          </a:p>
        </p:txBody>
      </p:sp>
      <p:sp>
        <p:nvSpPr>
          <p:cNvPr id="24" name="装饰  3"/>
          <p:cNvSpPr>
            <a:spLocks noGrp="1"/>
          </p:cNvSpPr>
          <p:nvPr>
            <p:ph type="body" idx="16396" hasCustomPrompt="1"/>
            <p:custDataLst>
              <p:tags r:id="rId9"/>
            </p:custDataLst>
          </p:nvPr>
        </p:nvSpPr>
        <p:spPr>
          <a:xfrm>
            <a:off x="3429000" y="3556000"/>
            <a:ext cx="2514600" cy="2692400"/>
          </a:xfrm>
          <a:custGeom>
            <a:avLst/>
            <a:gdLst>
              <a:gd name="connisteX0" fmla="*/ 0 w 2514600"/>
              <a:gd name="connsiteY0" fmla="*/ 0 h 2692400"/>
              <a:gd name="connisteX1" fmla="*/ 2514600 w 2514600"/>
              <a:gd name="connsiteY1" fmla="*/ 0 h 2692400"/>
              <a:gd name="connisteX2" fmla="*/ 2514600 w 2514600"/>
              <a:gd name="connsiteY2" fmla="*/ 2489200 h 2692400"/>
              <a:gd name="connisteX3" fmla="*/ 2311400 w 2514600"/>
              <a:gd name="connsiteY3" fmla="*/ 2692400 h 2692400"/>
              <a:gd name="connisteX4" fmla="*/ 203200 w 2514600"/>
              <a:gd name="connsiteY4" fmla="*/ 2692400 h 2692400"/>
              <a:gd name="connisteX5" fmla="*/ 0 w 2514600"/>
              <a:gd name="connsiteY5" fmla="*/ 2489200 h 2692400"/>
              <a:gd name="connisteX6" fmla="*/ 0 w 2514600"/>
              <a:gd name="connsiteY6" fmla="*/ 0 h 2692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rect l="0" t="0" r="0" b="0"/>
            <a:pathLst>
              <a:path w="2514600" h="2692400">
                <a:moveTo>
                  <a:pt x="0" y="0"/>
                </a:moveTo>
                <a:lnTo>
                  <a:pt x="2514600" y="0"/>
                </a:lnTo>
                <a:lnTo>
                  <a:pt x="2514600" y="2489200"/>
                </a:lnTo>
                <a:cubicBezTo>
                  <a:pt x="2514600" y="2601424"/>
                  <a:pt x="2423624" y="2692400"/>
                  <a:pt x="2311400" y="2692400"/>
                </a:cubicBezTo>
                <a:lnTo>
                  <a:pt x="203200" y="2692400"/>
                </a:lnTo>
                <a:cubicBezTo>
                  <a:pt x="90976" y="2692400"/>
                  <a:pt x="0" y="2601424"/>
                  <a:pt x="0" y="2489200"/>
                </a:cubicBezTo>
                <a:lnTo>
                  <a:pt x="0" y="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25" name="图片占位符 24"/>
          <p:cNvSpPr>
            <a:spLocks noGrp="1"/>
          </p:cNvSpPr>
          <p:nvPr>
            <p:ph type="pic" idx="16397" hasCustomPrompt="1"/>
            <p:custDataLst>
              <p:tags r:id="rId10"/>
            </p:custDataLst>
          </p:nvPr>
        </p:nvSpPr>
        <p:spPr>
          <a:xfrm>
            <a:off x="3429000" y="1524000"/>
            <a:ext cx="2514600" cy="2032000"/>
          </a:xfrm>
          <a:custGeom>
            <a:avLst/>
            <a:gdLst>
              <a:gd name="connisteX0" fmla="*/ 0 w 2514600"/>
              <a:gd name="connsiteY0" fmla="*/ 203200 h 2032000"/>
              <a:gd name="connisteX1" fmla="*/ 203200 w 2514600"/>
              <a:gd name="connsiteY1" fmla="*/ 0 h 2032000"/>
              <a:gd name="connisteX2" fmla="*/ 2311400 w 2514600"/>
              <a:gd name="connsiteY2" fmla="*/ 0 h 2032000"/>
              <a:gd name="connisteX3" fmla="*/ 2514600 w 2514600"/>
              <a:gd name="connsiteY3" fmla="*/ 203200 h 2032000"/>
              <a:gd name="connisteX4" fmla="*/ 2514600 w 2514600"/>
              <a:gd name="connsiteY4" fmla="*/ 2032000 h 2032000"/>
              <a:gd name="connisteX5" fmla="*/ 0 w 2514600"/>
              <a:gd name="connsiteY5" fmla="*/ 2032000 h 2032000"/>
              <a:gd name="connisteX6" fmla="*/ 0 w 2514600"/>
              <a:gd name="connsiteY6" fmla="*/ 203200 h 2032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rect l="0" t="0" r="0" b="0"/>
            <a:pathLst>
              <a:path w="2514600" h="2032000">
                <a:moveTo>
                  <a:pt x="0" y="203200"/>
                </a:moveTo>
                <a:cubicBezTo>
                  <a:pt x="0" y="90976"/>
                  <a:pt x="90976" y="0"/>
                  <a:pt x="203200" y="0"/>
                </a:cubicBezTo>
                <a:lnTo>
                  <a:pt x="2311400" y="0"/>
                </a:lnTo>
                <a:cubicBezTo>
                  <a:pt x="2423624" y="0"/>
                  <a:pt x="2514600" y="90976"/>
                  <a:pt x="2514600" y="203200"/>
                </a:cubicBezTo>
                <a:lnTo>
                  <a:pt x="2514600" y="2032000"/>
                </a:lnTo>
                <a:lnTo>
                  <a:pt x="0" y="2032000"/>
                </a:lnTo>
                <a:lnTo>
                  <a:pt x="0" y="203200"/>
                </a:lnTo>
                <a:close/>
              </a:path>
            </a:pathLst>
          </a:custGeo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p>
        </p:txBody>
      </p:sp>
      <p:sp>
        <p:nvSpPr>
          <p:cNvPr id="26" name="文本占位符 25"/>
          <p:cNvSpPr>
            <a:spLocks noGrp="1"/>
          </p:cNvSpPr>
          <p:nvPr>
            <p:ph type="body" idx="16388" hasCustomPrompt="1"/>
            <p:custDataLst>
              <p:tags r:id="rId11"/>
            </p:custDataLst>
          </p:nvPr>
        </p:nvSpPr>
        <p:spPr>
          <a:xfrm>
            <a:off x="3733800" y="3860800"/>
            <a:ext cx="1905000" cy="406400"/>
          </a:xfrm>
          <a:noFill/>
        </p:spPr>
        <p:txBody>
          <a:bodyPr lIns="0" tIns="0" rIns="0" bIns="0" anchor="t">
            <a:normAutofit/>
          </a:bodyPr>
          <a:lstStyle>
            <a:lvl1pPr marL="0" indent="0" algn="l">
              <a:lnSpc>
                <a:spcPct val="111000"/>
              </a:lnSpc>
              <a:spcBef>
                <a:spcPct val="0"/>
              </a:spcBef>
              <a:spcAft>
                <a:spcPct val="0"/>
              </a:spcAft>
              <a:buNone/>
              <a:defRPr sz="2400" b="0" spc="0">
                <a:solidFill>
                  <a:srgbClr val="FFFFFF"/>
                </a:solidFill>
              </a:defRPr>
            </a:lvl1pPr>
          </a:lstStyle>
          <a:p>
            <a:pPr lvl="0"/>
            <a:r>
              <a:rPr lang="zh-CN" altLang="en-US"/>
              <a:t>项标题</a:t>
            </a:r>
          </a:p>
        </p:txBody>
      </p:sp>
      <p:sp>
        <p:nvSpPr>
          <p:cNvPr id="27" name="文本占位符 26"/>
          <p:cNvSpPr>
            <a:spLocks noGrp="1"/>
          </p:cNvSpPr>
          <p:nvPr>
            <p:ph type="body" idx="16389" hasCustomPrompt="1"/>
            <p:custDataLst>
              <p:tags r:id="rId12"/>
            </p:custDataLst>
          </p:nvPr>
        </p:nvSpPr>
        <p:spPr>
          <a:xfrm>
            <a:off x="3733800" y="4419600"/>
            <a:ext cx="1905000" cy="1524000"/>
          </a:xfrm>
          <a:noFill/>
        </p:spPr>
        <p:txBody>
          <a:bodyPr lIns="0" tIns="0" rIns="0" bIns="0" anchor="t">
            <a:normAutofit/>
          </a:bodyPr>
          <a:lstStyle>
            <a:lvl1pPr marL="0" indent="0" algn="l">
              <a:lnSpc>
                <a:spcPct val="125000"/>
              </a:lnSpc>
              <a:spcBef>
                <a:spcPct val="0"/>
              </a:spcBef>
              <a:spcAft>
                <a:spcPct val="0"/>
              </a:spcAft>
              <a:buNone/>
              <a:defRPr sz="1600" b="0" spc="0">
                <a:solidFill>
                  <a:srgbClr val="FFFFFF"/>
                </a:solidFill>
              </a:defRPr>
            </a:lvl1pPr>
          </a:lstStyle>
          <a:p>
            <a:pPr lvl="0"/>
            <a:r>
              <a:rPr lang="zh-CN" altLang="en-US"/>
              <a:t>单击此处添加项正文</a:t>
            </a:r>
          </a:p>
        </p:txBody>
      </p:sp>
      <p:sp>
        <p:nvSpPr>
          <p:cNvPr id="28" name="装饰  7"/>
          <p:cNvSpPr>
            <a:spLocks noGrp="1"/>
          </p:cNvSpPr>
          <p:nvPr>
            <p:ph type="body" idx="16398" hasCustomPrompt="1"/>
            <p:custDataLst>
              <p:tags r:id="rId13"/>
            </p:custDataLst>
          </p:nvPr>
        </p:nvSpPr>
        <p:spPr>
          <a:xfrm>
            <a:off x="6248400" y="3556000"/>
            <a:ext cx="2514600" cy="2692400"/>
          </a:xfrm>
          <a:custGeom>
            <a:avLst/>
            <a:gdLst>
              <a:gd name="connisteX0" fmla="*/ 0 w 2514600"/>
              <a:gd name="connsiteY0" fmla="*/ 0 h 2692400"/>
              <a:gd name="connisteX1" fmla="*/ 2514600 w 2514600"/>
              <a:gd name="connsiteY1" fmla="*/ 0 h 2692400"/>
              <a:gd name="connisteX2" fmla="*/ 2514600 w 2514600"/>
              <a:gd name="connsiteY2" fmla="*/ 2489200 h 2692400"/>
              <a:gd name="connisteX3" fmla="*/ 2311400 w 2514600"/>
              <a:gd name="connsiteY3" fmla="*/ 2692400 h 2692400"/>
              <a:gd name="connisteX4" fmla="*/ 203200 w 2514600"/>
              <a:gd name="connsiteY4" fmla="*/ 2692400 h 2692400"/>
              <a:gd name="connisteX5" fmla="*/ 0 w 2514600"/>
              <a:gd name="connsiteY5" fmla="*/ 2489200 h 2692400"/>
              <a:gd name="connisteX6" fmla="*/ 0 w 2514600"/>
              <a:gd name="connsiteY6" fmla="*/ 0 h 2692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rect l="0" t="0" r="0" b="0"/>
            <a:pathLst>
              <a:path w="2514600" h="2692400">
                <a:moveTo>
                  <a:pt x="0" y="0"/>
                </a:moveTo>
                <a:lnTo>
                  <a:pt x="2514600" y="0"/>
                </a:lnTo>
                <a:lnTo>
                  <a:pt x="2514600" y="2489200"/>
                </a:lnTo>
                <a:cubicBezTo>
                  <a:pt x="2514600" y="2601424"/>
                  <a:pt x="2423624" y="2692400"/>
                  <a:pt x="2311400" y="2692400"/>
                </a:cubicBezTo>
                <a:lnTo>
                  <a:pt x="203200" y="2692400"/>
                </a:lnTo>
                <a:cubicBezTo>
                  <a:pt x="90976" y="2692400"/>
                  <a:pt x="0" y="2601424"/>
                  <a:pt x="0" y="2489200"/>
                </a:cubicBezTo>
                <a:lnTo>
                  <a:pt x="0" y="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29" name="图片占位符 28"/>
          <p:cNvSpPr>
            <a:spLocks noGrp="1"/>
          </p:cNvSpPr>
          <p:nvPr>
            <p:ph type="pic" idx="16399" hasCustomPrompt="1"/>
            <p:custDataLst>
              <p:tags r:id="rId14"/>
            </p:custDataLst>
          </p:nvPr>
        </p:nvSpPr>
        <p:spPr>
          <a:xfrm>
            <a:off x="6248400" y="1524000"/>
            <a:ext cx="2514600" cy="2032000"/>
          </a:xfrm>
          <a:custGeom>
            <a:avLst/>
            <a:gdLst>
              <a:gd name="connisteX0" fmla="*/ 0 w 2514600"/>
              <a:gd name="connsiteY0" fmla="*/ 203200 h 2032000"/>
              <a:gd name="connisteX1" fmla="*/ 203200 w 2514600"/>
              <a:gd name="connsiteY1" fmla="*/ 0 h 2032000"/>
              <a:gd name="connisteX2" fmla="*/ 2311400 w 2514600"/>
              <a:gd name="connsiteY2" fmla="*/ 0 h 2032000"/>
              <a:gd name="connisteX3" fmla="*/ 2514600 w 2514600"/>
              <a:gd name="connsiteY3" fmla="*/ 203200 h 2032000"/>
              <a:gd name="connisteX4" fmla="*/ 2514600 w 2514600"/>
              <a:gd name="connsiteY4" fmla="*/ 2032000 h 2032000"/>
              <a:gd name="connisteX5" fmla="*/ 0 w 2514600"/>
              <a:gd name="connsiteY5" fmla="*/ 2032000 h 2032000"/>
              <a:gd name="connisteX6" fmla="*/ 0 w 2514600"/>
              <a:gd name="connsiteY6" fmla="*/ 203200 h 2032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rect l="0" t="0" r="0" b="0"/>
            <a:pathLst>
              <a:path w="2514600" h="2032000">
                <a:moveTo>
                  <a:pt x="0" y="203200"/>
                </a:moveTo>
                <a:cubicBezTo>
                  <a:pt x="0" y="90976"/>
                  <a:pt x="90976" y="0"/>
                  <a:pt x="203200" y="0"/>
                </a:cubicBezTo>
                <a:lnTo>
                  <a:pt x="2311400" y="0"/>
                </a:lnTo>
                <a:cubicBezTo>
                  <a:pt x="2423624" y="0"/>
                  <a:pt x="2514600" y="90976"/>
                  <a:pt x="2514600" y="203200"/>
                </a:cubicBezTo>
                <a:lnTo>
                  <a:pt x="2514600" y="2032000"/>
                </a:lnTo>
                <a:lnTo>
                  <a:pt x="0" y="2032000"/>
                </a:lnTo>
                <a:lnTo>
                  <a:pt x="0" y="203200"/>
                </a:lnTo>
                <a:close/>
              </a:path>
            </a:pathLst>
          </a:custGeo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p>
        </p:txBody>
      </p:sp>
      <p:sp>
        <p:nvSpPr>
          <p:cNvPr id="30" name="文本占位符 29"/>
          <p:cNvSpPr>
            <a:spLocks noGrp="1"/>
          </p:cNvSpPr>
          <p:nvPr>
            <p:ph type="body" idx="16390" hasCustomPrompt="1"/>
            <p:custDataLst>
              <p:tags r:id="rId15"/>
            </p:custDataLst>
          </p:nvPr>
        </p:nvSpPr>
        <p:spPr>
          <a:xfrm>
            <a:off x="6553200" y="3860800"/>
            <a:ext cx="1905000" cy="406400"/>
          </a:xfrm>
          <a:noFill/>
        </p:spPr>
        <p:txBody>
          <a:bodyPr lIns="0" tIns="0" rIns="0" bIns="0" anchor="t">
            <a:normAutofit/>
          </a:bodyPr>
          <a:lstStyle>
            <a:lvl1pPr marL="0" indent="0" algn="l">
              <a:lnSpc>
                <a:spcPct val="111000"/>
              </a:lnSpc>
              <a:spcBef>
                <a:spcPct val="0"/>
              </a:spcBef>
              <a:spcAft>
                <a:spcPct val="0"/>
              </a:spcAft>
              <a:buNone/>
              <a:defRPr sz="2400" b="0" spc="0">
                <a:solidFill>
                  <a:srgbClr val="FFFFFF"/>
                </a:solidFill>
              </a:defRPr>
            </a:lvl1pPr>
          </a:lstStyle>
          <a:p>
            <a:pPr lvl="0"/>
            <a:r>
              <a:rPr lang="zh-CN" altLang="en-US"/>
              <a:t>项标题</a:t>
            </a:r>
          </a:p>
        </p:txBody>
      </p:sp>
      <p:sp>
        <p:nvSpPr>
          <p:cNvPr id="31" name="文本占位符 30"/>
          <p:cNvSpPr>
            <a:spLocks noGrp="1"/>
          </p:cNvSpPr>
          <p:nvPr>
            <p:ph type="body" idx="16391" hasCustomPrompt="1"/>
            <p:custDataLst>
              <p:tags r:id="rId16"/>
            </p:custDataLst>
          </p:nvPr>
        </p:nvSpPr>
        <p:spPr>
          <a:xfrm>
            <a:off x="6553200" y="4419600"/>
            <a:ext cx="1905000" cy="1524000"/>
          </a:xfrm>
          <a:noFill/>
        </p:spPr>
        <p:txBody>
          <a:bodyPr lIns="0" tIns="0" rIns="0" bIns="0" anchor="t">
            <a:normAutofit/>
          </a:bodyPr>
          <a:lstStyle>
            <a:lvl1pPr marL="0" indent="0" algn="l">
              <a:lnSpc>
                <a:spcPct val="125000"/>
              </a:lnSpc>
              <a:spcBef>
                <a:spcPct val="0"/>
              </a:spcBef>
              <a:spcAft>
                <a:spcPct val="0"/>
              </a:spcAft>
              <a:buNone/>
              <a:defRPr sz="1600" b="0" spc="0">
                <a:solidFill>
                  <a:srgbClr val="FFFFFF"/>
                </a:solidFill>
              </a:defRPr>
            </a:lvl1pPr>
          </a:lstStyle>
          <a:p>
            <a:pPr lvl="0"/>
            <a:r>
              <a:rPr lang="zh-CN" altLang="en-US"/>
              <a:t>单击此处添加项正文</a:t>
            </a:r>
          </a:p>
        </p:txBody>
      </p:sp>
      <p:sp>
        <p:nvSpPr>
          <p:cNvPr id="32" name="装饰  1"/>
          <p:cNvSpPr>
            <a:spLocks noGrp="1"/>
          </p:cNvSpPr>
          <p:nvPr>
            <p:ph type="body" idx="16400" hasCustomPrompt="1"/>
            <p:custDataLst>
              <p:tags r:id="rId17"/>
            </p:custDataLst>
          </p:nvPr>
        </p:nvSpPr>
        <p:spPr>
          <a:xfrm>
            <a:off x="9067800" y="3556000"/>
            <a:ext cx="2514600" cy="2692400"/>
          </a:xfrm>
          <a:custGeom>
            <a:avLst/>
            <a:gdLst>
              <a:gd name="connisteX0" fmla="*/ 0 w 2514600"/>
              <a:gd name="connsiteY0" fmla="*/ 0 h 2692400"/>
              <a:gd name="connisteX1" fmla="*/ 2514600 w 2514600"/>
              <a:gd name="connsiteY1" fmla="*/ 0 h 2692400"/>
              <a:gd name="connisteX2" fmla="*/ 2514600 w 2514600"/>
              <a:gd name="connsiteY2" fmla="*/ 2489200 h 2692400"/>
              <a:gd name="connisteX3" fmla="*/ 2311400 w 2514600"/>
              <a:gd name="connsiteY3" fmla="*/ 2692400 h 2692400"/>
              <a:gd name="connisteX4" fmla="*/ 203200 w 2514600"/>
              <a:gd name="connsiteY4" fmla="*/ 2692400 h 2692400"/>
              <a:gd name="connisteX5" fmla="*/ 0 w 2514600"/>
              <a:gd name="connsiteY5" fmla="*/ 2489200 h 2692400"/>
              <a:gd name="connisteX6" fmla="*/ 0 w 2514600"/>
              <a:gd name="connsiteY6" fmla="*/ 0 h 2692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rect l="0" t="0" r="0" b="0"/>
            <a:pathLst>
              <a:path w="2514600" h="2692400">
                <a:moveTo>
                  <a:pt x="0" y="0"/>
                </a:moveTo>
                <a:lnTo>
                  <a:pt x="2514600" y="0"/>
                </a:lnTo>
                <a:lnTo>
                  <a:pt x="2514600" y="2489200"/>
                </a:lnTo>
                <a:cubicBezTo>
                  <a:pt x="2514600" y="2601424"/>
                  <a:pt x="2423624" y="2692400"/>
                  <a:pt x="2311400" y="2692400"/>
                </a:cubicBezTo>
                <a:lnTo>
                  <a:pt x="203200" y="2692400"/>
                </a:lnTo>
                <a:cubicBezTo>
                  <a:pt x="90976" y="2692400"/>
                  <a:pt x="0" y="2601424"/>
                  <a:pt x="0" y="2489200"/>
                </a:cubicBezTo>
                <a:lnTo>
                  <a:pt x="0" y="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33" name="图片占位符 32"/>
          <p:cNvSpPr>
            <a:spLocks noGrp="1"/>
          </p:cNvSpPr>
          <p:nvPr>
            <p:ph type="pic" idx="16401" hasCustomPrompt="1"/>
            <p:custDataLst>
              <p:tags r:id="rId18"/>
            </p:custDataLst>
          </p:nvPr>
        </p:nvSpPr>
        <p:spPr>
          <a:xfrm>
            <a:off x="9067800" y="1524000"/>
            <a:ext cx="2514600" cy="2032000"/>
          </a:xfrm>
          <a:custGeom>
            <a:avLst/>
            <a:gdLst>
              <a:gd name="connisteX0" fmla="*/ 0 w 2514600"/>
              <a:gd name="connsiteY0" fmla="*/ 203200 h 2032000"/>
              <a:gd name="connisteX1" fmla="*/ 203200 w 2514600"/>
              <a:gd name="connsiteY1" fmla="*/ 0 h 2032000"/>
              <a:gd name="connisteX2" fmla="*/ 2311400 w 2514600"/>
              <a:gd name="connsiteY2" fmla="*/ 0 h 2032000"/>
              <a:gd name="connisteX3" fmla="*/ 2514600 w 2514600"/>
              <a:gd name="connsiteY3" fmla="*/ 203200 h 2032000"/>
              <a:gd name="connisteX4" fmla="*/ 2514600 w 2514600"/>
              <a:gd name="connsiteY4" fmla="*/ 2032000 h 2032000"/>
              <a:gd name="connisteX5" fmla="*/ 0 w 2514600"/>
              <a:gd name="connsiteY5" fmla="*/ 2032000 h 2032000"/>
              <a:gd name="connisteX6" fmla="*/ 0 w 2514600"/>
              <a:gd name="connsiteY6" fmla="*/ 203200 h 2032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rect l="0" t="0" r="0" b="0"/>
            <a:pathLst>
              <a:path w="2514600" h="2032000">
                <a:moveTo>
                  <a:pt x="0" y="203200"/>
                </a:moveTo>
                <a:cubicBezTo>
                  <a:pt x="0" y="90976"/>
                  <a:pt x="90976" y="0"/>
                  <a:pt x="203200" y="0"/>
                </a:cubicBezTo>
                <a:lnTo>
                  <a:pt x="2311400" y="0"/>
                </a:lnTo>
                <a:cubicBezTo>
                  <a:pt x="2423624" y="0"/>
                  <a:pt x="2514600" y="90976"/>
                  <a:pt x="2514600" y="203200"/>
                </a:cubicBezTo>
                <a:lnTo>
                  <a:pt x="2514600" y="2032000"/>
                </a:lnTo>
                <a:lnTo>
                  <a:pt x="0" y="2032000"/>
                </a:lnTo>
                <a:lnTo>
                  <a:pt x="0" y="203200"/>
                </a:lnTo>
                <a:close/>
              </a:path>
            </a:pathLst>
          </a:custGeo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p>
        </p:txBody>
      </p:sp>
      <p:sp>
        <p:nvSpPr>
          <p:cNvPr id="34" name="文本占位符 33"/>
          <p:cNvSpPr>
            <a:spLocks noGrp="1"/>
          </p:cNvSpPr>
          <p:nvPr>
            <p:ph type="body" idx="16392" hasCustomPrompt="1"/>
            <p:custDataLst>
              <p:tags r:id="rId19"/>
            </p:custDataLst>
          </p:nvPr>
        </p:nvSpPr>
        <p:spPr>
          <a:xfrm>
            <a:off x="9372600" y="3860800"/>
            <a:ext cx="1905000" cy="406400"/>
          </a:xfrm>
          <a:noFill/>
        </p:spPr>
        <p:txBody>
          <a:bodyPr lIns="0" tIns="0" rIns="0" bIns="0" anchor="t">
            <a:normAutofit/>
          </a:bodyPr>
          <a:lstStyle>
            <a:lvl1pPr marL="0" indent="0" algn="l">
              <a:lnSpc>
                <a:spcPct val="111000"/>
              </a:lnSpc>
              <a:spcBef>
                <a:spcPct val="0"/>
              </a:spcBef>
              <a:spcAft>
                <a:spcPct val="0"/>
              </a:spcAft>
              <a:buNone/>
              <a:defRPr sz="2400" b="0" spc="0">
                <a:solidFill>
                  <a:srgbClr val="FFFFFF"/>
                </a:solidFill>
              </a:defRPr>
            </a:lvl1pPr>
          </a:lstStyle>
          <a:p>
            <a:pPr lvl="0"/>
            <a:r>
              <a:rPr lang="zh-CN" altLang="en-US"/>
              <a:t>项标题</a:t>
            </a:r>
          </a:p>
        </p:txBody>
      </p:sp>
      <p:sp>
        <p:nvSpPr>
          <p:cNvPr id="35" name="文本占位符 34"/>
          <p:cNvSpPr>
            <a:spLocks noGrp="1"/>
          </p:cNvSpPr>
          <p:nvPr>
            <p:ph type="body" idx="16393" hasCustomPrompt="1"/>
            <p:custDataLst>
              <p:tags r:id="rId20"/>
            </p:custDataLst>
          </p:nvPr>
        </p:nvSpPr>
        <p:spPr>
          <a:xfrm>
            <a:off x="9372600" y="4419600"/>
            <a:ext cx="1905000" cy="1524000"/>
          </a:xfrm>
          <a:noFill/>
        </p:spPr>
        <p:txBody>
          <a:bodyPr lIns="0" tIns="0" rIns="0" bIns="0" anchor="t">
            <a:normAutofit/>
          </a:bodyPr>
          <a:lstStyle>
            <a:lvl1pPr marL="0" indent="0" algn="l">
              <a:lnSpc>
                <a:spcPct val="125000"/>
              </a:lnSpc>
              <a:spcBef>
                <a:spcPct val="0"/>
              </a:spcBef>
              <a:spcAft>
                <a:spcPct val="0"/>
              </a:spcAft>
              <a:buNone/>
              <a:defRPr sz="1600" b="0" spc="0">
                <a:solidFill>
                  <a:srgbClr val="FFFFFF"/>
                </a:solidFill>
              </a:defRPr>
            </a:lvl1pPr>
          </a:lstStyle>
          <a:p>
            <a:pPr lvl="0"/>
            <a:r>
              <a:rPr lang="zh-CN" altLang="en-US"/>
              <a:t>单击此处添加项正文</a:t>
            </a:r>
          </a:p>
        </p:txBody>
      </p:sp>
    </p:spTree>
    <p:extLst>
      <p:ext uri="{BB962C8B-B14F-4D97-AF65-F5344CB8AC3E}">
        <p14:creationId xmlns:p14="http://schemas.microsoft.com/office/powerpoint/2010/main" val="321517254"/>
      </p:ext>
    </p:extLst>
  </p:cSld>
  <p:clrMapOvr>
    <a:overrideClrMapping bg1="lt1" tx1="dk1" bg2="lt2" tx2="dk2" accent1="accent1" accent2="accent2" accent3="accent3" accent4="accent4" accent5="accent5" accent6="accent6" hlink="hlink" folHlink="folHlink"/>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正文页-10004_1">
    <p:bg>
      <p:bgRef idx="1001">
        <a:schemeClr val="bg2"/>
      </p:bgRef>
    </p:bg>
    <p:spTree>
      <p:nvGrpSpPr>
        <p:cNvPr id="1" name=""/>
        <p:cNvGrpSpPr/>
        <p:nvPr/>
      </p:nvGrpSpPr>
      <p:grpSpPr>
        <a:xfrm>
          <a:off x="0" y="0"/>
          <a:ext cx="0" cy="0"/>
          <a:chOff x="0" y="0"/>
          <a:chExt cx="0" cy="0"/>
        </a:xfrm>
      </p:grpSpPr>
      <p:sp>
        <p:nvSpPr>
          <p:cNvPr id="8" name="日期占位符 7"/>
          <p:cNvSpPr>
            <a:spLocks noGrp="1"/>
          </p:cNvSpPr>
          <p:nvPr>
            <p:ph type="dt" sz="half" idx="10"/>
            <p:custDataLst>
              <p:tags r:id="rId1"/>
            </p:custDataLst>
          </p:nvPr>
        </p:nvSpPr>
        <p:spPr/>
        <p:txBody>
          <a:bodyPr wrap="square">
            <a:normAutofit/>
          </a:bodyPr>
          <a:lstStyle/>
          <a:p>
            <a:fld id="{5592522B-0F24-4480-B9DD-A9474A6880D6}" type="datetimeFigureOut">
              <a:rPr lang="zh-CN" altLang="en-US" smtClean="0"/>
              <a:t>2026/10/10</a:t>
            </a:fld>
            <a:endParaRPr lang="zh-CN" altLang="en-US"/>
          </a:p>
        </p:txBody>
      </p:sp>
      <p:sp>
        <p:nvSpPr>
          <p:cNvPr id="9" name="页脚占位符 8"/>
          <p:cNvSpPr>
            <a:spLocks noGrp="1"/>
          </p:cNvSpPr>
          <p:nvPr>
            <p:ph type="ftr" sz="quarter" idx="11"/>
            <p:custDataLst>
              <p:tags r:id="rId2"/>
            </p:custDataLst>
          </p:nvPr>
        </p:nvSpPr>
        <p:spPr/>
        <p:txBody>
          <a:bodyPr/>
          <a:lstStyle/>
          <a:p>
            <a:endParaRPr lang="zh-CN" altLang="en-US"/>
          </a:p>
        </p:txBody>
      </p:sp>
      <p:sp>
        <p:nvSpPr>
          <p:cNvPr id="10" name="灯片编号占位符 9"/>
          <p:cNvSpPr>
            <a:spLocks noGrp="1"/>
          </p:cNvSpPr>
          <p:nvPr>
            <p:ph type="sldNum" sz="quarter" idx="12"/>
            <p:custDataLst>
              <p:tags r:id="rId3"/>
            </p:custDataLst>
          </p:nvPr>
        </p:nvSpPr>
        <p:spPr/>
        <p:txBody>
          <a:bodyPr wrap="square">
            <a:normAutofit/>
          </a:bodyPr>
          <a:lstStyle/>
          <a:p>
            <a:fld id="{BE5F26B5-172A-4DC2-B0B7-181CFC56B87C}" type="slidenum">
              <a:rPr lang="zh-CN" altLang="en-US" smtClean="0"/>
              <a:t>‹#›</a:t>
            </a:fld>
            <a:endParaRPr lang="zh-CN" altLang="en-US"/>
          </a:p>
        </p:txBody>
      </p:sp>
      <p:sp>
        <p:nvSpPr>
          <p:cNvPr id="7" name="装饰  6"/>
          <p:cNvSpPr>
            <a:spLocks noGrp="1"/>
          </p:cNvSpPr>
          <p:nvPr>
            <p:ph type="body" idx="16388" hasCustomPrompt="1"/>
            <p:custDataLst>
              <p:tags r:id="rId4"/>
            </p:custDataLst>
          </p:nvPr>
        </p:nvSpPr>
        <p:spPr>
          <a:xfrm>
            <a:off x="609600" y="2336800"/>
            <a:ext cx="10972800" cy="3098800"/>
          </a:xfrm>
          <a:custGeom>
            <a:avLst/>
            <a:gdLst>
              <a:gd name="connisteX0" fmla="*/ 0 w 10972800"/>
              <a:gd name="connsiteY0" fmla="*/ 203200 h 3098800"/>
              <a:gd name="connisteX1" fmla="*/ 203200 w 10972800"/>
              <a:gd name="connsiteY1" fmla="*/ 0 h 3098800"/>
              <a:gd name="connisteX2" fmla="*/ 10769600 w 10972800"/>
              <a:gd name="connsiteY2" fmla="*/ 0 h 3098800"/>
              <a:gd name="connisteX3" fmla="*/ 10972800 w 10972800"/>
              <a:gd name="connsiteY3" fmla="*/ 203200 h 3098800"/>
              <a:gd name="connisteX4" fmla="*/ 10972800 w 10972800"/>
              <a:gd name="connsiteY4" fmla="*/ 2895600 h 3098800"/>
              <a:gd name="connisteX5" fmla="*/ 10769600 w 10972800"/>
              <a:gd name="connsiteY5" fmla="*/ 3098800 h 3098800"/>
              <a:gd name="connisteX6" fmla="*/ 203200 w 10972800"/>
              <a:gd name="connsiteY6" fmla="*/ 3098800 h 3098800"/>
              <a:gd name="connisteX7" fmla="*/ 0 w 10972800"/>
              <a:gd name="connsiteY7" fmla="*/ 2895600 h 3098800"/>
              <a:gd name="connisteX8" fmla="*/ 0 w 10972800"/>
              <a:gd name="connsiteY8" fmla="*/ 203200 h 3098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10972800" h="3098800">
                <a:moveTo>
                  <a:pt x="0" y="203200"/>
                </a:moveTo>
                <a:cubicBezTo>
                  <a:pt x="0" y="90976"/>
                  <a:pt x="90976" y="0"/>
                  <a:pt x="203200" y="0"/>
                </a:cubicBezTo>
                <a:lnTo>
                  <a:pt x="10769600" y="0"/>
                </a:lnTo>
                <a:cubicBezTo>
                  <a:pt x="10881824" y="0"/>
                  <a:pt x="10972800" y="90976"/>
                  <a:pt x="10972800" y="203200"/>
                </a:cubicBezTo>
                <a:lnTo>
                  <a:pt x="10972800" y="2895600"/>
                </a:lnTo>
                <a:cubicBezTo>
                  <a:pt x="10972800" y="3007824"/>
                  <a:pt x="10881824" y="3098800"/>
                  <a:pt x="10769600" y="3098800"/>
                </a:cubicBezTo>
                <a:lnTo>
                  <a:pt x="203200" y="3098800"/>
                </a:lnTo>
                <a:cubicBezTo>
                  <a:pt x="90976" y="3098800"/>
                  <a:pt x="0" y="3007824"/>
                  <a:pt x="0" y="2895600"/>
                </a:cubicBezTo>
                <a:lnTo>
                  <a:pt x="0" y="203200"/>
                </a:lnTo>
                <a:close/>
              </a:path>
            </a:pathLst>
          </a:custGeom>
          <a:gradFill>
            <a:gsLst>
              <a:gs pos="0">
                <a:schemeClr val="accent1">
                  <a:lumMod val="0"/>
                  <a:lumOff val="100000"/>
                </a:schemeClr>
              </a:gs>
              <a:gs pos="100000">
                <a:schemeClr val="accent1">
                  <a:lumMod val="0"/>
                  <a:lumOff val="100000"/>
                </a:schemeClr>
              </a:gs>
            </a:gsLst>
            <a:lin ang="5400000"/>
          </a:gra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6" name="标题 5"/>
          <p:cNvSpPr>
            <a:spLocks noGrp="1"/>
          </p:cNvSpPr>
          <p:nvPr>
            <p:ph type="ctrTitle" idx="16385" hasCustomPrompt="1"/>
            <p:custDataLst>
              <p:tags r:id="rId5"/>
            </p:custDataLst>
          </p:nvPr>
        </p:nvSpPr>
        <p:spPr>
          <a:xfrm>
            <a:off x="609600" y="533400"/>
            <a:ext cx="10972800" cy="609600"/>
          </a:xfrm>
          <a:noFill/>
        </p:spPr>
        <p:txBody>
          <a:bodyPr vert="horz" wrap="square" lIns="0" tIns="0" rIns="0" bIns="0" rtlCol="0" anchor="t" anchorCtr="0">
            <a:normAutofit/>
          </a:bodyPr>
          <a:lstStyle>
            <a:lvl1pPr marL="0" marR="0" indent="0" algn="l" defTabSz="914400" rtl="0" eaLnBrk="1" fontAlgn="auto" latinLnBrk="0" hangingPunct="1">
              <a:lnSpc>
                <a:spcPct val="111000"/>
              </a:lnSpc>
              <a:spcBef>
                <a:spcPct val="0"/>
              </a:spcBef>
              <a:spcAft>
                <a:spcPct val="0"/>
              </a:spcAft>
              <a:buClrTx/>
              <a:buSzTx/>
              <a:buFontTx/>
              <a:buNone/>
              <a:defRPr kumimoji="0" lang="zh-CN" altLang="en-US" sz="3600" b="1" i="0" u="none" strike="noStrike" kern="1200" cap="none" spc="0" normalizeH="0" baseline="0" noProof="1">
                <a:solidFill>
                  <a:schemeClr val="tx1"/>
                </a:solidFill>
                <a:latin typeface="+mj-lt"/>
                <a:ea typeface="+mj-ea"/>
                <a:cs typeface="+mj-cs"/>
              </a:defRPr>
            </a:lvl1pPr>
          </a:lstStyle>
          <a:p>
            <a:pPr lvl="0"/>
            <a:r>
              <a:rPr>
                <a:sym typeface="+mn-ea"/>
              </a:rPr>
              <a:t>单击此处添加标题</a:t>
            </a:r>
          </a:p>
        </p:txBody>
      </p:sp>
      <p:sp>
        <p:nvSpPr>
          <p:cNvPr id="21" name="文本占位符 20"/>
          <p:cNvSpPr>
            <a:spLocks noGrp="1"/>
          </p:cNvSpPr>
          <p:nvPr>
            <p:ph type="body" idx="16386" hasCustomPrompt="1"/>
            <p:custDataLst>
              <p:tags r:id="rId6"/>
            </p:custDataLst>
          </p:nvPr>
        </p:nvSpPr>
        <p:spPr>
          <a:xfrm>
            <a:off x="914400" y="3302000"/>
            <a:ext cx="103632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22" name="文本占位符 21"/>
          <p:cNvSpPr>
            <a:spLocks noGrp="1"/>
          </p:cNvSpPr>
          <p:nvPr>
            <p:ph type="body" idx="16387" hasCustomPrompt="1"/>
            <p:custDataLst>
              <p:tags r:id="rId7"/>
            </p:custDataLst>
          </p:nvPr>
        </p:nvSpPr>
        <p:spPr>
          <a:xfrm>
            <a:off x="914400" y="3860800"/>
            <a:ext cx="10363200" cy="6096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单击此处添加正文</a:t>
            </a:r>
          </a:p>
        </p:txBody>
      </p:sp>
    </p:spTree>
    <p:extLst>
      <p:ext uri="{BB962C8B-B14F-4D97-AF65-F5344CB8AC3E}">
        <p14:creationId xmlns:p14="http://schemas.microsoft.com/office/powerpoint/2010/main" val="1981089164"/>
      </p:ext>
    </p:extLst>
  </p:cSld>
  <p:clrMapOvr>
    <a:overrideClrMapping bg1="lt1" tx1="dk1" bg2="lt2" tx2="dk2" accent1="accent1" accent2="accent2" accent3="accent3" accent4="accent4" accent5="accent5" accent6="accent6" hlink="hlink" folHlink="folHlink"/>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正文页-上标下内-装饰无-默认位置-并列-3_32_group1">
    <p:bg>
      <p:bgRef idx="1001">
        <a:schemeClr val="bg2"/>
      </p:bgRef>
    </p:bg>
    <p:spTree>
      <p:nvGrpSpPr>
        <p:cNvPr id="1" name=""/>
        <p:cNvGrpSpPr/>
        <p:nvPr/>
      </p:nvGrpSpPr>
      <p:grpSpPr>
        <a:xfrm>
          <a:off x="0" y="0"/>
          <a:ext cx="0" cy="0"/>
          <a:chOff x="0" y="0"/>
          <a:chExt cx="0" cy="0"/>
        </a:xfrm>
      </p:grpSpPr>
      <p:sp>
        <p:nvSpPr>
          <p:cNvPr id="8" name="日期占位符 7"/>
          <p:cNvSpPr>
            <a:spLocks noGrp="1"/>
          </p:cNvSpPr>
          <p:nvPr>
            <p:ph type="dt" sz="half" idx="10"/>
            <p:custDataLst>
              <p:tags r:id="rId1"/>
            </p:custDataLst>
          </p:nvPr>
        </p:nvSpPr>
        <p:spPr/>
        <p:txBody>
          <a:bodyPr wrap="square">
            <a:normAutofit/>
          </a:bodyPr>
          <a:lstStyle/>
          <a:p>
            <a:fld id="{5592522B-0F24-4480-B9DD-A9474A6880D6}" type="datetimeFigureOut">
              <a:rPr lang="zh-CN" altLang="en-US" smtClean="0"/>
              <a:t>2026/10/10</a:t>
            </a:fld>
            <a:endParaRPr lang="zh-CN" altLang="en-US"/>
          </a:p>
        </p:txBody>
      </p:sp>
      <p:sp>
        <p:nvSpPr>
          <p:cNvPr id="9" name="页脚占位符 8"/>
          <p:cNvSpPr>
            <a:spLocks noGrp="1"/>
          </p:cNvSpPr>
          <p:nvPr>
            <p:ph type="ftr" sz="quarter" idx="11"/>
            <p:custDataLst>
              <p:tags r:id="rId2"/>
            </p:custDataLst>
          </p:nvPr>
        </p:nvSpPr>
        <p:spPr/>
        <p:txBody>
          <a:bodyPr/>
          <a:lstStyle/>
          <a:p>
            <a:endParaRPr lang="zh-CN" altLang="en-US"/>
          </a:p>
        </p:txBody>
      </p:sp>
      <p:sp>
        <p:nvSpPr>
          <p:cNvPr id="10" name="灯片编号占位符 9"/>
          <p:cNvSpPr>
            <a:spLocks noGrp="1"/>
          </p:cNvSpPr>
          <p:nvPr>
            <p:ph type="sldNum" sz="quarter" idx="12"/>
            <p:custDataLst>
              <p:tags r:id="rId3"/>
            </p:custDataLst>
          </p:nvPr>
        </p:nvSpPr>
        <p:spPr/>
        <p:txBody>
          <a:bodyPr wrap="square">
            <a:normAutofit/>
          </a:bodyPr>
          <a:lstStyle/>
          <a:p>
            <a:fld id="{BE5F26B5-172A-4DC2-B0B7-181CFC56B87C}" type="slidenum">
              <a:rPr lang="zh-CN" altLang="en-US" smtClean="0"/>
              <a:t>‹#›</a:t>
            </a:fld>
            <a:endParaRPr lang="zh-CN" altLang="en-US"/>
          </a:p>
        </p:txBody>
      </p:sp>
      <p:sp>
        <p:nvSpPr>
          <p:cNvPr id="7" name="装饰  6"/>
          <p:cNvSpPr>
            <a:spLocks noGrp="1"/>
          </p:cNvSpPr>
          <p:nvPr>
            <p:ph type="body" idx="16395" hasCustomPrompt="1"/>
            <p:custDataLst>
              <p:tags r:id="rId4"/>
            </p:custDataLst>
          </p:nvPr>
        </p:nvSpPr>
        <p:spPr>
          <a:xfrm>
            <a:off x="609600" y="2641600"/>
            <a:ext cx="914400" cy="914400"/>
          </a:xfrm>
          <a:custGeom>
            <a:avLst/>
            <a:gdLst>
              <a:gd name="connisteX0" fmla="*/ 0 w 914400"/>
              <a:gd name="connsiteY0" fmla="*/ 457200 h 914400"/>
              <a:gd name="connisteX1" fmla="*/ 457200 w 914400"/>
              <a:gd name="connsiteY1" fmla="*/ 0 h 914400"/>
              <a:gd name="connisteX2" fmla="*/ 457200 w 914400"/>
              <a:gd name="connsiteY2" fmla="*/ 0 h 914400"/>
              <a:gd name="connisteX3" fmla="*/ 914400 w 914400"/>
              <a:gd name="connsiteY3" fmla="*/ 457200 h 914400"/>
              <a:gd name="connisteX4" fmla="*/ 914400 w 914400"/>
              <a:gd name="connsiteY4" fmla="*/ 457200 h 914400"/>
              <a:gd name="connisteX5" fmla="*/ 457200 w 914400"/>
              <a:gd name="connsiteY5" fmla="*/ 914400 h 914400"/>
              <a:gd name="connisteX6" fmla="*/ 457200 w 914400"/>
              <a:gd name="connsiteY6" fmla="*/ 914400 h 914400"/>
              <a:gd name="connisteX7" fmla="*/ 0 w 914400"/>
              <a:gd name="connsiteY7" fmla="*/ 457200 h 914400"/>
              <a:gd name="connisteX8" fmla="*/ 0 w 914400"/>
              <a:gd name="connsiteY8" fmla="*/ 457200 h 914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914400" h="914400">
                <a:moveTo>
                  <a:pt x="0" y="457200"/>
                </a:moveTo>
                <a:cubicBezTo>
                  <a:pt x="0" y="204695"/>
                  <a:pt x="204695" y="0"/>
                  <a:pt x="457200" y="0"/>
                </a:cubicBezTo>
                <a:lnTo>
                  <a:pt x="457200" y="0"/>
                </a:lnTo>
                <a:cubicBezTo>
                  <a:pt x="709705" y="0"/>
                  <a:pt x="914400" y="204695"/>
                  <a:pt x="914400" y="457200"/>
                </a:cubicBezTo>
                <a:lnTo>
                  <a:pt x="914400" y="457200"/>
                </a:lnTo>
                <a:cubicBezTo>
                  <a:pt x="914400" y="709705"/>
                  <a:pt x="709705" y="914400"/>
                  <a:pt x="457200" y="914400"/>
                </a:cubicBezTo>
                <a:lnTo>
                  <a:pt x="457200" y="914400"/>
                </a:lnTo>
                <a:cubicBezTo>
                  <a:pt x="204695" y="914400"/>
                  <a:pt x="0" y="709705"/>
                  <a:pt x="0" y="457200"/>
                </a:cubicBezTo>
                <a:lnTo>
                  <a:pt x="0" y="4572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6" name="标题 5"/>
          <p:cNvSpPr>
            <a:spLocks noGrp="1"/>
          </p:cNvSpPr>
          <p:nvPr>
            <p:ph type="ctrTitle" idx="16385" hasCustomPrompt="1"/>
            <p:custDataLst>
              <p:tags r:id="rId5"/>
            </p:custDataLst>
          </p:nvPr>
        </p:nvSpPr>
        <p:spPr>
          <a:xfrm>
            <a:off x="609600" y="533400"/>
            <a:ext cx="10972800" cy="609600"/>
          </a:xfrm>
          <a:noFill/>
        </p:spPr>
        <p:txBody>
          <a:bodyPr vert="horz" wrap="square" lIns="0" tIns="0" rIns="0" bIns="0" rtlCol="0" anchor="t" anchorCtr="0">
            <a:normAutofit/>
          </a:bodyPr>
          <a:lstStyle>
            <a:lvl1pPr marL="0" marR="0" indent="0" algn="l" defTabSz="914400" rtl="0" eaLnBrk="1" fontAlgn="auto" latinLnBrk="0" hangingPunct="1">
              <a:lnSpc>
                <a:spcPct val="111000"/>
              </a:lnSpc>
              <a:spcBef>
                <a:spcPct val="0"/>
              </a:spcBef>
              <a:spcAft>
                <a:spcPct val="0"/>
              </a:spcAft>
              <a:buClrTx/>
              <a:buSzTx/>
              <a:buFontTx/>
              <a:buNone/>
              <a:defRPr kumimoji="0" lang="zh-CN" altLang="en-US" sz="3600" b="1" i="0" u="none" strike="noStrike" kern="1200" cap="none" spc="0" normalizeH="0" baseline="0" noProof="1">
                <a:solidFill>
                  <a:schemeClr val="tx1"/>
                </a:solidFill>
                <a:latin typeface="+mj-lt"/>
                <a:ea typeface="+mj-ea"/>
                <a:cs typeface="+mj-cs"/>
              </a:defRPr>
            </a:lvl1pPr>
          </a:lstStyle>
          <a:p>
            <a:pPr lvl="0"/>
            <a:r>
              <a:rPr>
                <a:sym typeface="+mn-ea"/>
              </a:rPr>
              <a:t>单击此处添加标题</a:t>
            </a:r>
          </a:p>
        </p:txBody>
      </p:sp>
      <p:sp>
        <p:nvSpPr>
          <p:cNvPr id="21" name="图片占位符 20"/>
          <p:cNvSpPr>
            <a:spLocks noGrp="1"/>
          </p:cNvSpPr>
          <p:nvPr>
            <p:ph type="pic" idx="16394" hasCustomPrompt="1"/>
            <p:custDataLst>
              <p:tags r:id="rId6"/>
            </p:custDataLst>
          </p:nvPr>
        </p:nvSpPr>
        <p:spPr>
          <a:xfrm>
            <a:off x="822960" y="2854960"/>
            <a:ext cx="487680" cy="487680"/>
          </a:xfrm>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p>
        </p:txBody>
      </p:sp>
      <p:sp>
        <p:nvSpPr>
          <p:cNvPr id="22" name="文本占位符 21"/>
          <p:cNvSpPr>
            <a:spLocks noGrp="1"/>
          </p:cNvSpPr>
          <p:nvPr>
            <p:ph type="body" idx="16386" hasCustomPrompt="1"/>
            <p:custDataLst>
              <p:tags r:id="rId7"/>
            </p:custDataLst>
          </p:nvPr>
        </p:nvSpPr>
        <p:spPr>
          <a:xfrm>
            <a:off x="1778000" y="2540000"/>
            <a:ext cx="40894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23" name="文本占位符 22"/>
          <p:cNvSpPr>
            <a:spLocks noGrp="1"/>
          </p:cNvSpPr>
          <p:nvPr>
            <p:ph type="body" idx="16387" hasCustomPrompt="1"/>
            <p:custDataLst>
              <p:tags r:id="rId8"/>
            </p:custDataLst>
          </p:nvPr>
        </p:nvSpPr>
        <p:spPr>
          <a:xfrm>
            <a:off x="1778000" y="3048000"/>
            <a:ext cx="4089400" cy="6096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
        <p:nvSpPr>
          <p:cNvPr id="24" name="装饰  3"/>
          <p:cNvSpPr>
            <a:spLocks noGrp="1"/>
          </p:cNvSpPr>
          <p:nvPr>
            <p:ph type="body" idx="16397" hasCustomPrompt="1"/>
            <p:custDataLst>
              <p:tags r:id="rId9"/>
            </p:custDataLst>
          </p:nvPr>
        </p:nvSpPr>
        <p:spPr>
          <a:xfrm>
            <a:off x="6324600" y="2641600"/>
            <a:ext cx="914400" cy="914400"/>
          </a:xfrm>
          <a:custGeom>
            <a:avLst/>
            <a:gdLst>
              <a:gd name="connisteX0" fmla="*/ 0 w 914400"/>
              <a:gd name="connsiteY0" fmla="*/ 457200 h 914400"/>
              <a:gd name="connisteX1" fmla="*/ 457200 w 914400"/>
              <a:gd name="connsiteY1" fmla="*/ 0 h 914400"/>
              <a:gd name="connisteX2" fmla="*/ 457200 w 914400"/>
              <a:gd name="connsiteY2" fmla="*/ 0 h 914400"/>
              <a:gd name="connisteX3" fmla="*/ 914400 w 914400"/>
              <a:gd name="connsiteY3" fmla="*/ 457200 h 914400"/>
              <a:gd name="connisteX4" fmla="*/ 914400 w 914400"/>
              <a:gd name="connsiteY4" fmla="*/ 457200 h 914400"/>
              <a:gd name="connisteX5" fmla="*/ 457200 w 914400"/>
              <a:gd name="connsiteY5" fmla="*/ 914400 h 914400"/>
              <a:gd name="connisteX6" fmla="*/ 457200 w 914400"/>
              <a:gd name="connsiteY6" fmla="*/ 914400 h 914400"/>
              <a:gd name="connisteX7" fmla="*/ 0 w 914400"/>
              <a:gd name="connsiteY7" fmla="*/ 457200 h 914400"/>
              <a:gd name="connisteX8" fmla="*/ 0 w 914400"/>
              <a:gd name="connsiteY8" fmla="*/ 457200 h 914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914400" h="914400">
                <a:moveTo>
                  <a:pt x="0" y="457200"/>
                </a:moveTo>
                <a:cubicBezTo>
                  <a:pt x="0" y="204695"/>
                  <a:pt x="204695" y="0"/>
                  <a:pt x="457200" y="0"/>
                </a:cubicBezTo>
                <a:lnTo>
                  <a:pt x="457200" y="0"/>
                </a:lnTo>
                <a:cubicBezTo>
                  <a:pt x="709705" y="0"/>
                  <a:pt x="914400" y="204695"/>
                  <a:pt x="914400" y="457200"/>
                </a:cubicBezTo>
                <a:lnTo>
                  <a:pt x="914400" y="457200"/>
                </a:lnTo>
                <a:cubicBezTo>
                  <a:pt x="914400" y="709705"/>
                  <a:pt x="709705" y="914400"/>
                  <a:pt x="457200" y="914400"/>
                </a:cubicBezTo>
                <a:lnTo>
                  <a:pt x="457200" y="914400"/>
                </a:lnTo>
                <a:cubicBezTo>
                  <a:pt x="204695" y="914400"/>
                  <a:pt x="0" y="709705"/>
                  <a:pt x="0" y="457200"/>
                </a:cubicBezTo>
                <a:lnTo>
                  <a:pt x="0" y="4572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25" name="图片占位符 24"/>
          <p:cNvSpPr>
            <a:spLocks noGrp="1"/>
          </p:cNvSpPr>
          <p:nvPr>
            <p:ph type="pic" idx="16396" hasCustomPrompt="1"/>
            <p:custDataLst>
              <p:tags r:id="rId10"/>
            </p:custDataLst>
          </p:nvPr>
        </p:nvSpPr>
        <p:spPr>
          <a:xfrm>
            <a:off x="6537960" y="2854960"/>
            <a:ext cx="487680" cy="487680"/>
          </a:xfrm>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p>
        </p:txBody>
      </p:sp>
      <p:sp>
        <p:nvSpPr>
          <p:cNvPr id="26" name="文本占位符 25"/>
          <p:cNvSpPr>
            <a:spLocks noGrp="1"/>
          </p:cNvSpPr>
          <p:nvPr>
            <p:ph type="body" idx="16388" hasCustomPrompt="1"/>
            <p:custDataLst>
              <p:tags r:id="rId11"/>
            </p:custDataLst>
          </p:nvPr>
        </p:nvSpPr>
        <p:spPr>
          <a:xfrm>
            <a:off x="7493000" y="2540000"/>
            <a:ext cx="40894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27" name="文本占位符 26"/>
          <p:cNvSpPr>
            <a:spLocks noGrp="1"/>
          </p:cNvSpPr>
          <p:nvPr>
            <p:ph type="body" idx="16389" hasCustomPrompt="1"/>
            <p:custDataLst>
              <p:tags r:id="rId12"/>
            </p:custDataLst>
          </p:nvPr>
        </p:nvSpPr>
        <p:spPr>
          <a:xfrm>
            <a:off x="7493000" y="3048000"/>
            <a:ext cx="4089400" cy="6096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
        <p:nvSpPr>
          <p:cNvPr id="28" name="装饰  7"/>
          <p:cNvSpPr>
            <a:spLocks noGrp="1"/>
          </p:cNvSpPr>
          <p:nvPr>
            <p:ph type="body" idx="16399" hasCustomPrompt="1"/>
            <p:custDataLst>
              <p:tags r:id="rId13"/>
            </p:custDataLst>
          </p:nvPr>
        </p:nvSpPr>
        <p:spPr>
          <a:xfrm>
            <a:off x="609600" y="4216400"/>
            <a:ext cx="914400" cy="914400"/>
          </a:xfrm>
          <a:custGeom>
            <a:avLst/>
            <a:gdLst>
              <a:gd name="connisteX0" fmla="*/ 0 w 914400"/>
              <a:gd name="connsiteY0" fmla="*/ 457200 h 914400"/>
              <a:gd name="connisteX1" fmla="*/ 457200 w 914400"/>
              <a:gd name="connsiteY1" fmla="*/ 0 h 914400"/>
              <a:gd name="connisteX2" fmla="*/ 457200 w 914400"/>
              <a:gd name="connsiteY2" fmla="*/ 0 h 914400"/>
              <a:gd name="connisteX3" fmla="*/ 914400 w 914400"/>
              <a:gd name="connsiteY3" fmla="*/ 457200 h 914400"/>
              <a:gd name="connisteX4" fmla="*/ 914400 w 914400"/>
              <a:gd name="connsiteY4" fmla="*/ 457200 h 914400"/>
              <a:gd name="connisteX5" fmla="*/ 457200 w 914400"/>
              <a:gd name="connsiteY5" fmla="*/ 914400 h 914400"/>
              <a:gd name="connisteX6" fmla="*/ 457200 w 914400"/>
              <a:gd name="connsiteY6" fmla="*/ 914400 h 914400"/>
              <a:gd name="connisteX7" fmla="*/ 0 w 914400"/>
              <a:gd name="connsiteY7" fmla="*/ 457200 h 914400"/>
              <a:gd name="connisteX8" fmla="*/ 0 w 914400"/>
              <a:gd name="connsiteY8" fmla="*/ 457200 h 914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914400" h="914400">
                <a:moveTo>
                  <a:pt x="0" y="457200"/>
                </a:moveTo>
                <a:cubicBezTo>
                  <a:pt x="0" y="204695"/>
                  <a:pt x="204695" y="0"/>
                  <a:pt x="457200" y="0"/>
                </a:cubicBezTo>
                <a:lnTo>
                  <a:pt x="457200" y="0"/>
                </a:lnTo>
                <a:cubicBezTo>
                  <a:pt x="709705" y="0"/>
                  <a:pt x="914400" y="204695"/>
                  <a:pt x="914400" y="457200"/>
                </a:cubicBezTo>
                <a:lnTo>
                  <a:pt x="914400" y="457200"/>
                </a:lnTo>
                <a:cubicBezTo>
                  <a:pt x="914400" y="709705"/>
                  <a:pt x="709705" y="914400"/>
                  <a:pt x="457200" y="914400"/>
                </a:cubicBezTo>
                <a:lnTo>
                  <a:pt x="457200" y="914400"/>
                </a:lnTo>
                <a:cubicBezTo>
                  <a:pt x="204695" y="914400"/>
                  <a:pt x="0" y="709705"/>
                  <a:pt x="0" y="457200"/>
                </a:cubicBezTo>
                <a:lnTo>
                  <a:pt x="0" y="4572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29" name="图片占位符 28"/>
          <p:cNvSpPr>
            <a:spLocks noGrp="1"/>
          </p:cNvSpPr>
          <p:nvPr>
            <p:ph type="pic" idx="16398" hasCustomPrompt="1"/>
            <p:custDataLst>
              <p:tags r:id="rId14"/>
            </p:custDataLst>
          </p:nvPr>
        </p:nvSpPr>
        <p:spPr>
          <a:xfrm>
            <a:off x="822960" y="4429760"/>
            <a:ext cx="487680" cy="487680"/>
          </a:xfrm>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p>
        </p:txBody>
      </p:sp>
      <p:sp>
        <p:nvSpPr>
          <p:cNvPr id="30" name="文本占位符 29"/>
          <p:cNvSpPr>
            <a:spLocks noGrp="1"/>
          </p:cNvSpPr>
          <p:nvPr>
            <p:ph type="body" idx="16390" hasCustomPrompt="1"/>
            <p:custDataLst>
              <p:tags r:id="rId15"/>
            </p:custDataLst>
          </p:nvPr>
        </p:nvSpPr>
        <p:spPr>
          <a:xfrm>
            <a:off x="1778000" y="4114800"/>
            <a:ext cx="40894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31" name="文本占位符 30"/>
          <p:cNvSpPr>
            <a:spLocks noGrp="1"/>
          </p:cNvSpPr>
          <p:nvPr>
            <p:ph type="body" idx="16391" hasCustomPrompt="1"/>
            <p:custDataLst>
              <p:tags r:id="rId16"/>
            </p:custDataLst>
          </p:nvPr>
        </p:nvSpPr>
        <p:spPr>
          <a:xfrm>
            <a:off x="1778000" y="4622800"/>
            <a:ext cx="4089400" cy="6096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
        <p:nvSpPr>
          <p:cNvPr id="32" name="装饰  1"/>
          <p:cNvSpPr>
            <a:spLocks noGrp="1"/>
          </p:cNvSpPr>
          <p:nvPr>
            <p:ph type="body" idx="16401" hasCustomPrompt="1"/>
            <p:custDataLst>
              <p:tags r:id="rId17"/>
            </p:custDataLst>
          </p:nvPr>
        </p:nvSpPr>
        <p:spPr>
          <a:xfrm>
            <a:off x="6324600" y="4216400"/>
            <a:ext cx="914400" cy="914400"/>
          </a:xfrm>
          <a:custGeom>
            <a:avLst/>
            <a:gdLst>
              <a:gd name="connisteX0" fmla="*/ 0 w 914400"/>
              <a:gd name="connsiteY0" fmla="*/ 457200 h 914400"/>
              <a:gd name="connisteX1" fmla="*/ 457200 w 914400"/>
              <a:gd name="connsiteY1" fmla="*/ 0 h 914400"/>
              <a:gd name="connisteX2" fmla="*/ 457200 w 914400"/>
              <a:gd name="connsiteY2" fmla="*/ 0 h 914400"/>
              <a:gd name="connisteX3" fmla="*/ 914400 w 914400"/>
              <a:gd name="connsiteY3" fmla="*/ 457200 h 914400"/>
              <a:gd name="connisteX4" fmla="*/ 914400 w 914400"/>
              <a:gd name="connsiteY4" fmla="*/ 457200 h 914400"/>
              <a:gd name="connisteX5" fmla="*/ 457200 w 914400"/>
              <a:gd name="connsiteY5" fmla="*/ 914400 h 914400"/>
              <a:gd name="connisteX6" fmla="*/ 457200 w 914400"/>
              <a:gd name="connsiteY6" fmla="*/ 914400 h 914400"/>
              <a:gd name="connisteX7" fmla="*/ 0 w 914400"/>
              <a:gd name="connsiteY7" fmla="*/ 457200 h 914400"/>
              <a:gd name="connisteX8" fmla="*/ 0 w 914400"/>
              <a:gd name="connsiteY8" fmla="*/ 457200 h 914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914400" h="914400">
                <a:moveTo>
                  <a:pt x="0" y="457200"/>
                </a:moveTo>
                <a:cubicBezTo>
                  <a:pt x="0" y="204695"/>
                  <a:pt x="204695" y="0"/>
                  <a:pt x="457200" y="0"/>
                </a:cubicBezTo>
                <a:lnTo>
                  <a:pt x="457200" y="0"/>
                </a:lnTo>
                <a:cubicBezTo>
                  <a:pt x="709705" y="0"/>
                  <a:pt x="914400" y="204695"/>
                  <a:pt x="914400" y="457200"/>
                </a:cubicBezTo>
                <a:lnTo>
                  <a:pt x="914400" y="457200"/>
                </a:lnTo>
                <a:cubicBezTo>
                  <a:pt x="914400" y="709705"/>
                  <a:pt x="709705" y="914400"/>
                  <a:pt x="457200" y="914400"/>
                </a:cubicBezTo>
                <a:lnTo>
                  <a:pt x="457200" y="914400"/>
                </a:lnTo>
                <a:cubicBezTo>
                  <a:pt x="204695" y="914400"/>
                  <a:pt x="0" y="709705"/>
                  <a:pt x="0" y="457200"/>
                </a:cubicBezTo>
                <a:lnTo>
                  <a:pt x="0" y="4572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33" name="图片占位符 32"/>
          <p:cNvSpPr>
            <a:spLocks noGrp="1"/>
          </p:cNvSpPr>
          <p:nvPr>
            <p:ph type="pic" idx="16400" hasCustomPrompt="1"/>
            <p:custDataLst>
              <p:tags r:id="rId18"/>
            </p:custDataLst>
          </p:nvPr>
        </p:nvSpPr>
        <p:spPr>
          <a:xfrm>
            <a:off x="6537960" y="4429760"/>
            <a:ext cx="487680" cy="487680"/>
          </a:xfrm>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p>
        </p:txBody>
      </p:sp>
      <p:sp>
        <p:nvSpPr>
          <p:cNvPr id="34" name="文本占位符 33"/>
          <p:cNvSpPr>
            <a:spLocks noGrp="1"/>
          </p:cNvSpPr>
          <p:nvPr>
            <p:ph type="body" idx="16392" hasCustomPrompt="1"/>
            <p:custDataLst>
              <p:tags r:id="rId19"/>
            </p:custDataLst>
          </p:nvPr>
        </p:nvSpPr>
        <p:spPr>
          <a:xfrm>
            <a:off x="7493000" y="4114800"/>
            <a:ext cx="40894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35" name="文本占位符 34"/>
          <p:cNvSpPr>
            <a:spLocks noGrp="1"/>
          </p:cNvSpPr>
          <p:nvPr>
            <p:ph type="body" idx="16393" hasCustomPrompt="1"/>
            <p:custDataLst>
              <p:tags r:id="rId20"/>
            </p:custDataLst>
          </p:nvPr>
        </p:nvSpPr>
        <p:spPr>
          <a:xfrm>
            <a:off x="7493000" y="4622800"/>
            <a:ext cx="4089400" cy="6096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Tree>
    <p:extLst>
      <p:ext uri="{BB962C8B-B14F-4D97-AF65-F5344CB8AC3E}">
        <p14:creationId xmlns:p14="http://schemas.microsoft.com/office/powerpoint/2010/main" val="3217733697"/>
      </p:ext>
    </p:extLst>
  </p:cSld>
  <p:clrMapOvr>
    <a:overrideClrMapping bg1="lt1" tx1="dk1" bg2="lt2" tx2="dk2" accent1="accent1" accent2="accent2" accent3="accent3" accent4="accent4" accent5="accent5" accent6="accent6" hlink="hlink" folHlink="folHlink"/>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正文页-上标下内-装饰无-颜色错位-并列-2_19_group1">
    <p:bg>
      <p:bgRef idx="1001">
        <a:schemeClr val="bg2"/>
      </p:bgRef>
    </p:bg>
    <p:spTree>
      <p:nvGrpSpPr>
        <p:cNvPr id="1" name=""/>
        <p:cNvGrpSpPr/>
        <p:nvPr/>
      </p:nvGrpSpPr>
      <p:grpSpPr>
        <a:xfrm>
          <a:off x="0" y="0"/>
          <a:ext cx="0" cy="0"/>
          <a:chOff x="0" y="0"/>
          <a:chExt cx="0" cy="0"/>
        </a:xfrm>
      </p:grpSpPr>
      <p:sp>
        <p:nvSpPr>
          <p:cNvPr id="8" name="日期占位符 7"/>
          <p:cNvSpPr>
            <a:spLocks noGrp="1"/>
          </p:cNvSpPr>
          <p:nvPr>
            <p:ph type="dt" sz="half" idx="10"/>
            <p:custDataLst>
              <p:tags r:id="rId1"/>
            </p:custDataLst>
          </p:nvPr>
        </p:nvSpPr>
        <p:spPr/>
        <p:txBody>
          <a:bodyPr wrap="square">
            <a:normAutofit/>
          </a:bodyPr>
          <a:lstStyle/>
          <a:p>
            <a:fld id="{5592522B-0F24-4480-B9DD-A9474A6880D6}" type="datetimeFigureOut">
              <a:rPr lang="zh-CN" altLang="en-US" smtClean="0"/>
              <a:t>2026/10/10</a:t>
            </a:fld>
            <a:endParaRPr lang="zh-CN" altLang="en-US"/>
          </a:p>
        </p:txBody>
      </p:sp>
      <p:sp>
        <p:nvSpPr>
          <p:cNvPr id="9" name="页脚占位符 8"/>
          <p:cNvSpPr>
            <a:spLocks noGrp="1"/>
          </p:cNvSpPr>
          <p:nvPr>
            <p:ph type="ftr" sz="quarter" idx="11"/>
            <p:custDataLst>
              <p:tags r:id="rId2"/>
            </p:custDataLst>
          </p:nvPr>
        </p:nvSpPr>
        <p:spPr/>
        <p:txBody>
          <a:bodyPr/>
          <a:lstStyle/>
          <a:p>
            <a:endParaRPr lang="zh-CN" altLang="en-US"/>
          </a:p>
        </p:txBody>
      </p:sp>
      <p:sp>
        <p:nvSpPr>
          <p:cNvPr id="10" name="灯片编号占位符 9"/>
          <p:cNvSpPr>
            <a:spLocks noGrp="1"/>
          </p:cNvSpPr>
          <p:nvPr>
            <p:ph type="sldNum" sz="quarter" idx="12"/>
            <p:custDataLst>
              <p:tags r:id="rId3"/>
            </p:custDataLst>
          </p:nvPr>
        </p:nvSpPr>
        <p:spPr/>
        <p:txBody>
          <a:bodyPr wrap="square">
            <a:normAutofit/>
          </a:bodyPr>
          <a:lstStyle/>
          <a:p>
            <a:fld id="{BE5F26B5-172A-4DC2-B0B7-181CFC56B87C}" type="slidenum">
              <a:rPr lang="zh-CN" altLang="en-US" smtClean="0"/>
              <a:t>‹#›</a:t>
            </a:fld>
            <a:endParaRPr lang="zh-CN" altLang="en-US"/>
          </a:p>
        </p:txBody>
      </p:sp>
      <p:sp>
        <p:nvSpPr>
          <p:cNvPr id="7" name="装饰  6"/>
          <p:cNvSpPr>
            <a:spLocks noGrp="1"/>
          </p:cNvSpPr>
          <p:nvPr>
            <p:ph type="body" idx="16392" hasCustomPrompt="1"/>
            <p:custDataLst>
              <p:tags r:id="rId4"/>
            </p:custDataLst>
          </p:nvPr>
        </p:nvSpPr>
        <p:spPr>
          <a:xfrm>
            <a:off x="3149600" y="1524000"/>
            <a:ext cx="8432800" cy="1473200"/>
          </a:xfrm>
          <a:custGeom>
            <a:avLst/>
            <a:gdLst>
              <a:gd name="connisteX0" fmla="*/ 0 w 8432800"/>
              <a:gd name="connsiteY0" fmla="*/ 0 h 1473200"/>
              <a:gd name="connisteX1" fmla="*/ 8229600 w 8432800"/>
              <a:gd name="connsiteY1" fmla="*/ 0 h 1473200"/>
              <a:gd name="connisteX2" fmla="*/ 8432800 w 8432800"/>
              <a:gd name="connsiteY2" fmla="*/ 203200 h 1473200"/>
              <a:gd name="connisteX3" fmla="*/ 8432800 w 8432800"/>
              <a:gd name="connsiteY3" fmla="*/ 1270000 h 1473200"/>
              <a:gd name="connisteX4" fmla="*/ 8229600 w 8432800"/>
              <a:gd name="connsiteY4" fmla="*/ 1473200 h 1473200"/>
              <a:gd name="connisteX5" fmla="*/ 0 w 8432800"/>
              <a:gd name="connsiteY5" fmla="*/ 1473200 h 1473200"/>
              <a:gd name="connisteX6" fmla="*/ 0 w 8432800"/>
              <a:gd name="connsiteY6" fmla="*/ 0 h 14732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rect l="0" t="0" r="0" b="0"/>
            <a:pathLst>
              <a:path w="8432800" h="1473200">
                <a:moveTo>
                  <a:pt x="0" y="0"/>
                </a:moveTo>
                <a:lnTo>
                  <a:pt x="8229600" y="0"/>
                </a:lnTo>
                <a:cubicBezTo>
                  <a:pt x="8341824" y="0"/>
                  <a:pt x="8432800" y="90976"/>
                  <a:pt x="8432800" y="203200"/>
                </a:cubicBezTo>
                <a:lnTo>
                  <a:pt x="8432800" y="1270000"/>
                </a:lnTo>
                <a:cubicBezTo>
                  <a:pt x="8432800" y="1382224"/>
                  <a:pt x="8341824" y="1473200"/>
                  <a:pt x="8229600" y="1473200"/>
                </a:cubicBezTo>
                <a:lnTo>
                  <a:pt x="0" y="1473200"/>
                </a:lnTo>
                <a:lnTo>
                  <a:pt x="0" y="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6" name="标题 5"/>
          <p:cNvSpPr>
            <a:spLocks noGrp="1"/>
          </p:cNvSpPr>
          <p:nvPr>
            <p:ph type="ctrTitle" idx="16385" hasCustomPrompt="1"/>
            <p:custDataLst>
              <p:tags r:id="rId5"/>
            </p:custDataLst>
          </p:nvPr>
        </p:nvSpPr>
        <p:spPr>
          <a:xfrm>
            <a:off x="609600" y="533400"/>
            <a:ext cx="10972800" cy="609600"/>
          </a:xfrm>
          <a:noFill/>
        </p:spPr>
        <p:txBody>
          <a:bodyPr vert="horz" wrap="square" lIns="0" tIns="0" rIns="0" bIns="0" rtlCol="0" anchor="t" anchorCtr="0">
            <a:normAutofit/>
          </a:bodyPr>
          <a:lstStyle>
            <a:lvl1pPr marL="0" marR="0" indent="0" algn="l" defTabSz="914400" rtl="0" eaLnBrk="1" fontAlgn="auto" latinLnBrk="0" hangingPunct="1">
              <a:lnSpc>
                <a:spcPct val="111000"/>
              </a:lnSpc>
              <a:spcBef>
                <a:spcPct val="0"/>
              </a:spcBef>
              <a:spcAft>
                <a:spcPct val="0"/>
              </a:spcAft>
              <a:buClrTx/>
              <a:buSzTx/>
              <a:buFontTx/>
              <a:buNone/>
              <a:defRPr kumimoji="0" lang="zh-CN" altLang="en-US" sz="3600" b="1" i="0" u="none" strike="noStrike" kern="1200" cap="none" spc="0" normalizeH="0" baseline="0" noProof="1">
                <a:solidFill>
                  <a:schemeClr val="tx1"/>
                </a:solidFill>
                <a:latin typeface="+mj-lt"/>
                <a:ea typeface="+mj-ea"/>
                <a:cs typeface="+mj-cs"/>
              </a:defRPr>
            </a:lvl1pPr>
          </a:lstStyle>
          <a:p>
            <a:pPr lvl="0"/>
            <a:r>
              <a:rPr>
                <a:sym typeface="+mn-ea"/>
              </a:rPr>
              <a:t>单击此处添加标题</a:t>
            </a:r>
          </a:p>
        </p:txBody>
      </p:sp>
      <p:sp>
        <p:nvSpPr>
          <p:cNvPr id="21" name="图片占位符 20"/>
          <p:cNvSpPr>
            <a:spLocks noGrp="1"/>
          </p:cNvSpPr>
          <p:nvPr>
            <p:ph type="pic" idx="16393" hasCustomPrompt="1"/>
            <p:custDataLst>
              <p:tags r:id="rId6"/>
            </p:custDataLst>
          </p:nvPr>
        </p:nvSpPr>
        <p:spPr>
          <a:xfrm>
            <a:off x="609600" y="1524000"/>
            <a:ext cx="2540000" cy="1473200"/>
          </a:xfrm>
          <a:custGeom>
            <a:avLst/>
            <a:gdLst>
              <a:gd name="connisteX0" fmla="*/ 0 w 2540000"/>
              <a:gd name="connsiteY0" fmla="*/ 203200 h 1473200"/>
              <a:gd name="connisteX1" fmla="*/ 203200 w 2540000"/>
              <a:gd name="connsiteY1" fmla="*/ 0 h 1473200"/>
              <a:gd name="connisteX2" fmla="*/ 2540000 w 2540000"/>
              <a:gd name="connsiteY2" fmla="*/ 0 h 1473200"/>
              <a:gd name="connisteX3" fmla="*/ 2540000 w 2540000"/>
              <a:gd name="connsiteY3" fmla="*/ 1473200 h 1473200"/>
              <a:gd name="connisteX4" fmla="*/ 203200 w 2540000"/>
              <a:gd name="connsiteY4" fmla="*/ 1473200 h 1473200"/>
              <a:gd name="connisteX5" fmla="*/ 0 w 2540000"/>
              <a:gd name="connsiteY5" fmla="*/ 1270000 h 1473200"/>
              <a:gd name="connisteX6" fmla="*/ 0 w 2540000"/>
              <a:gd name="connsiteY6" fmla="*/ 203200 h 14732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rect l="0" t="0" r="0" b="0"/>
            <a:pathLst>
              <a:path w="2540000" h="1473200">
                <a:moveTo>
                  <a:pt x="0" y="203200"/>
                </a:moveTo>
                <a:cubicBezTo>
                  <a:pt x="0" y="90976"/>
                  <a:pt x="90976" y="0"/>
                  <a:pt x="203200" y="0"/>
                </a:cubicBezTo>
                <a:lnTo>
                  <a:pt x="2540000" y="0"/>
                </a:lnTo>
                <a:lnTo>
                  <a:pt x="2540000" y="1473200"/>
                </a:lnTo>
                <a:lnTo>
                  <a:pt x="203200" y="1473200"/>
                </a:lnTo>
                <a:cubicBezTo>
                  <a:pt x="90976" y="1473200"/>
                  <a:pt x="0" y="1382224"/>
                  <a:pt x="0" y="1270000"/>
                </a:cubicBezTo>
                <a:lnTo>
                  <a:pt x="0" y="203200"/>
                </a:lnTo>
                <a:close/>
              </a:path>
            </a:pathLst>
          </a:custGeo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p>
        </p:txBody>
      </p:sp>
      <p:sp>
        <p:nvSpPr>
          <p:cNvPr id="22" name="文本占位符 21"/>
          <p:cNvSpPr>
            <a:spLocks noGrp="1"/>
          </p:cNvSpPr>
          <p:nvPr>
            <p:ph type="body" idx="16386" hasCustomPrompt="1"/>
            <p:custDataLst>
              <p:tags r:id="rId7"/>
            </p:custDataLst>
          </p:nvPr>
        </p:nvSpPr>
        <p:spPr>
          <a:xfrm>
            <a:off x="3454400" y="1828800"/>
            <a:ext cx="7823200" cy="406400"/>
          </a:xfrm>
          <a:noFill/>
        </p:spPr>
        <p:txBody>
          <a:bodyPr lIns="0" tIns="0" rIns="0" bIns="0" anchor="t">
            <a:normAutofit/>
          </a:bodyPr>
          <a:lstStyle>
            <a:lvl1pPr marL="0" indent="0" algn="l">
              <a:lnSpc>
                <a:spcPct val="111000"/>
              </a:lnSpc>
              <a:spcBef>
                <a:spcPct val="0"/>
              </a:spcBef>
              <a:spcAft>
                <a:spcPct val="0"/>
              </a:spcAft>
              <a:buNone/>
              <a:defRPr sz="2400" b="0" spc="0">
                <a:solidFill>
                  <a:srgbClr val="FFFFFF"/>
                </a:solidFill>
              </a:defRPr>
            </a:lvl1pPr>
          </a:lstStyle>
          <a:p>
            <a:pPr lvl="0"/>
            <a:r>
              <a:rPr lang="zh-CN" altLang="en-US"/>
              <a:t>单击此处添加项标题</a:t>
            </a:r>
          </a:p>
        </p:txBody>
      </p:sp>
      <p:sp>
        <p:nvSpPr>
          <p:cNvPr id="23" name="文本占位符 22"/>
          <p:cNvSpPr>
            <a:spLocks noGrp="1"/>
          </p:cNvSpPr>
          <p:nvPr>
            <p:ph type="body" idx="16387" hasCustomPrompt="1"/>
            <p:custDataLst>
              <p:tags r:id="rId8"/>
            </p:custDataLst>
          </p:nvPr>
        </p:nvSpPr>
        <p:spPr>
          <a:xfrm>
            <a:off x="3454400" y="2387600"/>
            <a:ext cx="7823200" cy="304800"/>
          </a:xfrm>
          <a:noFill/>
        </p:spPr>
        <p:txBody>
          <a:bodyPr lIns="0" tIns="0" rIns="0" bIns="0" anchor="t">
            <a:normAutofit/>
          </a:bodyPr>
          <a:lstStyle>
            <a:lvl1pPr marL="0" indent="0" algn="l">
              <a:lnSpc>
                <a:spcPct val="125000"/>
              </a:lnSpc>
              <a:spcBef>
                <a:spcPct val="0"/>
              </a:spcBef>
              <a:spcAft>
                <a:spcPct val="0"/>
              </a:spcAft>
              <a:buNone/>
              <a:defRPr sz="1600" b="0" spc="0">
                <a:solidFill>
                  <a:srgbClr val="FFFFFF"/>
                </a:solidFill>
              </a:defRPr>
            </a:lvl1pPr>
          </a:lstStyle>
          <a:p>
            <a:pPr lvl="0"/>
            <a:r>
              <a:rPr lang="zh-CN" altLang="en-US"/>
              <a:t>单击此处添加项正文</a:t>
            </a:r>
          </a:p>
        </p:txBody>
      </p:sp>
      <p:sp>
        <p:nvSpPr>
          <p:cNvPr id="24" name="装饰  3"/>
          <p:cNvSpPr>
            <a:spLocks noGrp="1"/>
          </p:cNvSpPr>
          <p:nvPr>
            <p:ph type="body" idx="16394" hasCustomPrompt="1"/>
            <p:custDataLst>
              <p:tags r:id="rId9"/>
            </p:custDataLst>
          </p:nvPr>
        </p:nvSpPr>
        <p:spPr>
          <a:xfrm>
            <a:off x="3149600" y="3149600"/>
            <a:ext cx="8432800" cy="1473200"/>
          </a:xfrm>
          <a:custGeom>
            <a:avLst/>
            <a:gdLst>
              <a:gd name="connisteX0" fmla="*/ 0 w 8432800"/>
              <a:gd name="connsiteY0" fmla="*/ 0 h 1473200"/>
              <a:gd name="connisteX1" fmla="*/ 8229600 w 8432800"/>
              <a:gd name="connsiteY1" fmla="*/ 0 h 1473200"/>
              <a:gd name="connisteX2" fmla="*/ 8432800 w 8432800"/>
              <a:gd name="connsiteY2" fmla="*/ 203200 h 1473200"/>
              <a:gd name="connisteX3" fmla="*/ 8432800 w 8432800"/>
              <a:gd name="connsiteY3" fmla="*/ 1270000 h 1473200"/>
              <a:gd name="connisteX4" fmla="*/ 8229600 w 8432800"/>
              <a:gd name="connsiteY4" fmla="*/ 1473200 h 1473200"/>
              <a:gd name="connisteX5" fmla="*/ 0 w 8432800"/>
              <a:gd name="connsiteY5" fmla="*/ 1473200 h 1473200"/>
              <a:gd name="connisteX6" fmla="*/ 0 w 8432800"/>
              <a:gd name="connsiteY6" fmla="*/ 0 h 14732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rect l="0" t="0" r="0" b="0"/>
            <a:pathLst>
              <a:path w="8432800" h="1473200">
                <a:moveTo>
                  <a:pt x="0" y="0"/>
                </a:moveTo>
                <a:lnTo>
                  <a:pt x="8229600" y="0"/>
                </a:lnTo>
                <a:cubicBezTo>
                  <a:pt x="8341824" y="0"/>
                  <a:pt x="8432800" y="90976"/>
                  <a:pt x="8432800" y="203200"/>
                </a:cubicBezTo>
                <a:lnTo>
                  <a:pt x="8432800" y="1270000"/>
                </a:lnTo>
                <a:cubicBezTo>
                  <a:pt x="8432800" y="1382224"/>
                  <a:pt x="8341824" y="1473200"/>
                  <a:pt x="8229600" y="1473200"/>
                </a:cubicBezTo>
                <a:lnTo>
                  <a:pt x="0" y="1473200"/>
                </a:lnTo>
                <a:lnTo>
                  <a:pt x="0" y="0"/>
                </a:lnTo>
                <a:close/>
              </a:path>
            </a:pathLst>
          </a:custGeom>
          <a:gradFill>
            <a:gsLst>
              <a:gs pos="0">
                <a:schemeClr val="accent1">
                  <a:lumMod val="0"/>
                  <a:lumOff val="100000"/>
                </a:schemeClr>
              </a:gs>
              <a:gs pos="100000">
                <a:schemeClr val="accent1">
                  <a:lumMod val="0"/>
                  <a:lumOff val="100000"/>
                </a:schemeClr>
              </a:gs>
            </a:gsLst>
            <a:lin ang="5400000"/>
          </a:gra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25" name="图片占位符 24"/>
          <p:cNvSpPr>
            <a:spLocks noGrp="1"/>
          </p:cNvSpPr>
          <p:nvPr>
            <p:ph type="pic" idx="16395" hasCustomPrompt="1"/>
            <p:custDataLst>
              <p:tags r:id="rId10"/>
            </p:custDataLst>
          </p:nvPr>
        </p:nvSpPr>
        <p:spPr>
          <a:xfrm>
            <a:off x="609600" y="3149600"/>
            <a:ext cx="2540000" cy="1473200"/>
          </a:xfrm>
          <a:custGeom>
            <a:avLst/>
            <a:gdLst>
              <a:gd name="connisteX0" fmla="*/ 0 w 2540000"/>
              <a:gd name="connsiteY0" fmla="*/ 203200 h 1473200"/>
              <a:gd name="connisteX1" fmla="*/ 203200 w 2540000"/>
              <a:gd name="connsiteY1" fmla="*/ 0 h 1473200"/>
              <a:gd name="connisteX2" fmla="*/ 2540000 w 2540000"/>
              <a:gd name="connsiteY2" fmla="*/ 0 h 1473200"/>
              <a:gd name="connisteX3" fmla="*/ 2540000 w 2540000"/>
              <a:gd name="connsiteY3" fmla="*/ 1473200 h 1473200"/>
              <a:gd name="connisteX4" fmla="*/ 203200 w 2540000"/>
              <a:gd name="connsiteY4" fmla="*/ 1473200 h 1473200"/>
              <a:gd name="connisteX5" fmla="*/ 0 w 2540000"/>
              <a:gd name="connsiteY5" fmla="*/ 1270000 h 1473200"/>
              <a:gd name="connisteX6" fmla="*/ 0 w 2540000"/>
              <a:gd name="connsiteY6" fmla="*/ 203200 h 14732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rect l="0" t="0" r="0" b="0"/>
            <a:pathLst>
              <a:path w="2540000" h="1473200">
                <a:moveTo>
                  <a:pt x="0" y="203200"/>
                </a:moveTo>
                <a:cubicBezTo>
                  <a:pt x="0" y="90976"/>
                  <a:pt x="90976" y="0"/>
                  <a:pt x="203200" y="0"/>
                </a:cubicBezTo>
                <a:lnTo>
                  <a:pt x="2540000" y="0"/>
                </a:lnTo>
                <a:lnTo>
                  <a:pt x="2540000" y="1473200"/>
                </a:lnTo>
                <a:lnTo>
                  <a:pt x="203200" y="1473200"/>
                </a:lnTo>
                <a:cubicBezTo>
                  <a:pt x="90976" y="1473200"/>
                  <a:pt x="0" y="1382224"/>
                  <a:pt x="0" y="1270000"/>
                </a:cubicBezTo>
                <a:lnTo>
                  <a:pt x="0" y="203200"/>
                </a:lnTo>
                <a:close/>
              </a:path>
            </a:pathLst>
          </a:custGeo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p>
        </p:txBody>
      </p:sp>
      <p:sp>
        <p:nvSpPr>
          <p:cNvPr id="26" name="文本占位符 25"/>
          <p:cNvSpPr>
            <a:spLocks noGrp="1"/>
          </p:cNvSpPr>
          <p:nvPr>
            <p:ph type="body" idx="16388" hasCustomPrompt="1"/>
            <p:custDataLst>
              <p:tags r:id="rId11"/>
            </p:custDataLst>
          </p:nvPr>
        </p:nvSpPr>
        <p:spPr>
          <a:xfrm>
            <a:off x="3454400" y="3454400"/>
            <a:ext cx="78232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27" name="文本占位符 26"/>
          <p:cNvSpPr>
            <a:spLocks noGrp="1"/>
          </p:cNvSpPr>
          <p:nvPr>
            <p:ph type="body" idx="16389" hasCustomPrompt="1"/>
            <p:custDataLst>
              <p:tags r:id="rId12"/>
            </p:custDataLst>
          </p:nvPr>
        </p:nvSpPr>
        <p:spPr>
          <a:xfrm>
            <a:off x="3454400" y="4013200"/>
            <a:ext cx="7823200" cy="3048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
        <p:nvSpPr>
          <p:cNvPr id="28" name="装饰  7"/>
          <p:cNvSpPr>
            <a:spLocks noGrp="1"/>
          </p:cNvSpPr>
          <p:nvPr>
            <p:ph type="body" idx="16396" hasCustomPrompt="1"/>
            <p:custDataLst>
              <p:tags r:id="rId13"/>
            </p:custDataLst>
          </p:nvPr>
        </p:nvSpPr>
        <p:spPr>
          <a:xfrm>
            <a:off x="3149600" y="4775200"/>
            <a:ext cx="8432800" cy="1473200"/>
          </a:xfrm>
          <a:custGeom>
            <a:avLst/>
            <a:gdLst>
              <a:gd name="connisteX0" fmla="*/ 0 w 8432800"/>
              <a:gd name="connsiteY0" fmla="*/ 0 h 1473200"/>
              <a:gd name="connisteX1" fmla="*/ 8229600 w 8432800"/>
              <a:gd name="connsiteY1" fmla="*/ 0 h 1473200"/>
              <a:gd name="connisteX2" fmla="*/ 8432800 w 8432800"/>
              <a:gd name="connsiteY2" fmla="*/ 203200 h 1473200"/>
              <a:gd name="connisteX3" fmla="*/ 8432800 w 8432800"/>
              <a:gd name="connsiteY3" fmla="*/ 1270000 h 1473200"/>
              <a:gd name="connisteX4" fmla="*/ 8229600 w 8432800"/>
              <a:gd name="connsiteY4" fmla="*/ 1473200 h 1473200"/>
              <a:gd name="connisteX5" fmla="*/ 0 w 8432800"/>
              <a:gd name="connsiteY5" fmla="*/ 1473200 h 1473200"/>
              <a:gd name="connisteX6" fmla="*/ 0 w 8432800"/>
              <a:gd name="connsiteY6" fmla="*/ 0 h 14732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rect l="0" t="0" r="0" b="0"/>
            <a:pathLst>
              <a:path w="8432800" h="1473200">
                <a:moveTo>
                  <a:pt x="0" y="0"/>
                </a:moveTo>
                <a:lnTo>
                  <a:pt x="8229600" y="0"/>
                </a:lnTo>
                <a:cubicBezTo>
                  <a:pt x="8341824" y="0"/>
                  <a:pt x="8432800" y="90976"/>
                  <a:pt x="8432800" y="203200"/>
                </a:cubicBezTo>
                <a:lnTo>
                  <a:pt x="8432800" y="1270000"/>
                </a:lnTo>
                <a:cubicBezTo>
                  <a:pt x="8432800" y="1382224"/>
                  <a:pt x="8341824" y="1473200"/>
                  <a:pt x="8229600" y="1473200"/>
                </a:cubicBezTo>
                <a:lnTo>
                  <a:pt x="0" y="1473200"/>
                </a:lnTo>
                <a:lnTo>
                  <a:pt x="0" y="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29" name="图片占位符 28"/>
          <p:cNvSpPr>
            <a:spLocks noGrp="1"/>
          </p:cNvSpPr>
          <p:nvPr>
            <p:ph type="pic" idx="16397" hasCustomPrompt="1"/>
            <p:custDataLst>
              <p:tags r:id="rId14"/>
            </p:custDataLst>
          </p:nvPr>
        </p:nvSpPr>
        <p:spPr>
          <a:xfrm>
            <a:off x="609600" y="4775200"/>
            <a:ext cx="2540000" cy="1473200"/>
          </a:xfrm>
          <a:custGeom>
            <a:avLst/>
            <a:gdLst>
              <a:gd name="connisteX0" fmla="*/ 0 w 2540000"/>
              <a:gd name="connsiteY0" fmla="*/ 203200 h 1473200"/>
              <a:gd name="connisteX1" fmla="*/ 203200 w 2540000"/>
              <a:gd name="connsiteY1" fmla="*/ 0 h 1473200"/>
              <a:gd name="connisteX2" fmla="*/ 2540000 w 2540000"/>
              <a:gd name="connsiteY2" fmla="*/ 0 h 1473200"/>
              <a:gd name="connisteX3" fmla="*/ 2540000 w 2540000"/>
              <a:gd name="connsiteY3" fmla="*/ 1473200 h 1473200"/>
              <a:gd name="connisteX4" fmla="*/ 203200 w 2540000"/>
              <a:gd name="connsiteY4" fmla="*/ 1473200 h 1473200"/>
              <a:gd name="connisteX5" fmla="*/ 0 w 2540000"/>
              <a:gd name="connsiteY5" fmla="*/ 1270000 h 1473200"/>
              <a:gd name="connisteX6" fmla="*/ 0 w 2540000"/>
              <a:gd name="connsiteY6" fmla="*/ 203200 h 14732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rect l="0" t="0" r="0" b="0"/>
            <a:pathLst>
              <a:path w="2540000" h="1473200">
                <a:moveTo>
                  <a:pt x="0" y="203200"/>
                </a:moveTo>
                <a:cubicBezTo>
                  <a:pt x="0" y="90976"/>
                  <a:pt x="90976" y="0"/>
                  <a:pt x="203200" y="0"/>
                </a:cubicBezTo>
                <a:lnTo>
                  <a:pt x="2540000" y="0"/>
                </a:lnTo>
                <a:lnTo>
                  <a:pt x="2540000" y="1473200"/>
                </a:lnTo>
                <a:lnTo>
                  <a:pt x="203200" y="1473200"/>
                </a:lnTo>
                <a:cubicBezTo>
                  <a:pt x="90976" y="1473200"/>
                  <a:pt x="0" y="1382224"/>
                  <a:pt x="0" y="1270000"/>
                </a:cubicBezTo>
                <a:lnTo>
                  <a:pt x="0" y="203200"/>
                </a:lnTo>
                <a:close/>
              </a:path>
            </a:pathLst>
          </a:custGeo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p>
        </p:txBody>
      </p:sp>
      <p:sp>
        <p:nvSpPr>
          <p:cNvPr id="30" name="文本占位符 29"/>
          <p:cNvSpPr>
            <a:spLocks noGrp="1"/>
          </p:cNvSpPr>
          <p:nvPr>
            <p:ph type="body" idx="16390" hasCustomPrompt="1"/>
            <p:custDataLst>
              <p:tags r:id="rId15"/>
            </p:custDataLst>
          </p:nvPr>
        </p:nvSpPr>
        <p:spPr>
          <a:xfrm>
            <a:off x="3454400" y="5080000"/>
            <a:ext cx="7823200" cy="406400"/>
          </a:xfrm>
          <a:noFill/>
        </p:spPr>
        <p:txBody>
          <a:bodyPr lIns="0" tIns="0" rIns="0" bIns="0" anchor="t">
            <a:normAutofit/>
          </a:bodyPr>
          <a:lstStyle>
            <a:lvl1pPr marL="0" indent="0" algn="l">
              <a:lnSpc>
                <a:spcPct val="111000"/>
              </a:lnSpc>
              <a:spcBef>
                <a:spcPct val="0"/>
              </a:spcBef>
              <a:spcAft>
                <a:spcPct val="0"/>
              </a:spcAft>
              <a:buNone/>
              <a:defRPr sz="2400" b="0" spc="0">
                <a:solidFill>
                  <a:srgbClr val="FFFFFF"/>
                </a:solidFill>
              </a:defRPr>
            </a:lvl1pPr>
          </a:lstStyle>
          <a:p>
            <a:pPr lvl="0"/>
            <a:r>
              <a:rPr lang="zh-CN" altLang="en-US"/>
              <a:t>单击此处添加项标题</a:t>
            </a:r>
          </a:p>
        </p:txBody>
      </p:sp>
      <p:sp>
        <p:nvSpPr>
          <p:cNvPr id="31" name="文本占位符 30"/>
          <p:cNvSpPr>
            <a:spLocks noGrp="1"/>
          </p:cNvSpPr>
          <p:nvPr>
            <p:ph type="body" idx="16391" hasCustomPrompt="1"/>
            <p:custDataLst>
              <p:tags r:id="rId16"/>
            </p:custDataLst>
          </p:nvPr>
        </p:nvSpPr>
        <p:spPr>
          <a:xfrm>
            <a:off x="3454400" y="5638800"/>
            <a:ext cx="7823200" cy="304800"/>
          </a:xfrm>
          <a:noFill/>
        </p:spPr>
        <p:txBody>
          <a:bodyPr lIns="0" tIns="0" rIns="0" bIns="0" anchor="t">
            <a:normAutofit/>
          </a:bodyPr>
          <a:lstStyle>
            <a:lvl1pPr marL="0" indent="0" algn="l">
              <a:lnSpc>
                <a:spcPct val="125000"/>
              </a:lnSpc>
              <a:spcBef>
                <a:spcPct val="0"/>
              </a:spcBef>
              <a:spcAft>
                <a:spcPct val="0"/>
              </a:spcAft>
              <a:buNone/>
              <a:defRPr sz="1600" b="0" spc="0">
                <a:solidFill>
                  <a:srgbClr val="FFFFFF"/>
                </a:solidFill>
              </a:defRPr>
            </a:lvl1pPr>
          </a:lstStyle>
          <a:p>
            <a:pPr lvl="0"/>
            <a:r>
              <a:rPr lang="zh-CN" altLang="en-US"/>
              <a:t>单击此处添加项正文</a:t>
            </a:r>
          </a:p>
        </p:txBody>
      </p:sp>
    </p:spTree>
    <p:extLst>
      <p:ext uri="{BB962C8B-B14F-4D97-AF65-F5344CB8AC3E}">
        <p14:creationId xmlns:p14="http://schemas.microsoft.com/office/powerpoint/2010/main" val="1936015747"/>
      </p:ext>
    </p:extLst>
  </p:cSld>
  <p:clrMapOvr>
    <a:overrideClrMapping bg1="lt1" tx1="dk1" bg2="lt2" tx2="dk2" accent1="accent1" accent2="accent2" accent3="accent3" accent4="accent4" accent5="accent5" accent6="accent6" hlink="hlink" folHlink="folHlink"/>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正文页-上标下内-装饰右-方向错位-并列-26_32_group1">
    <p:bg>
      <p:bgRef idx="1001">
        <a:schemeClr val="bg2"/>
      </p:bgRef>
    </p:bg>
    <p:spTree>
      <p:nvGrpSpPr>
        <p:cNvPr id="1" name=""/>
        <p:cNvGrpSpPr/>
        <p:nvPr/>
      </p:nvGrpSpPr>
      <p:grpSpPr>
        <a:xfrm>
          <a:off x="0" y="0"/>
          <a:ext cx="0" cy="0"/>
          <a:chOff x="0" y="0"/>
          <a:chExt cx="0" cy="0"/>
        </a:xfrm>
      </p:grpSpPr>
      <p:sp>
        <p:nvSpPr>
          <p:cNvPr id="8" name="日期占位符 7"/>
          <p:cNvSpPr>
            <a:spLocks noGrp="1"/>
          </p:cNvSpPr>
          <p:nvPr>
            <p:ph type="dt" sz="half" idx="10"/>
            <p:custDataLst>
              <p:tags r:id="rId1"/>
            </p:custDataLst>
          </p:nvPr>
        </p:nvSpPr>
        <p:spPr/>
        <p:txBody>
          <a:bodyPr wrap="square">
            <a:normAutofit/>
          </a:bodyPr>
          <a:lstStyle/>
          <a:p>
            <a:fld id="{5592522B-0F24-4480-B9DD-A9474A6880D6}" type="datetimeFigureOut">
              <a:rPr lang="zh-CN" altLang="en-US" smtClean="0"/>
              <a:t>2026/10/10</a:t>
            </a:fld>
            <a:endParaRPr lang="zh-CN" altLang="en-US"/>
          </a:p>
        </p:txBody>
      </p:sp>
      <p:sp>
        <p:nvSpPr>
          <p:cNvPr id="9" name="页脚占位符 8"/>
          <p:cNvSpPr>
            <a:spLocks noGrp="1"/>
          </p:cNvSpPr>
          <p:nvPr>
            <p:ph type="ftr" sz="quarter" idx="11"/>
            <p:custDataLst>
              <p:tags r:id="rId2"/>
            </p:custDataLst>
          </p:nvPr>
        </p:nvSpPr>
        <p:spPr/>
        <p:txBody>
          <a:bodyPr/>
          <a:lstStyle/>
          <a:p>
            <a:endParaRPr lang="zh-CN" altLang="en-US"/>
          </a:p>
        </p:txBody>
      </p:sp>
      <p:sp>
        <p:nvSpPr>
          <p:cNvPr id="10" name="灯片编号占位符 9"/>
          <p:cNvSpPr>
            <a:spLocks noGrp="1"/>
          </p:cNvSpPr>
          <p:nvPr>
            <p:ph type="sldNum" sz="quarter" idx="12"/>
            <p:custDataLst>
              <p:tags r:id="rId3"/>
            </p:custDataLst>
          </p:nvPr>
        </p:nvSpPr>
        <p:spPr/>
        <p:txBody>
          <a:bodyPr wrap="square">
            <a:normAutofit/>
          </a:bodyPr>
          <a:lstStyle/>
          <a:p>
            <a:fld id="{BE5F26B5-172A-4DC2-B0B7-181CFC56B87C}" type="slidenum">
              <a:rPr lang="zh-CN" altLang="en-US" smtClean="0"/>
              <a:t>‹#›</a:t>
            </a:fld>
            <a:endParaRPr lang="zh-CN" altLang="en-US"/>
          </a:p>
        </p:txBody>
      </p:sp>
      <p:sp>
        <p:nvSpPr>
          <p:cNvPr id="7" name="装饰  6"/>
          <p:cNvSpPr>
            <a:spLocks noGrp="1"/>
          </p:cNvSpPr>
          <p:nvPr>
            <p:ph type="body" idx="16394" hasCustomPrompt="1"/>
            <p:custDataLst>
              <p:tags r:id="rId4"/>
            </p:custDataLst>
          </p:nvPr>
        </p:nvSpPr>
        <p:spPr>
          <a:xfrm>
            <a:off x="2133600" y="1524000"/>
            <a:ext cx="3810000" cy="2209800"/>
          </a:xfrm>
          <a:custGeom>
            <a:avLst/>
            <a:gdLst>
              <a:gd name="connisteX0" fmla="*/ 0 w 3810000"/>
              <a:gd name="connsiteY0" fmla="*/ 0 h 2209800"/>
              <a:gd name="connisteX1" fmla="*/ 3606800 w 3810000"/>
              <a:gd name="connsiteY1" fmla="*/ 0 h 2209800"/>
              <a:gd name="connisteX2" fmla="*/ 3810000 w 3810000"/>
              <a:gd name="connsiteY2" fmla="*/ 203200 h 2209800"/>
              <a:gd name="connisteX3" fmla="*/ 3810000 w 3810000"/>
              <a:gd name="connsiteY3" fmla="*/ 2006600 h 2209800"/>
              <a:gd name="connisteX4" fmla="*/ 3606800 w 3810000"/>
              <a:gd name="connsiteY4" fmla="*/ 2209800 h 2209800"/>
              <a:gd name="connisteX5" fmla="*/ 0 w 3810000"/>
              <a:gd name="connsiteY5" fmla="*/ 2209800 h 2209800"/>
              <a:gd name="connisteX6" fmla="*/ 0 w 3810000"/>
              <a:gd name="connsiteY6" fmla="*/ 0 h 2209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rect l="0" t="0" r="0" b="0"/>
            <a:pathLst>
              <a:path w="3810000" h="2209800">
                <a:moveTo>
                  <a:pt x="0" y="0"/>
                </a:moveTo>
                <a:lnTo>
                  <a:pt x="3606800" y="0"/>
                </a:lnTo>
                <a:cubicBezTo>
                  <a:pt x="3719024" y="0"/>
                  <a:pt x="3810000" y="90976"/>
                  <a:pt x="3810000" y="203200"/>
                </a:cubicBezTo>
                <a:lnTo>
                  <a:pt x="3810000" y="2006600"/>
                </a:lnTo>
                <a:cubicBezTo>
                  <a:pt x="3810000" y="2118824"/>
                  <a:pt x="3719024" y="2209800"/>
                  <a:pt x="3606800" y="2209800"/>
                </a:cubicBezTo>
                <a:lnTo>
                  <a:pt x="0" y="2209800"/>
                </a:lnTo>
                <a:lnTo>
                  <a:pt x="0" y="0"/>
                </a:lnTo>
                <a:close/>
              </a:path>
            </a:pathLst>
          </a:custGeom>
          <a:gradFill>
            <a:gsLst>
              <a:gs pos="0">
                <a:schemeClr val="accent1">
                  <a:lumMod val="0"/>
                  <a:lumOff val="100000"/>
                </a:schemeClr>
              </a:gs>
              <a:gs pos="100000">
                <a:schemeClr val="accent1">
                  <a:lumMod val="0"/>
                  <a:lumOff val="100000"/>
                </a:schemeClr>
              </a:gs>
            </a:gsLst>
            <a:lin ang="5400000"/>
          </a:gra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6" name="标题 5"/>
          <p:cNvSpPr>
            <a:spLocks noGrp="1"/>
          </p:cNvSpPr>
          <p:nvPr>
            <p:ph type="ctrTitle" idx="16385" hasCustomPrompt="1"/>
            <p:custDataLst>
              <p:tags r:id="rId5"/>
            </p:custDataLst>
          </p:nvPr>
        </p:nvSpPr>
        <p:spPr>
          <a:xfrm>
            <a:off x="609600" y="533400"/>
            <a:ext cx="10972800" cy="609600"/>
          </a:xfrm>
          <a:noFill/>
        </p:spPr>
        <p:txBody>
          <a:bodyPr vert="horz" wrap="square" lIns="0" tIns="0" rIns="0" bIns="0" rtlCol="0" anchor="t" anchorCtr="0">
            <a:normAutofit/>
          </a:bodyPr>
          <a:lstStyle>
            <a:lvl1pPr marL="0" marR="0" indent="0" algn="l" defTabSz="914400" rtl="0" eaLnBrk="1" fontAlgn="auto" latinLnBrk="0" hangingPunct="1">
              <a:lnSpc>
                <a:spcPct val="111000"/>
              </a:lnSpc>
              <a:spcBef>
                <a:spcPct val="0"/>
              </a:spcBef>
              <a:spcAft>
                <a:spcPct val="0"/>
              </a:spcAft>
              <a:buClrTx/>
              <a:buSzTx/>
              <a:buFontTx/>
              <a:buNone/>
              <a:defRPr kumimoji="0" lang="zh-CN" altLang="en-US" sz="3600" b="1" i="0" u="none" strike="noStrike" kern="1200" cap="none" spc="0" normalizeH="0" baseline="0" noProof="1">
                <a:solidFill>
                  <a:schemeClr val="tx1"/>
                </a:solidFill>
                <a:latin typeface="+mj-lt"/>
                <a:ea typeface="+mj-ea"/>
                <a:cs typeface="+mj-cs"/>
              </a:defRPr>
            </a:lvl1pPr>
          </a:lstStyle>
          <a:p>
            <a:pPr lvl="0"/>
            <a:r>
              <a:rPr>
                <a:sym typeface="+mn-ea"/>
              </a:rPr>
              <a:t>单击此处添加标题</a:t>
            </a:r>
          </a:p>
        </p:txBody>
      </p:sp>
      <p:sp>
        <p:nvSpPr>
          <p:cNvPr id="21" name="图片占位符 20"/>
          <p:cNvSpPr>
            <a:spLocks noGrp="1"/>
          </p:cNvSpPr>
          <p:nvPr>
            <p:ph type="pic" idx="16395" hasCustomPrompt="1"/>
            <p:custDataLst>
              <p:tags r:id="rId6"/>
            </p:custDataLst>
          </p:nvPr>
        </p:nvSpPr>
        <p:spPr>
          <a:xfrm>
            <a:off x="609600" y="1524000"/>
            <a:ext cx="1524000" cy="2209800"/>
          </a:xfrm>
          <a:custGeom>
            <a:avLst/>
            <a:gdLst>
              <a:gd name="connisteX0" fmla="*/ 0 w 1524000"/>
              <a:gd name="connsiteY0" fmla="*/ 203200 h 2209800"/>
              <a:gd name="connisteX1" fmla="*/ 203200 w 1524000"/>
              <a:gd name="connsiteY1" fmla="*/ 0 h 2209800"/>
              <a:gd name="connisteX2" fmla="*/ 1524000 w 1524000"/>
              <a:gd name="connsiteY2" fmla="*/ 0 h 2209800"/>
              <a:gd name="connisteX3" fmla="*/ 1524000 w 1524000"/>
              <a:gd name="connsiteY3" fmla="*/ 2209800 h 2209800"/>
              <a:gd name="connisteX4" fmla="*/ 203200 w 1524000"/>
              <a:gd name="connsiteY4" fmla="*/ 2209800 h 2209800"/>
              <a:gd name="connisteX5" fmla="*/ 0 w 1524000"/>
              <a:gd name="connsiteY5" fmla="*/ 2006600 h 2209800"/>
              <a:gd name="connisteX6" fmla="*/ 0 w 1524000"/>
              <a:gd name="connsiteY6" fmla="*/ 203200 h 2209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rect l="0" t="0" r="0" b="0"/>
            <a:pathLst>
              <a:path w="1524000" h="2209800">
                <a:moveTo>
                  <a:pt x="0" y="203200"/>
                </a:moveTo>
                <a:cubicBezTo>
                  <a:pt x="0" y="90976"/>
                  <a:pt x="90976" y="0"/>
                  <a:pt x="203200" y="0"/>
                </a:cubicBezTo>
                <a:lnTo>
                  <a:pt x="1524000" y="0"/>
                </a:lnTo>
                <a:lnTo>
                  <a:pt x="1524000" y="2209800"/>
                </a:lnTo>
                <a:lnTo>
                  <a:pt x="203200" y="2209800"/>
                </a:lnTo>
                <a:cubicBezTo>
                  <a:pt x="90976" y="2209800"/>
                  <a:pt x="0" y="2118824"/>
                  <a:pt x="0" y="2006600"/>
                </a:cubicBezTo>
                <a:lnTo>
                  <a:pt x="0" y="203200"/>
                </a:lnTo>
                <a:close/>
              </a:path>
            </a:pathLst>
          </a:custGeo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p>
        </p:txBody>
      </p:sp>
      <p:sp>
        <p:nvSpPr>
          <p:cNvPr id="22" name="文本占位符 21"/>
          <p:cNvSpPr>
            <a:spLocks noGrp="1"/>
          </p:cNvSpPr>
          <p:nvPr>
            <p:ph type="body" idx="16386" hasCustomPrompt="1"/>
            <p:custDataLst>
              <p:tags r:id="rId7"/>
            </p:custDataLst>
          </p:nvPr>
        </p:nvSpPr>
        <p:spPr>
          <a:xfrm>
            <a:off x="2438400" y="2044700"/>
            <a:ext cx="32004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23" name="文本占位符 22"/>
          <p:cNvSpPr>
            <a:spLocks noGrp="1"/>
          </p:cNvSpPr>
          <p:nvPr>
            <p:ph type="body" idx="16387" hasCustomPrompt="1"/>
            <p:custDataLst>
              <p:tags r:id="rId8"/>
            </p:custDataLst>
          </p:nvPr>
        </p:nvSpPr>
        <p:spPr>
          <a:xfrm>
            <a:off x="2438400" y="2603500"/>
            <a:ext cx="3200400" cy="6096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
        <p:nvSpPr>
          <p:cNvPr id="24" name="装饰  3"/>
          <p:cNvSpPr>
            <a:spLocks noGrp="1"/>
          </p:cNvSpPr>
          <p:nvPr>
            <p:ph type="body" idx="16396" hasCustomPrompt="1"/>
            <p:custDataLst>
              <p:tags r:id="rId9"/>
            </p:custDataLst>
          </p:nvPr>
        </p:nvSpPr>
        <p:spPr>
          <a:xfrm>
            <a:off x="7772400" y="1524000"/>
            <a:ext cx="3810000" cy="2209800"/>
          </a:xfrm>
          <a:custGeom>
            <a:avLst/>
            <a:gdLst>
              <a:gd name="connisteX0" fmla="*/ 0 w 3810000"/>
              <a:gd name="connsiteY0" fmla="*/ 0 h 2209800"/>
              <a:gd name="connisteX1" fmla="*/ 3606800 w 3810000"/>
              <a:gd name="connsiteY1" fmla="*/ 0 h 2209800"/>
              <a:gd name="connisteX2" fmla="*/ 3810000 w 3810000"/>
              <a:gd name="connsiteY2" fmla="*/ 203200 h 2209800"/>
              <a:gd name="connisteX3" fmla="*/ 3810000 w 3810000"/>
              <a:gd name="connsiteY3" fmla="*/ 2006600 h 2209800"/>
              <a:gd name="connisteX4" fmla="*/ 3606800 w 3810000"/>
              <a:gd name="connsiteY4" fmla="*/ 2209800 h 2209800"/>
              <a:gd name="connisteX5" fmla="*/ 0 w 3810000"/>
              <a:gd name="connsiteY5" fmla="*/ 2209800 h 2209800"/>
              <a:gd name="connisteX6" fmla="*/ 0 w 3810000"/>
              <a:gd name="connsiteY6" fmla="*/ 0 h 2209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rect l="0" t="0" r="0" b="0"/>
            <a:pathLst>
              <a:path w="3810000" h="2209800">
                <a:moveTo>
                  <a:pt x="0" y="0"/>
                </a:moveTo>
                <a:lnTo>
                  <a:pt x="3606800" y="0"/>
                </a:lnTo>
                <a:cubicBezTo>
                  <a:pt x="3719024" y="0"/>
                  <a:pt x="3810000" y="90976"/>
                  <a:pt x="3810000" y="203200"/>
                </a:cubicBezTo>
                <a:lnTo>
                  <a:pt x="3810000" y="2006600"/>
                </a:lnTo>
                <a:cubicBezTo>
                  <a:pt x="3810000" y="2118824"/>
                  <a:pt x="3719024" y="2209800"/>
                  <a:pt x="3606800" y="2209800"/>
                </a:cubicBezTo>
                <a:lnTo>
                  <a:pt x="0" y="2209800"/>
                </a:lnTo>
                <a:lnTo>
                  <a:pt x="0" y="0"/>
                </a:lnTo>
                <a:close/>
              </a:path>
            </a:pathLst>
          </a:custGeom>
          <a:gradFill>
            <a:gsLst>
              <a:gs pos="0">
                <a:schemeClr val="accent1">
                  <a:lumMod val="0"/>
                  <a:lumOff val="100000"/>
                </a:schemeClr>
              </a:gs>
              <a:gs pos="100000">
                <a:schemeClr val="accent1">
                  <a:lumMod val="0"/>
                  <a:lumOff val="100000"/>
                </a:schemeClr>
              </a:gs>
            </a:gsLst>
            <a:lin ang="5400000"/>
          </a:gra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25" name="图片占位符 24"/>
          <p:cNvSpPr>
            <a:spLocks noGrp="1"/>
          </p:cNvSpPr>
          <p:nvPr>
            <p:ph type="pic" idx="16397" hasCustomPrompt="1"/>
            <p:custDataLst>
              <p:tags r:id="rId10"/>
            </p:custDataLst>
          </p:nvPr>
        </p:nvSpPr>
        <p:spPr>
          <a:xfrm>
            <a:off x="6248400" y="1524000"/>
            <a:ext cx="1524000" cy="2209800"/>
          </a:xfrm>
          <a:custGeom>
            <a:avLst/>
            <a:gdLst>
              <a:gd name="connisteX0" fmla="*/ 0 w 1524000"/>
              <a:gd name="connsiteY0" fmla="*/ 203200 h 2209800"/>
              <a:gd name="connisteX1" fmla="*/ 203200 w 1524000"/>
              <a:gd name="connsiteY1" fmla="*/ 0 h 2209800"/>
              <a:gd name="connisteX2" fmla="*/ 1524000 w 1524000"/>
              <a:gd name="connsiteY2" fmla="*/ 0 h 2209800"/>
              <a:gd name="connisteX3" fmla="*/ 1524000 w 1524000"/>
              <a:gd name="connsiteY3" fmla="*/ 2209800 h 2209800"/>
              <a:gd name="connisteX4" fmla="*/ 203200 w 1524000"/>
              <a:gd name="connsiteY4" fmla="*/ 2209800 h 2209800"/>
              <a:gd name="connisteX5" fmla="*/ 0 w 1524000"/>
              <a:gd name="connsiteY5" fmla="*/ 2006600 h 2209800"/>
              <a:gd name="connisteX6" fmla="*/ 0 w 1524000"/>
              <a:gd name="connsiteY6" fmla="*/ 203200 h 2209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rect l="0" t="0" r="0" b="0"/>
            <a:pathLst>
              <a:path w="1524000" h="2209800">
                <a:moveTo>
                  <a:pt x="0" y="203200"/>
                </a:moveTo>
                <a:cubicBezTo>
                  <a:pt x="0" y="90976"/>
                  <a:pt x="90976" y="0"/>
                  <a:pt x="203200" y="0"/>
                </a:cubicBezTo>
                <a:lnTo>
                  <a:pt x="1524000" y="0"/>
                </a:lnTo>
                <a:lnTo>
                  <a:pt x="1524000" y="2209800"/>
                </a:lnTo>
                <a:lnTo>
                  <a:pt x="203200" y="2209800"/>
                </a:lnTo>
                <a:cubicBezTo>
                  <a:pt x="90976" y="2209800"/>
                  <a:pt x="0" y="2118824"/>
                  <a:pt x="0" y="2006600"/>
                </a:cubicBezTo>
                <a:lnTo>
                  <a:pt x="0" y="203200"/>
                </a:lnTo>
                <a:close/>
              </a:path>
            </a:pathLst>
          </a:custGeo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p>
        </p:txBody>
      </p:sp>
      <p:sp>
        <p:nvSpPr>
          <p:cNvPr id="26" name="文本占位符 25"/>
          <p:cNvSpPr>
            <a:spLocks noGrp="1"/>
          </p:cNvSpPr>
          <p:nvPr>
            <p:ph type="body" idx="16388" hasCustomPrompt="1"/>
            <p:custDataLst>
              <p:tags r:id="rId11"/>
            </p:custDataLst>
          </p:nvPr>
        </p:nvSpPr>
        <p:spPr>
          <a:xfrm>
            <a:off x="8077200" y="2044700"/>
            <a:ext cx="32004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27" name="文本占位符 26"/>
          <p:cNvSpPr>
            <a:spLocks noGrp="1"/>
          </p:cNvSpPr>
          <p:nvPr>
            <p:ph type="body" idx="16389" hasCustomPrompt="1"/>
            <p:custDataLst>
              <p:tags r:id="rId12"/>
            </p:custDataLst>
          </p:nvPr>
        </p:nvSpPr>
        <p:spPr>
          <a:xfrm>
            <a:off x="8077200" y="2603500"/>
            <a:ext cx="3200400" cy="6096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
        <p:nvSpPr>
          <p:cNvPr id="28" name="装饰  7"/>
          <p:cNvSpPr>
            <a:spLocks noGrp="1"/>
          </p:cNvSpPr>
          <p:nvPr>
            <p:ph type="body" idx="16398" hasCustomPrompt="1"/>
            <p:custDataLst>
              <p:tags r:id="rId13"/>
            </p:custDataLst>
          </p:nvPr>
        </p:nvSpPr>
        <p:spPr>
          <a:xfrm>
            <a:off x="609600" y="4038600"/>
            <a:ext cx="3810000" cy="2209800"/>
          </a:xfrm>
          <a:custGeom>
            <a:avLst/>
            <a:gdLst>
              <a:gd name="connisteX0" fmla="*/ 0 w 3810000"/>
              <a:gd name="connsiteY0" fmla="*/ 203200 h 2209800"/>
              <a:gd name="connisteX1" fmla="*/ 203200 w 3810000"/>
              <a:gd name="connsiteY1" fmla="*/ 0 h 2209800"/>
              <a:gd name="connisteX2" fmla="*/ 3810000 w 3810000"/>
              <a:gd name="connsiteY2" fmla="*/ 0 h 2209800"/>
              <a:gd name="connisteX3" fmla="*/ 3810000 w 3810000"/>
              <a:gd name="connsiteY3" fmla="*/ 2209800 h 2209800"/>
              <a:gd name="connisteX4" fmla="*/ 203200 w 3810000"/>
              <a:gd name="connsiteY4" fmla="*/ 2209800 h 2209800"/>
              <a:gd name="connisteX5" fmla="*/ 0 w 3810000"/>
              <a:gd name="connsiteY5" fmla="*/ 2006600 h 2209800"/>
              <a:gd name="connisteX6" fmla="*/ 0 w 3810000"/>
              <a:gd name="connsiteY6" fmla="*/ 203200 h 2209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rect l="0" t="0" r="0" b="0"/>
            <a:pathLst>
              <a:path w="3810000" h="2209800">
                <a:moveTo>
                  <a:pt x="0" y="203200"/>
                </a:moveTo>
                <a:cubicBezTo>
                  <a:pt x="0" y="90976"/>
                  <a:pt x="90976" y="0"/>
                  <a:pt x="203200" y="0"/>
                </a:cubicBezTo>
                <a:lnTo>
                  <a:pt x="3810000" y="0"/>
                </a:lnTo>
                <a:lnTo>
                  <a:pt x="3810000" y="2209800"/>
                </a:lnTo>
                <a:lnTo>
                  <a:pt x="203200" y="2209800"/>
                </a:lnTo>
                <a:cubicBezTo>
                  <a:pt x="90976" y="2209800"/>
                  <a:pt x="0" y="2118824"/>
                  <a:pt x="0" y="2006600"/>
                </a:cubicBezTo>
                <a:lnTo>
                  <a:pt x="0" y="203200"/>
                </a:lnTo>
                <a:close/>
              </a:path>
            </a:pathLst>
          </a:custGeom>
          <a:gradFill>
            <a:gsLst>
              <a:gs pos="0">
                <a:schemeClr val="accent1">
                  <a:lumMod val="0"/>
                  <a:lumOff val="100000"/>
                </a:schemeClr>
              </a:gs>
              <a:gs pos="100000">
                <a:schemeClr val="accent1">
                  <a:lumMod val="0"/>
                  <a:lumOff val="100000"/>
                </a:schemeClr>
              </a:gs>
            </a:gsLst>
            <a:lin ang="5400000"/>
          </a:gra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29" name="图片占位符 28"/>
          <p:cNvSpPr>
            <a:spLocks noGrp="1"/>
          </p:cNvSpPr>
          <p:nvPr>
            <p:ph type="pic" idx="16399" hasCustomPrompt="1"/>
            <p:custDataLst>
              <p:tags r:id="rId14"/>
            </p:custDataLst>
          </p:nvPr>
        </p:nvSpPr>
        <p:spPr>
          <a:xfrm>
            <a:off x="4419600" y="4038600"/>
            <a:ext cx="1524000" cy="2209800"/>
          </a:xfrm>
          <a:custGeom>
            <a:avLst/>
            <a:gdLst>
              <a:gd name="connisteX0" fmla="*/ 0 w 1524000"/>
              <a:gd name="connsiteY0" fmla="*/ 0 h 2209800"/>
              <a:gd name="connisteX1" fmla="*/ 1320800 w 1524000"/>
              <a:gd name="connsiteY1" fmla="*/ 0 h 2209800"/>
              <a:gd name="connisteX2" fmla="*/ 1524000 w 1524000"/>
              <a:gd name="connsiteY2" fmla="*/ 203200 h 2209800"/>
              <a:gd name="connisteX3" fmla="*/ 1524000 w 1524000"/>
              <a:gd name="connsiteY3" fmla="*/ 2006600 h 2209800"/>
              <a:gd name="connisteX4" fmla="*/ 1320800 w 1524000"/>
              <a:gd name="connsiteY4" fmla="*/ 2209800 h 2209800"/>
              <a:gd name="connisteX5" fmla="*/ 0 w 1524000"/>
              <a:gd name="connsiteY5" fmla="*/ 2209800 h 2209800"/>
              <a:gd name="connisteX6" fmla="*/ 0 w 1524000"/>
              <a:gd name="connsiteY6" fmla="*/ 0 h 2209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rect l="0" t="0" r="0" b="0"/>
            <a:pathLst>
              <a:path w="1524000" h="2209800">
                <a:moveTo>
                  <a:pt x="0" y="0"/>
                </a:moveTo>
                <a:lnTo>
                  <a:pt x="1320800" y="0"/>
                </a:lnTo>
                <a:cubicBezTo>
                  <a:pt x="1433024" y="0"/>
                  <a:pt x="1524000" y="90976"/>
                  <a:pt x="1524000" y="203200"/>
                </a:cubicBezTo>
                <a:lnTo>
                  <a:pt x="1524000" y="2006600"/>
                </a:lnTo>
                <a:cubicBezTo>
                  <a:pt x="1524000" y="2118824"/>
                  <a:pt x="1433024" y="2209800"/>
                  <a:pt x="1320800" y="2209800"/>
                </a:cubicBezTo>
                <a:lnTo>
                  <a:pt x="0" y="2209800"/>
                </a:lnTo>
                <a:lnTo>
                  <a:pt x="0" y="0"/>
                </a:lnTo>
                <a:close/>
              </a:path>
            </a:pathLst>
          </a:custGeo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p>
        </p:txBody>
      </p:sp>
      <p:sp>
        <p:nvSpPr>
          <p:cNvPr id="30" name="文本占位符 29"/>
          <p:cNvSpPr>
            <a:spLocks noGrp="1"/>
          </p:cNvSpPr>
          <p:nvPr>
            <p:ph type="body" idx="16390" hasCustomPrompt="1"/>
            <p:custDataLst>
              <p:tags r:id="rId15"/>
            </p:custDataLst>
          </p:nvPr>
        </p:nvSpPr>
        <p:spPr>
          <a:xfrm>
            <a:off x="914400" y="4559300"/>
            <a:ext cx="32004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31" name="文本占位符 30"/>
          <p:cNvSpPr>
            <a:spLocks noGrp="1"/>
          </p:cNvSpPr>
          <p:nvPr>
            <p:ph type="body" idx="16391" hasCustomPrompt="1"/>
            <p:custDataLst>
              <p:tags r:id="rId16"/>
            </p:custDataLst>
          </p:nvPr>
        </p:nvSpPr>
        <p:spPr>
          <a:xfrm>
            <a:off x="914400" y="5118100"/>
            <a:ext cx="3200400" cy="6096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
        <p:nvSpPr>
          <p:cNvPr id="32" name="装饰  1"/>
          <p:cNvSpPr>
            <a:spLocks noGrp="1"/>
          </p:cNvSpPr>
          <p:nvPr>
            <p:ph type="body" idx="16400" hasCustomPrompt="1"/>
            <p:custDataLst>
              <p:tags r:id="rId17"/>
            </p:custDataLst>
          </p:nvPr>
        </p:nvSpPr>
        <p:spPr>
          <a:xfrm>
            <a:off x="6248400" y="4038600"/>
            <a:ext cx="3810000" cy="2209800"/>
          </a:xfrm>
          <a:custGeom>
            <a:avLst/>
            <a:gdLst>
              <a:gd name="connisteX0" fmla="*/ 0 w 3810000"/>
              <a:gd name="connsiteY0" fmla="*/ 203200 h 2209800"/>
              <a:gd name="connisteX1" fmla="*/ 203200 w 3810000"/>
              <a:gd name="connsiteY1" fmla="*/ 0 h 2209800"/>
              <a:gd name="connisteX2" fmla="*/ 3810000 w 3810000"/>
              <a:gd name="connsiteY2" fmla="*/ 0 h 2209800"/>
              <a:gd name="connisteX3" fmla="*/ 3810000 w 3810000"/>
              <a:gd name="connsiteY3" fmla="*/ 2209800 h 2209800"/>
              <a:gd name="connisteX4" fmla="*/ 203200 w 3810000"/>
              <a:gd name="connsiteY4" fmla="*/ 2209800 h 2209800"/>
              <a:gd name="connisteX5" fmla="*/ 0 w 3810000"/>
              <a:gd name="connsiteY5" fmla="*/ 2006600 h 2209800"/>
              <a:gd name="connisteX6" fmla="*/ 0 w 3810000"/>
              <a:gd name="connsiteY6" fmla="*/ 203200 h 2209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rect l="0" t="0" r="0" b="0"/>
            <a:pathLst>
              <a:path w="3810000" h="2209800">
                <a:moveTo>
                  <a:pt x="0" y="203200"/>
                </a:moveTo>
                <a:cubicBezTo>
                  <a:pt x="0" y="90976"/>
                  <a:pt x="90976" y="0"/>
                  <a:pt x="203200" y="0"/>
                </a:cubicBezTo>
                <a:lnTo>
                  <a:pt x="3810000" y="0"/>
                </a:lnTo>
                <a:lnTo>
                  <a:pt x="3810000" y="2209800"/>
                </a:lnTo>
                <a:lnTo>
                  <a:pt x="203200" y="2209800"/>
                </a:lnTo>
                <a:cubicBezTo>
                  <a:pt x="90976" y="2209800"/>
                  <a:pt x="0" y="2118824"/>
                  <a:pt x="0" y="2006600"/>
                </a:cubicBezTo>
                <a:lnTo>
                  <a:pt x="0" y="203200"/>
                </a:lnTo>
                <a:close/>
              </a:path>
            </a:pathLst>
          </a:custGeom>
          <a:gradFill>
            <a:gsLst>
              <a:gs pos="0">
                <a:schemeClr val="accent1">
                  <a:lumMod val="0"/>
                  <a:lumOff val="100000"/>
                </a:schemeClr>
              </a:gs>
              <a:gs pos="100000">
                <a:schemeClr val="accent1">
                  <a:lumMod val="0"/>
                  <a:lumOff val="100000"/>
                </a:schemeClr>
              </a:gs>
            </a:gsLst>
            <a:lin ang="5400000"/>
          </a:gra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33" name="图片占位符 32"/>
          <p:cNvSpPr>
            <a:spLocks noGrp="1"/>
          </p:cNvSpPr>
          <p:nvPr>
            <p:ph type="pic" idx="16401" hasCustomPrompt="1"/>
            <p:custDataLst>
              <p:tags r:id="rId18"/>
            </p:custDataLst>
          </p:nvPr>
        </p:nvSpPr>
        <p:spPr>
          <a:xfrm>
            <a:off x="10058400" y="4038600"/>
            <a:ext cx="1524000" cy="2209800"/>
          </a:xfrm>
          <a:custGeom>
            <a:avLst/>
            <a:gdLst>
              <a:gd name="connisteX0" fmla="*/ 0 w 1524000"/>
              <a:gd name="connsiteY0" fmla="*/ 0 h 2209800"/>
              <a:gd name="connisteX1" fmla="*/ 1320800 w 1524000"/>
              <a:gd name="connsiteY1" fmla="*/ 0 h 2209800"/>
              <a:gd name="connisteX2" fmla="*/ 1524000 w 1524000"/>
              <a:gd name="connsiteY2" fmla="*/ 203200 h 2209800"/>
              <a:gd name="connisteX3" fmla="*/ 1524000 w 1524000"/>
              <a:gd name="connsiteY3" fmla="*/ 2006600 h 2209800"/>
              <a:gd name="connisteX4" fmla="*/ 1320800 w 1524000"/>
              <a:gd name="connsiteY4" fmla="*/ 2209800 h 2209800"/>
              <a:gd name="connisteX5" fmla="*/ 0 w 1524000"/>
              <a:gd name="connsiteY5" fmla="*/ 2209800 h 2209800"/>
              <a:gd name="connisteX6" fmla="*/ 0 w 1524000"/>
              <a:gd name="connsiteY6" fmla="*/ 0 h 2209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rect l="0" t="0" r="0" b="0"/>
            <a:pathLst>
              <a:path w="1524000" h="2209800">
                <a:moveTo>
                  <a:pt x="0" y="0"/>
                </a:moveTo>
                <a:lnTo>
                  <a:pt x="1320800" y="0"/>
                </a:lnTo>
                <a:cubicBezTo>
                  <a:pt x="1433024" y="0"/>
                  <a:pt x="1524000" y="90976"/>
                  <a:pt x="1524000" y="203200"/>
                </a:cubicBezTo>
                <a:lnTo>
                  <a:pt x="1524000" y="2006600"/>
                </a:lnTo>
                <a:cubicBezTo>
                  <a:pt x="1524000" y="2118824"/>
                  <a:pt x="1433024" y="2209800"/>
                  <a:pt x="1320800" y="2209800"/>
                </a:cubicBezTo>
                <a:lnTo>
                  <a:pt x="0" y="2209800"/>
                </a:lnTo>
                <a:lnTo>
                  <a:pt x="0" y="0"/>
                </a:lnTo>
                <a:close/>
              </a:path>
            </a:pathLst>
          </a:custGeo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p>
        </p:txBody>
      </p:sp>
      <p:sp>
        <p:nvSpPr>
          <p:cNvPr id="34" name="文本占位符 33"/>
          <p:cNvSpPr>
            <a:spLocks noGrp="1"/>
          </p:cNvSpPr>
          <p:nvPr>
            <p:ph type="body" idx="16392" hasCustomPrompt="1"/>
            <p:custDataLst>
              <p:tags r:id="rId19"/>
            </p:custDataLst>
          </p:nvPr>
        </p:nvSpPr>
        <p:spPr>
          <a:xfrm>
            <a:off x="6553200" y="4559300"/>
            <a:ext cx="32004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35" name="文本占位符 34"/>
          <p:cNvSpPr>
            <a:spLocks noGrp="1"/>
          </p:cNvSpPr>
          <p:nvPr>
            <p:ph type="body" idx="16393" hasCustomPrompt="1"/>
            <p:custDataLst>
              <p:tags r:id="rId20"/>
            </p:custDataLst>
          </p:nvPr>
        </p:nvSpPr>
        <p:spPr>
          <a:xfrm>
            <a:off x="6553200" y="5118100"/>
            <a:ext cx="3200400" cy="6096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Tree>
    <p:extLst>
      <p:ext uri="{BB962C8B-B14F-4D97-AF65-F5344CB8AC3E}">
        <p14:creationId xmlns:p14="http://schemas.microsoft.com/office/powerpoint/2010/main" val="214565110"/>
      </p:ext>
    </p:extLst>
  </p:cSld>
  <p:clrMapOvr>
    <a:overrideClrMapping bg1="lt1" tx1="dk1" bg2="lt2" tx2="dk2" accent1="accent1" accent2="accent2" accent3="accent3" accent4="accent4" accent5="accent5" accent6="accent6" hlink="hlink" folHlink="folHlink"/>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正文页-31_2">
    <p:bg>
      <p:bgRef idx="1001">
        <a:schemeClr val="bg2"/>
      </p:bgRef>
    </p:bg>
    <p:spTree>
      <p:nvGrpSpPr>
        <p:cNvPr id="1" name=""/>
        <p:cNvGrpSpPr/>
        <p:nvPr/>
      </p:nvGrpSpPr>
      <p:grpSpPr>
        <a:xfrm>
          <a:off x="0" y="0"/>
          <a:ext cx="0" cy="0"/>
          <a:chOff x="0" y="0"/>
          <a:chExt cx="0" cy="0"/>
        </a:xfrm>
      </p:grpSpPr>
      <p:sp>
        <p:nvSpPr>
          <p:cNvPr id="8" name="日期占位符 7"/>
          <p:cNvSpPr>
            <a:spLocks noGrp="1"/>
          </p:cNvSpPr>
          <p:nvPr>
            <p:ph type="dt" sz="half" idx="10"/>
            <p:custDataLst>
              <p:tags r:id="rId1"/>
            </p:custDataLst>
          </p:nvPr>
        </p:nvSpPr>
        <p:spPr/>
        <p:txBody>
          <a:bodyPr wrap="square">
            <a:normAutofit/>
          </a:bodyPr>
          <a:lstStyle/>
          <a:p>
            <a:fld id="{5592522B-0F24-4480-B9DD-A9474A6880D6}" type="datetimeFigureOut">
              <a:rPr lang="zh-CN" altLang="en-US" smtClean="0"/>
              <a:t>2026/10/10</a:t>
            </a:fld>
            <a:endParaRPr lang="zh-CN" altLang="en-US"/>
          </a:p>
        </p:txBody>
      </p:sp>
      <p:sp>
        <p:nvSpPr>
          <p:cNvPr id="9" name="页脚占位符 8"/>
          <p:cNvSpPr>
            <a:spLocks noGrp="1"/>
          </p:cNvSpPr>
          <p:nvPr>
            <p:ph type="ftr" sz="quarter" idx="11"/>
            <p:custDataLst>
              <p:tags r:id="rId2"/>
            </p:custDataLst>
          </p:nvPr>
        </p:nvSpPr>
        <p:spPr/>
        <p:txBody>
          <a:bodyPr/>
          <a:lstStyle/>
          <a:p>
            <a:endParaRPr lang="zh-CN" altLang="en-US"/>
          </a:p>
        </p:txBody>
      </p:sp>
      <p:sp>
        <p:nvSpPr>
          <p:cNvPr id="10" name="灯片编号占位符 9"/>
          <p:cNvSpPr>
            <a:spLocks noGrp="1"/>
          </p:cNvSpPr>
          <p:nvPr>
            <p:ph type="sldNum" sz="quarter" idx="12"/>
            <p:custDataLst>
              <p:tags r:id="rId3"/>
            </p:custDataLst>
          </p:nvPr>
        </p:nvSpPr>
        <p:spPr/>
        <p:txBody>
          <a:bodyPr wrap="square">
            <a:normAutofit/>
          </a:bodyPr>
          <a:lstStyle/>
          <a:p>
            <a:fld id="{BE5F26B5-172A-4DC2-B0B7-181CFC56B87C}" type="slidenum">
              <a:rPr lang="zh-CN" altLang="en-US" smtClean="0"/>
              <a:t>‹#›</a:t>
            </a:fld>
            <a:endParaRPr lang="zh-CN" altLang="en-US"/>
          </a:p>
        </p:txBody>
      </p:sp>
      <p:sp>
        <p:nvSpPr>
          <p:cNvPr id="7" name="装饰  6"/>
          <p:cNvSpPr>
            <a:spLocks noGrp="1"/>
          </p:cNvSpPr>
          <p:nvPr>
            <p:ph type="body" idx="16390" hasCustomPrompt="1"/>
            <p:custDataLst>
              <p:tags r:id="rId4"/>
            </p:custDataLst>
          </p:nvPr>
        </p:nvSpPr>
        <p:spPr>
          <a:xfrm>
            <a:off x="609600" y="1524000"/>
            <a:ext cx="5334000" cy="4724400"/>
          </a:xfrm>
          <a:custGeom>
            <a:avLst/>
            <a:gdLst>
              <a:gd name="connisteX0" fmla="*/ 0 w 5334000"/>
              <a:gd name="connsiteY0" fmla="*/ 203200 h 4724400"/>
              <a:gd name="connisteX1" fmla="*/ 203200 w 5334000"/>
              <a:gd name="connsiteY1" fmla="*/ 0 h 4724400"/>
              <a:gd name="connisteX2" fmla="*/ 5130800 w 5334000"/>
              <a:gd name="connsiteY2" fmla="*/ 0 h 4724400"/>
              <a:gd name="connisteX3" fmla="*/ 5334000 w 5334000"/>
              <a:gd name="connsiteY3" fmla="*/ 203200 h 4724400"/>
              <a:gd name="connisteX4" fmla="*/ 5334000 w 5334000"/>
              <a:gd name="connsiteY4" fmla="*/ 4521200 h 4724400"/>
              <a:gd name="connisteX5" fmla="*/ 5130800 w 5334000"/>
              <a:gd name="connsiteY5" fmla="*/ 4724400 h 4724400"/>
              <a:gd name="connisteX6" fmla="*/ 203200 w 5334000"/>
              <a:gd name="connsiteY6" fmla="*/ 4724400 h 4724400"/>
              <a:gd name="connisteX7" fmla="*/ 0 w 5334000"/>
              <a:gd name="connsiteY7" fmla="*/ 4521200 h 4724400"/>
              <a:gd name="connisteX8" fmla="*/ 0 w 5334000"/>
              <a:gd name="connsiteY8" fmla="*/ 203200 h 4724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5334000" h="4724400">
                <a:moveTo>
                  <a:pt x="0" y="203200"/>
                </a:moveTo>
                <a:cubicBezTo>
                  <a:pt x="0" y="90976"/>
                  <a:pt x="90976" y="0"/>
                  <a:pt x="203200" y="0"/>
                </a:cubicBezTo>
                <a:lnTo>
                  <a:pt x="5130800" y="0"/>
                </a:lnTo>
                <a:cubicBezTo>
                  <a:pt x="5243024" y="0"/>
                  <a:pt x="5334000" y="90976"/>
                  <a:pt x="5334000" y="203200"/>
                </a:cubicBezTo>
                <a:lnTo>
                  <a:pt x="5334000" y="4521200"/>
                </a:lnTo>
                <a:cubicBezTo>
                  <a:pt x="5334000" y="4633424"/>
                  <a:pt x="5243024" y="4724400"/>
                  <a:pt x="5130800" y="4724400"/>
                </a:cubicBezTo>
                <a:lnTo>
                  <a:pt x="203200" y="4724400"/>
                </a:lnTo>
                <a:cubicBezTo>
                  <a:pt x="90976" y="4724400"/>
                  <a:pt x="0" y="4633424"/>
                  <a:pt x="0" y="4521200"/>
                </a:cubicBezTo>
                <a:lnTo>
                  <a:pt x="0" y="203200"/>
                </a:lnTo>
                <a:close/>
              </a:path>
            </a:pathLst>
          </a:custGeom>
          <a:gradFill>
            <a:gsLst>
              <a:gs pos="0">
                <a:schemeClr val="accent1">
                  <a:lumMod val="0"/>
                  <a:lumOff val="100000"/>
                </a:schemeClr>
              </a:gs>
              <a:gs pos="100000">
                <a:schemeClr val="accent1">
                  <a:lumMod val="0"/>
                  <a:lumOff val="100000"/>
                </a:schemeClr>
              </a:gs>
            </a:gsLst>
            <a:lin ang="5400000"/>
          </a:gra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6" name="标题 5"/>
          <p:cNvSpPr>
            <a:spLocks noGrp="1"/>
          </p:cNvSpPr>
          <p:nvPr>
            <p:ph type="ctrTitle" idx="16385" hasCustomPrompt="1"/>
            <p:custDataLst>
              <p:tags r:id="rId5"/>
            </p:custDataLst>
          </p:nvPr>
        </p:nvSpPr>
        <p:spPr>
          <a:xfrm>
            <a:off x="609600" y="533400"/>
            <a:ext cx="10972800" cy="609600"/>
          </a:xfrm>
          <a:noFill/>
        </p:spPr>
        <p:txBody>
          <a:bodyPr vert="horz" wrap="square" lIns="0" tIns="0" rIns="0" bIns="0" rtlCol="0" anchor="t" anchorCtr="0">
            <a:normAutofit/>
          </a:bodyPr>
          <a:lstStyle>
            <a:lvl1pPr marL="0" marR="0" indent="0" algn="l" defTabSz="914400" rtl="0" eaLnBrk="1" fontAlgn="auto" latinLnBrk="0" hangingPunct="1">
              <a:lnSpc>
                <a:spcPct val="111000"/>
              </a:lnSpc>
              <a:spcBef>
                <a:spcPct val="0"/>
              </a:spcBef>
              <a:spcAft>
                <a:spcPct val="0"/>
              </a:spcAft>
              <a:buClrTx/>
              <a:buSzTx/>
              <a:buFontTx/>
              <a:buNone/>
              <a:defRPr kumimoji="0" lang="zh-CN" altLang="en-US" sz="3600" b="1" i="0" u="none" strike="noStrike" kern="1200" cap="none" spc="0" normalizeH="0" baseline="0" noProof="1">
                <a:solidFill>
                  <a:schemeClr val="tx1"/>
                </a:solidFill>
                <a:latin typeface="+mj-lt"/>
                <a:ea typeface="+mj-ea"/>
                <a:cs typeface="+mj-cs"/>
              </a:defRPr>
            </a:lvl1pPr>
          </a:lstStyle>
          <a:p>
            <a:pPr lvl="0"/>
            <a:r>
              <a:rPr>
                <a:sym typeface="+mn-ea"/>
              </a:rPr>
              <a:t>单击此处添加标题</a:t>
            </a:r>
          </a:p>
        </p:txBody>
      </p:sp>
      <p:sp>
        <p:nvSpPr>
          <p:cNvPr id="21" name="图片占位符 20"/>
          <p:cNvSpPr>
            <a:spLocks noGrp="1"/>
          </p:cNvSpPr>
          <p:nvPr>
            <p:ph type="pic" idx="16391" hasCustomPrompt="1"/>
            <p:custDataLst>
              <p:tags r:id="rId6"/>
            </p:custDataLst>
          </p:nvPr>
        </p:nvSpPr>
        <p:spPr>
          <a:xfrm>
            <a:off x="2108200" y="1955800"/>
            <a:ext cx="2336800" cy="2336800"/>
          </a:xfrm>
          <a:custGeom>
            <a:avLst/>
            <a:gdLst>
              <a:gd name="connisteX0" fmla="*/ 0 w 2336800"/>
              <a:gd name="connsiteY0" fmla="*/ 1168400 h 2336800"/>
              <a:gd name="connisteX1" fmla="*/ 1168400 w 2336800"/>
              <a:gd name="connsiteY1" fmla="*/ 0 h 2336800"/>
              <a:gd name="connisteX2" fmla="*/ 1168400 w 2336800"/>
              <a:gd name="connsiteY2" fmla="*/ 0 h 2336800"/>
              <a:gd name="connisteX3" fmla="*/ 2336800 w 2336800"/>
              <a:gd name="connsiteY3" fmla="*/ 1168400 h 2336800"/>
              <a:gd name="connisteX4" fmla="*/ 2336800 w 2336800"/>
              <a:gd name="connsiteY4" fmla="*/ 1168400 h 2336800"/>
              <a:gd name="connisteX5" fmla="*/ 1168400 w 2336800"/>
              <a:gd name="connsiteY5" fmla="*/ 2336800 h 2336800"/>
              <a:gd name="connisteX6" fmla="*/ 1168400 w 2336800"/>
              <a:gd name="connsiteY6" fmla="*/ 2336800 h 2336800"/>
              <a:gd name="connisteX7" fmla="*/ 0 w 2336800"/>
              <a:gd name="connsiteY7" fmla="*/ 1168400 h 2336800"/>
              <a:gd name="connisteX8" fmla="*/ 0 w 2336800"/>
              <a:gd name="connsiteY8" fmla="*/ 1168400 h 2336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2336800" h="2336800">
                <a:moveTo>
                  <a:pt x="0" y="1168400"/>
                </a:moveTo>
                <a:cubicBezTo>
                  <a:pt x="0" y="523110"/>
                  <a:pt x="523110" y="0"/>
                  <a:pt x="1168400" y="0"/>
                </a:cubicBezTo>
                <a:lnTo>
                  <a:pt x="1168400" y="0"/>
                </a:lnTo>
                <a:cubicBezTo>
                  <a:pt x="1813690" y="0"/>
                  <a:pt x="2336800" y="523110"/>
                  <a:pt x="2336800" y="1168400"/>
                </a:cubicBezTo>
                <a:lnTo>
                  <a:pt x="2336800" y="1168400"/>
                </a:lnTo>
                <a:cubicBezTo>
                  <a:pt x="2336800" y="1813690"/>
                  <a:pt x="1813690" y="2336800"/>
                  <a:pt x="1168400" y="2336800"/>
                </a:cubicBezTo>
                <a:lnTo>
                  <a:pt x="1168400" y="2336800"/>
                </a:lnTo>
                <a:cubicBezTo>
                  <a:pt x="523110" y="2336800"/>
                  <a:pt x="0" y="1813690"/>
                  <a:pt x="0" y="1168400"/>
                </a:cubicBezTo>
                <a:lnTo>
                  <a:pt x="0" y="1168400"/>
                </a:lnTo>
                <a:close/>
              </a:path>
            </a:pathLst>
          </a:custGeo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p>
        </p:txBody>
      </p:sp>
      <p:sp>
        <p:nvSpPr>
          <p:cNvPr id="22" name="文本占位符 21"/>
          <p:cNvSpPr>
            <a:spLocks noGrp="1"/>
          </p:cNvSpPr>
          <p:nvPr>
            <p:ph type="body" idx="16386" hasCustomPrompt="1"/>
            <p:custDataLst>
              <p:tags r:id="rId7"/>
            </p:custDataLst>
          </p:nvPr>
        </p:nvSpPr>
        <p:spPr>
          <a:xfrm>
            <a:off x="1016000" y="4648200"/>
            <a:ext cx="4521200" cy="406400"/>
          </a:xfrm>
          <a:noFill/>
        </p:spPr>
        <p:txBody>
          <a:bodyPr lIns="0" tIns="0" rIns="0" bIns="0" anchor="t">
            <a:normAutofit/>
          </a:bodyPr>
          <a:lstStyle>
            <a:lvl1pPr marL="0" indent="0" algn="ctr">
              <a:lnSpc>
                <a:spcPct val="111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23" name="文本占位符 22"/>
          <p:cNvSpPr>
            <a:spLocks noGrp="1"/>
          </p:cNvSpPr>
          <p:nvPr>
            <p:ph type="body" idx="16387" hasCustomPrompt="1"/>
            <p:custDataLst>
              <p:tags r:id="rId8"/>
            </p:custDataLst>
          </p:nvPr>
        </p:nvSpPr>
        <p:spPr>
          <a:xfrm>
            <a:off x="1016000" y="5207000"/>
            <a:ext cx="4521200" cy="609600"/>
          </a:xfrm>
          <a:noFill/>
        </p:spPr>
        <p:txBody>
          <a:bodyPr lIns="0" tIns="0" rIns="0" bIns="0" anchor="t">
            <a:normAutofit/>
          </a:bodyPr>
          <a:lstStyle>
            <a:lvl1pPr marL="0" indent="0" algn="ctr">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
        <p:nvSpPr>
          <p:cNvPr id="24" name="装饰  3"/>
          <p:cNvSpPr>
            <a:spLocks noGrp="1"/>
          </p:cNvSpPr>
          <p:nvPr>
            <p:ph type="body" idx="16392" hasCustomPrompt="1"/>
            <p:custDataLst>
              <p:tags r:id="rId9"/>
            </p:custDataLst>
          </p:nvPr>
        </p:nvSpPr>
        <p:spPr>
          <a:xfrm>
            <a:off x="6248400" y="1524000"/>
            <a:ext cx="5334000" cy="4724400"/>
          </a:xfrm>
          <a:custGeom>
            <a:avLst/>
            <a:gdLst>
              <a:gd name="connisteX0" fmla="*/ 0 w 5334000"/>
              <a:gd name="connsiteY0" fmla="*/ 203200 h 4724400"/>
              <a:gd name="connisteX1" fmla="*/ 203200 w 5334000"/>
              <a:gd name="connsiteY1" fmla="*/ 0 h 4724400"/>
              <a:gd name="connisteX2" fmla="*/ 5130800 w 5334000"/>
              <a:gd name="connsiteY2" fmla="*/ 0 h 4724400"/>
              <a:gd name="connisteX3" fmla="*/ 5334000 w 5334000"/>
              <a:gd name="connsiteY3" fmla="*/ 203200 h 4724400"/>
              <a:gd name="connisteX4" fmla="*/ 5334000 w 5334000"/>
              <a:gd name="connsiteY4" fmla="*/ 4521200 h 4724400"/>
              <a:gd name="connisteX5" fmla="*/ 5130800 w 5334000"/>
              <a:gd name="connsiteY5" fmla="*/ 4724400 h 4724400"/>
              <a:gd name="connisteX6" fmla="*/ 203200 w 5334000"/>
              <a:gd name="connsiteY6" fmla="*/ 4724400 h 4724400"/>
              <a:gd name="connisteX7" fmla="*/ 0 w 5334000"/>
              <a:gd name="connsiteY7" fmla="*/ 4521200 h 4724400"/>
              <a:gd name="connisteX8" fmla="*/ 0 w 5334000"/>
              <a:gd name="connsiteY8" fmla="*/ 203200 h 4724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5334000" h="4724400">
                <a:moveTo>
                  <a:pt x="0" y="203200"/>
                </a:moveTo>
                <a:cubicBezTo>
                  <a:pt x="0" y="90976"/>
                  <a:pt x="90976" y="0"/>
                  <a:pt x="203200" y="0"/>
                </a:cubicBezTo>
                <a:lnTo>
                  <a:pt x="5130800" y="0"/>
                </a:lnTo>
                <a:cubicBezTo>
                  <a:pt x="5243024" y="0"/>
                  <a:pt x="5334000" y="90976"/>
                  <a:pt x="5334000" y="203200"/>
                </a:cubicBezTo>
                <a:lnTo>
                  <a:pt x="5334000" y="4521200"/>
                </a:lnTo>
                <a:cubicBezTo>
                  <a:pt x="5334000" y="4633424"/>
                  <a:pt x="5243024" y="4724400"/>
                  <a:pt x="5130800" y="4724400"/>
                </a:cubicBezTo>
                <a:lnTo>
                  <a:pt x="203200" y="4724400"/>
                </a:lnTo>
                <a:cubicBezTo>
                  <a:pt x="90976" y="4724400"/>
                  <a:pt x="0" y="4633424"/>
                  <a:pt x="0" y="4521200"/>
                </a:cubicBezTo>
                <a:lnTo>
                  <a:pt x="0" y="203200"/>
                </a:lnTo>
                <a:close/>
              </a:path>
            </a:pathLst>
          </a:custGeom>
          <a:gradFill>
            <a:gsLst>
              <a:gs pos="0">
                <a:schemeClr val="accent1">
                  <a:lumMod val="0"/>
                  <a:lumOff val="100000"/>
                </a:schemeClr>
              </a:gs>
              <a:gs pos="100000">
                <a:schemeClr val="accent1">
                  <a:lumMod val="0"/>
                  <a:lumOff val="100000"/>
                </a:schemeClr>
              </a:gs>
            </a:gsLst>
            <a:lin ang="5400000"/>
          </a:gra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25" name="图片占位符 24"/>
          <p:cNvSpPr>
            <a:spLocks noGrp="1"/>
          </p:cNvSpPr>
          <p:nvPr>
            <p:ph type="pic" idx="16393" hasCustomPrompt="1"/>
            <p:custDataLst>
              <p:tags r:id="rId10"/>
            </p:custDataLst>
          </p:nvPr>
        </p:nvSpPr>
        <p:spPr>
          <a:xfrm>
            <a:off x="7747000" y="1955800"/>
            <a:ext cx="2336800" cy="2336800"/>
          </a:xfrm>
          <a:custGeom>
            <a:avLst/>
            <a:gdLst>
              <a:gd name="connisteX0" fmla="*/ 0 w 2336800"/>
              <a:gd name="connsiteY0" fmla="*/ 1168400 h 2336800"/>
              <a:gd name="connisteX1" fmla="*/ 1168400 w 2336800"/>
              <a:gd name="connsiteY1" fmla="*/ 0 h 2336800"/>
              <a:gd name="connisteX2" fmla="*/ 1168400 w 2336800"/>
              <a:gd name="connsiteY2" fmla="*/ 0 h 2336800"/>
              <a:gd name="connisteX3" fmla="*/ 2336800 w 2336800"/>
              <a:gd name="connsiteY3" fmla="*/ 1168400 h 2336800"/>
              <a:gd name="connisteX4" fmla="*/ 2336800 w 2336800"/>
              <a:gd name="connsiteY4" fmla="*/ 1168400 h 2336800"/>
              <a:gd name="connisteX5" fmla="*/ 1168400 w 2336800"/>
              <a:gd name="connsiteY5" fmla="*/ 2336800 h 2336800"/>
              <a:gd name="connisteX6" fmla="*/ 1168400 w 2336800"/>
              <a:gd name="connsiteY6" fmla="*/ 2336800 h 2336800"/>
              <a:gd name="connisteX7" fmla="*/ 0 w 2336800"/>
              <a:gd name="connsiteY7" fmla="*/ 1168400 h 2336800"/>
              <a:gd name="connisteX8" fmla="*/ 0 w 2336800"/>
              <a:gd name="connsiteY8" fmla="*/ 1168400 h 2336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2336800" h="2336800">
                <a:moveTo>
                  <a:pt x="0" y="1168400"/>
                </a:moveTo>
                <a:cubicBezTo>
                  <a:pt x="0" y="523110"/>
                  <a:pt x="523110" y="0"/>
                  <a:pt x="1168400" y="0"/>
                </a:cubicBezTo>
                <a:lnTo>
                  <a:pt x="1168400" y="0"/>
                </a:lnTo>
                <a:cubicBezTo>
                  <a:pt x="1813690" y="0"/>
                  <a:pt x="2336800" y="523110"/>
                  <a:pt x="2336800" y="1168400"/>
                </a:cubicBezTo>
                <a:lnTo>
                  <a:pt x="2336800" y="1168400"/>
                </a:lnTo>
                <a:cubicBezTo>
                  <a:pt x="2336800" y="1813690"/>
                  <a:pt x="1813690" y="2336800"/>
                  <a:pt x="1168400" y="2336800"/>
                </a:cubicBezTo>
                <a:lnTo>
                  <a:pt x="1168400" y="2336800"/>
                </a:lnTo>
                <a:cubicBezTo>
                  <a:pt x="523110" y="2336800"/>
                  <a:pt x="0" y="1813690"/>
                  <a:pt x="0" y="1168400"/>
                </a:cubicBezTo>
                <a:lnTo>
                  <a:pt x="0" y="1168400"/>
                </a:lnTo>
                <a:close/>
              </a:path>
            </a:pathLst>
          </a:custGeo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p>
        </p:txBody>
      </p:sp>
      <p:sp>
        <p:nvSpPr>
          <p:cNvPr id="26" name="文本占位符 25"/>
          <p:cNvSpPr>
            <a:spLocks noGrp="1"/>
          </p:cNvSpPr>
          <p:nvPr>
            <p:ph type="body" idx="16388" hasCustomPrompt="1"/>
            <p:custDataLst>
              <p:tags r:id="rId11"/>
            </p:custDataLst>
          </p:nvPr>
        </p:nvSpPr>
        <p:spPr>
          <a:xfrm>
            <a:off x="6654800" y="4648200"/>
            <a:ext cx="4521200" cy="406400"/>
          </a:xfrm>
          <a:noFill/>
        </p:spPr>
        <p:txBody>
          <a:bodyPr lIns="0" tIns="0" rIns="0" bIns="0" anchor="t">
            <a:normAutofit/>
          </a:bodyPr>
          <a:lstStyle>
            <a:lvl1pPr marL="0" indent="0" algn="ctr">
              <a:lnSpc>
                <a:spcPct val="111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27" name="文本占位符 26"/>
          <p:cNvSpPr>
            <a:spLocks noGrp="1"/>
          </p:cNvSpPr>
          <p:nvPr>
            <p:ph type="body" idx="16389" hasCustomPrompt="1"/>
            <p:custDataLst>
              <p:tags r:id="rId12"/>
            </p:custDataLst>
          </p:nvPr>
        </p:nvSpPr>
        <p:spPr>
          <a:xfrm>
            <a:off x="6654800" y="5207000"/>
            <a:ext cx="4521200" cy="609600"/>
          </a:xfrm>
          <a:noFill/>
        </p:spPr>
        <p:txBody>
          <a:bodyPr lIns="0" tIns="0" rIns="0" bIns="0" anchor="t">
            <a:normAutofit/>
          </a:bodyPr>
          <a:lstStyle>
            <a:lvl1pPr marL="0" indent="0" algn="ctr">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Tree>
    <p:extLst>
      <p:ext uri="{BB962C8B-B14F-4D97-AF65-F5344CB8AC3E}">
        <p14:creationId xmlns:p14="http://schemas.microsoft.com/office/powerpoint/2010/main" val="3604052992"/>
      </p:ext>
    </p:extLst>
  </p:cSld>
  <p:clrMapOvr>
    <a:overrideClrMapping bg1="lt1" tx1="dk1" bg2="lt2" tx2="dk2" accent1="accent1" accent2="accent2" accent3="accent3" accent4="accent4" accent5="accent5" accent6="accent6" hlink="hlink" folHlink="folHlink"/>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正文页-38_17">
    <p:bg>
      <p:bgRef idx="1001">
        <a:schemeClr val="bg2"/>
      </p:bgRef>
    </p:bg>
    <p:spTree>
      <p:nvGrpSpPr>
        <p:cNvPr id="1" name=""/>
        <p:cNvGrpSpPr/>
        <p:nvPr/>
      </p:nvGrpSpPr>
      <p:grpSpPr>
        <a:xfrm>
          <a:off x="0" y="0"/>
          <a:ext cx="0" cy="0"/>
          <a:chOff x="0" y="0"/>
          <a:chExt cx="0" cy="0"/>
        </a:xfrm>
      </p:grpSpPr>
      <p:sp>
        <p:nvSpPr>
          <p:cNvPr id="8" name="日期占位符 7"/>
          <p:cNvSpPr>
            <a:spLocks noGrp="1"/>
          </p:cNvSpPr>
          <p:nvPr>
            <p:ph type="dt" sz="half" idx="10"/>
            <p:custDataLst>
              <p:tags r:id="rId1"/>
            </p:custDataLst>
          </p:nvPr>
        </p:nvSpPr>
        <p:spPr/>
        <p:txBody>
          <a:bodyPr wrap="square">
            <a:normAutofit/>
          </a:bodyPr>
          <a:lstStyle/>
          <a:p>
            <a:fld id="{5592522B-0F24-4480-B9DD-A9474A6880D6}" type="datetimeFigureOut">
              <a:rPr lang="zh-CN" altLang="en-US" smtClean="0"/>
              <a:t>2026/10/10</a:t>
            </a:fld>
            <a:endParaRPr lang="zh-CN" altLang="en-US"/>
          </a:p>
        </p:txBody>
      </p:sp>
      <p:sp>
        <p:nvSpPr>
          <p:cNvPr id="9" name="页脚占位符 8"/>
          <p:cNvSpPr>
            <a:spLocks noGrp="1"/>
          </p:cNvSpPr>
          <p:nvPr>
            <p:ph type="ftr" sz="quarter" idx="11"/>
            <p:custDataLst>
              <p:tags r:id="rId2"/>
            </p:custDataLst>
          </p:nvPr>
        </p:nvSpPr>
        <p:spPr/>
        <p:txBody>
          <a:bodyPr/>
          <a:lstStyle/>
          <a:p>
            <a:endParaRPr lang="zh-CN" altLang="en-US"/>
          </a:p>
        </p:txBody>
      </p:sp>
      <p:sp>
        <p:nvSpPr>
          <p:cNvPr id="10" name="灯片编号占位符 9"/>
          <p:cNvSpPr>
            <a:spLocks noGrp="1"/>
          </p:cNvSpPr>
          <p:nvPr>
            <p:ph type="sldNum" sz="quarter" idx="12"/>
            <p:custDataLst>
              <p:tags r:id="rId3"/>
            </p:custDataLst>
          </p:nvPr>
        </p:nvSpPr>
        <p:spPr/>
        <p:txBody>
          <a:bodyPr wrap="square">
            <a:normAutofit/>
          </a:bodyPr>
          <a:lstStyle/>
          <a:p>
            <a:fld id="{BE5F26B5-172A-4DC2-B0B7-181CFC56B87C}" type="slidenum">
              <a:rPr lang="zh-CN" altLang="en-US" smtClean="0"/>
              <a:t>‹#›</a:t>
            </a:fld>
            <a:endParaRPr lang="zh-CN" altLang="en-US"/>
          </a:p>
        </p:txBody>
      </p:sp>
      <p:sp>
        <p:nvSpPr>
          <p:cNvPr id="7" name="装饰  6"/>
          <p:cNvSpPr>
            <a:spLocks noGrp="1"/>
          </p:cNvSpPr>
          <p:nvPr>
            <p:ph type="body" idx="16392" hasCustomPrompt="1"/>
            <p:custDataLst>
              <p:tags r:id="rId4"/>
            </p:custDataLst>
          </p:nvPr>
        </p:nvSpPr>
        <p:spPr>
          <a:xfrm>
            <a:off x="609600" y="4165600"/>
            <a:ext cx="3454400" cy="2082800"/>
          </a:xfrm>
          <a:custGeom>
            <a:avLst/>
            <a:gdLst>
              <a:gd name="connisteX0" fmla="*/ 0 w 3454400"/>
              <a:gd name="connsiteY0" fmla="*/ 0 h 2082800"/>
              <a:gd name="connisteX1" fmla="*/ 3454400 w 3454400"/>
              <a:gd name="connsiteY1" fmla="*/ 0 h 2082800"/>
              <a:gd name="connisteX2" fmla="*/ 3454400 w 3454400"/>
              <a:gd name="connsiteY2" fmla="*/ 1879600 h 2082800"/>
              <a:gd name="connisteX3" fmla="*/ 3251200 w 3454400"/>
              <a:gd name="connsiteY3" fmla="*/ 2082800 h 2082800"/>
              <a:gd name="connisteX4" fmla="*/ 203200 w 3454400"/>
              <a:gd name="connsiteY4" fmla="*/ 2082800 h 2082800"/>
              <a:gd name="connisteX5" fmla="*/ 0 w 3454400"/>
              <a:gd name="connsiteY5" fmla="*/ 1879600 h 2082800"/>
              <a:gd name="connisteX6" fmla="*/ 0 w 3454400"/>
              <a:gd name="connsiteY6" fmla="*/ 0 h 2082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rect l="0" t="0" r="0" b="0"/>
            <a:pathLst>
              <a:path w="3454400" h="2082800">
                <a:moveTo>
                  <a:pt x="0" y="0"/>
                </a:moveTo>
                <a:lnTo>
                  <a:pt x="3454400" y="0"/>
                </a:lnTo>
                <a:lnTo>
                  <a:pt x="3454400" y="1879600"/>
                </a:lnTo>
                <a:cubicBezTo>
                  <a:pt x="3454400" y="1991824"/>
                  <a:pt x="3363424" y="2082800"/>
                  <a:pt x="3251200" y="2082800"/>
                </a:cubicBezTo>
                <a:lnTo>
                  <a:pt x="203200" y="2082800"/>
                </a:lnTo>
                <a:cubicBezTo>
                  <a:pt x="90976" y="2082800"/>
                  <a:pt x="0" y="1991824"/>
                  <a:pt x="0" y="1879600"/>
                </a:cubicBezTo>
                <a:lnTo>
                  <a:pt x="0" y="0"/>
                </a:lnTo>
                <a:close/>
              </a:path>
            </a:pathLst>
          </a:custGeom>
          <a:gradFill>
            <a:gsLst>
              <a:gs pos="0">
                <a:schemeClr val="accent1">
                  <a:lumMod val="0"/>
                  <a:lumOff val="100000"/>
                </a:schemeClr>
              </a:gs>
              <a:gs pos="100000">
                <a:schemeClr val="accent1">
                  <a:lumMod val="0"/>
                  <a:lumOff val="100000"/>
                </a:schemeClr>
              </a:gs>
            </a:gsLst>
            <a:lin ang="5400000"/>
          </a:gra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6" name="标题 5"/>
          <p:cNvSpPr>
            <a:spLocks noGrp="1"/>
          </p:cNvSpPr>
          <p:nvPr>
            <p:ph type="ctrTitle" idx="16385" hasCustomPrompt="1"/>
            <p:custDataLst>
              <p:tags r:id="rId5"/>
            </p:custDataLst>
          </p:nvPr>
        </p:nvSpPr>
        <p:spPr>
          <a:xfrm>
            <a:off x="609600" y="533400"/>
            <a:ext cx="10972800" cy="609600"/>
          </a:xfrm>
          <a:noFill/>
        </p:spPr>
        <p:txBody>
          <a:bodyPr vert="horz" wrap="square" lIns="0" tIns="0" rIns="0" bIns="0" rtlCol="0" anchor="t" anchorCtr="0">
            <a:normAutofit/>
          </a:bodyPr>
          <a:lstStyle>
            <a:lvl1pPr marL="0" marR="0" indent="0" algn="l" defTabSz="914400" rtl="0" eaLnBrk="1" fontAlgn="auto" latinLnBrk="0" hangingPunct="1">
              <a:lnSpc>
                <a:spcPct val="111000"/>
              </a:lnSpc>
              <a:spcBef>
                <a:spcPct val="0"/>
              </a:spcBef>
              <a:spcAft>
                <a:spcPct val="0"/>
              </a:spcAft>
              <a:buClrTx/>
              <a:buSzTx/>
              <a:buFontTx/>
              <a:buNone/>
              <a:defRPr kumimoji="0" lang="zh-CN" altLang="en-US" sz="3600" b="1" i="0" u="none" strike="noStrike" kern="1200" cap="none" spc="0" normalizeH="0" baseline="0" noProof="1">
                <a:solidFill>
                  <a:schemeClr val="tx1"/>
                </a:solidFill>
                <a:latin typeface="+mj-lt"/>
                <a:ea typeface="+mj-ea"/>
                <a:cs typeface="+mj-cs"/>
              </a:defRPr>
            </a:lvl1pPr>
          </a:lstStyle>
          <a:p>
            <a:pPr lvl="0"/>
            <a:r>
              <a:rPr>
                <a:sym typeface="+mn-ea"/>
              </a:rPr>
              <a:t>单击此处添加标题</a:t>
            </a:r>
          </a:p>
        </p:txBody>
      </p:sp>
      <p:sp>
        <p:nvSpPr>
          <p:cNvPr id="21" name="图片占位符 20"/>
          <p:cNvSpPr>
            <a:spLocks noGrp="1"/>
          </p:cNvSpPr>
          <p:nvPr>
            <p:ph type="pic" idx="16393" hasCustomPrompt="1"/>
            <p:custDataLst>
              <p:tags r:id="rId6"/>
            </p:custDataLst>
          </p:nvPr>
        </p:nvSpPr>
        <p:spPr>
          <a:xfrm>
            <a:off x="609600" y="1524000"/>
            <a:ext cx="3454400" cy="2641600"/>
          </a:xfrm>
          <a:custGeom>
            <a:avLst/>
            <a:gdLst>
              <a:gd name="connisteX0" fmla="*/ 0 w 3454400"/>
              <a:gd name="connsiteY0" fmla="*/ 203200 h 2641600"/>
              <a:gd name="connisteX1" fmla="*/ 203200 w 3454400"/>
              <a:gd name="connsiteY1" fmla="*/ 0 h 2641600"/>
              <a:gd name="connisteX2" fmla="*/ 3251200 w 3454400"/>
              <a:gd name="connsiteY2" fmla="*/ 0 h 2641600"/>
              <a:gd name="connisteX3" fmla="*/ 3454400 w 3454400"/>
              <a:gd name="connsiteY3" fmla="*/ 203200 h 2641600"/>
              <a:gd name="connisteX4" fmla="*/ 3454400 w 3454400"/>
              <a:gd name="connsiteY4" fmla="*/ 2641600 h 2641600"/>
              <a:gd name="connisteX5" fmla="*/ 0 w 3454400"/>
              <a:gd name="connsiteY5" fmla="*/ 2641600 h 2641600"/>
              <a:gd name="connisteX6" fmla="*/ 0 w 3454400"/>
              <a:gd name="connsiteY6" fmla="*/ 203200 h 26416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rect l="0" t="0" r="0" b="0"/>
            <a:pathLst>
              <a:path w="3454400" h="2641600">
                <a:moveTo>
                  <a:pt x="0" y="203200"/>
                </a:moveTo>
                <a:cubicBezTo>
                  <a:pt x="0" y="90976"/>
                  <a:pt x="90976" y="0"/>
                  <a:pt x="203200" y="0"/>
                </a:cubicBezTo>
                <a:lnTo>
                  <a:pt x="3251200" y="0"/>
                </a:lnTo>
                <a:cubicBezTo>
                  <a:pt x="3363424" y="0"/>
                  <a:pt x="3454400" y="90976"/>
                  <a:pt x="3454400" y="203200"/>
                </a:cubicBezTo>
                <a:lnTo>
                  <a:pt x="3454400" y="2641600"/>
                </a:lnTo>
                <a:lnTo>
                  <a:pt x="0" y="2641600"/>
                </a:lnTo>
                <a:lnTo>
                  <a:pt x="0" y="203200"/>
                </a:lnTo>
                <a:close/>
              </a:path>
            </a:pathLst>
          </a:custGeo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p>
        </p:txBody>
      </p:sp>
      <p:sp>
        <p:nvSpPr>
          <p:cNvPr id="22" name="文本占位符 21"/>
          <p:cNvSpPr>
            <a:spLocks noGrp="1"/>
          </p:cNvSpPr>
          <p:nvPr>
            <p:ph type="body" idx="16386" hasCustomPrompt="1"/>
            <p:custDataLst>
              <p:tags r:id="rId7"/>
            </p:custDataLst>
          </p:nvPr>
        </p:nvSpPr>
        <p:spPr>
          <a:xfrm>
            <a:off x="914400" y="4368800"/>
            <a:ext cx="28448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单击添加项标题</a:t>
            </a:r>
          </a:p>
        </p:txBody>
      </p:sp>
      <p:sp>
        <p:nvSpPr>
          <p:cNvPr id="23" name="文本占位符 22"/>
          <p:cNvSpPr>
            <a:spLocks noGrp="1"/>
          </p:cNvSpPr>
          <p:nvPr>
            <p:ph type="body" idx="16387" hasCustomPrompt="1"/>
            <p:custDataLst>
              <p:tags r:id="rId8"/>
            </p:custDataLst>
          </p:nvPr>
        </p:nvSpPr>
        <p:spPr>
          <a:xfrm>
            <a:off x="914400" y="4826000"/>
            <a:ext cx="2844800" cy="12192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
        <p:nvSpPr>
          <p:cNvPr id="24" name="装饰  3"/>
          <p:cNvSpPr>
            <a:spLocks noGrp="1"/>
          </p:cNvSpPr>
          <p:nvPr>
            <p:ph type="body" idx="16394" hasCustomPrompt="1"/>
            <p:custDataLst>
              <p:tags r:id="rId9"/>
            </p:custDataLst>
          </p:nvPr>
        </p:nvSpPr>
        <p:spPr>
          <a:xfrm>
            <a:off x="4368800" y="4165600"/>
            <a:ext cx="3454400" cy="2082800"/>
          </a:xfrm>
          <a:custGeom>
            <a:avLst/>
            <a:gdLst>
              <a:gd name="connisteX0" fmla="*/ 0 w 3454400"/>
              <a:gd name="connsiteY0" fmla="*/ 0 h 2082800"/>
              <a:gd name="connisteX1" fmla="*/ 3454400 w 3454400"/>
              <a:gd name="connsiteY1" fmla="*/ 0 h 2082800"/>
              <a:gd name="connisteX2" fmla="*/ 3454400 w 3454400"/>
              <a:gd name="connsiteY2" fmla="*/ 1879600 h 2082800"/>
              <a:gd name="connisteX3" fmla="*/ 3251200 w 3454400"/>
              <a:gd name="connsiteY3" fmla="*/ 2082800 h 2082800"/>
              <a:gd name="connisteX4" fmla="*/ 203200 w 3454400"/>
              <a:gd name="connsiteY4" fmla="*/ 2082800 h 2082800"/>
              <a:gd name="connisteX5" fmla="*/ 0 w 3454400"/>
              <a:gd name="connsiteY5" fmla="*/ 1879600 h 2082800"/>
              <a:gd name="connisteX6" fmla="*/ 0 w 3454400"/>
              <a:gd name="connsiteY6" fmla="*/ 0 h 2082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rect l="0" t="0" r="0" b="0"/>
            <a:pathLst>
              <a:path w="3454400" h="2082800">
                <a:moveTo>
                  <a:pt x="0" y="0"/>
                </a:moveTo>
                <a:lnTo>
                  <a:pt x="3454400" y="0"/>
                </a:lnTo>
                <a:lnTo>
                  <a:pt x="3454400" y="1879600"/>
                </a:lnTo>
                <a:cubicBezTo>
                  <a:pt x="3454400" y="1991824"/>
                  <a:pt x="3363424" y="2082800"/>
                  <a:pt x="3251200" y="2082800"/>
                </a:cubicBezTo>
                <a:lnTo>
                  <a:pt x="203200" y="2082800"/>
                </a:lnTo>
                <a:cubicBezTo>
                  <a:pt x="90976" y="2082800"/>
                  <a:pt x="0" y="1991824"/>
                  <a:pt x="0" y="1879600"/>
                </a:cubicBezTo>
                <a:lnTo>
                  <a:pt x="0" y="0"/>
                </a:lnTo>
                <a:close/>
              </a:path>
            </a:pathLst>
          </a:custGeom>
          <a:gradFill>
            <a:gsLst>
              <a:gs pos="0">
                <a:schemeClr val="accent1">
                  <a:lumMod val="0"/>
                  <a:lumOff val="100000"/>
                </a:schemeClr>
              </a:gs>
              <a:gs pos="100000">
                <a:schemeClr val="accent1">
                  <a:lumMod val="0"/>
                  <a:lumOff val="100000"/>
                </a:schemeClr>
              </a:gs>
            </a:gsLst>
            <a:lin ang="5400000"/>
          </a:gra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25" name="图片占位符 24"/>
          <p:cNvSpPr>
            <a:spLocks noGrp="1"/>
          </p:cNvSpPr>
          <p:nvPr>
            <p:ph type="pic" idx="16395" hasCustomPrompt="1"/>
            <p:custDataLst>
              <p:tags r:id="rId10"/>
            </p:custDataLst>
          </p:nvPr>
        </p:nvSpPr>
        <p:spPr>
          <a:xfrm>
            <a:off x="4368800" y="1524000"/>
            <a:ext cx="3454400" cy="2641600"/>
          </a:xfrm>
          <a:custGeom>
            <a:avLst/>
            <a:gdLst>
              <a:gd name="connisteX0" fmla="*/ 0 w 3454400"/>
              <a:gd name="connsiteY0" fmla="*/ 203200 h 2641600"/>
              <a:gd name="connisteX1" fmla="*/ 203200 w 3454400"/>
              <a:gd name="connsiteY1" fmla="*/ 0 h 2641600"/>
              <a:gd name="connisteX2" fmla="*/ 3251200 w 3454400"/>
              <a:gd name="connsiteY2" fmla="*/ 0 h 2641600"/>
              <a:gd name="connisteX3" fmla="*/ 3454400 w 3454400"/>
              <a:gd name="connsiteY3" fmla="*/ 203200 h 2641600"/>
              <a:gd name="connisteX4" fmla="*/ 3454400 w 3454400"/>
              <a:gd name="connsiteY4" fmla="*/ 2641600 h 2641600"/>
              <a:gd name="connisteX5" fmla="*/ 0 w 3454400"/>
              <a:gd name="connsiteY5" fmla="*/ 2641600 h 2641600"/>
              <a:gd name="connisteX6" fmla="*/ 0 w 3454400"/>
              <a:gd name="connsiteY6" fmla="*/ 203200 h 26416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rect l="0" t="0" r="0" b="0"/>
            <a:pathLst>
              <a:path w="3454400" h="2641600">
                <a:moveTo>
                  <a:pt x="0" y="203200"/>
                </a:moveTo>
                <a:cubicBezTo>
                  <a:pt x="0" y="90976"/>
                  <a:pt x="90976" y="0"/>
                  <a:pt x="203200" y="0"/>
                </a:cubicBezTo>
                <a:lnTo>
                  <a:pt x="3251200" y="0"/>
                </a:lnTo>
                <a:cubicBezTo>
                  <a:pt x="3363424" y="0"/>
                  <a:pt x="3454400" y="90976"/>
                  <a:pt x="3454400" y="203200"/>
                </a:cubicBezTo>
                <a:lnTo>
                  <a:pt x="3454400" y="2641600"/>
                </a:lnTo>
                <a:lnTo>
                  <a:pt x="0" y="2641600"/>
                </a:lnTo>
                <a:lnTo>
                  <a:pt x="0" y="203200"/>
                </a:lnTo>
                <a:close/>
              </a:path>
            </a:pathLst>
          </a:custGeo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p>
        </p:txBody>
      </p:sp>
      <p:sp>
        <p:nvSpPr>
          <p:cNvPr id="26" name="文本占位符 25"/>
          <p:cNvSpPr>
            <a:spLocks noGrp="1"/>
          </p:cNvSpPr>
          <p:nvPr>
            <p:ph type="body" idx="16388" hasCustomPrompt="1"/>
            <p:custDataLst>
              <p:tags r:id="rId11"/>
            </p:custDataLst>
          </p:nvPr>
        </p:nvSpPr>
        <p:spPr>
          <a:xfrm>
            <a:off x="4673600" y="4368800"/>
            <a:ext cx="28448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单击添加项标题</a:t>
            </a:r>
          </a:p>
        </p:txBody>
      </p:sp>
      <p:sp>
        <p:nvSpPr>
          <p:cNvPr id="27" name="文本占位符 26"/>
          <p:cNvSpPr>
            <a:spLocks noGrp="1"/>
          </p:cNvSpPr>
          <p:nvPr>
            <p:ph type="body" idx="16389" hasCustomPrompt="1"/>
            <p:custDataLst>
              <p:tags r:id="rId12"/>
            </p:custDataLst>
          </p:nvPr>
        </p:nvSpPr>
        <p:spPr>
          <a:xfrm>
            <a:off x="4673600" y="4826000"/>
            <a:ext cx="2844800" cy="12192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
        <p:nvSpPr>
          <p:cNvPr id="28" name="装饰  7"/>
          <p:cNvSpPr>
            <a:spLocks noGrp="1"/>
          </p:cNvSpPr>
          <p:nvPr>
            <p:ph type="body" idx="16396" hasCustomPrompt="1"/>
            <p:custDataLst>
              <p:tags r:id="rId13"/>
            </p:custDataLst>
          </p:nvPr>
        </p:nvSpPr>
        <p:spPr>
          <a:xfrm>
            <a:off x="8128000" y="4165600"/>
            <a:ext cx="3454400" cy="2082800"/>
          </a:xfrm>
          <a:custGeom>
            <a:avLst/>
            <a:gdLst>
              <a:gd name="connisteX0" fmla="*/ 0 w 3454400"/>
              <a:gd name="connsiteY0" fmla="*/ 0 h 2082800"/>
              <a:gd name="connisteX1" fmla="*/ 3454400 w 3454400"/>
              <a:gd name="connsiteY1" fmla="*/ 0 h 2082800"/>
              <a:gd name="connisteX2" fmla="*/ 3454400 w 3454400"/>
              <a:gd name="connsiteY2" fmla="*/ 1879600 h 2082800"/>
              <a:gd name="connisteX3" fmla="*/ 3251200 w 3454400"/>
              <a:gd name="connsiteY3" fmla="*/ 2082800 h 2082800"/>
              <a:gd name="connisteX4" fmla="*/ 203200 w 3454400"/>
              <a:gd name="connsiteY4" fmla="*/ 2082800 h 2082800"/>
              <a:gd name="connisteX5" fmla="*/ 0 w 3454400"/>
              <a:gd name="connsiteY5" fmla="*/ 1879600 h 2082800"/>
              <a:gd name="connisteX6" fmla="*/ 0 w 3454400"/>
              <a:gd name="connsiteY6" fmla="*/ 0 h 2082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rect l="0" t="0" r="0" b="0"/>
            <a:pathLst>
              <a:path w="3454400" h="2082800">
                <a:moveTo>
                  <a:pt x="0" y="0"/>
                </a:moveTo>
                <a:lnTo>
                  <a:pt x="3454400" y="0"/>
                </a:lnTo>
                <a:lnTo>
                  <a:pt x="3454400" y="1879600"/>
                </a:lnTo>
                <a:cubicBezTo>
                  <a:pt x="3454400" y="1991824"/>
                  <a:pt x="3363424" y="2082800"/>
                  <a:pt x="3251200" y="2082800"/>
                </a:cubicBezTo>
                <a:lnTo>
                  <a:pt x="203200" y="2082800"/>
                </a:lnTo>
                <a:cubicBezTo>
                  <a:pt x="90976" y="2082800"/>
                  <a:pt x="0" y="1991824"/>
                  <a:pt x="0" y="1879600"/>
                </a:cubicBezTo>
                <a:lnTo>
                  <a:pt x="0" y="0"/>
                </a:lnTo>
                <a:close/>
              </a:path>
            </a:pathLst>
          </a:custGeom>
          <a:gradFill>
            <a:gsLst>
              <a:gs pos="0">
                <a:schemeClr val="accent1">
                  <a:lumMod val="0"/>
                  <a:lumOff val="100000"/>
                </a:schemeClr>
              </a:gs>
              <a:gs pos="100000">
                <a:schemeClr val="accent1">
                  <a:lumMod val="0"/>
                  <a:lumOff val="100000"/>
                </a:schemeClr>
              </a:gs>
            </a:gsLst>
            <a:lin ang="5400000"/>
          </a:gra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29" name="图片占位符 28"/>
          <p:cNvSpPr>
            <a:spLocks noGrp="1"/>
          </p:cNvSpPr>
          <p:nvPr>
            <p:ph type="pic" idx="16397" hasCustomPrompt="1"/>
            <p:custDataLst>
              <p:tags r:id="rId14"/>
            </p:custDataLst>
          </p:nvPr>
        </p:nvSpPr>
        <p:spPr>
          <a:xfrm>
            <a:off x="8128000" y="1524000"/>
            <a:ext cx="3454400" cy="2641600"/>
          </a:xfrm>
          <a:custGeom>
            <a:avLst/>
            <a:gdLst>
              <a:gd name="connisteX0" fmla="*/ 0 w 3454400"/>
              <a:gd name="connsiteY0" fmla="*/ 203200 h 2641600"/>
              <a:gd name="connisteX1" fmla="*/ 203200 w 3454400"/>
              <a:gd name="connsiteY1" fmla="*/ 0 h 2641600"/>
              <a:gd name="connisteX2" fmla="*/ 3251200 w 3454400"/>
              <a:gd name="connsiteY2" fmla="*/ 0 h 2641600"/>
              <a:gd name="connisteX3" fmla="*/ 3454400 w 3454400"/>
              <a:gd name="connsiteY3" fmla="*/ 203200 h 2641600"/>
              <a:gd name="connisteX4" fmla="*/ 3454400 w 3454400"/>
              <a:gd name="connsiteY4" fmla="*/ 2641600 h 2641600"/>
              <a:gd name="connisteX5" fmla="*/ 0 w 3454400"/>
              <a:gd name="connsiteY5" fmla="*/ 2641600 h 2641600"/>
              <a:gd name="connisteX6" fmla="*/ 0 w 3454400"/>
              <a:gd name="connsiteY6" fmla="*/ 203200 h 26416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rect l="0" t="0" r="0" b="0"/>
            <a:pathLst>
              <a:path w="3454400" h="2641600">
                <a:moveTo>
                  <a:pt x="0" y="203200"/>
                </a:moveTo>
                <a:cubicBezTo>
                  <a:pt x="0" y="90976"/>
                  <a:pt x="90976" y="0"/>
                  <a:pt x="203200" y="0"/>
                </a:cubicBezTo>
                <a:lnTo>
                  <a:pt x="3251200" y="0"/>
                </a:lnTo>
                <a:cubicBezTo>
                  <a:pt x="3363424" y="0"/>
                  <a:pt x="3454400" y="90976"/>
                  <a:pt x="3454400" y="203200"/>
                </a:cubicBezTo>
                <a:lnTo>
                  <a:pt x="3454400" y="2641600"/>
                </a:lnTo>
                <a:lnTo>
                  <a:pt x="0" y="2641600"/>
                </a:lnTo>
                <a:lnTo>
                  <a:pt x="0" y="203200"/>
                </a:lnTo>
                <a:close/>
              </a:path>
            </a:pathLst>
          </a:custGeo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p>
        </p:txBody>
      </p:sp>
      <p:sp>
        <p:nvSpPr>
          <p:cNvPr id="30" name="文本占位符 29"/>
          <p:cNvSpPr>
            <a:spLocks noGrp="1"/>
          </p:cNvSpPr>
          <p:nvPr>
            <p:ph type="body" idx="16390" hasCustomPrompt="1"/>
            <p:custDataLst>
              <p:tags r:id="rId15"/>
            </p:custDataLst>
          </p:nvPr>
        </p:nvSpPr>
        <p:spPr>
          <a:xfrm>
            <a:off x="8432800" y="4368800"/>
            <a:ext cx="28448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单击添加项标题</a:t>
            </a:r>
          </a:p>
        </p:txBody>
      </p:sp>
      <p:sp>
        <p:nvSpPr>
          <p:cNvPr id="31" name="文本占位符 30"/>
          <p:cNvSpPr>
            <a:spLocks noGrp="1"/>
          </p:cNvSpPr>
          <p:nvPr>
            <p:ph type="body" idx="16391" hasCustomPrompt="1"/>
            <p:custDataLst>
              <p:tags r:id="rId16"/>
            </p:custDataLst>
          </p:nvPr>
        </p:nvSpPr>
        <p:spPr>
          <a:xfrm>
            <a:off x="8432800" y="4826000"/>
            <a:ext cx="2844800" cy="12192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Tree>
    <p:extLst>
      <p:ext uri="{BB962C8B-B14F-4D97-AF65-F5344CB8AC3E}">
        <p14:creationId xmlns:p14="http://schemas.microsoft.com/office/powerpoint/2010/main" val="747350203"/>
      </p:ext>
    </p:extLst>
  </p:cSld>
  <p:clrMapOvr>
    <a:overrideClrMapping bg1="lt1" tx1="dk1" bg2="lt2" tx2="dk2" accent1="accent1" accent2="accent2" accent3="accent3" accent4="accent4" accent5="accent5" accent6="accent6" hlink="hlink" folHlink="folHlink"/>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正文页-27_29">
    <p:bg>
      <p:bgRef idx="1001">
        <a:schemeClr val="bg2"/>
      </p:bgRef>
    </p:bg>
    <p:spTree>
      <p:nvGrpSpPr>
        <p:cNvPr id="1" name=""/>
        <p:cNvGrpSpPr/>
        <p:nvPr/>
      </p:nvGrpSpPr>
      <p:grpSpPr>
        <a:xfrm>
          <a:off x="0" y="0"/>
          <a:ext cx="0" cy="0"/>
          <a:chOff x="0" y="0"/>
          <a:chExt cx="0" cy="0"/>
        </a:xfrm>
      </p:grpSpPr>
      <p:sp>
        <p:nvSpPr>
          <p:cNvPr id="8" name="日期占位符 7"/>
          <p:cNvSpPr>
            <a:spLocks noGrp="1"/>
          </p:cNvSpPr>
          <p:nvPr>
            <p:ph type="dt" sz="half" idx="10"/>
            <p:custDataLst>
              <p:tags r:id="rId1"/>
            </p:custDataLst>
          </p:nvPr>
        </p:nvSpPr>
        <p:spPr/>
        <p:txBody>
          <a:bodyPr wrap="square">
            <a:normAutofit/>
          </a:bodyPr>
          <a:lstStyle/>
          <a:p>
            <a:fld id="{5592522B-0F24-4480-B9DD-A9474A6880D6}" type="datetimeFigureOut">
              <a:rPr lang="zh-CN" altLang="en-US" smtClean="0"/>
              <a:t>2026/10/10</a:t>
            </a:fld>
            <a:endParaRPr lang="zh-CN" altLang="en-US"/>
          </a:p>
        </p:txBody>
      </p:sp>
      <p:sp>
        <p:nvSpPr>
          <p:cNvPr id="9" name="页脚占位符 8"/>
          <p:cNvSpPr>
            <a:spLocks noGrp="1"/>
          </p:cNvSpPr>
          <p:nvPr>
            <p:ph type="ftr" sz="quarter" idx="11"/>
            <p:custDataLst>
              <p:tags r:id="rId2"/>
            </p:custDataLst>
          </p:nvPr>
        </p:nvSpPr>
        <p:spPr/>
        <p:txBody>
          <a:bodyPr/>
          <a:lstStyle/>
          <a:p>
            <a:endParaRPr lang="zh-CN" altLang="en-US"/>
          </a:p>
        </p:txBody>
      </p:sp>
      <p:sp>
        <p:nvSpPr>
          <p:cNvPr id="10" name="灯片编号占位符 9"/>
          <p:cNvSpPr>
            <a:spLocks noGrp="1"/>
          </p:cNvSpPr>
          <p:nvPr>
            <p:ph type="sldNum" sz="quarter" idx="12"/>
            <p:custDataLst>
              <p:tags r:id="rId3"/>
            </p:custDataLst>
          </p:nvPr>
        </p:nvSpPr>
        <p:spPr/>
        <p:txBody>
          <a:bodyPr wrap="square">
            <a:normAutofit/>
          </a:bodyPr>
          <a:lstStyle/>
          <a:p>
            <a:fld id="{BE5F26B5-172A-4DC2-B0B7-181CFC56B87C}" type="slidenum">
              <a:rPr lang="zh-CN" altLang="en-US" smtClean="0"/>
              <a:t>‹#›</a:t>
            </a:fld>
            <a:endParaRPr lang="zh-CN" altLang="en-US"/>
          </a:p>
        </p:txBody>
      </p:sp>
      <p:sp>
        <p:nvSpPr>
          <p:cNvPr id="7" name="装饰  6"/>
          <p:cNvSpPr>
            <a:spLocks noGrp="1"/>
          </p:cNvSpPr>
          <p:nvPr>
            <p:ph type="body" idx="16398" hasCustomPrompt="1"/>
            <p:custDataLst>
              <p:tags r:id="rId4"/>
            </p:custDataLst>
          </p:nvPr>
        </p:nvSpPr>
        <p:spPr>
          <a:xfrm>
            <a:off x="609600" y="2108200"/>
            <a:ext cx="1219200" cy="1219200"/>
          </a:xfrm>
          <a:custGeom>
            <a:avLst/>
            <a:gdLst>
              <a:gd name="connisteX0" fmla="*/ 0 w 1219200"/>
              <a:gd name="connsiteY0" fmla="*/ 304800 h 1219200"/>
              <a:gd name="connisteX1" fmla="*/ 304800 w 1219200"/>
              <a:gd name="connsiteY1" fmla="*/ 0 h 1219200"/>
              <a:gd name="connisteX2" fmla="*/ 914400 w 1219200"/>
              <a:gd name="connsiteY2" fmla="*/ 0 h 1219200"/>
              <a:gd name="connisteX3" fmla="*/ 1219200 w 1219200"/>
              <a:gd name="connsiteY3" fmla="*/ 304800 h 1219200"/>
              <a:gd name="connisteX4" fmla="*/ 1219200 w 1219200"/>
              <a:gd name="connsiteY4" fmla="*/ 914400 h 1219200"/>
              <a:gd name="connisteX5" fmla="*/ 914400 w 1219200"/>
              <a:gd name="connsiteY5" fmla="*/ 1219200 h 1219200"/>
              <a:gd name="connisteX6" fmla="*/ 304800 w 1219200"/>
              <a:gd name="connsiteY6" fmla="*/ 1219200 h 1219200"/>
              <a:gd name="connisteX7" fmla="*/ 0 w 1219200"/>
              <a:gd name="connsiteY7" fmla="*/ 914400 h 1219200"/>
              <a:gd name="connisteX8" fmla="*/ 0 w 1219200"/>
              <a:gd name="connsiteY8" fmla="*/ 304800 h 12192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1219200" h="1219200">
                <a:moveTo>
                  <a:pt x="0" y="304800"/>
                </a:moveTo>
                <a:cubicBezTo>
                  <a:pt x="0" y="136464"/>
                  <a:pt x="136464" y="0"/>
                  <a:pt x="304800" y="0"/>
                </a:cubicBezTo>
                <a:lnTo>
                  <a:pt x="914400" y="0"/>
                </a:lnTo>
                <a:cubicBezTo>
                  <a:pt x="1082736" y="0"/>
                  <a:pt x="1219200" y="136464"/>
                  <a:pt x="1219200" y="304800"/>
                </a:cubicBezTo>
                <a:lnTo>
                  <a:pt x="1219200" y="914400"/>
                </a:lnTo>
                <a:cubicBezTo>
                  <a:pt x="1219200" y="1082736"/>
                  <a:pt x="1082736" y="1219200"/>
                  <a:pt x="914400" y="1219200"/>
                </a:cubicBezTo>
                <a:lnTo>
                  <a:pt x="304800" y="1219200"/>
                </a:lnTo>
                <a:cubicBezTo>
                  <a:pt x="136464" y="1219200"/>
                  <a:pt x="0" y="1082736"/>
                  <a:pt x="0" y="914400"/>
                </a:cubicBezTo>
                <a:lnTo>
                  <a:pt x="0" y="3048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6" name="标题 5"/>
          <p:cNvSpPr>
            <a:spLocks noGrp="1"/>
          </p:cNvSpPr>
          <p:nvPr>
            <p:ph type="ctrTitle" idx="16385" hasCustomPrompt="1"/>
            <p:custDataLst>
              <p:tags r:id="rId5"/>
            </p:custDataLst>
          </p:nvPr>
        </p:nvSpPr>
        <p:spPr>
          <a:xfrm>
            <a:off x="609600" y="533400"/>
            <a:ext cx="10972800" cy="609600"/>
          </a:xfrm>
          <a:noFill/>
        </p:spPr>
        <p:txBody>
          <a:bodyPr vert="horz" wrap="square" lIns="0" tIns="0" rIns="0" bIns="0" rtlCol="0" anchor="t" anchorCtr="0">
            <a:normAutofit/>
          </a:bodyPr>
          <a:lstStyle>
            <a:lvl1pPr marL="0" marR="0" indent="0" algn="l" defTabSz="914400" rtl="0" eaLnBrk="1" fontAlgn="auto" latinLnBrk="0" hangingPunct="1">
              <a:lnSpc>
                <a:spcPct val="111000"/>
              </a:lnSpc>
              <a:spcBef>
                <a:spcPct val="0"/>
              </a:spcBef>
              <a:spcAft>
                <a:spcPct val="0"/>
              </a:spcAft>
              <a:buClrTx/>
              <a:buSzTx/>
              <a:buFontTx/>
              <a:buNone/>
              <a:defRPr kumimoji="0" lang="zh-CN" altLang="en-US" sz="3600" b="1" i="0" u="none" strike="noStrike" kern="1200" cap="none" spc="0" normalizeH="0" baseline="0" noProof="1">
                <a:solidFill>
                  <a:schemeClr val="tx1"/>
                </a:solidFill>
                <a:latin typeface="+mj-lt"/>
                <a:ea typeface="+mj-ea"/>
                <a:cs typeface="+mj-cs"/>
              </a:defRPr>
            </a:lvl1pPr>
          </a:lstStyle>
          <a:p>
            <a:pPr lvl="0"/>
            <a:r>
              <a:rPr>
                <a:sym typeface="+mn-ea"/>
              </a:rPr>
              <a:t>单击此处添加标题</a:t>
            </a:r>
          </a:p>
        </p:txBody>
      </p:sp>
      <p:sp>
        <p:nvSpPr>
          <p:cNvPr id="21" name="文本占位符 20"/>
          <p:cNvSpPr>
            <a:spLocks noGrp="1"/>
          </p:cNvSpPr>
          <p:nvPr>
            <p:ph type="body" idx="16388" hasCustomPrompt="1"/>
            <p:custDataLst>
              <p:tags r:id="rId6"/>
            </p:custDataLst>
          </p:nvPr>
        </p:nvSpPr>
        <p:spPr>
          <a:xfrm>
            <a:off x="857250" y="2413000"/>
            <a:ext cx="723900" cy="609600"/>
          </a:xfrm>
          <a:noFill/>
        </p:spPr>
        <p:txBody>
          <a:bodyPr wrap="none" lIns="0" tIns="0" rIns="0" bIns="0" anchor="ctr">
            <a:noAutofit/>
          </a:bodyPr>
          <a:lstStyle>
            <a:lvl1pPr marL="0" indent="0" algn="ctr">
              <a:lnSpc>
                <a:spcPct val="109000"/>
              </a:lnSpc>
              <a:spcBef>
                <a:spcPct val="0"/>
              </a:spcBef>
              <a:spcAft>
                <a:spcPct val="0"/>
              </a:spcAft>
              <a:buNone/>
              <a:defRPr sz="4800" b="0" spc="0">
                <a:solidFill>
                  <a:srgbClr val="FFFFFF"/>
                </a:solidFill>
              </a:defRPr>
            </a:lvl1pPr>
          </a:lstStyle>
          <a:p>
            <a:pPr lvl="0"/>
            <a:r>
              <a:rPr lang="zh-CN" altLang="en-US"/>
              <a:t>01</a:t>
            </a:r>
          </a:p>
        </p:txBody>
      </p:sp>
      <p:sp>
        <p:nvSpPr>
          <p:cNvPr id="22" name="文本占位符 21"/>
          <p:cNvSpPr>
            <a:spLocks noGrp="1"/>
          </p:cNvSpPr>
          <p:nvPr>
            <p:ph type="body" idx="16386" hasCustomPrompt="1"/>
            <p:custDataLst>
              <p:tags r:id="rId7"/>
            </p:custDataLst>
          </p:nvPr>
        </p:nvSpPr>
        <p:spPr>
          <a:xfrm>
            <a:off x="609600" y="3632200"/>
            <a:ext cx="22860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项标题</a:t>
            </a:r>
          </a:p>
        </p:txBody>
      </p:sp>
      <p:sp>
        <p:nvSpPr>
          <p:cNvPr id="23" name="文本占位符 22"/>
          <p:cNvSpPr>
            <a:spLocks noGrp="1"/>
          </p:cNvSpPr>
          <p:nvPr>
            <p:ph type="body" idx="16387" hasCustomPrompt="1"/>
            <p:custDataLst>
              <p:tags r:id="rId8"/>
            </p:custDataLst>
          </p:nvPr>
        </p:nvSpPr>
        <p:spPr>
          <a:xfrm>
            <a:off x="609600" y="4140200"/>
            <a:ext cx="2286000" cy="15240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
        <p:nvSpPr>
          <p:cNvPr id="24" name="装饰  3"/>
          <p:cNvSpPr>
            <a:spLocks noGrp="1"/>
          </p:cNvSpPr>
          <p:nvPr>
            <p:ph type="body" idx="16399" hasCustomPrompt="1"/>
            <p:custDataLst>
              <p:tags r:id="rId9"/>
            </p:custDataLst>
          </p:nvPr>
        </p:nvSpPr>
        <p:spPr>
          <a:xfrm>
            <a:off x="3505200" y="2108200"/>
            <a:ext cx="1219200" cy="1219200"/>
          </a:xfrm>
          <a:custGeom>
            <a:avLst/>
            <a:gdLst>
              <a:gd name="connisteX0" fmla="*/ 0 w 1219200"/>
              <a:gd name="connsiteY0" fmla="*/ 304800 h 1219200"/>
              <a:gd name="connisteX1" fmla="*/ 304800 w 1219200"/>
              <a:gd name="connsiteY1" fmla="*/ 0 h 1219200"/>
              <a:gd name="connisteX2" fmla="*/ 914400 w 1219200"/>
              <a:gd name="connsiteY2" fmla="*/ 0 h 1219200"/>
              <a:gd name="connisteX3" fmla="*/ 1219200 w 1219200"/>
              <a:gd name="connsiteY3" fmla="*/ 304800 h 1219200"/>
              <a:gd name="connisteX4" fmla="*/ 1219200 w 1219200"/>
              <a:gd name="connsiteY4" fmla="*/ 914400 h 1219200"/>
              <a:gd name="connisteX5" fmla="*/ 914400 w 1219200"/>
              <a:gd name="connsiteY5" fmla="*/ 1219200 h 1219200"/>
              <a:gd name="connisteX6" fmla="*/ 304800 w 1219200"/>
              <a:gd name="connsiteY6" fmla="*/ 1219200 h 1219200"/>
              <a:gd name="connisteX7" fmla="*/ 0 w 1219200"/>
              <a:gd name="connsiteY7" fmla="*/ 914400 h 1219200"/>
              <a:gd name="connisteX8" fmla="*/ 0 w 1219200"/>
              <a:gd name="connsiteY8" fmla="*/ 304800 h 12192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1219200" h="1219200">
                <a:moveTo>
                  <a:pt x="0" y="304800"/>
                </a:moveTo>
                <a:cubicBezTo>
                  <a:pt x="0" y="136464"/>
                  <a:pt x="136464" y="0"/>
                  <a:pt x="304800" y="0"/>
                </a:cubicBezTo>
                <a:lnTo>
                  <a:pt x="914400" y="0"/>
                </a:lnTo>
                <a:cubicBezTo>
                  <a:pt x="1082736" y="0"/>
                  <a:pt x="1219200" y="136464"/>
                  <a:pt x="1219200" y="304800"/>
                </a:cubicBezTo>
                <a:lnTo>
                  <a:pt x="1219200" y="914400"/>
                </a:lnTo>
                <a:cubicBezTo>
                  <a:pt x="1219200" y="1082736"/>
                  <a:pt x="1082736" y="1219200"/>
                  <a:pt x="914400" y="1219200"/>
                </a:cubicBezTo>
                <a:lnTo>
                  <a:pt x="304800" y="1219200"/>
                </a:lnTo>
                <a:cubicBezTo>
                  <a:pt x="136464" y="1219200"/>
                  <a:pt x="0" y="1082736"/>
                  <a:pt x="0" y="914400"/>
                </a:cubicBezTo>
                <a:lnTo>
                  <a:pt x="0" y="3048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25" name="文本占位符 24"/>
          <p:cNvSpPr>
            <a:spLocks noGrp="1"/>
          </p:cNvSpPr>
          <p:nvPr>
            <p:ph type="body" idx="16391" hasCustomPrompt="1"/>
            <p:custDataLst>
              <p:tags r:id="rId10"/>
            </p:custDataLst>
          </p:nvPr>
        </p:nvSpPr>
        <p:spPr>
          <a:xfrm>
            <a:off x="3752850" y="2413000"/>
            <a:ext cx="723900" cy="609600"/>
          </a:xfrm>
          <a:noFill/>
        </p:spPr>
        <p:txBody>
          <a:bodyPr wrap="none" lIns="0" tIns="0" rIns="0" bIns="0" anchor="ctr">
            <a:noAutofit/>
          </a:bodyPr>
          <a:lstStyle>
            <a:lvl1pPr marL="0" indent="0" algn="ctr">
              <a:lnSpc>
                <a:spcPct val="109000"/>
              </a:lnSpc>
              <a:spcBef>
                <a:spcPct val="0"/>
              </a:spcBef>
              <a:spcAft>
                <a:spcPct val="0"/>
              </a:spcAft>
              <a:buNone/>
              <a:defRPr sz="4800" b="0" spc="0">
                <a:solidFill>
                  <a:srgbClr val="FFFFFF"/>
                </a:solidFill>
              </a:defRPr>
            </a:lvl1pPr>
          </a:lstStyle>
          <a:p>
            <a:pPr lvl="0"/>
            <a:r>
              <a:rPr lang="zh-CN" altLang="en-US"/>
              <a:t>02</a:t>
            </a:r>
          </a:p>
        </p:txBody>
      </p:sp>
      <p:sp>
        <p:nvSpPr>
          <p:cNvPr id="26" name="文本占位符 25"/>
          <p:cNvSpPr>
            <a:spLocks noGrp="1"/>
          </p:cNvSpPr>
          <p:nvPr>
            <p:ph type="body" idx="16389" hasCustomPrompt="1"/>
            <p:custDataLst>
              <p:tags r:id="rId11"/>
            </p:custDataLst>
          </p:nvPr>
        </p:nvSpPr>
        <p:spPr>
          <a:xfrm>
            <a:off x="3505200" y="3632200"/>
            <a:ext cx="22860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项标题</a:t>
            </a:r>
          </a:p>
        </p:txBody>
      </p:sp>
      <p:sp>
        <p:nvSpPr>
          <p:cNvPr id="27" name="文本占位符 26"/>
          <p:cNvSpPr>
            <a:spLocks noGrp="1"/>
          </p:cNvSpPr>
          <p:nvPr>
            <p:ph type="body" idx="16390" hasCustomPrompt="1"/>
            <p:custDataLst>
              <p:tags r:id="rId12"/>
            </p:custDataLst>
          </p:nvPr>
        </p:nvSpPr>
        <p:spPr>
          <a:xfrm>
            <a:off x="3505200" y="4140200"/>
            <a:ext cx="2286000" cy="15240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
        <p:nvSpPr>
          <p:cNvPr id="28" name="装饰  7"/>
          <p:cNvSpPr>
            <a:spLocks noGrp="1"/>
          </p:cNvSpPr>
          <p:nvPr>
            <p:ph type="body" idx="16400" hasCustomPrompt="1"/>
            <p:custDataLst>
              <p:tags r:id="rId13"/>
            </p:custDataLst>
          </p:nvPr>
        </p:nvSpPr>
        <p:spPr>
          <a:xfrm>
            <a:off x="6400800" y="2108200"/>
            <a:ext cx="1219200" cy="1219200"/>
          </a:xfrm>
          <a:custGeom>
            <a:avLst/>
            <a:gdLst>
              <a:gd name="connisteX0" fmla="*/ 0 w 1219200"/>
              <a:gd name="connsiteY0" fmla="*/ 304800 h 1219200"/>
              <a:gd name="connisteX1" fmla="*/ 304800 w 1219200"/>
              <a:gd name="connsiteY1" fmla="*/ 0 h 1219200"/>
              <a:gd name="connisteX2" fmla="*/ 914400 w 1219200"/>
              <a:gd name="connsiteY2" fmla="*/ 0 h 1219200"/>
              <a:gd name="connisteX3" fmla="*/ 1219200 w 1219200"/>
              <a:gd name="connsiteY3" fmla="*/ 304800 h 1219200"/>
              <a:gd name="connisteX4" fmla="*/ 1219200 w 1219200"/>
              <a:gd name="connsiteY4" fmla="*/ 914400 h 1219200"/>
              <a:gd name="connisteX5" fmla="*/ 914400 w 1219200"/>
              <a:gd name="connsiteY5" fmla="*/ 1219200 h 1219200"/>
              <a:gd name="connisteX6" fmla="*/ 304800 w 1219200"/>
              <a:gd name="connsiteY6" fmla="*/ 1219200 h 1219200"/>
              <a:gd name="connisteX7" fmla="*/ 0 w 1219200"/>
              <a:gd name="connsiteY7" fmla="*/ 914400 h 1219200"/>
              <a:gd name="connisteX8" fmla="*/ 0 w 1219200"/>
              <a:gd name="connsiteY8" fmla="*/ 304800 h 12192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1219200" h="1219200">
                <a:moveTo>
                  <a:pt x="0" y="304800"/>
                </a:moveTo>
                <a:cubicBezTo>
                  <a:pt x="0" y="136464"/>
                  <a:pt x="136464" y="0"/>
                  <a:pt x="304800" y="0"/>
                </a:cubicBezTo>
                <a:lnTo>
                  <a:pt x="914400" y="0"/>
                </a:lnTo>
                <a:cubicBezTo>
                  <a:pt x="1082736" y="0"/>
                  <a:pt x="1219200" y="136464"/>
                  <a:pt x="1219200" y="304800"/>
                </a:cubicBezTo>
                <a:lnTo>
                  <a:pt x="1219200" y="914400"/>
                </a:lnTo>
                <a:cubicBezTo>
                  <a:pt x="1219200" y="1082736"/>
                  <a:pt x="1082736" y="1219200"/>
                  <a:pt x="914400" y="1219200"/>
                </a:cubicBezTo>
                <a:lnTo>
                  <a:pt x="304800" y="1219200"/>
                </a:lnTo>
                <a:cubicBezTo>
                  <a:pt x="136464" y="1219200"/>
                  <a:pt x="0" y="1082736"/>
                  <a:pt x="0" y="914400"/>
                </a:cubicBezTo>
                <a:lnTo>
                  <a:pt x="0" y="3048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29" name="文本占位符 28"/>
          <p:cNvSpPr>
            <a:spLocks noGrp="1"/>
          </p:cNvSpPr>
          <p:nvPr>
            <p:ph type="body" idx="16394" hasCustomPrompt="1"/>
            <p:custDataLst>
              <p:tags r:id="rId14"/>
            </p:custDataLst>
          </p:nvPr>
        </p:nvSpPr>
        <p:spPr>
          <a:xfrm>
            <a:off x="6648450" y="2413000"/>
            <a:ext cx="723900" cy="609600"/>
          </a:xfrm>
          <a:noFill/>
        </p:spPr>
        <p:txBody>
          <a:bodyPr wrap="none" lIns="0" tIns="0" rIns="0" bIns="0" anchor="ctr">
            <a:noAutofit/>
          </a:bodyPr>
          <a:lstStyle>
            <a:lvl1pPr marL="0" indent="0" algn="ctr">
              <a:lnSpc>
                <a:spcPct val="109000"/>
              </a:lnSpc>
              <a:spcBef>
                <a:spcPct val="0"/>
              </a:spcBef>
              <a:spcAft>
                <a:spcPct val="0"/>
              </a:spcAft>
              <a:buNone/>
              <a:defRPr sz="4800" b="0" spc="0">
                <a:solidFill>
                  <a:srgbClr val="FFFFFF"/>
                </a:solidFill>
              </a:defRPr>
            </a:lvl1pPr>
          </a:lstStyle>
          <a:p>
            <a:pPr lvl="0"/>
            <a:r>
              <a:rPr lang="zh-CN" altLang="en-US"/>
              <a:t>03</a:t>
            </a:r>
          </a:p>
        </p:txBody>
      </p:sp>
      <p:sp>
        <p:nvSpPr>
          <p:cNvPr id="30" name="文本占位符 29"/>
          <p:cNvSpPr>
            <a:spLocks noGrp="1"/>
          </p:cNvSpPr>
          <p:nvPr>
            <p:ph type="body" idx="16392" hasCustomPrompt="1"/>
            <p:custDataLst>
              <p:tags r:id="rId15"/>
            </p:custDataLst>
          </p:nvPr>
        </p:nvSpPr>
        <p:spPr>
          <a:xfrm>
            <a:off x="6400800" y="3632200"/>
            <a:ext cx="22860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项标题</a:t>
            </a:r>
          </a:p>
        </p:txBody>
      </p:sp>
      <p:sp>
        <p:nvSpPr>
          <p:cNvPr id="31" name="文本占位符 30"/>
          <p:cNvSpPr>
            <a:spLocks noGrp="1"/>
          </p:cNvSpPr>
          <p:nvPr>
            <p:ph type="body" idx="16393" hasCustomPrompt="1"/>
            <p:custDataLst>
              <p:tags r:id="rId16"/>
            </p:custDataLst>
          </p:nvPr>
        </p:nvSpPr>
        <p:spPr>
          <a:xfrm>
            <a:off x="6400800" y="4140200"/>
            <a:ext cx="2286000" cy="15240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
        <p:nvSpPr>
          <p:cNvPr id="32" name="装饰  1"/>
          <p:cNvSpPr>
            <a:spLocks noGrp="1"/>
          </p:cNvSpPr>
          <p:nvPr>
            <p:ph type="body" idx="16401" hasCustomPrompt="1"/>
            <p:custDataLst>
              <p:tags r:id="rId17"/>
            </p:custDataLst>
          </p:nvPr>
        </p:nvSpPr>
        <p:spPr>
          <a:xfrm>
            <a:off x="9296400" y="2108200"/>
            <a:ext cx="1219200" cy="1219200"/>
          </a:xfrm>
          <a:custGeom>
            <a:avLst/>
            <a:gdLst>
              <a:gd name="connisteX0" fmla="*/ 0 w 1219200"/>
              <a:gd name="connsiteY0" fmla="*/ 304800 h 1219200"/>
              <a:gd name="connisteX1" fmla="*/ 304800 w 1219200"/>
              <a:gd name="connsiteY1" fmla="*/ 0 h 1219200"/>
              <a:gd name="connisteX2" fmla="*/ 914400 w 1219200"/>
              <a:gd name="connsiteY2" fmla="*/ 0 h 1219200"/>
              <a:gd name="connisteX3" fmla="*/ 1219200 w 1219200"/>
              <a:gd name="connsiteY3" fmla="*/ 304800 h 1219200"/>
              <a:gd name="connisteX4" fmla="*/ 1219200 w 1219200"/>
              <a:gd name="connsiteY4" fmla="*/ 914400 h 1219200"/>
              <a:gd name="connisteX5" fmla="*/ 914400 w 1219200"/>
              <a:gd name="connsiteY5" fmla="*/ 1219200 h 1219200"/>
              <a:gd name="connisteX6" fmla="*/ 304800 w 1219200"/>
              <a:gd name="connsiteY6" fmla="*/ 1219200 h 1219200"/>
              <a:gd name="connisteX7" fmla="*/ 0 w 1219200"/>
              <a:gd name="connsiteY7" fmla="*/ 914400 h 1219200"/>
              <a:gd name="connisteX8" fmla="*/ 0 w 1219200"/>
              <a:gd name="connsiteY8" fmla="*/ 304800 h 12192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1219200" h="1219200">
                <a:moveTo>
                  <a:pt x="0" y="304800"/>
                </a:moveTo>
                <a:cubicBezTo>
                  <a:pt x="0" y="136464"/>
                  <a:pt x="136464" y="0"/>
                  <a:pt x="304800" y="0"/>
                </a:cubicBezTo>
                <a:lnTo>
                  <a:pt x="914400" y="0"/>
                </a:lnTo>
                <a:cubicBezTo>
                  <a:pt x="1082736" y="0"/>
                  <a:pt x="1219200" y="136464"/>
                  <a:pt x="1219200" y="304800"/>
                </a:cubicBezTo>
                <a:lnTo>
                  <a:pt x="1219200" y="914400"/>
                </a:lnTo>
                <a:cubicBezTo>
                  <a:pt x="1219200" y="1082736"/>
                  <a:pt x="1082736" y="1219200"/>
                  <a:pt x="914400" y="1219200"/>
                </a:cubicBezTo>
                <a:lnTo>
                  <a:pt x="304800" y="1219200"/>
                </a:lnTo>
                <a:cubicBezTo>
                  <a:pt x="136464" y="1219200"/>
                  <a:pt x="0" y="1082736"/>
                  <a:pt x="0" y="914400"/>
                </a:cubicBezTo>
                <a:lnTo>
                  <a:pt x="0" y="3048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33" name="文本占位符 32"/>
          <p:cNvSpPr>
            <a:spLocks noGrp="1"/>
          </p:cNvSpPr>
          <p:nvPr>
            <p:ph type="body" idx="16397" hasCustomPrompt="1"/>
            <p:custDataLst>
              <p:tags r:id="rId18"/>
            </p:custDataLst>
          </p:nvPr>
        </p:nvSpPr>
        <p:spPr>
          <a:xfrm>
            <a:off x="9544050" y="2413000"/>
            <a:ext cx="723900" cy="609600"/>
          </a:xfrm>
          <a:noFill/>
        </p:spPr>
        <p:txBody>
          <a:bodyPr wrap="none" lIns="0" tIns="0" rIns="0" bIns="0" anchor="ctr">
            <a:noAutofit/>
          </a:bodyPr>
          <a:lstStyle>
            <a:lvl1pPr marL="0" indent="0" algn="ctr">
              <a:lnSpc>
                <a:spcPct val="109000"/>
              </a:lnSpc>
              <a:spcBef>
                <a:spcPct val="0"/>
              </a:spcBef>
              <a:spcAft>
                <a:spcPct val="0"/>
              </a:spcAft>
              <a:buNone/>
              <a:defRPr sz="4800" b="0" spc="0">
                <a:solidFill>
                  <a:srgbClr val="FFFFFF"/>
                </a:solidFill>
              </a:defRPr>
            </a:lvl1pPr>
          </a:lstStyle>
          <a:p>
            <a:pPr lvl="0"/>
            <a:r>
              <a:rPr lang="zh-CN" altLang="en-US"/>
              <a:t>04</a:t>
            </a:r>
          </a:p>
        </p:txBody>
      </p:sp>
      <p:sp>
        <p:nvSpPr>
          <p:cNvPr id="34" name="文本占位符 33"/>
          <p:cNvSpPr>
            <a:spLocks noGrp="1"/>
          </p:cNvSpPr>
          <p:nvPr>
            <p:ph type="body" idx="16395" hasCustomPrompt="1"/>
            <p:custDataLst>
              <p:tags r:id="rId19"/>
            </p:custDataLst>
          </p:nvPr>
        </p:nvSpPr>
        <p:spPr>
          <a:xfrm>
            <a:off x="9296400" y="3632200"/>
            <a:ext cx="22860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项标题</a:t>
            </a:r>
          </a:p>
        </p:txBody>
      </p:sp>
      <p:sp>
        <p:nvSpPr>
          <p:cNvPr id="35" name="文本占位符 34"/>
          <p:cNvSpPr>
            <a:spLocks noGrp="1"/>
          </p:cNvSpPr>
          <p:nvPr>
            <p:ph type="body" idx="16396" hasCustomPrompt="1"/>
            <p:custDataLst>
              <p:tags r:id="rId20"/>
            </p:custDataLst>
          </p:nvPr>
        </p:nvSpPr>
        <p:spPr>
          <a:xfrm>
            <a:off x="9296400" y="4140200"/>
            <a:ext cx="2286000" cy="15240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Tree>
    <p:extLst>
      <p:ext uri="{BB962C8B-B14F-4D97-AF65-F5344CB8AC3E}">
        <p14:creationId xmlns:p14="http://schemas.microsoft.com/office/powerpoint/2010/main" val="2724957836"/>
      </p:ext>
    </p:extLst>
  </p:cSld>
  <p:clrMapOvr>
    <a:overrideClrMapping bg1="lt1" tx1="dk1" bg2="lt2" tx2="dk2" accent1="accent1" accent2="accent2" accent3="accent3" accent4="accent4" accent5="accent5" accent6="accent6" hlink="hlink" folHlink="folHlink"/>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正文页-59_15">
    <p:bg>
      <p:bgRef idx="1001">
        <a:schemeClr val="bg2"/>
      </p:bgRef>
    </p:bg>
    <p:spTree>
      <p:nvGrpSpPr>
        <p:cNvPr id="1" name=""/>
        <p:cNvGrpSpPr/>
        <p:nvPr/>
      </p:nvGrpSpPr>
      <p:grpSpPr>
        <a:xfrm>
          <a:off x="0" y="0"/>
          <a:ext cx="0" cy="0"/>
          <a:chOff x="0" y="0"/>
          <a:chExt cx="0" cy="0"/>
        </a:xfrm>
      </p:grpSpPr>
      <p:sp>
        <p:nvSpPr>
          <p:cNvPr id="8" name="日期占位符 7"/>
          <p:cNvSpPr>
            <a:spLocks noGrp="1"/>
          </p:cNvSpPr>
          <p:nvPr>
            <p:ph type="dt" sz="half" idx="10"/>
            <p:custDataLst>
              <p:tags r:id="rId1"/>
            </p:custDataLst>
          </p:nvPr>
        </p:nvSpPr>
        <p:spPr/>
        <p:txBody>
          <a:bodyPr wrap="square">
            <a:normAutofit/>
          </a:bodyPr>
          <a:lstStyle/>
          <a:p>
            <a:fld id="{5592522B-0F24-4480-B9DD-A9474A6880D6}" type="datetimeFigureOut">
              <a:rPr lang="zh-CN" altLang="en-US" smtClean="0"/>
              <a:t>2026/10/10</a:t>
            </a:fld>
            <a:endParaRPr lang="zh-CN" altLang="en-US"/>
          </a:p>
        </p:txBody>
      </p:sp>
      <p:sp>
        <p:nvSpPr>
          <p:cNvPr id="9" name="页脚占位符 8"/>
          <p:cNvSpPr>
            <a:spLocks noGrp="1"/>
          </p:cNvSpPr>
          <p:nvPr>
            <p:ph type="ftr" sz="quarter" idx="11"/>
            <p:custDataLst>
              <p:tags r:id="rId2"/>
            </p:custDataLst>
          </p:nvPr>
        </p:nvSpPr>
        <p:spPr/>
        <p:txBody>
          <a:bodyPr/>
          <a:lstStyle/>
          <a:p>
            <a:endParaRPr lang="zh-CN" altLang="en-US"/>
          </a:p>
        </p:txBody>
      </p:sp>
      <p:sp>
        <p:nvSpPr>
          <p:cNvPr id="10" name="灯片编号占位符 9"/>
          <p:cNvSpPr>
            <a:spLocks noGrp="1"/>
          </p:cNvSpPr>
          <p:nvPr>
            <p:ph type="sldNum" sz="quarter" idx="12"/>
            <p:custDataLst>
              <p:tags r:id="rId3"/>
            </p:custDataLst>
          </p:nvPr>
        </p:nvSpPr>
        <p:spPr/>
        <p:txBody>
          <a:bodyPr wrap="square">
            <a:normAutofit/>
          </a:bodyPr>
          <a:lstStyle/>
          <a:p>
            <a:fld id="{BE5F26B5-172A-4DC2-B0B7-181CFC56B87C}" type="slidenum">
              <a:rPr lang="zh-CN" altLang="en-US" smtClean="0"/>
              <a:t>‹#›</a:t>
            </a:fld>
            <a:endParaRPr lang="zh-CN" altLang="en-US"/>
          </a:p>
        </p:txBody>
      </p:sp>
      <p:sp>
        <p:nvSpPr>
          <p:cNvPr id="7" name="内容占位符 6"/>
          <p:cNvSpPr>
            <a:spLocks noGrp="1"/>
          </p:cNvSpPr>
          <p:nvPr>
            <p:ph idx="16392" hasCustomPrompt="1"/>
            <p:custDataLst>
              <p:tags r:id="rId4"/>
            </p:custDataLst>
          </p:nvPr>
        </p:nvSpPr>
        <p:spPr>
          <a:xfrm>
            <a:off x="609600" y="3403600"/>
            <a:ext cx="10972800" cy="2844800"/>
          </a:xfrm>
          <a:custGeom>
            <a:avLst/>
            <a:gdLst>
              <a:gd name="connisteX0" fmla="*/ 0 w 10972800"/>
              <a:gd name="connsiteY0" fmla="*/ 203200 h 2844800"/>
              <a:gd name="connisteX1" fmla="*/ 203200 w 10972800"/>
              <a:gd name="connsiteY1" fmla="*/ 0 h 2844800"/>
              <a:gd name="connisteX2" fmla="*/ 10769600 w 10972800"/>
              <a:gd name="connsiteY2" fmla="*/ 0 h 2844800"/>
              <a:gd name="connisteX3" fmla="*/ 10972800 w 10972800"/>
              <a:gd name="connsiteY3" fmla="*/ 203200 h 2844800"/>
              <a:gd name="connisteX4" fmla="*/ 10972800 w 10972800"/>
              <a:gd name="connsiteY4" fmla="*/ 2641600 h 2844800"/>
              <a:gd name="connisteX5" fmla="*/ 10769600 w 10972800"/>
              <a:gd name="connsiteY5" fmla="*/ 2844800 h 2844800"/>
              <a:gd name="connisteX6" fmla="*/ 203200 w 10972800"/>
              <a:gd name="connsiteY6" fmla="*/ 2844800 h 2844800"/>
              <a:gd name="connisteX7" fmla="*/ 0 w 10972800"/>
              <a:gd name="connsiteY7" fmla="*/ 2641600 h 2844800"/>
              <a:gd name="connisteX8" fmla="*/ 0 w 10972800"/>
              <a:gd name="connsiteY8" fmla="*/ 203200 h 2844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10972800" h="2844800">
                <a:moveTo>
                  <a:pt x="0" y="203200"/>
                </a:moveTo>
                <a:cubicBezTo>
                  <a:pt x="0" y="90976"/>
                  <a:pt x="90976" y="0"/>
                  <a:pt x="203200" y="0"/>
                </a:cubicBezTo>
                <a:lnTo>
                  <a:pt x="10769600" y="0"/>
                </a:lnTo>
                <a:cubicBezTo>
                  <a:pt x="10881824" y="0"/>
                  <a:pt x="10972800" y="90976"/>
                  <a:pt x="10972800" y="203200"/>
                </a:cubicBezTo>
                <a:lnTo>
                  <a:pt x="10972800" y="2641600"/>
                </a:lnTo>
                <a:cubicBezTo>
                  <a:pt x="10972800" y="2753824"/>
                  <a:pt x="10881824" y="2844800"/>
                  <a:pt x="10769600" y="2844800"/>
                </a:cubicBezTo>
                <a:lnTo>
                  <a:pt x="203200" y="2844800"/>
                </a:lnTo>
                <a:cubicBezTo>
                  <a:pt x="90976" y="2844800"/>
                  <a:pt x="0" y="2753824"/>
                  <a:pt x="0" y="2641600"/>
                </a:cubicBezTo>
                <a:lnTo>
                  <a:pt x="0" y="203200"/>
                </a:lnTo>
                <a:close/>
              </a:path>
            </a:pathLst>
          </a:custGeom>
          <a:solidFill>
            <a:srgbClr val="DDDDDD"/>
          </a:solidFill>
          <a:ln>
            <a:noFill/>
          </a:ln>
        </p:spPr>
        <p:txBody>
          <a:bodyPr>
            <a:norm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6" name="标题 5"/>
          <p:cNvSpPr>
            <a:spLocks noGrp="1"/>
          </p:cNvSpPr>
          <p:nvPr>
            <p:ph type="ctrTitle" idx="16385" hasCustomPrompt="1"/>
            <p:custDataLst>
              <p:tags r:id="rId5"/>
            </p:custDataLst>
          </p:nvPr>
        </p:nvSpPr>
        <p:spPr>
          <a:xfrm>
            <a:off x="609600" y="533400"/>
            <a:ext cx="10972800" cy="609600"/>
          </a:xfrm>
          <a:noFill/>
        </p:spPr>
        <p:txBody>
          <a:bodyPr vert="horz" wrap="square" lIns="0" tIns="0" rIns="0" bIns="0" rtlCol="0" anchor="t" anchorCtr="0">
            <a:normAutofit/>
          </a:bodyPr>
          <a:lstStyle>
            <a:lvl1pPr marL="0" marR="0" indent="0" algn="l" defTabSz="914400" rtl="0" eaLnBrk="1" fontAlgn="auto" latinLnBrk="0" hangingPunct="1">
              <a:lnSpc>
                <a:spcPct val="111000"/>
              </a:lnSpc>
              <a:spcBef>
                <a:spcPct val="0"/>
              </a:spcBef>
              <a:spcAft>
                <a:spcPct val="0"/>
              </a:spcAft>
              <a:buClrTx/>
              <a:buSzTx/>
              <a:buFontTx/>
              <a:buNone/>
              <a:defRPr kumimoji="0" lang="zh-CN" altLang="en-US" sz="3600" b="1" i="0" u="none" strike="noStrike" kern="1200" cap="none" spc="0" normalizeH="0" baseline="0" noProof="1">
                <a:solidFill>
                  <a:schemeClr val="tx1"/>
                </a:solidFill>
                <a:latin typeface="+mj-lt"/>
                <a:ea typeface="+mj-ea"/>
                <a:cs typeface="+mj-cs"/>
              </a:defRPr>
            </a:lvl1pPr>
          </a:lstStyle>
          <a:p>
            <a:pPr lvl="0"/>
            <a:r>
              <a:rPr>
                <a:sym typeface="+mn-ea"/>
              </a:rPr>
              <a:t>单击此处添加标题</a:t>
            </a:r>
          </a:p>
        </p:txBody>
      </p:sp>
      <p:sp>
        <p:nvSpPr>
          <p:cNvPr id="21" name="装饰  0"/>
          <p:cNvSpPr>
            <a:spLocks noGrp="1"/>
          </p:cNvSpPr>
          <p:nvPr>
            <p:ph type="body" idx="16393" hasCustomPrompt="1"/>
            <p:custDataLst>
              <p:tags r:id="rId6"/>
            </p:custDataLst>
          </p:nvPr>
        </p:nvSpPr>
        <p:spPr>
          <a:xfrm>
            <a:off x="609600" y="1524000"/>
            <a:ext cx="50800" cy="1422400"/>
          </a:xfrm>
          <a:custGeom>
            <a:avLst/>
            <a:gdLst>
              <a:gd name="connisteX0" fmla="*/ 0 w 50800"/>
              <a:gd name="connsiteY0" fmla="*/ 25400 h 1422400"/>
              <a:gd name="connisteX1" fmla="*/ 25400 w 50800"/>
              <a:gd name="connsiteY1" fmla="*/ 0 h 1422400"/>
              <a:gd name="connisteX2" fmla="*/ 25400 w 50800"/>
              <a:gd name="connsiteY2" fmla="*/ 0 h 1422400"/>
              <a:gd name="connisteX3" fmla="*/ 50800 w 50800"/>
              <a:gd name="connsiteY3" fmla="*/ 25400 h 1422400"/>
              <a:gd name="connisteX4" fmla="*/ 50800 w 50800"/>
              <a:gd name="connsiteY4" fmla="*/ 1397000 h 1422400"/>
              <a:gd name="connisteX5" fmla="*/ 25400 w 50800"/>
              <a:gd name="connsiteY5" fmla="*/ 1422400 h 1422400"/>
              <a:gd name="connisteX6" fmla="*/ 25400 w 50800"/>
              <a:gd name="connsiteY6" fmla="*/ 1422400 h 1422400"/>
              <a:gd name="connisteX7" fmla="*/ 0 w 50800"/>
              <a:gd name="connsiteY7" fmla="*/ 1397000 h 1422400"/>
              <a:gd name="connisteX8" fmla="*/ 0 w 50800"/>
              <a:gd name="connsiteY8" fmla="*/ 25400 h 1422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50800" h="1422400">
                <a:moveTo>
                  <a:pt x="0" y="25400"/>
                </a:moveTo>
                <a:cubicBezTo>
                  <a:pt x="0" y="11372"/>
                  <a:pt x="11372" y="0"/>
                  <a:pt x="25400" y="0"/>
                </a:cubicBezTo>
                <a:lnTo>
                  <a:pt x="25400" y="0"/>
                </a:lnTo>
                <a:cubicBezTo>
                  <a:pt x="39428" y="0"/>
                  <a:pt x="50800" y="11372"/>
                  <a:pt x="50800" y="25400"/>
                </a:cubicBezTo>
                <a:lnTo>
                  <a:pt x="50800" y="1397000"/>
                </a:lnTo>
                <a:cubicBezTo>
                  <a:pt x="50800" y="1411028"/>
                  <a:pt x="39428" y="1422400"/>
                  <a:pt x="25400" y="1422400"/>
                </a:cubicBezTo>
                <a:lnTo>
                  <a:pt x="25400" y="1422400"/>
                </a:lnTo>
                <a:cubicBezTo>
                  <a:pt x="11372" y="1422400"/>
                  <a:pt x="0" y="1411028"/>
                  <a:pt x="0" y="1397000"/>
                </a:cubicBezTo>
                <a:lnTo>
                  <a:pt x="0" y="254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22" name="文本占位符 21"/>
          <p:cNvSpPr>
            <a:spLocks noGrp="1"/>
          </p:cNvSpPr>
          <p:nvPr>
            <p:ph type="body" idx="16386" hasCustomPrompt="1"/>
            <p:custDataLst>
              <p:tags r:id="rId7"/>
            </p:custDataLst>
          </p:nvPr>
        </p:nvSpPr>
        <p:spPr>
          <a:xfrm>
            <a:off x="762000" y="1524000"/>
            <a:ext cx="30988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23" name="文本占位符 22"/>
          <p:cNvSpPr>
            <a:spLocks noGrp="1"/>
          </p:cNvSpPr>
          <p:nvPr>
            <p:ph type="body" idx="16387" hasCustomPrompt="1"/>
            <p:custDataLst>
              <p:tags r:id="rId8"/>
            </p:custDataLst>
          </p:nvPr>
        </p:nvSpPr>
        <p:spPr>
          <a:xfrm>
            <a:off x="762000" y="2032000"/>
            <a:ext cx="3098800" cy="9144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
        <p:nvSpPr>
          <p:cNvPr id="24" name="装饰  3"/>
          <p:cNvSpPr>
            <a:spLocks noGrp="1"/>
          </p:cNvSpPr>
          <p:nvPr>
            <p:ph type="body" idx="16394" hasCustomPrompt="1"/>
            <p:custDataLst>
              <p:tags r:id="rId9"/>
            </p:custDataLst>
          </p:nvPr>
        </p:nvSpPr>
        <p:spPr>
          <a:xfrm>
            <a:off x="4470400" y="1524000"/>
            <a:ext cx="50800" cy="1422400"/>
          </a:xfrm>
          <a:custGeom>
            <a:avLst/>
            <a:gdLst>
              <a:gd name="connisteX0" fmla="*/ 0 w 50800"/>
              <a:gd name="connsiteY0" fmla="*/ 25400 h 1422400"/>
              <a:gd name="connisteX1" fmla="*/ 25400 w 50800"/>
              <a:gd name="connsiteY1" fmla="*/ 0 h 1422400"/>
              <a:gd name="connisteX2" fmla="*/ 25400 w 50800"/>
              <a:gd name="connsiteY2" fmla="*/ 0 h 1422400"/>
              <a:gd name="connisteX3" fmla="*/ 50800 w 50800"/>
              <a:gd name="connsiteY3" fmla="*/ 25400 h 1422400"/>
              <a:gd name="connisteX4" fmla="*/ 50800 w 50800"/>
              <a:gd name="connsiteY4" fmla="*/ 1397000 h 1422400"/>
              <a:gd name="connisteX5" fmla="*/ 25400 w 50800"/>
              <a:gd name="connsiteY5" fmla="*/ 1422400 h 1422400"/>
              <a:gd name="connisteX6" fmla="*/ 25400 w 50800"/>
              <a:gd name="connsiteY6" fmla="*/ 1422400 h 1422400"/>
              <a:gd name="connisteX7" fmla="*/ 0 w 50800"/>
              <a:gd name="connsiteY7" fmla="*/ 1397000 h 1422400"/>
              <a:gd name="connisteX8" fmla="*/ 0 w 50800"/>
              <a:gd name="connsiteY8" fmla="*/ 25400 h 1422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50800" h="1422400">
                <a:moveTo>
                  <a:pt x="0" y="25400"/>
                </a:moveTo>
                <a:cubicBezTo>
                  <a:pt x="0" y="11372"/>
                  <a:pt x="11372" y="0"/>
                  <a:pt x="25400" y="0"/>
                </a:cubicBezTo>
                <a:lnTo>
                  <a:pt x="25400" y="0"/>
                </a:lnTo>
                <a:cubicBezTo>
                  <a:pt x="39428" y="0"/>
                  <a:pt x="50800" y="11372"/>
                  <a:pt x="50800" y="25400"/>
                </a:cubicBezTo>
                <a:lnTo>
                  <a:pt x="50800" y="1397000"/>
                </a:lnTo>
                <a:cubicBezTo>
                  <a:pt x="50800" y="1411028"/>
                  <a:pt x="39428" y="1422400"/>
                  <a:pt x="25400" y="1422400"/>
                </a:cubicBezTo>
                <a:lnTo>
                  <a:pt x="25400" y="1422400"/>
                </a:lnTo>
                <a:cubicBezTo>
                  <a:pt x="11372" y="1422400"/>
                  <a:pt x="0" y="1411028"/>
                  <a:pt x="0" y="1397000"/>
                </a:cubicBezTo>
                <a:lnTo>
                  <a:pt x="0" y="254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25" name="文本占位符 24"/>
          <p:cNvSpPr>
            <a:spLocks noGrp="1"/>
          </p:cNvSpPr>
          <p:nvPr>
            <p:ph type="body" idx="16388" hasCustomPrompt="1"/>
            <p:custDataLst>
              <p:tags r:id="rId10"/>
            </p:custDataLst>
          </p:nvPr>
        </p:nvSpPr>
        <p:spPr>
          <a:xfrm>
            <a:off x="4622800" y="1524000"/>
            <a:ext cx="30988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26" name="文本占位符 25"/>
          <p:cNvSpPr>
            <a:spLocks noGrp="1"/>
          </p:cNvSpPr>
          <p:nvPr>
            <p:ph type="body" idx="16389" hasCustomPrompt="1"/>
            <p:custDataLst>
              <p:tags r:id="rId11"/>
            </p:custDataLst>
          </p:nvPr>
        </p:nvSpPr>
        <p:spPr>
          <a:xfrm>
            <a:off x="4622800" y="2032000"/>
            <a:ext cx="3098800" cy="9144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
        <p:nvSpPr>
          <p:cNvPr id="27" name="装饰  6"/>
          <p:cNvSpPr>
            <a:spLocks noGrp="1"/>
          </p:cNvSpPr>
          <p:nvPr>
            <p:ph type="body" idx="16395" hasCustomPrompt="1"/>
            <p:custDataLst>
              <p:tags r:id="rId12"/>
            </p:custDataLst>
          </p:nvPr>
        </p:nvSpPr>
        <p:spPr>
          <a:xfrm>
            <a:off x="8331200" y="1524000"/>
            <a:ext cx="50800" cy="1422400"/>
          </a:xfrm>
          <a:custGeom>
            <a:avLst/>
            <a:gdLst>
              <a:gd name="connisteX0" fmla="*/ 0 w 50800"/>
              <a:gd name="connsiteY0" fmla="*/ 25400 h 1422400"/>
              <a:gd name="connisteX1" fmla="*/ 25400 w 50800"/>
              <a:gd name="connsiteY1" fmla="*/ 0 h 1422400"/>
              <a:gd name="connisteX2" fmla="*/ 25400 w 50800"/>
              <a:gd name="connsiteY2" fmla="*/ 0 h 1422400"/>
              <a:gd name="connisteX3" fmla="*/ 50800 w 50800"/>
              <a:gd name="connsiteY3" fmla="*/ 25400 h 1422400"/>
              <a:gd name="connisteX4" fmla="*/ 50800 w 50800"/>
              <a:gd name="connsiteY4" fmla="*/ 1397000 h 1422400"/>
              <a:gd name="connisteX5" fmla="*/ 25400 w 50800"/>
              <a:gd name="connsiteY5" fmla="*/ 1422400 h 1422400"/>
              <a:gd name="connisteX6" fmla="*/ 25400 w 50800"/>
              <a:gd name="connsiteY6" fmla="*/ 1422400 h 1422400"/>
              <a:gd name="connisteX7" fmla="*/ 0 w 50800"/>
              <a:gd name="connsiteY7" fmla="*/ 1397000 h 1422400"/>
              <a:gd name="connisteX8" fmla="*/ 0 w 50800"/>
              <a:gd name="connsiteY8" fmla="*/ 25400 h 1422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50800" h="1422400">
                <a:moveTo>
                  <a:pt x="0" y="25400"/>
                </a:moveTo>
                <a:cubicBezTo>
                  <a:pt x="0" y="11372"/>
                  <a:pt x="11372" y="0"/>
                  <a:pt x="25400" y="0"/>
                </a:cubicBezTo>
                <a:lnTo>
                  <a:pt x="25400" y="0"/>
                </a:lnTo>
                <a:cubicBezTo>
                  <a:pt x="39428" y="0"/>
                  <a:pt x="50800" y="11372"/>
                  <a:pt x="50800" y="25400"/>
                </a:cubicBezTo>
                <a:lnTo>
                  <a:pt x="50800" y="1397000"/>
                </a:lnTo>
                <a:cubicBezTo>
                  <a:pt x="50800" y="1411028"/>
                  <a:pt x="39428" y="1422400"/>
                  <a:pt x="25400" y="1422400"/>
                </a:cubicBezTo>
                <a:lnTo>
                  <a:pt x="25400" y="1422400"/>
                </a:lnTo>
                <a:cubicBezTo>
                  <a:pt x="11372" y="1422400"/>
                  <a:pt x="0" y="1411028"/>
                  <a:pt x="0" y="1397000"/>
                </a:cubicBezTo>
                <a:lnTo>
                  <a:pt x="0" y="254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28" name="文本占位符 27"/>
          <p:cNvSpPr>
            <a:spLocks noGrp="1"/>
          </p:cNvSpPr>
          <p:nvPr>
            <p:ph type="body" idx="16390" hasCustomPrompt="1"/>
            <p:custDataLst>
              <p:tags r:id="rId13"/>
            </p:custDataLst>
          </p:nvPr>
        </p:nvSpPr>
        <p:spPr>
          <a:xfrm>
            <a:off x="8483600" y="1524000"/>
            <a:ext cx="30988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29" name="文本占位符 28"/>
          <p:cNvSpPr>
            <a:spLocks noGrp="1"/>
          </p:cNvSpPr>
          <p:nvPr>
            <p:ph type="body" idx="16391" hasCustomPrompt="1"/>
            <p:custDataLst>
              <p:tags r:id="rId14"/>
            </p:custDataLst>
          </p:nvPr>
        </p:nvSpPr>
        <p:spPr>
          <a:xfrm>
            <a:off x="8483600" y="2032000"/>
            <a:ext cx="3098800" cy="9144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Tree>
    <p:extLst>
      <p:ext uri="{BB962C8B-B14F-4D97-AF65-F5344CB8AC3E}">
        <p14:creationId xmlns:p14="http://schemas.microsoft.com/office/powerpoint/2010/main" val="1456537729"/>
      </p:ext>
    </p:extLst>
  </p:cSld>
  <p:clrMapOvr>
    <a:overrideClrMapping bg1="lt1" tx1="dk1" bg2="lt2" tx2="dk2" accent1="accent1" accent2="accent2" accent3="accent3" accent4="accent4" accent5="accent5" accent6="accent6" hlink="hlink" folHlink="folHlink"/>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正文页-49_8">
    <p:bg>
      <p:bgRef idx="1001">
        <a:schemeClr val="bg2"/>
      </p:bgRef>
    </p:bg>
    <p:spTree>
      <p:nvGrpSpPr>
        <p:cNvPr id="1" name=""/>
        <p:cNvGrpSpPr/>
        <p:nvPr/>
      </p:nvGrpSpPr>
      <p:grpSpPr>
        <a:xfrm>
          <a:off x="0" y="0"/>
          <a:ext cx="0" cy="0"/>
          <a:chOff x="0" y="0"/>
          <a:chExt cx="0" cy="0"/>
        </a:xfrm>
      </p:grpSpPr>
      <p:sp>
        <p:nvSpPr>
          <p:cNvPr id="8" name="日期占位符 7"/>
          <p:cNvSpPr>
            <a:spLocks noGrp="1"/>
          </p:cNvSpPr>
          <p:nvPr>
            <p:ph type="dt" sz="half" idx="10"/>
            <p:custDataLst>
              <p:tags r:id="rId1"/>
            </p:custDataLst>
          </p:nvPr>
        </p:nvSpPr>
        <p:spPr/>
        <p:txBody>
          <a:bodyPr wrap="square">
            <a:normAutofit/>
          </a:bodyPr>
          <a:lstStyle/>
          <a:p>
            <a:fld id="{5592522B-0F24-4480-B9DD-A9474A6880D6}" type="datetimeFigureOut">
              <a:rPr lang="zh-CN" altLang="en-US" smtClean="0"/>
              <a:t>2026/10/10</a:t>
            </a:fld>
            <a:endParaRPr lang="zh-CN" altLang="en-US"/>
          </a:p>
        </p:txBody>
      </p:sp>
      <p:sp>
        <p:nvSpPr>
          <p:cNvPr id="9" name="页脚占位符 8"/>
          <p:cNvSpPr>
            <a:spLocks noGrp="1"/>
          </p:cNvSpPr>
          <p:nvPr>
            <p:ph type="ftr" sz="quarter" idx="11"/>
            <p:custDataLst>
              <p:tags r:id="rId2"/>
            </p:custDataLst>
          </p:nvPr>
        </p:nvSpPr>
        <p:spPr/>
        <p:txBody>
          <a:bodyPr/>
          <a:lstStyle/>
          <a:p>
            <a:endParaRPr lang="zh-CN" altLang="en-US"/>
          </a:p>
        </p:txBody>
      </p:sp>
      <p:sp>
        <p:nvSpPr>
          <p:cNvPr id="10" name="灯片编号占位符 9"/>
          <p:cNvSpPr>
            <a:spLocks noGrp="1"/>
          </p:cNvSpPr>
          <p:nvPr>
            <p:ph type="sldNum" sz="quarter" idx="12"/>
            <p:custDataLst>
              <p:tags r:id="rId3"/>
            </p:custDataLst>
          </p:nvPr>
        </p:nvSpPr>
        <p:spPr/>
        <p:txBody>
          <a:bodyPr wrap="square">
            <a:normAutofit/>
          </a:bodyPr>
          <a:lstStyle/>
          <a:p>
            <a:fld id="{BE5F26B5-172A-4DC2-B0B7-181CFC56B87C}" type="slidenum">
              <a:rPr lang="zh-CN" altLang="en-US" smtClean="0"/>
              <a:t>‹#›</a:t>
            </a:fld>
            <a:endParaRPr lang="zh-CN" altLang="en-US"/>
          </a:p>
        </p:txBody>
      </p:sp>
      <p:sp>
        <p:nvSpPr>
          <p:cNvPr id="7" name="装饰  6"/>
          <p:cNvSpPr>
            <a:spLocks noGrp="1"/>
          </p:cNvSpPr>
          <p:nvPr>
            <p:ph type="body" idx="16395" hasCustomPrompt="1"/>
            <p:custDataLst>
              <p:tags r:id="rId4"/>
            </p:custDataLst>
          </p:nvPr>
        </p:nvSpPr>
        <p:spPr>
          <a:xfrm>
            <a:off x="1625600" y="2565400"/>
            <a:ext cx="1219200" cy="1219200"/>
          </a:xfrm>
          <a:custGeom>
            <a:avLst/>
            <a:gdLst>
              <a:gd name="connisteX0" fmla="*/ 0 w 1219200"/>
              <a:gd name="connsiteY0" fmla="*/ 304800 h 1219200"/>
              <a:gd name="connisteX1" fmla="*/ 304800 w 1219200"/>
              <a:gd name="connsiteY1" fmla="*/ 0 h 1219200"/>
              <a:gd name="connisteX2" fmla="*/ 914400 w 1219200"/>
              <a:gd name="connsiteY2" fmla="*/ 0 h 1219200"/>
              <a:gd name="connisteX3" fmla="*/ 1219200 w 1219200"/>
              <a:gd name="connsiteY3" fmla="*/ 304800 h 1219200"/>
              <a:gd name="connisteX4" fmla="*/ 1219200 w 1219200"/>
              <a:gd name="connsiteY4" fmla="*/ 914400 h 1219200"/>
              <a:gd name="connisteX5" fmla="*/ 914400 w 1219200"/>
              <a:gd name="connsiteY5" fmla="*/ 1219200 h 1219200"/>
              <a:gd name="connisteX6" fmla="*/ 304800 w 1219200"/>
              <a:gd name="connsiteY6" fmla="*/ 1219200 h 1219200"/>
              <a:gd name="connisteX7" fmla="*/ 0 w 1219200"/>
              <a:gd name="connsiteY7" fmla="*/ 914400 h 1219200"/>
              <a:gd name="connisteX8" fmla="*/ 0 w 1219200"/>
              <a:gd name="connsiteY8" fmla="*/ 304800 h 12192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1219200" h="1219200">
                <a:moveTo>
                  <a:pt x="0" y="304800"/>
                </a:moveTo>
                <a:cubicBezTo>
                  <a:pt x="0" y="136464"/>
                  <a:pt x="136464" y="0"/>
                  <a:pt x="304800" y="0"/>
                </a:cubicBezTo>
                <a:lnTo>
                  <a:pt x="914400" y="0"/>
                </a:lnTo>
                <a:cubicBezTo>
                  <a:pt x="1082736" y="0"/>
                  <a:pt x="1219200" y="136464"/>
                  <a:pt x="1219200" y="304800"/>
                </a:cubicBezTo>
                <a:lnTo>
                  <a:pt x="1219200" y="914400"/>
                </a:lnTo>
                <a:cubicBezTo>
                  <a:pt x="1219200" y="1082736"/>
                  <a:pt x="1082736" y="1219200"/>
                  <a:pt x="914400" y="1219200"/>
                </a:cubicBezTo>
                <a:lnTo>
                  <a:pt x="304800" y="1219200"/>
                </a:lnTo>
                <a:cubicBezTo>
                  <a:pt x="136464" y="1219200"/>
                  <a:pt x="0" y="1082736"/>
                  <a:pt x="0" y="914400"/>
                </a:cubicBezTo>
                <a:lnTo>
                  <a:pt x="0" y="3048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6" name="标题 5"/>
          <p:cNvSpPr>
            <a:spLocks noGrp="1"/>
          </p:cNvSpPr>
          <p:nvPr>
            <p:ph type="ctrTitle" idx="16385" hasCustomPrompt="1"/>
            <p:custDataLst>
              <p:tags r:id="rId5"/>
            </p:custDataLst>
          </p:nvPr>
        </p:nvSpPr>
        <p:spPr>
          <a:xfrm>
            <a:off x="609600" y="533400"/>
            <a:ext cx="10972800" cy="609600"/>
          </a:xfrm>
          <a:noFill/>
        </p:spPr>
        <p:txBody>
          <a:bodyPr vert="horz" wrap="square" lIns="0" tIns="0" rIns="0" bIns="0" rtlCol="0" anchor="t" anchorCtr="0">
            <a:normAutofit/>
          </a:bodyPr>
          <a:lstStyle>
            <a:lvl1pPr marL="0" marR="0" indent="0" algn="l" defTabSz="914400" rtl="0" eaLnBrk="1" fontAlgn="auto" latinLnBrk="0" hangingPunct="1">
              <a:lnSpc>
                <a:spcPct val="111000"/>
              </a:lnSpc>
              <a:spcBef>
                <a:spcPct val="0"/>
              </a:spcBef>
              <a:spcAft>
                <a:spcPct val="0"/>
              </a:spcAft>
              <a:buClrTx/>
              <a:buSzTx/>
              <a:buFontTx/>
              <a:buNone/>
              <a:defRPr kumimoji="0" lang="zh-CN" altLang="en-US" sz="3600" b="1" i="0" u="none" strike="noStrike" kern="1200" cap="none" spc="0" normalizeH="0" baseline="0" noProof="1">
                <a:solidFill>
                  <a:schemeClr val="tx1"/>
                </a:solidFill>
                <a:latin typeface="+mj-lt"/>
                <a:ea typeface="+mj-ea"/>
                <a:cs typeface="+mj-cs"/>
              </a:defRPr>
            </a:lvl1pPr>
          </a:lstStyle>
          <a:p>
            <a:pPr lvl="0"/>
            <a:r>
              <a:rPr>
                <a:sym typeface="+mn-ea"/>
              </a:rPr>
              <a:t>单击此处添加标题</a:t>
            </a:r>
          </a:p>
        </p:txBody>
      </p:sp>
      <p:sp>
        <p:nvSpPr>
          <p:cNvPr id="21" name="文本占位符 20"/>
          <p:cNvSpPr>
            <a:spLocks noGrp="1"/>
          </p:cNvSpPr>
          <p:nvPr>
            <p:ph type="body" idx="16388" hasCustomPrompt="1"/>
            <p:custDataLst>
              <p:tags r:id="rId6"/>
            </p:custDataLst>
          </p:nvPr>
        </p:nvSpPr>
        <p:spPr>
          <a:xfrm>
            <a:off x="1873250" y="2870200"/>
            <a:ext cx="723900" cy="609600"/>
          </a:xfrm>
          <a:noFill/>
        </p:spPr>
        <p:txBody>
          <a:bodyPr wrap="none" lIns="0" tIns="0" rIns="0" bIns="0" anchor="ctr">
            <a:noAutofit/>
          </a:bodyPr>
          <a:lstStyle>
            <a:lvl1pPr marL="0" indent="0" algn="ctr">
              <a:lnSpc>
                <a:spcPct val="109000"/>
              </a:lnSpc>
              <a:spcBef>
                <a:spcPct val="0"/>
              </a:spcBef>
              <a:spcAft>
                <a:spcPct val="0"/>
              </a:spcAft>
              <a:buNone/>
              <a:defRPr sz="4800" b="0" spc="0">
                <a:solidFill>
                  <a:srgbClr val="FFFFFF"/>
                </a:solidFill>
              </a:defRPr>
            </a:lvl1pPr>
          </a:lstStyle>
          <a:p>
            <a:pPr lvl="0"/>
            <a:r>
              <a:rPr lang="zh-CN" altLang="en-US"/>
              <a:t>01</a:t>
            </a:r>
          </a:p>
        </p:txBody>
      </p:sp>
      <p:sp>
        <p:nvSpPr>
          <p:cNvPr id="22" name="文本占位符 21"/>
          <p:cNvSpPr>
            <a:spLocks noGrp="1"/>
          </p:cNvSpPr>
          <p:nvPr>
            <p:ph type="body" idx="16386" hasCustomPrompt="1"/>
            <p:custDataLst>
              <p:tags r:id="rId7"/>
            </p:custDataLst>
          </p:nvPr>
        </p:nvSpPr>
        <p:spPr>
          <a:xfrm>
            <a:off x="609600" y="4089400"/>
            <a:ext cx="3251200" cy="406400"/>
          </a:xfrm>
          <a:noFill/>
        </p:spPr>
        <p:txBody>
          <a:bodyPr lIns="0" tIns="0" rIns="0" bIns="0" anchor="t">
            <a:normAutofit/>
          </a:bodyPr>
          <a:lstStyle>
            <a:lvl1pPr marL="0" indent="0" algn="ctr">
              <a:lnSpc>
                <a:spcPct val="111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23" name="文本占位符 22"/>
          <p:cNvSpPr>
            <a:spLocks noGrp="1"/>
          </p:cNvSpPr>
          <p:nvPr>
            <p:ph type="body" idx="16387" hasCustomPrompt="1"/>
            <p:custDataLst>
              <p:tags r:id="rId8"/>
            </p:custDataLst>
          </p:nvPr>
        </p:nvSpPr>
        <p:spPr>
          <a:xfrm>
            <a:off x="609600" y="4597400"/>
            <a:ext cx="3251200" cy="609600"/>
          </a:xfrm>
          <a:noFill/>
        </p:spPr>
        <p:txBody>
          <a:bodyPr lIns="0" tIns="0" rIns="0" bIns="0" anchor="t">
            <a:normAutofit/>
          </a:bodyPr>
          <a:lstStyle>
            <a:lvl1pPr marL="0" indent="0" algn="ctr">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
        <p:nvSpPr>
          <p:cNvPr id="24" name="装饰  3"/>
          <p:cNvSpPr>
            <a:spLocks noGrp="1"/>
          </p:cNvSpPr>
          <p:nvPr>
            <p:ph type="body" idx="16396" hasCustomPrompt="1"/>
            <p:custDataLst>
              <p:tags r:id="rId9"/>
            </p:custDataLst>
          </p:nvPr>
        </p:nvSpPr>
        <p:spPr>
          <a:xfrm>
            <a:off x="5486400" y="2565400"/>
            <a:ext cx="1219200" cy="1219200"/>
          </a:xfrm>
          <a:custGeom>
            <a:avLst/>
            <a:gdLst>
              <a:gd name="connisteX0" fmla="*/ 0 w 1219200"/>
              <a:gd name="connsiteY0" fmla="*/ 304800 h 1219200"/>
              <a:gd name="connisteX1" fmla="*/ 304800 w 1219200"/>
              <a:gd name="connsiteY1" fmla="*/ 0 h 1219200"/>
              <a:gd name="connisteX2" fmla="*/ 914400 w 1219200"/>
              <a:gd name="connsiteY2" fmla="*/ 0 h 1219200"/>
              <a:gd name="connisteX3" fmla="*/ 1219200 w 1219200"/>
              <a:gd name="connsiteY3" fmla="*/ 304800 h 1219200"/>
              <a:gd name="connisteX4" fmla="*/ 1219200 w 1219200"/>
              <a:gd name="connsiteY4" fmla="*/ 914400 h 1219200"/>
              <a:gd name="connisteX5" fmla="*/ 914400 w 1219200"/>
              <a:gd name="connsiteY5" fmla="*/ 1219200 h 1219200"/>
              <a:gd name="connisteX6" fmla="*/ 304800 w 1219200"/>
              <a:gd name="connsiteY6" fmla="*/ 1219200 h 1219200"/>
              <a:gd name="connisteX7" fmla="*/ 0 w 1219200"/>
              <a:gd name="connsiteY7" fmla="*/ 914400 h 1219200"/>
              <a:gd name="connisteX8" fmla="*/ 0 w 1219200"/>
              <a:gd name="connsiteY8" fmla="*/ 304800 h 12192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1219200" h="1219200">
                <a:moveTo>
                  <a:pt x="0" y="304800"/>
                </a:moveTo>
                <a:cubicBezTo>
                  <a:pt x="0" y="136464"/>
                  <a:pt x="136464" y="0"/>
                  <a:pt x="304800" y="0"/>
                </a:cubicBezTo>
                <a:lnTo>
                  <a:pt x="914400" y="0"/>
                </a:lnTo>
                <a:cubicBezTo>
                  <a:pt x="1082736" y="0"/>
                  <a:pt x="1219200" y="136464"/>
                  <a:pt x="1219200" y="304800"/>
                </a:cubicBezTo>
                <a:lnTo>
                  <a:pt x="1219200" y="914400"/>
                </a:lnTo>
                <a:cubicBezTo>
                  <a:pt x="1219200" y="1082736"/>
                  <a:pt x="1082736" y="1219200"/>
                  <a:pt x="914400" y="1219200"/>
                </a:cubicBezTo>
                <a:lnTo>
                  <a:pt x="304800" y="1219200"/>
                </a:lnTo>
                <a:cubicBezTo>
                  <a:pt x="136464" y="1219200"/>
                  <a:pt x="0" y="1082736"/>
                  <a:pt x="0" y="914400"/>
                </a:cubicBezTo>
                <a:lnTo>
                  <a:pt x="0" y="3048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25" name="文本占位符 24"/>
          <p:cNvSpPr>
            <a:spLocks noGrp="1"/>
          </p:cNvSpPr>
          <p:nvPr>
            <p:ph type="body" idx="16391" hasCustomPrompt="1"/>
            <p:custDataLst>
              <p:tags r:id="rId10"/>
            </p:custDataLst>
          </p:nvPr>
        </p:nvSpPr>
        <p:spPr>
          <a:xfrm>
            <a:off x="5734050" y="2870200"/>
            <a:ext cx="723900" cy="609600"/>
          </a:xfrm>
          <a:noFill/>
        </p:spPr>
        <p:txBody>
          <a:bodyPr wrap="none" lIns="0" tIns="0" rIns="0" bIns="0" anchor="ctr">
            <a:noAutofit/>
          </a:bodyPr>
          <a:lstStyle>
            <a:lvl1pPr marL="0" indent="0" algn="ctr">
              <a:lnSpc>
                <a:spcPct val="109000"/>
              </a:lnSpc>
              <a:spcBef>
                <a:spcPct val="0"/>
              </a:spcBef>
              <a:spcAft>
                <a:spcPct val="0"/>
              </a:spcAft>
              <a:buNone/>
              <a:defRPr sz="4800" b="0" spc="0">
                <a:solidFill>
                  <a:srgbClr val="FFFFFF"/>
                </a:solidFill>
              </a:defRPr>
            </a:lvl1pPr>
          </a:lstStyle>
          <a:p>
            <a:pPr lvl="0"/>
            <a:r>
              <a:rPr lang="zh-CN" altLang="en-US"/>
              <a:t>02</a:t>
            </a:r>
          </a:p>
        </p:txBody>
      </p:sp>
      <p:sp>
        <p:nvSpPr>
          <p:cNvPr id="26" name="文本占位符 25"/>
          <p:cNvSpPr>
            <a:spLocks noGrp="1"/>
          </p:cNvSpPr>
          <p:nvPr>
            <p:ph type="body" idx="16389" hasCustomPrompt="1"/>
            <p:custDataLst>
              <p:tags r:id="rId11"/>
            </p:custDataLst>
          </p:nvPr>
        </p:nvSpPr>
        <p:spPr>
          <a:xfrm>
            <a:off x="4470400" y="4089400"/>
            <a:ext cx="3251200" cy="406400"/>
          </a:xfrm>
          <a:noFill/>
        </p:spPr>
        <p:txBody>
          <a:bodyPr lIns="0" tIns="0" rIns="0" bIns="0" anchor="t">
            <a:normAutofit/>
          </a:bodyPr>
          <a:lstStyle>
            <a:lvl1pPr marL="0" indent="0" algn="ctr">
              <a:lnSpc>
                <a:spcPct val="111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27" name="文本占位符 26"/>
          <p:cNvSpPr>
            <a:spLocks noGrp="1"/>
          </p:cNvSpPr>
          <p:nvPr>
            <p:ph type="body" idx="16390" hasCustomPrompt="1"/>
            <p:custDataLst>
              <p:tags r:id="rId12"/>
            </p:custDataLst>
          </p:nvPr>
        </p:nvSpPr>
        <p:spPr>
          <a:xfrm>
            <a:off x="4470400" y="4597400"/>
            <a:ext cx="3251200" cy="609600"/>
          </a:xfrm>
          <a:noFill/>
        </p:spPr>
        <p:txBody>
          <a:bodyPr lIns="0" tIns="0" rIns="0" bIns="0" anchor="t">
            <a:normAutofit/>
          </a:bodyPr>
          <a:lstStyle>
            <a:lvl1pPr marL="0" indent="0" algn="ctr">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
        <p:nvSpPr>
          <p:cNvPr id="28" name="装饰  7"/>
          <p:cNvSpPr>
            <a:spLocks noGrp="1"/>
          </p:cNvSpPr>
          <p:nvPr>
            <p:ph type="body" idx="16397" hasCustomPrompt="1"/>
            <p:custDataLst>
              <p:tags r:id="rId13"/>
            </p:custDataLst>
          </p:nvPr>
        </p:nvSpPr>
        <p:spPr>
          <a:xfrm>
            <a:off x="9347200" y="2565400"/>
            <a:ext cx="1219200" cy="1219200"/>
          </a:xfrm>
          <a:custGeom>
            <a:avLst/>
            <a:gdLst>
              <a:gd name="connisteX0" fmla="*/ 0 w 1219200"/>
              <a:gd name="connsiteY0" fmla="*/ 304800 h 1219200"/>
              <a:gd name="connisteX1" fmla="*/ 304800 w 1219200"/>
              <a:gd name="connsiteY1" fmla="*/ 0 h 1219200"/>
              <a:gd name="connisteX2" fmla="*/ 914400 w 1219200"/>
              <a:gd name="connsiteY2" fmla="*/ 0 h 1219200"/>
              <a:gd name="connisteX3" fmla="*/ 1219200 w 1219200"/>
              <a:gd name="connsiteY3" fmla="*/ 304800 h 1219200"/>
              <a:gd name="connisteX4" fmla="*/ 1219200 w 1219200"/>
              <a:gd name="connsiteY4" fmla="*/ 914400 h 1219200"/>
              <a:gd name="connisteX5" fmla="*/ 914400 w 1219200"/>
              <a:gd name="connsiteY5" fmla="*/ 1219200 h 1219200"/>
              <a:gd name="connisteX6" fmla="*/ 304800 w 1219200"/>
              <a:gd name="connsiteY6" fmla="*/ 1219200 h 1219200"/>
              <a:gd name="connisteX7" fmla="*/ 0 w 1219200"/>
              <a:gd name="connsiteY7" fmla="*/ 914400 h 1219200"/>
              <a:gd name="connisteX8" fmla="*/ 0 w 1219200"/>
              <a:gd name="connsiteY8" fmla="*/ 304800 h 12192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1219200" h="1219200">
                <a:moveTo>
                  <a:pt x="0" y="304800"/>
                </a:moveTo>
                <a:cubicBezTo>
                  <a:pt x="0" y="136464"/>
                  <a:pt x="136464" y="0"/>
                  <a:pt x="304800" y="0"/>
                </a:cubicBezTo>
                <a:lnTo>
                  <a:pt x="914400" y="0"/>
                </a:lnTo>
                <a:cubicBezTo>
                  <a:pt x="1082736" y="0"/>
                  <a:pt x="1219200" y="136464"/>
                  <a:pt x="1219200" y="304800"/>
                </a:cubicBezTo>
                <a:lnTo>
                  <a:pt x="1219200" y="914400"/>
                </a:lnTo>
                <a:cubicBezTo>
                  <a:pt x="1219200" y="1082736"/>
                  <a:pt x="1082736" y="1219200"/>
                  <a:pt x="914400" y="1219200"/>
                </a:cubicBezTo>
                <a:lnTo>
                  <a:pt x="304800" y="1219200"/>
                </a:lnTo>
                <a:cubicBezTo>
                  <a:pt x="136464" y="1219200"/>
                  <a:pt x="0" y="1082736"/>
                  <a:pt x="0" y="914400"/>
                </a:cubicBezTo>
                <a:lnTo>
                  <a:pt x="0" y="3048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29" name="文本占位符 28"/>
          <p:cNvSpPr>
            <a:spLocks noGrp="1"/>
          </p:cNvSpPr>
          <p:nvPr>
            <p:ph type="body" idx="16394" hasCustomPrompt="1"/>
            <p:custDataLst>
              <p:tags r:id="rId14"/>
            </p:custDataLst>
          </p:nvPr>
        </p:nvSpPr>
        <p:spPr>
          <a:xfrm>
            <a:off x="9594850" y="2870200"/>
            <a:ext cx="723900" cy="609600"/>
          </a:xfrm>
          <a:noFill/>
        </p:spPr>
        <p:txBody>
          <a:bodyPr wrap="none" lIns="0" tIns="0" rIns="0" bIns="0" anchor="ctr">
            <a:noAutofit/>
          </a:bodyPr>
          <a:lstStyle>
            <a:lvl1pPr marL="0" indent="0" algn="ctr">
              <a:lnSpc>
                <a:spcPct val="109000"/>
              </a:lnSpc>
              <a:spcBef>
                <a:spcPct val="0"/>
              </a:spcBef>
              <a:spcAft>
                <a:spcPct val="0"/>
              </a:spcAft>
              <a:buNone/>
              <a:defRPr sz="4800" b="0" spc="0">
                <a:solidFill>
                  <a:srgbClr val="FFFFFF"/>
                </a:solidFill>
              </a:defRPr>
            </a:lvl1pPr>
          </a:lstStyle>
          <a:p>
            <a:pPr lvl="0"/>
            <a:r>
              <a:rPr lang="zh-CN" altLang="en-US"/>
              <a:t>03</a:t>
            </a:r>
          </a:p>
        </p:txBody>
      </p:sp>
      <p:sp>
        <p:nvSpPr>
          <p:cNvPr id="30" name="文本占位符 29"/>
          <p:cNvSpPr>
            <a:spLocks noGrp="1"/>
          </p:cNvSpPr>
          <p:nvPr>
            <p:ph type="body" idx="16392" hasCustomPrompt="1"/>
            <p:custDataLst>
              <p:tags r:id="rId15"/>
            </p:custDataLst>
          </p:nvPr>
        </p:nvSpPr>
        <p:spPr>
          <a:xfrm>
            <a:off x="8331200" y="4089400"/>
            <a:ext cx="3251200" cy="406400"/>
          </a:xfrm>
          <a:noFill/>
        </p:spPr>
        <p:txBody>
          <a:bodyPr lIns="0" tIns="0" rIns="0" bIns="0" anchor="t">
            <a:normAutofit/>
          </a:bodyPr>
          <a:lstStyle>
            <a:lvl1pPr marL="0" indent="0" algn="ctr">
              <a:lnSpc>
                <a:spcPct val="111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31" name="文本占位符 30"/>
          <p:cNvSpPr>
            <a:spLocks noGrp="1"/>
          </p:cNvSpPr>
          <p:nvPr>
            <p:ph type="body" idx="16393" hasCustomPrompt="1"/>
            <p:custDataLst>
              <p:tags r:id="rId16"/>
            </p:custDataLst>
          </p:nvPr>
        </p:nvSpPr>
        <p:spPr>
          <a:xfrm>
            <a:off x="8331200" y="4597400"/>
            <a:ext cx="3251200" cy="609600"/>
          </a:xfrm>
          <a:noFill/>
        </p:spPr>
        <p:txBody>
          <a:bodyPr lIns="0" tIns="0" rIns="0" bIns="0" anchor="t">
            <a:normAutofit/>
          </a:bodyPr>
          <a:lstStyle>
            <a:lvl1pPr marL="0" indent="0" algn="ctr">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Tree>
    <p:extLst>
      <p:ext uri="{BB962C8B-B14F-4D97-AF65-F5344CB8AC3E}">
        <p14:creationId xmlns:p14="http://schemas.microsoft.com/office/powerpoint/2010/main" val="1952849852"/>
      </p:ext>
    </p:extLst>
  </p:cSld>
  <p:clrMapOvr>
    <a:overrideClrMapping bg1="lt1" tx1="dk1" bg2="lt2" tx2="dk2" accent1="accent1" accent2="accent2" accent3="accent3" accent4="accent4" accent5="accent5" accent6="accent6" hlink="hlink" folHlink="folHlink"/>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正文页-60_17">
    <p:bg>
      <p:bgRef idx="1001">
        <a:schemeClr val="bg2"/>
      </p:bgRef>
    </p:bg>
    <p:spTree>
      <p:nvGrpSpPr>
        <p:cNvPr id="1" name=""/>
        <p:cNvGrpSpPr/>
        <p:nvPr/>
      </p:nvGrpSpPr>
      <p:grpSpPr>
        <a:xfrm>
          <a:off x="0" y="0"/>
          <a:ext cx="0" cy="0"/>
          <a:chOff x="0" y="0"/>
          <a:chExt cx="0" cy="0"/>
        </a:xfrm>
      </p:grpSpPr>
      <p:sp>
        <p:nvSpPr>
          <p:cNvPr id="8" name="日期占位符 7"/>
          <p:cNvSpPr>
            <a:spLocks noGrp="1"/>
          </p:cNvSpPr>
          <p:nvPr>
            <p:ph type="dt" sz="half" idx="10"/>
            <p:custDataLst>
              <p:tags r:id="rId1"/>
            </p:custDataLst>
          </p:nvPr>
        </p:nvSpPr>
        <p:spPr/>
        <p:txBody>
          <a:bodyPr wrap="square">
            <a:normAutofit/>
          </a:bodyPr>
          <a:lstStyle/>
          <a:p>
            <a:fld id="{5592522B-0F24-4480-B9DD-A9474A6880D6}" type="datetimeFigureOut">
              <a:rPr lang="zh-CN" altLang="en-US" smtClean="0"/>
              <a:t>2026/10/10</a:t>
            </a:fld>
            <a:endParaRPr lang="zh-CN" altLang="en-US"/>
          </a:p>
        </p:txBody>
      </p:sp>
      <p:sp>
        <p:nvSpPr>
          <p:cNvPr id="9" name="页脚占位符 8"/>
          <p:cNvSpPr>
            <a:spLocks noGrp="1"/>
          </p:cNvSpPr>
          <p:nvPr>
            <p:ph type="ftr" sz="quarter" idx="11"/>
            <p:custDataLst>
              <p:tags r:id="rId2"/>
            </p:custDataLst>
          </p:nvPr>
        </p:nvSpPr>
        <p:spPr/>
        <p:txBody>
          <a:bodyPr/>
          <a:lstStyle/>
          <a:p>
            <a:endParaRPr lang="zh-CN" altLang="en-US"/>
          </a:p>
        </p:txBody>
      </p:sp>
      <p:sp>
        <p:nvSpPr>
          <p:cNvPr id="10" name="灯片编号占位符 9"/>
          <p:cNvSpPr>
            <a:spLocks noGrp="1"/>
          </p:cNvSpPr>
          <p:nvPr>
            <p:ph type="sldNum" sz="quarter" idx="12"/>
            <p:custDataLst>
              <p:tags r:id="rId3"/>
            </p:custDataLst>
          </p:nvPr>
        </p:nvSpPr>
        <p:spPr/>
        <p:txBody>
          <a:bodyPr wrap="square">
            <a:normAutofit/>
          </a:bodyPr>
          <a:lstStyle/>
          <a:p>
            <a:fld id="{BE5F26B5-172A-4DC2-B0B7-181CFC56B87C}" type="slidenum">
              <a:rPr lang="zh-CN" altLang="en-US" smtClean="0"/>
              <a:t>‹#›</a:t>
            </a:fld>
            <a:endParaRPr lang="zh-CN" altLang="en-US"/>
          </a:p>
        </p:txBody>
      </p:sp>
      <p:sp>
        <p:nvSpPr>
          <p:cNvPr id="7" name="内容占位符 6"/>
          <p:cNvSpPr>
            <a:spLocks noGrp="1"/>
          </p:cNvSpPr>
          <p:nvPr>
            <p:ph idx="16390" hasCustomPrompt="1"/>
            <p:custDataLst>
              <p:tags r:id="rId4"/>
            </p:custDataLst>
          </p:nvPr>
        </p:nvSpPr>
        <p:spPr>
          <a:xfrm>
            <a:off x="609600" y="1524000"/>
            <a:ext cx="4038600" cy="4724400"/>
          </a:xfrm>
          <a:custGeom>
            <a:avLst/>
            <a:gdLst>
              <a:gd name="connisteX0" fmla="*/ 0 w 4038600"/>
              <a:gd name="connsiteY0" fmla="*/ 203200 h 4724400"/>
              <a:gd name="connisteX1" fmla="*/ 203200 w 4038600"/>
              <a:gd name="connsiteY1" fmla="*/ 0 h 4724400"/>
              <a:gd name="connisteX2" fmla="*/ 4038600 w 4038600"/>
              <a:gd name="connsiteY2" fmla="*/ 0 h 4724400"/>
              <a:gd name="connisteX3" fmla="*/ 4038600 w 4038600"/>
              <a:gd name="connsiteY3" fmla="*/ 4724400 h 4724400"/>
              <a:gd name="connisteX4" fmla="*/ 203200 w 4038600"/>
              <a:gd name="connsiteY4" fmla="*/ 4724400 h 4724400"/>
              <a:gd name="connisteX5" fmla="*/ 0 w 4038600"/>
              <a:gd name="connsiteY5" fmla="*/ 4521200 h 4724400"/>
              <a:gd name="connisteX6" fmla="*/ 0 w 4038600"/>
              <a:gd name="connsiteY6" fmla="*/ 203200 h 4724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rect l="0" t="0" r="0" b="0"/>
            <a:pathLst>
              <a:path w="4038600" h="4724400">
                <a:moveTo>
                  <a:pt x="0" y="203200"/>
                </a:moveTo>
                <a:cubicBezTo>
                  <a:pt x="0" y="90976"/>
                  <a:pt x="90976" y="0"/>
                  <a:pt x="203200" y="0"/>
                </a:cubicBezTo>
                <a:lnTo>
                  <a:pt x="4038600" y="0"/>
                </a:lnTo>
                <a:lnTo>
                  <a:pt x="4038600" y="4724400"/>
                </a:lnTo>
                <a:lnTo>
                  <a:pt x="203200" y="4724400"/>
                </a:lnTo>
                <a:cubicBezTo>
                  <a:pt x="90976" y="4724400"/>
                  <a:pt x="0" y="4633424"/>
                  <a:pt x="0" y="4521200"/>
                </a:cubicBezTo>
                <a:lnTo>
                  <a:pt x="0" y="203200"/>
                </a:lnTo>
                <a:close/>
              </a:path>
            </a:pathLst>
          </a:custGeom>
          <a:solidFill>
            <a:srgbClr val="DDDDDD"/>
          </a:solidFill>
          <a:ln>
            <a:noFill/>
          </a:ln>
        </p:spPr>
        <p:txBody>
          <a:bodyPr>
            <a:norm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6" name="标题 5"/>
          <p:cNvSpPr>
            <a:spLocks noGrp="1"/>
          </p:cNvSpPr>
          <p:nvPr>
            <p:ph type="ctrTitle" idx="16385" hasCustomPrompt="1"/>
            <p:custDataLst>
              <p:tags r:id="rId5"/>
            </p:custDataLst>
          </p:nvPr>
        </p:nvSpPr>
        <p:spPr>
          <a:xfrm>
            <a:off x="609600" y="533400"/>
            <a:ext cx="10972800" cy="609600"/>
          </a:xfrm>
          <a:noFill/>
        </p:spPr>
        <p:txBody>
          <a:bodyPr vert="horz" wrap="square" lIns="0" tIns="0" rIns="0" bIns="0" rtlCol="0" anchor="t" anchorCtr="0">
            <a:normAutofit/>
          </a:bodyPr>
          <a:lstStyle>
            <a:lvl1pPr marL="0" marR="0" indent="0" algn="l" defTabSz="914400" rtl="0" eaLnBrk="1" fontAlgn="auto" latinLnBrk="0" hangingPunct="1">
              <a:lnSpc>
                <a:spcPct val="111000"/>
              </a:lnSpc>
              <a:spcBef>
                <a:spcPct val="0"/>
              </a:spcBef>
              <a:spcAft>
                <a:spcPct val="0"/>
              </a:spcAft>
              <a:buClrTx/>
              <a:buSzTx/>
              <a:buFontTx/>
              <a:buNone/>
              <a:defRPr kumimoji="0" lang="zh-CN" altLang="en-US" sz="3600" b="1" i="0" u="none" strike="noStrike" kern="1200" cap="none" spc="0" normalizeH="0" baseline="0" noProof="1">
                <a:solidFill>
                  <a:schemeClr val="tx1"/>
                </a:solidFill>
                <a:latin typeface="+mj-lt"/>
                <a:ea typeface="+mj-ea"/>
                <a:cs typeface="+mj-cs"/>
              </a:defRPr>
            </a:lvl1pPr>
          </a:lstStyle>
          <a:p>
            <a:pPr lvl="0"/>
            <a:r>
              <a:rPr>
                <a:sym typeface="+mn-ea"/>
              </a:rPr>
              <a:t>单击此处添加标题</a:t>
            </a:r>
          </a:p>
        </p:txBody>
      </p:sp>
      <p:sp>
        <p:nvSpPr>
          <p:cNvPr id="21" name="装饰  0"/>
          <p:cNvSpPr>
            <a:spLocks noGrp="1"/>
          </p:cNvSpPr>
          <p:nvPr>
            <p:ph type="body" idx="16391" hasCustomPrompt="1"/>
            <p:custDataLst>
              <p:tags r:id="rId6"/>
            </p:custDataLst>
          </p:nvPr>
        </p:nvSpPr>
        <p:spPr>
          <a:xfrm>
            <a:off x="4648200" y="1524000"/>
            <a:ext cx="6934200" cy="4724400"/>
          </a:xfrm>
          <a:custGeom>
            <a:avLst/>
            <a:gdLst>
              <a:gd name="connisteX0" fmla="*/ 0 w 6934200"/>
              <a:gd name="connsiteY0" fmla="*/ 0 h 4724400"/>
              <a:gd name="connisteX1" fmla="*/ 6731000 w 6934200"/>
              <a:gd name="connsiteY1" fmla="*/ 0 h 4724400"/>
              <a:gd name="connisteX2" fmla="*/ 6934200 w 6934200"/>
              <a:gd name="connsiteY2" fmla="*/ 203200 h 4724400"/>
              <a:gd name="connisteX3" fmla="*/ 6934200 w 6934200"/>
              <a:gd name="connsiteY3" fmla="*/ 4521200 h 4724400"/>
              <a:gd name="connisteX4" fmla="*/ 6731000 w 6934200"/>
              <a:gd name="connsiteY4" fmla="*/ 4724400 h 4724400"/>
              <a:gd name="connisteX5" fmla="*/ 0 w 6934200"/>
              <a:gd name="connsiteY5" fmla="*/ 4724400 h 4724400"/>
              <a:gd name="connisteX6" fmla="*/ 0 w 6934200"/>
              <a:gd name="connsiteY6" fmla="*/ 0 h 4724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rect l="0" t="0" r="0" b="0"/>
            <a:pathLst>
              <a:path w="6934200" h="4724400">
                <a:moveTo>
                  <a:pt x="0" y="0"/>
                </a:moveTo>
                <a:lnTo>
                  <a:pt x="6731000" y="0"/>
                </a:lnTo>
                <a:cubicBezTo>
                  <a:pt x="6843224" y="0"/>
                  <a:pt x="6934200" y="90976"/>
                  <a:pt x="6934200" y="203200"/>
                </a:cubicBezTo>
                <a:lnTo>
                  <a:pt x="6934200" y="4521200"/>
                </a:lnTo>
                <a:cubicBezTo>
                  <a:pt x="6934200" y="4633424"/>
                  <a:pt x="6843224" y="4724400"/>
                  <a:pt x="6731000" y="4724400"/>
                </a:cubicBezTo>
                <a:lnTo>
                  <a:pt x="0" y="4724400"/>
                </a:lnTo>
                <a:lnTo>
                  <a:pt x="0" y="0"/>
                </a:lnTo>
                <a:close/>
              </a:path>
            </a:pathLst>
          </a:custGeom>
          <a:gradFill>
            <a:gsLst>
              <a:gs pos="0">
                <a:schemeClr val="accent1">
                  <a:lumMod val="0"/>
                  <a:lumOff val="100000"/>
                </a:schemeClr>
              </a:gs>
              <a:gs pos="100000">
                <a:schemeClr val="accent1">
                  <a:lumMod val="0"/>
                  <a:lumOff val="100000"/>
                </a:schemeClr>
              </a:gs>
            </a:gsLst>
            <a:lin ang="5400000"/>
          </a:gra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22" name="文本占位符 21"/>
          <p:cNvSpPr>
            <a:spLocks noGrp="1"/>
          </p:cNvSpPr>
          <p:nvPr>
            <p:ph type="body" idx="16386" hasCustomPrompt="1"/>
            <p:custDataLst>
              <p:tags r:id="rId7"/>
            </p:custDataLst>
          </p:nvPr>
        </p:nvSpPr>
        <p:spPr>
          <a:xfrm>
            <a:off x="5105400" y="2108200"/>
            <a:ext cx="60198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23" name="文本占位符 22"/>
          <p:cNvSpPr>
            <a:spLocks noGrp="1"/>
          </p:cNvSpPr>
          <p:nvPr>
            <p:ph type="body" idx="16387" hasCustomPrompt="1"/>
            <p:custDataLst>
              <p:tags r:id="rId8"/>
            </p:custDataLst>
          </p:nvPr>
        </p:nvSpPr>
        <p:spPr>
          <a:xfrm>
            <a:off x="5105400" y="2667000"/>
            <a:ext cx="6019800" cy="9144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
        <p:nvSpPr>
          <p:cNvPr id="24" name="文本占位符 23"/>
          <p:cNvSpPr>
            <a:spLocks noGrp="1"/>
          </p:cNvSpPr>
          <p:nvPr>
            <p:ph type="body" idx="16388" hasCustomPrompt="1"/>
            <p:custDataLst>
              <p:tags r:id="rId9"/>
            </p:custDataLst>
          </p:nvPr>
        </p:nvSpPr>
        <p:spPr>
          <a:xfrm>
            <a:off x="5105400" y="4191000"/>
            <a:ext cx="60198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25" name="文本占位符 24"/>
          <p:cNvSpPr>
            <a:spLocks noGrp="1"/>
          </p:cNvSpPr>
          <p:nvPr>
            <p:ph type="body" idx="16389" hasCustomPrompt="1"/>
            <p:custDataLst>
              <p:tags r:id="rId10"/>
            </p:custDataLst>
          </p:nvPr>
        </p:nvSpPr>
        <p:spPr>
          <a:xfrm>
            <a:off x="5105400" y="4749800"/>
            <a:ext cx="6019800" cy="9144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Tree>
    <p:extLst>
      <p:ext uri="{BB962C8B-B14F-4D97-AF65-F5344CB8AC3E}">
        <p14:creationId xmlns:p14="http://schemas.microsoft.com/office/powerpoint/2010/main" val="2251628801"/>
      </p:ext>
    </p:extLst>
  </p:cSld>
  <p:clrMapOvr>
    <a:overrideClrMapping bg1="lt1" tx1="dk1" bg2="lt2" tx2="dk2" accent1="accent1" accent2="accent2" accent3="accent3" accent4="accent4" accent5="accent5" accent6="accent6" hlink="hlink" folHlink="folHlink"/>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正文页-55_8">
    <p:bg>
      <p:bgRef idx="1001">
        <a:schemeClr val="bg2"/>
      </p:bgRef>
    </p:bg>
    <p:spTree>
      <p:nvGrpSpPr>
        <p:cNvPr id="1" name=""/>
        <p:cNvGrpSpPr/>
        <p:nvPr/>
      </p:nvGrpSpPr>
      <p:grpSpPr>
        <a:xfrm>
          <a:off x="0" y="0"/>
          <a:ext cx="0" cy="0"/>
          <a:chOff x="0" y="0"/>
          <a:chExt cx="0" cy="0"/>
        </a:xfrm>
      </p:grpSpPr>
      <p:sp>
        <p:nvSpPr>
          <p:cNvPr id="8" name="日期占位符 7"/>
          <p:cNvSpPr>
            <a:spLocks noGrp="1"/>
          </p:cNvSpPr>
          <p:nvPr>
            <p:ph type="dt" sz="half" idx="10"/>
            <p:custDataLst>
              <p:tags r:id="rId1"/>
            </p:custDataLst>
          </p:nvPr>
        </p:nvSpPr>
        <p:spPr/>
        <p:txBody>
          <a:bodyPr wrap="square">
            <a:normAutofit/>
          </a:bodyPr>
          <a:lstStyle/>
          <a:p>
            <a:fld id="{5592522B-0F24-4480-B9DD-A9474A6880D6}" type="datetimeFigureOut">
              <a:rPr lang="zh-CN" altLang="en-US" smtClean="0"/>
              <a:t>2026/10/10</a:t>
            </a:fld>
            <a:endParaRPr lang="zh-CN" altLang="en-US"/>
          </a:p>
        </p:txBody>
      </p:sp>
      <p:sp>
        <p:nvSpPr>
          <p:cNvPr id="9" name="页脚占位符 8"/>
          <p:cNvSpPr>
            <a:spLocks noGrp="1"/>
          </p:cNvSpPr>
          <p:nvPr>
            <p:ph type="ftr" sz="quarter" idx="11"/>
            <p:custDataLst>
              <p:tags r:id="rId2"/>
            </p:custDataLst>
          </p:nvPr>
        </p:nvSpPr>
        <p:spPr/>
        <p:txBody>
          <a:bodyPr/>
          <a:lstStyle/>
          <a:p>
            <a:endParaRPr lang="zh-CN" altLang="en-US"/>
          </a:p>
        </p:txBody>
      </p:sp>
      <p:sp>
        <p:nvSpPr>
          <p:cNvPr id="10" name="灯片编号占位符 9"/>
          <p:cNvSpPr>
            <a:spLocks noGrp="1"/>
          </p:cNvSpPr>
          <p:nvPr>
            <p:ph type="sldNum" sz="quarter" idx="12"/>
            <p:custDataLst>
              <p:tags r:id="rId3"/>
            </p:custDataLst>
          </p:nvPr>
        </p:nvSpPr>
        <p:spPr/>
        <p:txBody>
          <a:bodyPr wrap="square">
            <a:normAutofit/>
          </a:bodyPr>
          <a:lstStyle/>
          <a:p>
            <a:fld id="{BE5F26B5-172A-4DC2-B0B7-181CFC56B87C}" type="slidenum">
              <a:rPr lang="zh-CN" altLang="en-US" smtClean="0"/>
              <a:t>‹#›</a:t>
            </a:fld>
            <a:endParaRPr lang="zh-CN" altLang="en-US"/>
          </a:p>
        </p:txBody>
      </p:sp>
      <p:sp>
        <p:nvSpPr>
          <p:cNvPr id="7" name="文本占位符 6"/>
          <p:cNvSpPr>
            <a:spLocks noGrp="1"/>
          </p:cNvSpPr>
          <p:nvPr>
            <p:ph type="body" idx="16386" hasCustomPrompt="1"/>
            <p:custDataLst>
              <p:tags r:id="rId4"/>
            </p:custDataLst>
          </p:nvPr>
        </p:nvSpPr>
        <p:spPr>
          <a:xfrm>
            <a:off x="609600" y="1295400"/>
            <a:ext cx="10972800" cy="6096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单击此处添加正文</a:t>
            </a:r>
          </a:p>
        </p:txBody>
      </p:sp>
      <p:sp>
        <p:nvSpPr>
          <p:cNvPr id="6" name="标题 5"/>
          <p:cNvSpPr>
            <a:spLocks noGrp="1"/>
          </p:cNvSpPr>
          <p:nvPr>
            <p:ph type="ctrTitle" idx="16385" hasCustomPrompt="1"/>
            <p:custDataLst>
              <p:tags r:id="rId5"/>
            </p:custDataLst>
          </p:nvPr>
        </p:nvSpPr>
        <p:spPr>
          <a:xfrm>
            <a:off x="609600" y="533400"/>
            <a:ext cx="10972800" cy="609600"/>
          </a:xfrm>
          <a:noFill/>
        </p:spPr>
        <p:txBody>
          <a:bodyPr vert="horz" wrap="square" lIns="0" tIns="0" rIns="0" bIns="0" rtlCol="0" anchor="t" anchorCtr="0">
            <a:normAutofit/>
          </a:bodyPr>
          <a:lstStyle>
            <a:lvl1pPr marL="0" marR="0" indent="0" algn="l" defTabSz="914400" rtl="0" eaLnBrk="1" fontAlgn="auto" latinLnBrk="0" hangingPunct="1">
              <a:lnSpc>
                <a:spcPct val="111000"/>
              </a:lnSpc>
              <a:spcBef>
                <a:spcPct val="0"/>
              </a:spcBef>
              <a:spcAft>
                <a:spcPct val="0"/>
              </a:spcAft>
              <a:buClrTx/>
              <a:buSzTx/>
              <a:buFontTx/>
              <a:buNone/>
              <a:defRPr kumimoji="0" lang="zh-CN" altLang="en-US" sz="3600" b="1" i="0" u="none" strike="noStrike" kern="1200" cap="none" spc="0" normalizeH="0" baseline="0" noProof="1">
                <a:solidFill>
                  <a:schemeClr val="tx1"/>
                </a:solidFill>
                <a:latin typeface="+mj-lt"/>
                <a:ea typeface="+mj-ea"/>
                <a:cs typeface="+mj-cs"/>
              </a:defRPr>
            </a:lvl1pPr>
          </a:lstStyle>
          <a:p>
            <a:pPr lvl="0"/>
            <a:r>
              <a:rPr>
                <a:sym typeface="+mn-ea"/>
              </a:rPr>
              <a:t>单击此处添加标题</a:t>
            </a:r>
          </a:p>
        </p:txBody>
      </p:sp>
      <p:sp>
        <p:nvSpPr>
          <p:cNvPr id="21" name="图片占位符 20"/>
          <p:cNvSpPr>
            <a:spLocks noGrp="1"/>
          </p:cNvSpPr>
          <p:nvPr>
            <p:ph type="pic" idx="16399" hasCustomPrompt="1"/>
            <p:custDataLst>
              <p:tags r:id="rId6"/>
            </p:custDataLst>
          </p:nvPr>
        </p:nvSpPr>
        <p:spPr>
          <a:xfrm>
            <a:off x="609600" y="2209800"/>
            <a:ext cx="1219200" cy="1828800"/>
          </a:xfrm>
          <a:custGeom>
            <a:avLst/>
            <a:gdLst>
              <a:gd name="connisteX0" fmla="*/ 0 w 1219200"/>
              <a:gd name="connsiteY0" fmla="*/ 203200 h 1828800"/>
              <a:gd name="connisteX1" fmla="*/ 203200 w 1219200"/>
              <a:gd name="connsiteY1" fmla="*/ 0 h 1828800"/>
              <a:gd name="connisteX2" fmla="*/ 1016000 w 1219200"/>
              <a:gd name="connsiteY2" fmla="*/ 0 h 1828800"/>
              <a:gd name="connisteX3" fmla="*/ 1219200 w 1219200"/>
              <a:gd name="connsiteY3" fmla="*/ 203200 h 1828800"/>
              <a:gd name="connisteX4" fmla="*/ 1219200 w 1219200"/>
              <a:gd name="connsiteY4" fmla="*/ 1625600 h 1828800"/>
              <a:gd name="connisteX5" fmla="*/ 1016000 w 1219200"/>
              <a:gd name="connsiteY5" fmla="*/ 1828800 h 1828800"/>
              <a:gd name="connisteX6" fmla="*/ 203200 w 1219200"/>
              <a:gd name="connsiteY6" fmla="*/ 1828800 h 1828800"/>
              <a:gd name="connisteX7" fmla="*/ 0 w 1219200"/>
              <a:gd name="connsiteY7" fmla="*/ 1625600 h 1828800"/>
              <a:gd name="connisteX8" fmla="*/ 0 w 1219200"/>
              <a:gd name="connsiteY8" fmla="*/ 203200 h 1828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1219200" h="1828800">
                <a:moveTo>
                  <a:pt x="0" y="203200"/>
                </a:moveTo>
                <a:cubicBezTo>
                  <a:pt x="0" y="90976"/>
                  <a:pt x="90976" y="0"/>
                  <a:pt x="203200" y="0"/>
                </a:cubicBezTo>
                <a:lnTo>
                  <a:pt x="1016000" y="0"/>
                </a:lnTo>
                <a:cubicBezTo>
                  <a:pt x="1128224" y="0"/>
                  <a:pt x="1219200" y="90976"/>
                  <a:pt x="1219200" y="203200"/>
                </a:cubicBezTo>
                <a:lnTo>
                  <a:pt x="1219200" y="1625600"/>
                </a:lnTo>
                <a:cubicBezTo>
                  <a:pt x="1219200" y="1737824"/>
                  <a:pt x="1128224" y="1828800"/>
                  <a:pt x="1016000" y="1828800"/>
                </a:cubicBezTo>
                <a:lnTo>
                  <a:pt x="203200" y="1828800"/>
                </a:lnTo>
                <a:cubicBezTo>
                  <a:pt x="90976" y="1828800"/>
                  <a:pt x="0" y="1737824"/>
                  <a:pt x="0" y="1625600"/>
                </a:cubicBezTo>
                <a:lnTo>
                  <a:pt x="0" y="203200"/>
                </a:lnTo>
                <a:close/>
              </a:path>
            </a:pathLst>
          </a:custGeo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p>
        </p:txBody>
      </p:sp>
      <p:sp>
        <p:nvSpPr>
          <p:cNvPr id="22" name="文本占位符 21"/>
          <p:cNvSpPr>
            <a:spLocks noGrp="1"/>
          </p:cNvSpPr>
          <p:nvPr>
            <p:ph type="body" idx="16387" hasCustomPrompt="1"/>
            <p:custDataLst>
              <p:tags r:id="rId7"/>
            </p:custDataLst>
          </p:nvPr>
        </p:nvSpPr>
        <p:spPr>
          <a:xfrm>
            <a:off x="2133600" y="2336800"/>
            <a:ext cx="1828800" cy="8128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23" name="文本占位符 22"/>
          <p:cNvSpPr>
            <a:spLocks noGrp="1"/>
          </p:cNvSpPr>
          <p:nvPr>
            <p:ph type="body" idx="16388" hasCustomPrompt="1"/>
            <p:custDataLst>
              <p:tags r:id="rId8"/>
            </p:custDataLst>
          </p:nvPr>
        </p:nvSpPr>
        <p:spPr>
          <a:xfrm>
            <a:off x="2133600" y="3302000"/>
            <a:ext cx="1828800" cy="6096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
        <p:nvSpPr>
          <p:cNvPr id="24" name="图片占位符 23"/>
          <p:cNvSpPr>
            <a:spLocks noGrp="1"/>
          </p:cNvSpPr>
          <p:nvPr>
            <p:ph type="pic" idx="16400" hasCustomPrompt="1"/>
            <p:custDataLst>
              <p:tags r:id="rId9"/>
            </p:custDataLst>
          </p:nvPr>
        </p:nvSpPr>
        <p:spPr>
          <a:xfrm>
            <a:off x="4419600" y="2209800"/>
            <a:ext cx="1219200" cy="1828800"/>
          </a:xfrm>
          <a:custGeom>
            <a:avLst/>
            <a:gdLst>
              <a:gd name="connisteX0" fmla="*/ 0 w 1219200"/>
              <a:gd name="connsiteY0" fmla="*/ 203200 h 1828800"/>
              <a:gd name="connisteX1" fmla="*/ 203200 w 1219200"/>
              <a:gd name="connsiteY1" fmla="*/ 0 h 1828800"/>
              <a:gd name="connisteX2" fmla="*/ 1016000 w 1219200"/>
              <a:gd name="connsiteY2" fmla="*/ 0 h 1828800"/>
              <a:gd name="connisteX3" fmla="*/ 1219200 w 1219200"/>
              <a:gd name="connsiteY3" fmla="*/ 203200 h 1828800"/>
              <a:gd name="connisteX4" fmla="*/ 1219200 w 1219200"/>
              <a:gd name="connsiteY4" fmla="*/ 1625600 h 1828800"/>
              <a:gd name="connisteX5" fmla="*/ 1016000 w 1219200"/>
              <a:gd name="connsiteY5" fmla="*/ 1828800 h 1828800"/>
              <a:gd name="connisteX6" fmla="*/ 203200 w 1219200"/>
              <a:gd name="connsiteY6" fmla="*/ 1828800 h 1828800"/>
              <a:gd name="connisteX7" fmla="*/ 0 w 1219200"/>
              <a:gd name="connsiteY7" fmla="*/ 1625600 h 1828800"/>
              <a:gd name="connisteX8" fmla="*/ 0 w 1219200"/>
              <a:gd name="connsiteY8" fmla="*/ 203200 h 1828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1219200" h="1828800">
                <a:moveTo>
                  <a:pt x="0" y="203200"/>
                </a:moveTo>
                <a:cubicBezTo>
                  <a:pt x="0" y="90976"/>
                  <a:pt x="90976" y="0"/>
                  <a:pt x="203200" y="0"/>
                </a:cubicBezTo>
                <a:lnTo>
                  <a:pt x="1016000" y="0"/>
                </a:lnTo>
                <a:cubicBezTo>
                  <a:pt x="1128224" y="0"/>
                  <a:pt x="1219200" y="90976"/>
                  <a:pt x="1219200" y="203200"/>
                </a:cubicBezTo>
                <a:lnTo>
                  <a:pt x="1219200" y="1625600"/>
                </a:lnTo>
                <a:cubicBezTo>
                  <a:pt x="1219200" y="1737824"/>
                  <a:pt x="1128224" y="1828800"/>
                  <a:pt x="1016000" y="1828800"/>
                </a:cubicBezTo>
                <a:lnTo>
                  <a:pt x="203200" y="1828800"/>
                </a:lnTo>
                <a:cubicBezTo>
                  <a:pt x="90976" y="1828800"/>
                  <a:pt x="0" y="1737824"/>
                  <a:pt x="0" y="1625600"/>
                </a:cubicBezTo>
                <a:lnTo>
                  <a:pt x="0" y="203200"/>
                </a:lnTo>
                <a:close/>
              </a:path>
            </a:pathLst>
          </a:custGeo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p>
        </p:txBody>
      </p:sp>
      <p:sp>
        <p:nvSpPr>
          <p:cNvPr id="25" name="文本占位符 24"/>
          <p:cNvSpPr>
            <a:spLocks noGrp="1"/>
          </p:cNvSpPr>
          <p:nvPr>
            <p:ph type="body" idx="16389" hasCustomPrompt="1"/>
            <p:custDataLst>
              <p:tags r:id="rId10"/>
            </p:custDataLst>
          </p:nvPr>
        </p:nvSpPr>
        <p:spPr>
          <a:xfrm>
            <a:off x="5943600" y="2336800"/>
            <a:ext cx="1828800" cy="8128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26" name="文本占位符 25"/>
          <p:cNvSpPr>
            <a:spLocks noGrp="1"/>
          </p:cNvSpPr>
          <p:nvPr>
            <p:ph type="body" idx="16390" hasCustomPrompt="1"/>
            <p:custDataLst>
              <p:tags r:id="rId11"/>
            </p:custDataLst>
          </p:nvPr>
        </p:nvSpPr>
        <p:spPr>
          <a:xfrm>
            <a:off x="5943600" y="3302000"/>
            <a:ext cx="1828800" cy="6096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
        <p:nvSpPr>
          <p:cNvPr id="27" name="图片占位符 26"/>
          <p:cNvSpPr>
            <a:spLocks noGrp="1"/>
          </p:cNvSpPr>
          <p:nvPr>
            <p:ph type="pic" idx="16401" hasCustomPrompt="1"/>
            <p:custDataLst>
              <p:tags r:id="rId12"/>
            </p:custDataLst>
          </p:nvPr>
        </p:nvSpPr>
        <p:spPr>
          <a:xfrm>
            <a:off x="8229600" y="2209800"/>
            <a:ext cx="1219200" cy="1828800"/>
          </a:xfrm>
          <a:custGeom>
            <a:avLst/>
            <a:gdLst>
              <a:gd name="connisteX0" fmla="*/ 0 w 1219200"/>
              <a:gd name="connsiteY0" fmla="*/ 203200 h 1828800"/>
              <a:gd name="connisteX1" fmla="*/ 203200 w 1219200"/>
              <a:gd name="connsiteY1" fmla="*/ 0 h 1828800"/>
              <a:gd name="connisteX2" fmla="*/ 1016000 w 1219200"/>
              <a:gd name="connsiteY2" fmla="*/ 0 h 1828800"/>
              <a:gd name="connisteX3" fmla="*/ 1219200 w 1219200"/>
              <a:gd name="connsiteY3" fmla="*/ 203200 h 1828800"/>
              <a:gd name="connisteX4" fmla="*/ 1219200 w 1219200"/>
              <a:gd name="connsiteY4" fmla="*/ 1625600 h 1828800"/>
              <a:gd name="connisteX5" fmla="*/ 1016000 w 1219200"/>
              <a:gd name="connsiteY5" fmla="*/ 1828800 h 1828800"/>
              <a:gd name="connisteX6" fmla="*/ 203200 w 1219200"/>
              <a:gd name="connsiteY6" fmla="*/ 1828800 h 1828800"/>
              <a:gd name="connisteX7" fmla="*/ 0 w 1219200"/>
              <a:gd name="connsiteY7" fmla="*/ 1625600 h 1828800"/>
              <a:gd name="connisteX8" fmla="*/ 0 w 1219200"/>
              <a:gd name="connsiteY8" fmla="*/ 203200 h 1828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1219200" h="1828800">
                <a:moveTo>
                  <a:pt x="0" y="203200"/>
                </a:moveTo>
                <a:cubicBezTo>
                  <a:pt x="0" y="90976"/>
                  <a:pt x="90976" y="0"/>
                  <a:pt x="203200" y="0"/>
                </a:cubicBezTo>
                <a:lnTo>
                  <a:pt x="1016000" y="0"/>
                </a:lnTo>
                <a:cubicBezTo>
                  <a:pt x="1128224" y="0"/>
                  <a:pt x="1219200" y="90976"/>
                  <a:pt x="1219200" y="203200"/>
                </a:cubicBezTo>
                <a:lnTo>
                  <a:pt x="1219200" y="1625600"/>
                </a:lnTo>
                <a:cubicBezTo>
                  <a:pt x="1219200" y="1737824"/>
                  <a:pt x="1128224" y="1828800"/>
                  <a:pt x="1016000" y="1828800"/>
                </a:cubicBezTo>
                <a:lnTo>
                  <a:pt x="203200" y="1828800"/>
                </a:lnTo>
                <a:cubicBezTo>
                  <a:pt x="90976" y="1828800"/>
                  <a:pt x="0" y="1737824"/>
                  <a:pt x="0" y="1625600"/>
                </a:cubicBezTo>
                <a:lnTo>
                  <a:pt x="0" y="203200"/>
                </a:lnTo>
                <a:close/>
              </a:path>
            </a:pathLst>
          </a:custGeo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p>
        </p:txBody>
      </p:sp>
      <p:sp>
        <p:nvSpPr>
          <p:cNvPr id="28" name="文本占位符 27"/>
          <p:cNvSpPr>
            <a:spLocks noGrp="1"/>
          </p:cNvSpPr>
          <p:nvPr>
            <p:ph type="body" idx="16391" hasCustomPrompt="1"/>
            <p:custDataLst>
              <p:tags r:id="rId13"/>
            </p:custDataLst>
          </p:nvPr>
        </p:nvSpPr>
        <p:spPr>
          <a:xfrm>
            <a:off x="9753600" y="2336800"/>
            <a:ext cx="1828800" cy="8128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29" name="文本占位符 28"/>
          <p:cNvSpPr>
            <a:spLocks noGrp="1"/>
          </p:cNvSpPr>
          <p:nvPr>
            <p:ph type="body" idx="16392" hasCustomPrompt="1"/>
            <p:custDataLst>
              <p:tags r:id="rId14"/>
            </p:custDataLst>
          </p:nvPr>
        </p:nvSpPr>
        <p:spPr>
          <a:xfrm>
            <a:off x="9753600" y="3302000"/>
            <a:ext cx="1828800" cy="6096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
        <p:nvSpPr>
          <p:cNvPr id="30" name="图片占位符 29"/>
          <p:cNvSpPr>
            <a:spLocks noGrp="1"/>
          </p:cNvSpPr>
          <p:nvPr>
            <p:ph type="pic" idx="16402" hasCustomPrompt="1"/>
            <p:custDataLst>
              <p:tags r:id="rId15"/>
            </p:custDataLst>
          </p:nvPr>
        </p:nvSpPr>
        <p:spPr>
          <a:xfrm>
            <a:off x="609600" y="4495800"/>
            <a:ext cx="1219200" cy="1828800"/>
          </a:xfrm>
          <a:custGeom>
            <a:avLst/>
            <a:gdLst>
              <a:gd name="connisteX0" fmla="*/ 0 w 1219200"/>
              <a:gd name="connsiteY0" fmla="*/ 203200 h 1828800"/>
              <a:gd name="connisteX1" fmla="*/ 203200 w 1219200"/>
              <a:gd name="connsiteY1" fmla="*/ 0 h 1828800"/>
              <a:gd name="connisteX2" fmla="*/ 1016000 w 1219200"/>
              <a:gd name="connsiteY2" fmla="*/ 0 h 1828800"/>
              <a:gd name="connisteX3" fmla="*/ 1219200 w 1219200"/>
              <a:gd name="connsiteY3" fmla="*/ 203200 h 1828800"/>
              <a:gd name="connisteX4" fmla="*/ 1219200 w 1219200"/>
              <a:gd name="connsiteY4" fmla="*/ 1625600 h 1828800"/>
              <a:gd name="connisteX5" fmla="*/ 1016000 w 1219200"/>
              <a:gd name="connsiteY5" fmla="*/ 1828800 h 1828800"/>
              <a:gd name="connisteX6" fmla="*/ 203200 w 1219200"/>
              <a:gd name="connsiteY6" fmla="*/ 1828800 h 1828800"/>
              <a:gd name="connisteX7" fmla="*/ 0 w 1219200"/>
              <a:gd name="connsiteY7" fmla="*/ 1625600 h 1828800"/>
              <a:gd name="connisteX8" fmla="*/ 0 w 1219200"/>
              <a:gd name="connsiteY8" fmla="*/ 203200 h 1828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1219200" h="1828800">
                <a:moveTo>
                  <a:pt x="0" y="203200"/>
                </a:moveTo>
                <a:cubicBezTo>
                  <a:pt x="0" y="90976"/>
                  <a:pt x="90976" y="0"/>
                  <a:pt x="203200" y="0"/>
                </a:cubicBezTo>
                <a:lnTo>
                  <a:pt x="1016000" y="0"/>
                </a:lnTo>
                <a:cubicBezTo>
                  <a:pt x="1128224" y="0"/>
                  <a:pt x="1219200" y="90976"/>
                  <a:pt x="1219200" y="203200"/>
                </a:cubicBezTo>
                <a:lnTo>
                  <a:pt x="1219200" y="1625600"/>
                </a:lnTo>
                <a:cubicBezTo>
                  <a:pt x="1219200" y="1737824"/>
                  <a:pt x="1128224" y="1828800"/>
                  <a:pt x="1016000" y="1828800"/>
                </a:cubicBezTo>
                <a:lnTo>
                  <a:pt x="203200" y="1828800"/>
                </a:lnTo>
                <a:cubicBezTo>
                  <a:pt x="90976" y="1828800"/>
                  <a:pt x="0" y="1737824"/>
                  <a:pt x="0" y="1625600"/>
                </a:cubicBezTo>
                <a:lnTo>
                  <a:pt x="0" y="203200"/>
                </a:lnTo>
                <a:close/>
              </a:path>
            </a:pathLst>
          </a:custGeo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p>
        </p:txBody>
      </p:sp>
      <p:sp>
        <p:nvSpPr>
          <p:cNvPr id="31" name="文本占位符 30"/>
          <p:cNvSpPr>
            <a:spLocks noGrp="1"/>
          </p:cNvSpPr>
          <p:nvPr>
            <p:ph type="body" idx="16393" hasCustomPrompt="1"/>
            <p:custDataLst>
              <p:tags r:id="rId16"/>
            </p:custDataLst>
          </p:nvPr>
        </p:nvSpPr>
        <p:spPr>
          <a:xfrm>
            <a:off x="2133600" y="4622800"/>
            <a:ext cx="1828800" cy="8128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32" name="文本占位符 31"/>
          <p:cNvSpPr>
            <a:spLocks noGrp="1"/>
          </p:cNvSpPr>
          <p:nvPr>
            <p:ph type="body" idx="16394" hasCustomPrompt="1"/>
            <p:custDataLst>
              <p:tags r:id="rId17"/>
            </p:custDataLst>
          </p:nvPr>
        </p:nvSpPr>
        <p:spPr>
          <a:xfrm>
            <a:off x="2133600" y="5588000"/>
            <a:ext cx="1828800" cy="6096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
        <p:nvSpPr>
          <p:cNvPr id="33" name="图片占位符 32"/>
          <p:cNvSpPr>
            <a:spLocks noGrp="1"/>
          </p:cNvSpPr>
          <p:nvPr>
            <p:ph type="pic" idx="16403" hasCustomPrompt="1"/>
            <p:custDataLst>
              <p:tags r:id="rId18"/>
            </p:custDataLst>
          </p:nvPr>
        </p:nvSpPr>
        <p:spPr>
          <a:xfrm>
            <a:off x="4419600" y="4495800"/>
            <a:ext cx="1219200" cy="1828800"/>
          </a:xfrm>
          <a:custGeom>
            <a:avLst/>
            <a:gdLst>
              <a:gd name="connisteX0" fmla="*/ 0 w 1219200"/>
              <a:gd name="connsiteY0" fmla="*/ 203200 h 1828800"/>
              <a:gd name="connisteX1" fmla="*/ 203200 w 1219200"/>
              <a:gd name="connsiteY1" fmla="*/ 0 h 1828800"/>
              <a:gd name="connisteX2" fmla="*/ 1016000 w 1219200"/>
              <a:gd name="connsiteY2" fmla="*/ 0 h 1828800"/>
              <a:gd name="connisteX3" fmla="*/ 1219200 w 1219200"/>
              <a:gd name="connsiteY3" fmla="*/ 203200 h 1828800"/>
              <a:gd name="connisteX4" fmla="*/ 1219200 w 1219200"/>
              <a:gd name="connsiteY4" fmla="*/ 1625600 h 1828800"/>
              <a:gd name="connisteX5" fmla="*/ 1016000 w 1219200"/>
              <a:gd name="connsiteY5" fmla="*/ 1828800 h 1828800"/>
              <a:gd name="connisteX6" fmla="*/ 203200 w 1219200"/>
              <a:gd name="connsiteY6" fmla="*/ 1828800 h 1828800"/>
              <a:gd name="connisteX7" fmla="*/ 0 w 1219200"/>
              <a:gd name="connsiteY7" fmla="*/ 1625600 h 1828800"/>
              <a:gd name="connisteX8" fmla="*/ 0 w 1219200"/>
              <a:gd name="connsiteY8" fmla="*/ 203200 h 1828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1219200" h="1828800">
                <a:moveTo>
                  <a:pt x="0" y="203200"/>
                </a:moveTo>
                <a:cubicBezTo>
                  <a:pt x="0" y="90976"/>
                  <a:pt x="90976" y="0"/>
                  <a:pt x="203200" y="0"/>
                </a:cubicBezTo>
                <a:lnTo>
                  <a:pt x="1016000" y="0"/>
                </a:lnTo>
                <a:cubicBezTo>
                  <a:pt x="1128224" y="0"/>
                  <a:pt x="1219200" y="90976"/>
                  <a:pt x="1219200" y="203200"/>
                </a:cubicBezTo>
                <a:lnTo>
                  <a:pt x="1219200" y="1625600"/>
                </a:lnTo>
                <a:cubicBezTo>
                  <a:pt x="1219200" y="1737824"/>
                  <a:pt x="1128224" y="1828800"/>
                  <a:pt x="1016000" y="1828800"/>
                </a:cubicBezTo>
                <a:lnTo>
                  <a:pt x="203200" y="1828800"/>
                </a:lnTo>
                <a:cubicBezTo>
                  <a:pt x="90976" y="1828800"/>
                  <a:pt x="0" y="1737824"/>
                  <a:pt x="0" y="1625600"/>
                </a:cubicBezTo>
                <a:lnTo>
                  <a:pt x="0" y="203200"/>
                </a:lnTo>
                <a:close/>
              </a:path>
            </a:pathLst>
          </a:custGeo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p>
        </p:txBody>
      </p:sp>
      <p:sp>
        <p:nvSpPr>
          <p:cNvPr id="34" name="文本占位符 33"/>
          <p:cNvSpPr>
            <a:spLocks noGrp="1"/>
          </p:cNvSpPr>
          <p:nvPr>
            <p:ph type="body" idx="16395" hasCustomPrompt="1"/>
            <p:custDataLst>
              <p:tags r:id="rId19"/>
            </p:custDataLst>
          </p:nvPr>
        </p:nvSpPr>
        <p:spPr>
          <a:xfrm>
            <a:off x="5943600" y="4622800"/>
            <a:ext cx="1828800" cy="8128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35" name="文本占位符 34"/>
          <p:cNvSpPr>
            <a:spLocks noGrp="1"/>
          </p:cNvSpPr>
          <p:nvPr>
            <p:ph type="body" idx="16396" hasCustomPrompt="1"/>
            <p:custDataLst>
              <p:tags r:id="rId20"/>
            </p:custDataLst>
          </p:nvPr>
        </p:nvSpPr>
        <p:spPr>
          <a:xfrm>
            <a:off x="5943600" y="5588000"/>
            <a:ext cx="1828800" cy="6096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
        <p:nvSpPr>
          <p:cNvPr id="36" name="图片占位符 35"/>
          <p:cNvSpPr>
            <a:spLocks noGrp="1"/>
          </p:cNvSpPr>
          <p:nvPr>
            <p:ph type="pic" idx="16404" hasCustomPrompt="1"/>
            <p:custDataLst>
              <p:tags r:id="rId21"/>
            </p:custDataLst>
          </p:nvPr>
        </p:nvSpPr>
        <p:spPr>
          <a:xfrm>
            <a:off x="8229600" y="4495800"/>
            <a:ext cx="1219200" cy="1828800"/>
          </a:xfrm>
          <a:custGeom>
            <a:avLst/>
            <a:gdLst>
              <a:gd name="connisteX0" fmla="*/ 0 w 1219200"/>
              <a:gd name="connsiteY0" fmla="*/ 203200 h 1828800"/>
              <a:gd name="connisteX1" fmla="*/ 203200 w 1219200"/>
              <a:gd name="connsiteY1" fmla="*/ 0 h 1828800"/>
              <a:gd name="connisteX2" fmla="*/ 1016000 w 1219200"/>
              <a:gd name="connsiteY2" fmla="*/ 0 h 1828800"/>
              <a:gd name="connisteX3" fmla="*/ 1219200 w 1219200"/>
              <a:gd name="connsiteY3" fmla="*/ 203200 h 1828800"/>
              <a:gd name="connisteX4" fmla="*/ 1219200 w 1219200"/>
              <a:gd name="connsiteY4" fmla="*/ 1625600 h 1828800"/>
              <a:gd name="connisteX5" fmla="*/ 1016000 w 1219200"/>
              <a:gd name="connsiteY5" fmla="*/ 1828800 h 1828800"/>
              <a:gd name="connisteX6" fmla="*/ 203200 w 1219200"/>
              <a:gd name="connsiteY6" fmla="*/ 1828800 h 1828800"/>
              <a:gd name="connisteX7" fmla="*/ 0 w 1219200"/>
              <a:gd name="connsiteY7" fmla="*/ 1625600 h 1828800"/>
              <a:gd name="connisteX8" fmla="*/ 0 w 1219200"/>
              <a:gd name="connsiteY8" fmla="*/ 203200 h 1828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1219200" h="1828800">
                <a:moveTo>
                  <a:pt x="0" y="203200"/>
                </a:moveTo>
                <a:cubicBezTo>
                  <a:pt x="0" y="90976"/>
                  <a:pt x="90976" y="0"/>
                  <a:pt x="203200" y="0"/>
                </a:cubicBezTo>
                <a:lnTo>
                  <a:pt x="1016000" y="0"/>
                </a:lnTo>
                <a:cubicBezTo>
                  <a:pt x="1128224" y="0"/>
                  <a:pt x="1219200" y="90976"/>
                  <a:pt x="1219200" y="203200"/>
                </a:cubicBezTo>
                <a:lnTo>
                  <a:pt x="1219200" y="1625600"/>
                </a:lnTo>
                <a:cubicBezTo>
                  <a:pt x="1219200" y="1737824"/>
                  <a:pt x="1128224" y="1828800"/>
                  <a:pt x="1016000" y="1828800"/>
                </a:cubicBezTo>
                <a:lnTo>
                  <a:pt x="203200" y="1828800"/>
                </a:lnTo>
                <a:cubicBezTo>
                  <a:pt x="90976" y="1828800"/>
                  <a:pt x="0" y="1737824"/>
                  <a:pt x="0" y="1625600"/>
                </a:cubicBezTo>
                <a:lnTo>
                  <a:pt x="0" y="203200"/>
                </a:lnTo>
                <a:close/>
              </a:path>
            </a:pathLst>
          </a:custGeo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p>
        </p:txBody>
      </p:sp>
      <p:sp>
        <p:nvSpPr>
          <p:cNvPr id="37" name="文本占位符 36"/>
          <p:cNvSpPr>
            <a:spLocks noGrp="1"/>
          </p:cNvSpPr>
          <p:nvPr>
            <p:ph type="body" idx="16397" hasCustomPrompt="1"/>
            <p:custDataLst>
              <p:tags r:id="rId22"/>
            </p:custDataLst>
          </p:nvPr>
        </p:nvSpPr>
        <p:spPr>
          <a:xfrm>
            <a:off x="9753600" y="4622800"/>
            <a:ext cx="1828800" cy="8128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38" name="文本占位符 37"/>
          <p:cNvSpPr>
            <a:spLocks noGrp="1"/>
          </p:cNvSpPr>
          <p:nvPr>
            <p:ph type="body" idx="16398" hasCustomPrompt="1"/>
            <p:custDataLst>
              <p:tags r:id="rId23"/>
            </p:custDataLst>
          </p:nvPr>
        </p:nvSpPr>
        <p:spPr>
          <a:xfrm>
            <a:off x="9753600" y="5588000"/>
            <a:ext cx="1828800" cy="6096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Tree>
    <p:extLst>
      <p:ext uri="{BB962C8B-B14F-4D97-AF65-F5344CB8AC3E}">
        <p14:creationId xmlns:p14="http://schemas.microsoft.com/office/powerpoint/2010/main" val="45036601"/>
      </p:ext>
    </p:extLst>
  </p:cSld>
  <p:clrMapOvr>
    <a:overrideClrMapping bg1="lt1" tx1="dk1" bg2="lt2" tx2="dk2" accent1="accent1" accent2="accent2" accent3="accent3" accent4="accent4" accent5="accent5" accent6="accent6" hlink="hlink" folHlink="folHlink"/>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正文页-10007_34">
    <p:bg>
      <p:bgRef idx="1001">
        <a:schemeClr val="bg2"/>
      </p:bgRef>
    </p:bg>
    <p:spTree>
      <p:nvGrpSpPr>
        <p:cNvPr id="1" name=""/>
        <p:cNvGrpSpPr/>
        <p:nvPr/>
      </p:nvGrpSpPr>
      <p:grpSpPr>
        <a:xfrm>
          <a:off x="0" y="0"/>
          <a:ext cx="0" cy="0"/>
          <a:chOff x="0" y="0"/>
          <a:chExt cx="0" cy="0"/>
        </a:xfrm>
      </p:grpSpPr>
      <p:sp>
        <p:nvSpPr>
          <p:cNvPr id="8" name="日期占位符 7"/>
          <p:cNvSpPr>
            <a:spLocks noGrp="1"/>
          </p:cNvSpPr>
          <p:nvPr>
            <p:ph type="dt" sz="half" idx="10"/>
            <p:custDataLst>
              <p:tags r:id="rId1"/>
            </p:custDataLst>
          </p:nvPr>
        </p:nvSpPr>
        <p:spPr/>
        <p:txBody>
          <a:bodyPr wrap="square">
            <a:normAutofit/>
          </a:bodyPr>
          <a:lstStyle/>
          <a:p>
            <a:fld id="{5592522B-0F24-4480-B9DD-A9474A6880D6}" type="datetimeFigureOut">
              <a:rPr lang="zh-CN" altLang="en-US" smtClean="0"/>
              <a:t>2026/10/10</a:t>
            </a:fld>
            <a:endParaRPr lang="zh-CN" altLang="en-US"/>
          </a:p>
        </p:txBody>
      </p:sp>
      <p:sp>
        <p:nvSpPr>
          <p:cNvPr id="9" name="页脚占位符 8"/>
          <p:cNvSpPr>
            <a:spLocks noGrp="1"/>
          </p:cNvSpPr>
          <p:nvPr>
            <p:ph type="ftr" sz="quarter" idx="11"/>
            <p:custDataLst>
              <p:tags r:id="rId2"/>
            </p:custDataLst>
          </p:nvPr>
        </p:nvSpPr>
        <p:spPr/>
        <p:txBody>
          <a:bodyPr/>
          <a:lstStyle/>
          <a:p>
            <a:endParaRPr lang="zh-CN" altLang="en-US"/>
          </a:p>
        </p:txBody>
      </p:sp>
      <p:sp>
        <p:nvSpPr>
          <p:cNvPr id="10" name="灯片编号占位符 9"/>
          <p:cNvSpPr>
            <a:spLocks noGrp="1"/>
          </p:cNvSpPr>
          <p:nvPr>
            <p:ph type="sldNum" sz="quarter" idx="12"/>
            <p:custDataLst>
              <p:tags r:id="rId3"/>
            </p:custDataLst>
          </p:nvPr>
        </p:nvSpPr>
        <p:spPr/>
        <p:txBody>
          <a:bodyPr wrap="square">
            <a:normAutofit/>
          </a:bodyPr>
          <a:lstStyle/>
          <a:p>
            <a:fld id="{BE5F26B5-172A-4DC2-B0B7-181CFC56B87C}" type="slidenum">
              <a:rPr lang="zh-CN" altLang="en-US" smtClean="0"/>
              <a:t>‹#›</a:t>
            </a:fld>
            <a:endParaRPr lang="zh-CN" altLang="en-US"/>
          </a:p>
        </p:txBody>
      </p:sp>
      <p:sp>
        <p:nvSpPr>
          <p:cNvPr id="7" name="文本占位符 6"/>
          <p:cNvSpPr>
            <a:spLocks noGrp="1"/>
          </p:cNvSpPr>
          <p:nvPr>
            <p:ph type="body" idx="16386" hasCustomPrompt="1"/>
            <p:custDataLst>
              <p:tags r:id="rId4"/>
            </p:custDataLst>
          </p:nvPr>
        </p:nvSpPr>
        <p:spPr>
          <a:xfrm>
            <a:off x="609600" y="1879600"/>
            <a:ext cx="33528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6" name="标题 5"/>
          <p:cNvSpPr>
            <a:spLocks noGrp="1"/>
          </p:cNvSpPr>
          <p:nvPr>
            <p:ph type="ctrTitle" idx="16385" hasCustomPrompt="1"/>
            <p:custDataLst>
              <p:tags r:id="rId5"/>
            </p:custDataLst>
          </p:nvPr>
        </p:nvSpPr>
        <p:spPr>
          <a:xfrm>
            <a:off x="609600" y="533400"/>
            <a:ext cx="10972800" cy="609600"/>
          </a:xfrm>
          <a:noFill/>
        </p:spPr>
        <p:txBody>
          <a:bodyPr vert="horz" wrap="square" lIns="0" tIns="0" rIns="0" bIns="0" rtlCol="0" anchor="t" anchorCtr="0">
            <a:normAutofit/>
          </a:bodyPr>
          <a:lstStyle>
            <a:lvl1pPr marL="0" marR="0" indent="0" algn="l" defTabSz="914400" rtl="0" eaLnBrk="1" fontAlgn="auto" latinLnBrk="0" hangingPunct="1">
              <a:lnSpc>
                <a:spcPct val="111000"/>
              </a:lnSpc>
              <a:spcBef>
                <a:spcPct val="0"/>
              </a:spcBef>
              <a:spcAft>
                <a:spcPct val="0"/>
              </a:spcAft>
              <a:buClrTx/>
              <a:buSzTx/>
              <a:buFontTx/>
              <a:buNone/>
              <a:defRPr kumimoji="0" lang="zh-CN" altLang="en-US" sz="3600" b="1" i="0" u="none" strike="noStrike" kern="1200" cap="none" spc="0" normalizeH="0" baseline="0" noProof="1">
                <a:solidFill>
                  <a:schemeClr val="tx1"/>
                </a:solidFill>
                <a:latin typeface="+mj-lt"/>
                <a:ea typeface="+mj-ea"/>
                <a:cs typeface="+mj-cs"/>
              </a:defRPr>
            </a:lvl1pPr>
          </a:lstStyle>
          <a:p>
            <a:pPr lvl="0"/>
            <a:r>
              <a:rPr>
                <a:sym typeface="+mn-ea"/>
              </a:rPr>
              <a:t>单击此处添加标题</a:t>
            </a:r>
          </a:p>
        </p:txBody>
      </p:sp>
      <p:sp>
        <p:nvSpPr>
          <p:cNvPr id="21" name="文本占位符 20"/>
          <p:cNvSpPr>
            <a:spLocks noGrp="1"/>
          </p:cNvSpPr>
          <p:nvPr>
            <p:ph type="body" idx="16387" hasCustomPrompt="1"/>
            <p:custDataLst>
              <p:tags r:id="rId6"/>
            </p:custDataLst>
          </p:nvPr>
        </p:nvSpPr>
        <p:spPr>
          <a:xfrm>
            <a:off x="609600" y="2438400"/>
            <a:ext cx="3352800" cy="12192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
        <p:nvSpPr>
          <p:cNvPr id="22" name="文本占位符 21"/>
          <p:cNvSpPr>
            <a:spLocks noGrp="1"/>
          </p:cNvSpPr>
          <p:nvPr>
            <p:ph type="body" idx="16388" hasCustomPrompt="1"/>
            <p:custDataLst>
              <p:tags r:id="rId7"/>
            </p:custDataLst>
          </p:nvPr>
        </p:nvSpPr>
        <p:spPr>
          <a:xfrm>
            <a:off x="4419600" y="1879600"/>
            <a:ext cx="33528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23" name="文本占位符 22"/>
          <p:cNvSpPr>
            <a:spLocks noGrp="1"/>
          </p:cNvSpPr>
          <p:nvPr>
            <p:ph type="body" idx="16389" hasCustomPrompt="1"/>
            <p:custDataLst>
              <p:tags r:id="rId8"/>
            </p:custDataLst>
          </p:nvPr>
        </p:nvSpPr>
        <p:spPr>
          <a:xfrm>
            <a:off x="4419600" y="2438400"/>
            <a:ext cx="3352800" cy="12192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
        <p:nvSpPr>
          <p:cNvPr id="24" name="文本占位符 23"/>
          <p:cNvSpPr>
            <a:spLocks noGrp="1"/>
          </p:cNvSpPr>
          <p:nvPr>
            <p:ph type="body" idx="16390" hasCustomPrompt="1"/>
            <p:custDataLst>
              <p:tags r:id="rId9"/>
            </p:custDataLst>
          </p:nvPr>
        </p:nvSpPr>
        <p:spPr>
          <a:xfrm>
            <a:off x="8229600" y="1879600"/>
            <a:ext cx="33528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25" name="文本占位符 24"/>
          <p:cNvSpPr>
            <a:spLocks noGrp="1"/>
          </p:cNvSpPr>
          <p:nvPr>
            <p:ph type="body" idx="16391" hasCustomPrompt="1"/>
            <p:custDataLst>
              <p:tags r:id="rId10"/>
            </p:custDataLst>
          </p:nvPr>
        </p:nvSpPr>
        <p:spPr>
          <a:xfrm>
            <a:off x="8229600" y="2438400"/>
            <a:ext cx="3352800" cy="12192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
        <p:nvSpPr>
          <p:cNvPr id="26" name="文本占位符 25"/>
          <p:cNvSpPr>
            <a:spLocks noGrp="1"/>
          </p:cNvSpPr>
          <p:nvPr>
            <p:ph type="body" idx="16392" hasCustomPrompt="1"/>
            <p:custDataLst>
              <p:tags r:id="rId11"/>
            </p:custDataLst>
          </p:nvPr>
        </p:nvSpPr>
        <p:spPr>
          <a:xfrm>
            <a:off x="609600" y="4114800"/>
            <a:ext cx="33528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27" name="文本占位符 26"/>
          <p:cNvSpPr>
            <a:spLocks noGrp="1"/>
          </p:cNvSpPr>
          <p:nvPr>
            <p:ph type="body" idx="16393" hasCustomPrompt="1"/>
            <p:custDataLst>
              <p:tags r:id="rId12"/>
            </p:custDataLst>
          </p:nvPr>
        </p:nvSpPr>
        <p:spPr>
          <a:xfrm>
            <a:off x="609600" y="4673600"/>
            <a:ext cx="3352800" cy="12192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
        <p:nvSpPr>
          <p:cNvPr id="28" name="文本占位符 27"/>
          <p:cNvSpPr>
            <a:spLocks noGrp="1"/>
          </p:cNvSpPr>
          <p:nvPr>
            <p:ph type="body" idx="16394" hasCustomPrompt="1"/>
            <p:custDataLst>
              <p:tags r:id="rId13"/>
            </p:custDataLst>
          </p:nvPr>
        </p:nvSpPr>
        <p:spPr>
          <a:xfrm>
            <a:off x="4419600" y="4114800"/>
            <a:ext cx="33528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29" name="文本占位符 28"/>
          <p:cNvSpPr>
            <a:spLocks noGrp="1"/>
          </p:cNvSpPr>
          <p:nvPr>
            <p:ph type="body" idx="16395" hasCustomPrompt="1"/>
            <p:custDataLst>
              <p:tags r:id="rId14"/>
            </p:custDataLst>
          </p:nvPr>
        </p:nvSpPr>
        <p:spPr>
          <a:xfrm>
            <a:off x="4419600" y="4673600"/>
            <a:ext cx="3352800" cy="12192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
        <p:nvSpPr>
          <p:cNvPr id="30" name="文本占位符 29"/>
          <p:cNvSpPr>
            <a:spLocks noGrp="1"/>
          </p:cNvSpPr>
          <p:nvPr>
            <p:ph type="body" idx="16396" hasCustomPrompt="1"/>
            <p:custDataLst>
              <p:tags r:id="rId15"/>
            </p:custDataLst>
          </p:nvPr>
        </p:nvSpPr>
        <p:spPr>
          <a:xfrm>
            <a:off x="8229600" y="4114800"/>
            <a:ext cx="33528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31" name="文本占位符 30"/>
          <p:cNvSpPr>
            <a:spLocks noGrp="1"/>
          </p:cNvSpPr>
          <p:nvPr>
            <p:ph type="body" idx="16397" hasCustomPrompt="1"/>
            <p:custDataLst>
              <p:tags r:id="rId16"/>
            </p:custDataLst>
          </p:nvPr>
        </p:nvSpPr>
        <p:spPr>
          <a:xfrm>
            <a:off x="8229600" y="4673600"/>
            <a:ext cx="3352800" cy="12192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Tree>
    <p:extLst>
      <p:ext uri="{BB962C8B-B14F-4D97-AF65-F5344CB8AC3E}">
        <p14:creationId xmlns:p14="http://schemas.microsoft.com/office/powerpoint/2010/main" val="3044179595"/>
      </p:ext>
    </p:extLst>
  </p:cSld>
  <p:clrMapOvr>
    <a:overrideClrMapping bg1="lt1" tx1="dk1" bg2="lt2" tx2="dk2" accent1="accent1" accent2="accent2" accent3="accent3" accent4="accent4" accent5="accent5" accent6="accent6" hlink="hlink" folHlink="folHlink"/>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正文页-20_1">
    <p:bg>
      <p:bgRef idx="1001">
        <a:schemeClr val="bg2"/>
      </p:bgRef>
    </p:bg>
    <p:spTree>
      <p:nvGrpSpPr>
        <p:cNvPr id="1" name=""/>
        <p:cNvGrpSpPr/>
        <p:nvPr/>
      </p:nvGrpSpPr>
      <p:grpSpPr>
        <a:xfrm>
          <a:off x="0" y="0"/>
          <a:ext cx="0" cy="0"/>
          <a:chOff x="0" y="0"/>
          <a:chExt cx="0" cy="0"/>
        </a:xfrm>
      </p:grpSpPr>
      <p:sp>
        <p:nvSpPr>
          <p:cNvPr id="8" name="日期占位符 7"/>
          <p:cNvSpPr>
            <a:spLocks noGrp="1"/>
          </p:cNvSpPr>
          <p:nvPr>
            <p:ph type="dt" sz="half" idx="10"/>
            <p:custDataLst>
              <p:tags r:id="rId1"/>
            </p:custDataLst>
          </p:nvPr>
        </p:nvSpPr>
        <p:spPr/>
        <p:txBody>
          <a:bodyPr wrap="square">
            <a:normAutofit/>
          </a:bodyPr>
          <a:lstStyle/>
          <a:p>
            <a:fld id="{5592522B-0F24-4480-B9DD-A9474A6880D6}" type="datetimeFigureOut">
              <a:rPr lang="zh-CN" altLang="en-US" smtClean="0"/>
              <a:t>2026/10/10</a:t>
            </a:fld>
            <a:endParaRPr lang="zh-CN" altLang="en-US"/>
          </a:p>
        </p:txBody>
      </p:sp>
      <p:sp>
        <p:nvSpPr>
          <p:cNvPr id="9" name="页脚占位符 8"/>
          <p:cNvSpPr>
            <a:spLocks noGrp="1"/>
          </p:cNvSpPr>
          <p:nvPr>
            <p:ph type="ftr" sz="quarter" idx="11"/>
            <p:custDataLst>
              <p:tags r:id="rId2"/>
            </p:custDataLst>
          </p:nvPr>
        </p:nvSpPr>
        <p:spPr/>
        <p:txBody>
          <a:bodyPr/>
          <a:lstStyle/>
          <a:p>
            <a:endParaRPr lang="zh-CN" altLang="en-US"/>
          </a:p>
        </p:txBody>
      </p:sp>
      <p:sp>
        <p:nvSpPr>
          <p:cNvPr id="10" name="灯片编号占位符 9"/>
          <p:cNvSpPr>
            <a:spLocks noGrp="1"/>
          </p:cNvSpPr>
          <p:nvPr>
            <p:ph type="sldNum" sz="quarter" idx="12"/>
            <p:custDataLst>
              <p:tags r:id="rId3"/>
            </p:custDataLst>
          </p:nvPr>
        </p:nvSpPr>
        <p:spPr/>
        <p:txBody>
          <a:bodyPr wrap="square">
            <a:normAutofit/>
          </a:bodyPr>
          <a:lstStyle/>
          <a:p>
            <a:fld id="{BE5F26B5-172A-4DC2-B0B7-181CFC56B87C}" type="slidenum">
              <a:rPr lang="zh-CN" altLang="en-US" smtClean="0"/>
              <a:t>‹#›</a:t>
            </a:fld>
            <a:endParaRPr lang="zh-CN" altLang="en-US"/>
          </a:p>
        </p:txBody>
      </p:sp>
      <p:sp>
        <p:nvSpPr>
          <p:cNvPr id="7" name="内容占位符 6"/>
          <p:cNvSpPr>
            <a:spLocks noGrp="1"/>
          </p:cNvSpPr>
          <p:nvPr>
            <p:ph idx="16387" hasCustomPrompt="1"/>
            <p:custDataLst>
              <p:tags r:id="rId4"/>
            </p:custDataLst>
          </p:nvPr>
        </p:nvSpPr>
        <p:spPr>
          <a:xfrm>
            <a:off x="6096000" y="1524000"/>
            <a:ext cx="5486400" cy="4724400"/>
          </a:xfrm>
          <a:custGeom>
            <a:avLst/>
            <a:gdLst>
              <a:gd name="connisteX0" fmla="*/ 0 w 5486400"/>
              <a:gd name="connsiteY0" fmla="*/ 0 h 4724400"/>
              <a:gd name="connisteX1" fmla="*/ 5283200 w 5486400"/>
              <a:gd name="connsiteY1" fmla="*/ 0 h 4724400"/>
              <a:gd name="connisteX2" fmla="*/ 5486400 w 5486400"/>
              <a:gd name="connsiteY2" fmla="*/ 203200 h 4724400"/>
              <a:gd name="connisteX3" fmla="*/ 5486400 w 5486400"/>
              <a:gd name="connsiteY3" fmla="*/ 4521200 h 4724400"/>
              <a:gd name="connisteX4" fmla="*/ 5283200 w 5486400"/>
              <a:gd name="connsiteY4" fmla="*/ 4724400 h 4724400"/>
              <a:gd name="connisteX5" fmla="*/ 0 w 5486400"/>
              <a:gd name="connsiteY5" fmla="*/ 4724400 h 4724400"/>
              <a:gd name="connisteX6" fmla="*/ 0 w 5486400"/>
              <a:gd name="connsiteY6" fmla="*/ 0 h 4724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rect l="0" t="0" r="0" b="0"/>
            <a:pathLst>
              <a:path w="5486400" h="4724400">
                <a:moveTo>
                  <a:pt x="0" y="0"/>
                </a:moveTo>
                <a:lnTo>
                  <a:pt x="5283200" y="0"/>
                </a:lnTo>
                <a:cubicBezTo>
                  <a:pt x="5395424" y="0"/>
                  <a:pt x="5486400" y="90976"/>
                  <a:pt x="5486400" y="203200"/>
                </a:cubicBezTo>
                <a:lnTo>
                  <a:pt x="5486400" y="4521200"/>
                </a:lnTo>
                <a:cubicBezTo>
                  <a:pt x="5486400" y="4633424"/>
                  <a:pt x="5395424" y="4724400"/>
                  <a:pt x="5283200" y="4724400"/>
                </a:cubicBezTo>
                <a:lnTo>
                  <a:pt x="0" y="4724400"/>
                </a:lnTo>
                <a:lnTo>
                  <a:pt x="0" y="0"/>
                </a:lnTo>
                <a:close/>
              </a:path>
            </a:pathLst>
          </a:custGeom>
          <a:solidFill>
            <a:srgbClr val="DDDDDD"/>
          </a:solidFill>
          <a:ln>
            <a:noFill/>
          </a:ln>
        </p:spPr>
        <p:txBody>
          <a:bodyPr>
            <a:norm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6" name="标题 5"/>
          <p:cNvSpPr>
            <a:spLocks noGrp="1"/>
          </p:cNvSpPr>
          <p:nvPr>
            <p:ph type="ctrTitle" idx="16385" hasCustomPrompt="1"/>
            <p:custDataLst>
              <p:tags r:id="rId5"/>
            </p:custDataLst>
          </p:nvPr>
        </p:nvSpPr>
        <p:spPr>
          <a:xfrm>
            <a:off x="609600" y="533400"/>
            <a:ext cx="10972800" cy="609600"/>
          </a:xfrm>
          <a:noFill/>
        </p:spPr>
        <p:txBody>
          <a:bodyPr vert="horz" wrap="square" lIns="0" tIns="0" rIns="0" bIns="0" rtlCol="0" anchor="t" anchorCtr="0">
            <a:normAutofit/>
          </a:bodyPr>
          <a:lstStyle>
            <a:lvl1pPr marL="0" marR="0" indent="0" algn="l" defTabSz="914400" rtl="0" eaLnBrk="1" fontAlgn="auto" latinLnBrk="0" hangingPunct="1">
              <a:lnSpc>
                <a:spcPct val="111000"/>
              </a:lnSpc>
              <a:spcBef>
                <a:spcPct val="0"/>
              </a:spcBef>
              <a:spcAft>
                <a:spcPct val="0"/>
              </a:spcAft>
              <a:buClrTx/>
              <a:buSzTx/>
              <a:buFontTx/>
              <a:buNone/>
              <a:defRPr kumimoji="0" lang="zh-CN" altLang="en-US" sz="3600" b="1" i="0" u="none" strike="noStrike" kern="1200" cap="none" spc="0" normalizeH="0" baseline="0" noProof="1">
                <a:solidFill>
                  <a:schemeClr val="tx1"/>
                </a:solidFill>
                <a:latin typeface="+mj-lt"/>
                <a:ea typeface="+mj-ea"/>
                <a:cs typeface="+mj-cs"/>
              </a:defRPr>
            </a:lvl1pPr>
          </a:lstStyle>
          <a:p>
            <a:pPr lvl="0"/>
            <a:r>
              <a:rPr>
                <a:sym typeface="+mn-ea"/>
              </a:rPr>
              <a:t>单击此处添加标题</a:t>
            </a:r>
          </a:p>
        </p:txBody>
      </p:sp>
      <p:sp>
        <p:nvSpPr>
          <p:cNvPr id="21" name="装饰  0"/>
          <p:cNvSpPr>
            <a:spLocks noGrp="1"/>
          </p:cNvSpPr>
          <p:nvPr>
            <p:ph type="body" idx="16388" hasCustomPrompt="1"/>
            <p:custDataLst>
              <p:tags r:id="rId6"/>
            </p:custDataLst>
          </p:nvPr>
        </p:nvSpPr>
        <p:spPr>
          <a:xfrm>
            <a:off x="609600" y="1524000"/>
            <a:ext cx="5486400" cy="4724400"/>
          </a:xfrm>
          <a:custGeom>
            <a:avLst/>
            <a:gdLst>
              <a:gd name="connisteX0" fmla="*/ 0 w 5486400"/>
              <a:gd name="connsiteY0" fmla="*/ 203200 h 4724400"/>
              <a:gd name="connisteX1" fmla="*/ 203200 w 5486400"/>
              <a:gd name="connsiteY1" fmla="*/ 0 h 4724400"/>
              <a:gd name="connisteX2" fmla="*/ 5486400 w 5486400"/>
              <a:gd name="connsiteY2" fmla="*/ 0 h 4724400"/>
              <a:gd name="connisteX3" fmla="*/ 5486400 w 5486400"/>
              <a:gd name="connsiteY3" fmla="*/ 4724400 h 4724400"/>
              <a:gd name="connisteX4" fmla="*/ 203200 w 5486400"/>
              <a:gd name="connsiteY4" fmla="*/ 4724400 h 4724400"/>
              <a:gd name="connisteX5" fmla="*/ 0 w 5486400"/>
              <a:gd name="connsiteY5" fmla="*/ 4521200 h 4724400"/>
              <a:gd name="connisteX6" fmla="*/ 0 w 5486400"/>
              <a:gd name="connsiteY6" fmla="*/ 203200 h 4724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rect l="0" t="0" r="0" b="0"/>
            <a:pathLst>
              <a:path w="5486400" h="4724400">
                <a:moveTo>
                  <a:pt x="0" y="203200"/>
                </a:moveTo>
                <a:cubicBezTo>
                  <a:pt x="0" y="90976"/>
                  <a:pt x="90976" y="0"/>
                  <a:pt x="203200" y="0"/>
                </a:cubicBezTo>
                <a:lnTo>
                  <a:pt x="5486400" y="0"/>
                </a:lnTo>
                <a:lnTo>
                  <a:pt x="5486400" y="4724400"/>
                </a:lnTo>
                <a:lnTo>
                  <a:pt x="203200" y="4724400"/>
                </a:lnTo>
                <a:cubicBezTo>
                  <a:pt x="90976" y="4724400"/>
                  <a:pt x="0" y="4633424"/>
                  <a:pt x="0" y="4521200"/>
                </a:cubicBezTo>
                <a:lnTo>
                  <a:pt x="0" y="2032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22" name="文本占位符 21"/>
          <p:cNvSpPr>
            <a:spLocks noGrp="1"/>
          </p:cNvSpPr>
          <p:nvPr>
            <p:ph type="body" idx="16386" hasCustomPrompt="1"/>
            <p:custDataLst>
              <p:tags r:id="rId7"/>
            </p:custDataLst>
          </p:nvPr>
        </p:nvSpPr>
        <p:spPr>
          <a:xfrm>
            <a:off x="1066800" y="2209800"/>
            <a:ext cx="4572000" cy="3352800"/>
          </a:xfrm>
          <a:noFill/>
        </p:spPr>
        <p:txBody>
          <a:bodyPr lIns="0" tIns="0" rIns="0" bIns="0" anchor="ctr">
            <a:normAutofit/>
          </a:bodyPr>
          <a:lstStyle>
            <a:lvl1pPr marL="0" indent="0" algn="l">
              <a:lnSpc>
                <a:spcPct val="125000"/>
              </a:lnSpc>
              <a:spcBef>
                <a:spcPct val="0"/>
              </a:spcBef>
              <a:spcAft>
                <a:spcPct val="0"/>
              </a:spcAft>
              <a:buNone/>
              <a:defRPr sz="1600" b="0" spc="0">
                <a:solidFill>
                  <a:srgbClr val="FFFFFF"/>
                </a:solidFill>
              </a:defRPr>
            </a:lvl1pPr>
          </a:lstStyle>
          <a:p>
            <a:pPr lvl="0"/>
            <a:r>
              <a:rPr lang="zh-CN" altLang="en-US"/>
              <a:t>单击此处添加正文</a:t>
            </a:r>
          </a:p>
        </p:txBody>
      </p:sp>
    </p:spTree>
    <p:extLst>
      <p:ext uri="{BB962C8B-B14F-4D97-AF65-F5344CB8AC3E}">
        <p14:creationId xmlns:p14="http://schemas.microsoft.com/office/powerpoint/2010/main" val="315044506"/>
      </p:ext>
    </p:extLst>
  </p:cSld>
  <p:clrMapOvr>
    <a:overrideClrMapping bg1="lt1" tx1="dk1" bg2="lt2" tx2="dk2" accent1="accent1" accent2="accent2" accent3="accent3" accent4="accent4" accent5="accent5" accent6="accent6" hlink="hlink" folHlink="folHlink"/>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正文页-34_2">
    <p:bg>
      <p:bgRef idx="1001">
        <a:schemeClr val="bg2"/>
      </p:bgRef>
    </p:bg>
    <p:spTree>
      <p:nvGrpSpPr>
        <p:cNvPr id="1" name=""/>
        <p:cNvGrpSpPr/>
        <p:nvPr/>
      </p:nvGrpSpPr>
      <p:grpSpPr>
        <a:xfrm>
          <a:off x="0" y="0"/>
          <a:ext cx="0" cy="0"/>
          <a:chOff x="0" y="0"/>
          <a:chExt cx="0" cy="0"/>
        </a:xfrm>
      </p:grpSpPr>
      <p:sp>
        <p:nvSpPr>
          <p:cNvPr id="8" name="日期占位符 7"/>
          <p:cNvSpPr>
            <a:spLocks noGrp="1"/>
          </p:cNvSpPr>
          <p:nvPr>
            <p:ph type="dt" sz="half" idx="10"/>
            <p:custDataLst>
              <p:tags r:id="rId1"/>
            </p:custDataLst>
          </p:nvPr>
        </p:nvSpPr>
        <p:spPr/>
        <p:txBody>
          <a:bodyPr wrap="square">
            <a:normAutofit/>
          </a:bodyPr>
          <a:lstStyle/>
          <a:p>
            <a:fld id="{5592522B-0F24-4480-B9DD-A9474A6880D6}" type="datetimeFigureOut">
              <a:rPr lang="zh-CN" altLang="en-US" smtClean="0"/>
              <a:t>2026/10/10</a:t>
            </a:fld>
            <a:endParaRPr lang="zh-CN" altLang="en-US"/>
          </a:p>
        </p:txBody>
      </p:sp>
      <p:sp>
        <p:nvSpPr>
          <p:cNvPr id="9" name="页脚占位符 8"/>
          <p:cNvSpPr>
            <a:spLocks noGrp="1"/>
          </p:cNvSpPr>
          <p:nvPr>
            <p:ph type="ftr" sz="quarter" idx="11"/>
            <p:custDataLst>
              <p:tags r:id="rId2"/>
            </p:custDataLst>
          </p:nvPr>
        </p:nvSpPr>
        <p:spPr/>
        <p:txBody>
          <a:bodyPr/>
          <a:lstStyle/>
          <a:p>
            <a:endParaRPr lang="zh-CN" altLang="en-US"/>
          </a:p>
        </p:txBody>
      </p:sp>
      <p:sp>
        <p:nvSpPr>
          <p:cNvPr id="10" name="灯片编号占位符 9"/>
          <p:cNvSpPr>
            <a:spLocks noGrp="1"/>
          </p:cNvSpPr>
          <p:nvPr>
            <p:ph type="sldNum" sz="quarter" idx="12"/>
            <p:custDataLst>
              <p:tags r:id="rId3"/>
            </p:custDataLst>
          </p:nvPr>
        </p:nvSpPr>
        <p:spPr/>
        <p:txBody>
          <a:bodyPr wrap="square">
            <a:normAutofit/>
          </a:bodyPr>
          <a:lstStyle/>
          <a:p>
            <a:fld id="{BE5F26B5-172A-4DC2-B0B7-181CFC56B87C}" type="slidenum">
              <a:rPr lang="zh-CN" altLang="en-US" smtClean="0"/>
              <a:t>‹#›</a:t>
            </a:fld>
            <a:endParaRPr lang="zh-CN" altLang="en-US"/>
          </a:p>
        </p:txBody>
      </p:sp>
      <p:sp>
        <p:nvSpPr>
          <p:cNvPr id="7" name="图片占位符 6"/>
          <p:cNvSpPr>
            <a:spLocks noGrp="1"/>
          </p:cNvSpPr>
          <p:nvPr>
            <p:ph type="pic" idx="16390" hasCustomPrompt="1"/>
            <p:custDataLst>
              <p:tags r:id="rId4"/>
            </p:custDataLst>
          </p:nvPr>
        </p:nvSpPr>
        <p:spPr>
          <a:xfrm>
            <a:off x="2032000" y="1955800"/>
            <a:ext cx="2336800" cy="2336800"/>
          </a:xfrm>
          <a:custGeom>
            <a:avLst/>
            <a:gdLst>
              <a:gd name="connisteX0" fmla="*/ 0 w 2336800"/>
              <a:gd name="connsiteY0" fmla="*/ 1168400 h 2336800"/>
              <a:gd name="connisteX1" fmla="*/ 1168400 w 2336800"/>
              <a:gd name="connsiteY1" fmla="*/ 0 h 2336800"/>
              <a:gd name="connisteX2" fmla="*/ 1168400 w 2336800"/>
              <a:gd name="connsiteY2" fmla="*/ 0 h 2336800"/>
              <a:gd name="connisteX3" fmla="*/ 2336800 w 2336800"/>
              <a:gd name="connsiteY3" fmla="*/ 1168400 h 2336800"/>
              <a:gd name="connisteX4" fmla="*/ 2336800 w 2336800"/>
              <a:gd name="connsiteY4" fmla="*/ 1168400 h 2336800"/>
              <a:gd name="connisteX5" fmla="*/ 1168400 w 2336800"/>
              <a:gd name="connsiteY5" fmla="*/ 2336800 h 2336800"/>
              <a:gd name="connisteX6" fmla="*/ 1168400 w 2336800"/>
              <a:gd name="connsiteY6" fmla="*/ 2336800 h 2336800"/>
              <a:gd name="connisteX7" fmla="*/ 0 w 2336800"/>
              <a:gd name="connsiteY7" fmla="*/ 1168400 h 2336800"/>
              <a:gd name="connisteX8" fmla="*/ 0 w 2336800"/>
              <a:gd name="connsiteY8" fmla="*/ 1168400 h 2336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2336800" h="2336800">
                <a:moveTo>
                  <a:pt x="0" y="1168400"/>
                </a:moveTo>
                <a:cubicBezTo>
                  <a:pt x="0" y="523110"/>
                  <a:pt x="523110" y="0"/>
                  <a:pt x="1168400" y="0"/>
                </a:cubicBezTo>
                <a:lnTo>
                  <a:pt x="1168400" y="0"/>
                </a:lnTo>
                <a:cubicBezTo>
                  <a:pt x="1813690" y="0"/>
                  <a:pt x="2336800" y="523110"/>
                  <a:pt x="2336800" y="1168400"/>
                </a:cubicBezTo>
                <a:lnTo>
                  <a:pt x="2336800" y="1168400"/>
                </a:lnTo>
                <a:cubicBezTo>
                  <a:pt x="2336800" y="1813690"/>
                  <a:pt x="1813690" y="2336800"/>
                  <a:pt x="1168400" y="2336800"/>
                </a:cubicBezTo>
                <a:lnTo>
                  <a:pt x="1168400" y="2336800"/>
                </a:lnTo>
                <a:cubicBezTo>
                  <a:pt x="523110" y="2336800"/>
                  <a:pt x="0" y="1813690"/>
                  <a:pt x="0" y="1168400"/>
                </a:cubicBezTo>
                <a:lnTo>
                  <a:pt x="0" y="1168400"/>
                </a:lnTo>
                <a:close/>
              </a:path>
            </a:pathLst>
          </a:custGeo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p>
        </p:txBody>
      </p:sp>
      <p:sp>
        <p:nvSpPr>
          <p:cNvPr id="6" name="标题 5"/>
          <p:cNvSpPr>
            <a:spLocks noGrp="1"/>
          </p:cNvSpPr>
          <p:nvPr>
            <p:ph type="ctrTitle" idx="16385" hasCustomPrompt="1"/>
            <p:custDataLst>
              <p:tags r:id="rId5"/>
            </p:custDataLst>
          </p:nvPr>
        </p:nvSpPr>
        <p:spPr>
          <a:xfrm>
            <a:off x="609600" y="533400"/>
            <a:ext cx="10972800" cy="609600"/>
          </a:xfrm>
          <a:noFill/>
        </p:spPr>
        <p:txBody>
          <a:bodyPr vert="horz" wrap="square" lIns="0" tIns="0" rIns="0" bIns="0" rtlCol="0" anchor="t" anchorCtr="0">
            <a:normAutofit/>
          </a:bodyPr>
          <a:lstStyle>
            <a:lvl1pPr marL="0" marR="0" indent="0" algn="l" defTabSz="914400" rtl="0" eaLnBrk="1" fontAlgn="auto" latinLnBrk="0" hangingPunct="1">
              <a:lnSpc>
                <a:spcPct val="111000"/>
              </a:lnSpc>
              <a:spcBef>
                <a:spcPct val="0"/>
              </a:spcBef>
              <a:spcAft>
                <a:spcPct val="0"/>
              </a:spcAft>
              <a:buClrTx/>
              <a:buSzTx/>
              <a:buFontTx/>
              <a:buNone/>
              <a:defRPr kumimoji="0" lang="zh-CN" altLang="en-US" sz="3600" b="1" i="0" u="none" strike="noStrike" kern="1200" cap="none" spc="0" normalizeH="0" baseline="0" noProof="1">
                <a:solidFill>
                  <a:schemeClr val="tx1"/>
                </a:solidFill>
                <a:latin typeface="+mj-lt"/>
                <a:ea typeface="+mj-ea"/>
                <a:cs typeface="+mj-cs"/>
              </a:defRPr>
            </a:lvl1pPr>
          </a:lstStyle>
          <a:p>
            <a:pPr lvl="0"/>
            <a:r>
              <a:rPr>
                <a:sym typeface="+mn-ea"/>
              </a:rPr>
              <a:t>单击此处添加标题</a:t>
            </a:r>
          </a:p>
        </p:txBody>
      </p:sp>
      <p:sp>
        <p:nvSpPr>
          <p:cNvPr id="21" name="文本占位符 20"/>
          <p:cNvSpPr>
            <a:spLocks noGrp="1"/>
          </p:cNvSpPr>
          <p:nvPr>
            <p:ph type="body" idx="16386" hasCustomPrompt="1"/>
            <p:custDataLst>
              <p:tags r:id="rId6"/>
            </p:custDataLst>
          </p:nvPr>
        </p:nvSpPr>
        <p:spPr>
          <a:xfrm>
            <a:off x="609600" y="4648200"/>
            <a:ext cx="5181600" cy="406400"/>
          </a:xfrm>
          <a:noFill/>
        </p:spPr>
        <p:txBody>
          <a:bodyPr lIns="0" tIns="0" rIns="0" bIns="0" anchor="t">
            <a:normAutofit/>
          </a:bodyPr>
          <a:lstStyle>
            <a:lvl1pPr marL="0" indent="0" algn="ctr">
              <a:lnSpc>
                <a:spcPct val="111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22" name="文本占位符 21"/>
          <p:cNvSpPr>
            <a:spLocks noGrp="1"/>
          </p:cNvSpPr>
          <p:nvPr>
            <p:ph type="body" idx="16387" hasCustomPrompt="1"/>
            <p:custDataLst>
              <p:tags r:id="rId7"/>
            </p:custDataLst>
          </p:nvPr>
        </p:nvSpPr>
        <p:spPr>
          <a:xfrm>
            <a:off x="609600" y="5207000"/>
            <a:ext cx="5181600" cy="609600"/>
          </a:xfrm>
          <a:noFill/>
        </p:spPr>
        <p:txBody>
          <a:bodyPr lIns="0" tIns="0" rIns="0" bIns="0" anchor="t">
            <a:normAutofit/>
          </a:bodyPr>
          <a:lstStyle>
            <a:lvl1pPr marL="0" indent="0" algn="ctr">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
        <p:nvSpPr>
          <p:cNvPr id="23" name="图片占位符 22"/>
          <p:cNvSpPr>
            <a:spLocks noGrp="1"/>
          </p:cNvSpPr>
          <p:nvPr>
            <p:ph type="pic" idx="16391" hasCustomPrompt="1"/>
            <p:custDataLst>
              <p:tags r:id="rId8"/>
            </p:custDataLst>
          </p:nvPr>
        </p:nvSpPr>
        <p:spPr>
          <a:xfrm>
            <a:off x="7823200" y="1955800"/>
            <a:ext cx="2336800" cy="2336800"/>
          </a:xfrm>
          <a:custGeom>
            <a:avLst/>
            <a:gdLst>
              <a:gd name="connisteX0" fmla="*/ 0 w 2336800"/>
              <a:gd name="connsiteY0" fmla="*/ 1168400 h 2336800"/>
              <a:gd name="connisteX1" fmla="*/ 1168400 w 2336800"/>
              <a:gd name="connsiteY1" fmla="*/ 0 h 2336800"/>
              <a:gd name="connisteX2" fmla="*/ 1168400 w 2336800"/>
              <a:gd name="connsiteY2" fmla="*/ 0 h 2336800"/>
              <a:gd name="connisteX3" fmla="*/ 2336800 w 2336800"/>
              <a:gd name="connsiteY3" fmla="*/ 1168400 h 2336800"/>
              <a:gd name="connisteX4" fmla="*/ 2336800 w 2336800"/>
              <a:gd name="connsiteY4" fmla="*/ 1168400 h 2336800"/>
              <a:gd name="connisteX5" fmla="*/ 1168400 w 2336800"/>
              <a:gd name="connsiteY5" fmla="*/ 2336800 h 2336800"/>
              <a:gd name="connisteX6" fmla="*/ 1168400 w 2336800"/>
              <a:gd name="connsiteY6" fmla="*/ 2336800 h 2336800"/>
              <a:gd name="connisteX7" fmla="*/ 0 w 2336800"/>
              <a:gd name="connsiteY7" fmla="*/ 1168400 h 2336800"/>
              <a:gd name="connisteX8" fmla="*/ 0 w 2336800"/>
              <a:gd name="connsiteY8" fmla="*/ 1168400 h 2336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2336800" h="2336800">
                <a:moveTo>
                  <a:pt x="0" y="1168400"/>
                </a:moveTo>
                <a:cubicBezTo>
                  <a:pt x="0" y="523110"/>
                  <a:pt x="523110" y="0"/>
                  <a:pt x="1168400" y="0"/>
                </a:cubicBezTo>
                <a:lnTo>
                  <a:pt x="1168400" y="0"/>
                </a:lnTo>
                <a:cubicBezTo>
                  <a:pt x="1813690" y="0"/>
                  <a:pt x="2336800" y="523110"/>
                  <a:pt x="2336800" y="1168400"/>
                </a:cubicBezTo>
                <a:lnTo>
                  <a:pt x="2336800" y="1168400"/>
                </a:lnTo>
                <a:cubicBezTo>
                  <a:pt x="2336800" y="1813690"/>
                  <a:pt x="1813690" y="2336800"/>
                  <a:pt x="1168400" y="2336800"/>
                </a:cubicBezTo>
                <a:lnTo>
                  <a:pt x="1168400" y="2336800"/>
                </a:lnTo>
                <a:cubicBezTo>
                  <a:pt x="523110" y="2336800"/>
                  <a:pt x="0" y="1813690"/>
                  <a:pt x="0" y="1168400"/>
                </a:cubicBezTo>
                <a:lnTo>
                  <a:pt x="0" y="1168400"/>
                </a:lnTo>
                <a:close/>
              </a:path>
            </a:pathLst>
          </a:custGeo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p>
        </p:txBody>
      </p:sp>
      <p:sp>
        <p:nvSpPr>
          <p:cNvPr id="24" name="文本占位符 23"/>
          <p:cNvSpPr>
            <a:spLocks noGrp="1"/>
          </p:cNvSpPr>
          <p:nvPr>
            <p:ph type="body" idx="16388" hasCustomPrompt="1"/>
            <p:custDataLst>
              <p:tags r:id="rId9"/>
            </p:custDataLst>
          </p:nvPr>
        </p:nvSpPr>
        <p:spPr>
          <a:xfrm>
            <a:off x="6400800" y="4648200"/>
            <a:ext cx="5181600" cy="406400"/>
          </a:xfrm>
          <a:noFill/>
        </p:spPr>
        <p:txBody>
          <a:bodyPr lIns="0" tIns="0" rIns="0" bIns="0" anchor="t">
            <a:normAutofit/>
          </a:bodyPr>
          <a:lstStyle>
            <a:lvl1pPr marL="0" indent="0" algn="ctr">
              <a:lnSpc>
                <a:spcPct val="111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25" name="文本占位符 24"/>
          <p:cNvSpPr>
            <a:spLocks noGrp="1"/>
          </p:cNvSpPr>
          <p:nvPr>
            <p:ph type="body" idx="16389" hasCustomPrompt="1"/>
            <p:custDataLst>
              <p:tags r:id="rId10"/>
            </p:custDataLst>
          </p:nvPr>
        </p:nvSpPr>
        <p:spPr>
          <a:xfrm>
            <a:off x="6400800" y="5207000"/>
            <a:ext cx="5181600" cy="609600"/>
          </a:xfrm>
          <a:noFill/>
        </p:spPr>
        <p:txBody>
          <a:bodyPr lIns="0" tIns="0" rIns="0" bIns="0" anchor="t">
            <a:normAutofit/>
          </a:bodyPr>
          <a:lstStyle>
            <a:lvl1pPr marL="0" indent="0" algn="ctr">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Tree>
    <p:extLst>
      <p:ext uri="{BB962C8B-B14F-4D97-AF65-F5344CB8AC3E}">
        <p14:creationId xmlns:p14="http://schemas.microsoft.com/office/powerpoint/2010/main" val="672156885"/>
      </p:ext>
    </p:extLst>
  </p:cSld>
  <p:clrMapOvr>
    <a:overrideClrMapping bg1="lt1" tx1="dk1" bg2="lt2" tx2="dk2" accent1="accent1" accent2="accent2" accent3="accent3" accent4="accent4" accent5="accent5" accent6="accent6" hlink="hlink" folHlink="folHlink"/>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正文页-48_2">
    <p:bg>
      <p:bgRef idx="1001">
        <a:schemeClr val="bg2"/>
      </p:bgRef>
    </p:bg>
    <p:spTree>
      <p:nvGrpSpPr>
        <p:cNvPr id="1" name=""/>
        <p:cNvGrpSpPr/>
        <p:nvPr/>
      </p:nvGrpSpPr>
      <p:grpSpPr>
        <a:xfrm>
          <a:off x="0" y="0"/>
          <a:ext cx="0" cy="0"/>
          <a:chOff x="0" y="0"/>
          <a:chExt cx="0" cy="0"/>
        </a:xfrm>
      </p:grpSpPr>
      <p:sp>
        <p:nvSpPr>
          <p:cNvPr id="8" name="日期占位符 7"/>
          <p:cNvSpPr>
            <a:spLocks noGrp="1"/>
          </p:cNvSpPr>
          <p:nvPr>
            <p:ph type="dt" sz="half" idx="10"/>
            <p:custDataLst>
              <p:tags r:id="rId1"/>
            </p:custDataLst>
          </p:nvPr>
        </p:nvSpPr>
        <p:spPr/>
        <p:txBody>
          <a:bodyPr wrap="square">
            <a:normAutofit/>
          </a:bodyPr>
          <a:lstStyle/>
          <a:p>
            <a:fld id="{5592522B-0F24-4480-B9DD-A9474A6880D6}" type="datetimeFigureOut">
              <a:rPr lang="zh-CN" altLang="en-US" smtClean="0"/>
              <a:t>2026/10/10</a:t>
            </a:fld>
            <a:endParaRPr lang="zh-CN" altLang="en-US"/>
          </a:p>
        </p:txBody>
      </p:sp>
      <p:sp>
        <p:nvSpPr>
          <p:cNvPr id="9" name="页脚占位符 8"/>
          <p:cNvSpPr>
            <a:spLocks noGrp="1"/>
          </p:cNvSpPr>
          <p:nvPr>
            <p:ph type="ftr" sz="quarter" idx="11"/>
            <p:custDataLst>
              <p:tags r:id="rId2"/>
            </p:custDataLst>
          </p:nvPr>
        </p:nvSpPr>
        <p:spPr/>
        <p:txBody>
          <a:bodyPr/>
          <a:lstStyle/>
          <a:p>
            <a:endParaRPr lang="zh-CN" altLang="en-US"/>
          </a:p>
        </p:txBody>
      </p:sp>
      <p:sp>
        <p:nvSpPr>
          <p:cNvPr id="10" name="灯片编号占位符 9"/>
          <p:cNvSpPr>
            <a:spLocks noGrp="1"/>
          </p:cNvSpPr>
          <p:nvPr>
            <p:ph type="sldNum" sz="quarter" idx="12"/>
            <p:custDataLst>
              <p:tags r:id="rId3"/>
            </p:custDataLst>
          </p:nvPr>
        </p:nvSpPr>
        <p:spPr/>
        <p:txBody>
          <a:bodyPr wrap="square">
            <a:normAutofit/>
          </a:bodyPr>
          <a:lstStyle/>
          <a:p>
            <a:fld id="{BE5F26B5-172A-4DC2-B0B7-181CFC56B87C}" type="slidenum">
              <a:rPr lang="zh-CN" altLang="en-US" smtClean="0"/>
              <a:t>‹#›</a:t>
            </a:fld>
            <a:endParaRPr lang="zh-CN" altLang="en-US"/>
          </a:p>
        </p:txBody>
      </p:sp>
      <p:sp>
        <p:nvSpPr>
          <p:cNvPr id="7" name="装饰  6"/>
          <p:cNvSpPr>
            <a:spLocks noGrp="1"/>
          </p:cNvSpPr>
          <p:nvPr>
            <p:ph type="body" idx="16390" hasCustomPrompt="1"/>
            <p:custDataLst>
              <p:tags r:id="rId4"/>
            </p:custDataLst>
          </p:nvPr>
        </p:nvSpPr>
        <p:spPr>
          <a:xfrm>
            <a:off x="609600" y="1524000"/>
            <a:ext cx="5334000" cy="4724400"/>
          </a:xfrm>
          <a:custGeom>
            <a:avLst/>
            <a:gdLst>
              <a:gd name="connisteX0" fmla="*/ 0 w 5334000"/>
              <a:gd name="connsiteY0" fmla="*/ 203200 h 4724400"/>
              <a:gd name="connisteX1" fmla="*/ 203200 w 5334000"/>
              <a:gd name="connsiteY1" fmla="*/ 0 h 4724400"/>
              <a:gd name="connisteX2" fmla="*/ 5130800 w 5334000"/>
              <a:gd name="connsiteY2" fmla="*/ 0 h 4724400"/>
              <a:gd name="connisteX3" fmla="*/ 5334000 w 5334000"/>
              <a:gd name="connsiteY3" fmla="*/ 203200 h 4724400"/>
              <a:gd name="connisteX4" fmla="*/ 5334000 w 5334000"/>
              <a:gd name="connsiteY4" fmla="*/ 4521200 h 4724400"/>
              <a:gd name="connisteX5" fmla="*/ 5130800 w 5334000"/>
              <a:gd name="connsiteY5" fmla="*/ 4724400 h 4724400"/>
              <a:gd name="connisteX6" fmla="*/ 203200 w 5334000"/>
              <a:gd name="connsiteY6" fmla="*/ 4724400 h 4724400"/>
              <a:gd name="connisteX7" fmla="*/ 0 w 5334000"/>
              <a:gd name="connsiteY7" fmla="*/ 4521200 h 4724400"/>
              <a:gd name="connisteX8" fmla="*/ 0 w 5334000"/>
              <a:gd name="connsiteY8" fmla="*/ 203200 h 4724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5334000" h="4724400">
                <a:moveTo>
                  <a:pt x="0" y="203200"/>
                </a:moveTo>
                <a:cubicBezTo>
                  <a:pt x="0" y="90976"/>
                  <a:pt x="90976" y="0"/>
                  <a:pt x="203200" y="0"/>
                </a:cubicBezTo>
                <a:lnTo>
                  <a:pt x="5130800" y="0"/>
                </a:lnTo>
                <a:cubicBezTo>
                  <a:pt x="5243024" y="0"/>
                  <a:pt x="5334000" y="90976"/>
                  <a:pt x="5334000" y="203200"/>
                </a:cubicBezTo>
                <a:lnTo>
                  <a:pt x="5334000" y="4521200"/>
                </a:lnTo>
                <a:cubicBezTo>
                  <a:pt x="5334000" y="4633424"/>
                  <a:pt x="5243024" y="4724400"/>
                  <a:pt x="5130800" y="4724400"/>
                </a:cubicBezTo>
                <a:lnTo>
                  <a:pt x="203200" y="4724400"/>
                </a:lnTo>
                <a:cubicBezTo>
                  <a:pt x="90976" y="4724400"/>
                  <a:pt x="0" y="4633424"/>
                  <a:pt x="0" y="4521200"/>
                </a:cubicBezTo>
                <a:lnTo>
                  <a:pt x="0" y="203200"/>
                </a:lnTo>
                <a:close/>
              </a:path>
            </a:pathLst>
          </a:custGeom>
          <a:gradFill>
            <a:gsLst>
              <a:gs pos="0">
                <a:schemeClr val="accent1">
                  <a:lumMod val="0"/>
                  <a:lumOff val="100000"/>
                </a:schemeClr>
              </a:gs>
              <a:gs pos="100000">
                <a:schemeClr val="accent1">
                  <a:lumMod val="0"/>
                  <a:lumOff val="100000"/>
                </a:schemeClr>
              </a:gs>
            </a:gsLst>
            <a:lin ang="5400000"/>
          </a:gra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6" name="标题 5"/>
          <p:cNvSpPr>
            <a:spLocks noGrp="1"/>
          </p:cNvSpPr>
          <p:nvPr>
            <p:ph type="ctrTitle" idx="16385" hasCustomPrompt="1"/>
            <p:custDataLst>
              <p:tags r:id="rId5"/>
            </p:custDataLst>
          </p:nvPr>
        </p:nvSpPr>
        <p:spPr>
          <a:xfrm>
            <a:off x="609600" y="533400"/>
            <a:ext cx="10972800" cy="609600"/>
          </a:xfrm>
          <a:noFill/>
        </p:spPr>
        <p:txBody>
          <a:bodyPr vert="horz" wrap="square" lIns="0" tIns="0" rIns="0" bIns="0" rtlCol="0" anchor="t" anchorCtr="0">
            <a:normAutofit/>
          </a:bodyPr>
          <a:lstStyle>
            <a:lvl1pPr marL="0" marR="0" indent="0" algn="l" defTabSz="914400" rtl="0" eaLnBrk="1" fontAlgn="auto" latinLnBrk="0" hangingPunct="1">
              <a:lnSpc>
                <a:spcPct val="111000"/>
              </a:lnSpc>
              <a:spcBef>
                <a:spcPct val="0"/>
              </a:spcBef>
              <a:spcAft>
                <a:spcPct val="0"/>
              </a:spcAft>
              <a:buClrTx/>
              <a:buSzTx/>
              <a:buFontTx/>
              <a:buNone/>
              <a:defRPr kumimoji="0" lang="zh-CN" altLang="en-US" sz="3600" b="1" i="0" u="none" strike="noStrike" kern="1200" cap="none" spc="0" normalizeH="0" baseline="0" noProof="1">
                <a:solidFill>
                  <a:schemeClr val="tx1"/>
                </a:solidFill>
                <a:latin typeface="+mj-lt"/>
                <a:ea typeface="+mj-ea"/>
                <a:cs typeface="+mj-cs"/>
              </a:defRPr>
            </a:lvl1pPr>
          </a:lstStyle>
          <a:p>
            <a:pPr lvl="0"/>
            <a:r>
              <a:rPr>
                <a:sym typeface="+mn-ea"/>
              </a:rPr>
              <a:t>单击此处添加标题</a:t>
            </a:r>
          </a:p>
        </p:txBody>
      </p:sp>
      <p:sp>
        <p:nvSpPr>
          <p:cNvPr id="21" name="图片占位符 20"/>
          <p:cNvSpPr>
            <a:spLocks noGrp="1"/>
          </p:cNvSpPr>
          <p:nvPr>
            <p:ph type="pic" idx="16391" hasCustomPrompt="1"/>
            <p:custDataLst>
              <p:tags r:id="rId6"/>
            </p:custDataLst>
          </p:nvPr>
        </p:nvSpPr>
        <p:spPr>
          <a:xfrm>
            <a:off x="914400" y="1828800"/>
            <a:ext cx="4724400" cy="2641600"/>
          </a:xfr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p>
        </p:txBody>
      </p:sp>
      <p:sp>
        <p:nvSpPr>
          <p:cNvPr id="22" name="文本占位符 21"/>
          <p:cNvSpPr>
            <a:spLocks noGrp="1"/>
          </p:cNvSpPr>
          <p:nvPr>
            <p:ph type="body" idx="16386" hasCustomPrompt="1"/>
            <p:custDataLst>
              <p:tags r:id="rId7"/>
            </p:custDataLst>
          </p:nvPr>
        </p:nvSpPr>
        <p:spPr>
          <a:xfrm>
            <a:off x="914400" y="4775200"/>
            <a:ext cx="47244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23" name="文本占位符 22"/>
          <p:cNvSpPr>
            <a:spLocks noGrp="1"/>
          </p:cNvSpPr>
          <p:nvPr>
            <p:ph type="body" idx="16387" hasCustomPrompt="1"/>
            <p:custDataLst>
              <p:tags r:id="rId8"/>
            </p:custDataLst>
          </p:nvPr>
        </p:nvSpPr>
        <p:spPr>
          <a:xfrm>
            <a:off x="914400" y="5334000"/>
            <a:ext cx="4724400" cy="6096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
        <p:nvSpPr>
          <p:cNvPr id="24" name="装饰  3"/>
          <p:cNvSpPr>
            <a:spLocks noGrp="1"/>
          </p:cNvSpPr>
          <p:nvPr>
            <p:ph type="body" idx="16392" hasCustomPrompt="1"/>
            <p:custDataLst>
              <p:tags r:id="rId9"/>
            </p:custDataLst>
          </p:nvPr>
        </p:nvSpPr>
        <p:spPr>
          <a:xfrm>
            <a:off x="6248400" y="1524000"/>
            <a:ext cx="5334000" cy="4724400"/>
          </a:xfrm>
          <a:custGeom>
            <a:avLst/>
            <a:gdLst>
              <a:gd name="connisteX0" fmla="*/ 0 w 5334000"/>
              <a:gd name="connsiteY0" fmla="*/ 203200 h 4724400"/>
              <a:gd name="connisteX1" fmla="*/ 203200 w 5334000"/>
              <a:gd name="connsiteY1" fmla="*/ 0 h 4724400"/>
              <a:gd name="connisteX2" fmla="*/ 5130800 w 5334000"/>
              <a:gd name="connsiteY2" fmla="*/ 0 h 4724400"/>
              <a:gd name="connisteX3" fmla="*/ 5334000 w 5334000"/>
              <a:gd name="connsiteY3" fmla="*/ 203200 h 4724400"/>
              <a:gd name="connisteX4" fmla="*/ 5334000 w 5334000"/>
              <a:gd name="connsiteY4" fmla="*/ 4521200 h 4724400"/>
              <a:gd name="connisteX5" fmla="*/ 5130800 w 5334000"/>
              <a:gd name="connsiteY5" fmla="*/ 4724400 h 4724400"/>
              <a:gd name="connisteX6" fmla="*/ 203200 w 5334000"/>
              <a:gd name="connsiteY6" fmla="*/ 4724400 h 4724400"/>
              <a:gd name="connisteX7" fmla="*/ 0 w 5334000"/>
              <a:gd name="connsiteY7" fmla="*/ 4521200 h 4724400"/>
              <a:gd name="connisteX8" fmla="*/ 0 w 5334000"/>
              <a:gd name="connsiteY8" fmla="*/ 203200 h 4724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5334000" h="4724400">
                <a:moveTo>
                  <a:pt x="0" y="203200"/>
                </a:moveTo>
                <a:cubicBezTo>
                  <a:pt x="0" y="90976"/>
                  <a:pt x="90976" y="0"/>
                  <a:pt x="203200" y="0"/>
                </a:cubicBezTo>
                <a:lnTo>
                  <a:pt x="5130800" y="0"/>
                </a:lnTo>
                <a:cubicBezTo>
                  <a:pt x="5243024" y="0"/>
                  <a:pt x="5334000" y="90976"/>
                  <a:pt x="5334000" y="203200"/>
                </a:cubicBezTo>
                <a:lnTo>
                  <a:pt x="5334000" y="4521200"/>
                </a:lnTo>
                <a:cubicBezTo>
                  <a:pt x="5334000" y="4633424"/>
                  <a:pt x="5243024" y="4724400"/>
                  <a:pt x="5130800" y="4724400"/>
                </a:cubicBezTo>
                <a:lnTo>
                  <a:pt x="203200" y="4724400"/>
                </a:lnTo>
                <a:cubicBezTo>
                  <a:pt x="90976" y="4724400"/>
                  <a:pt x="0" y="4633424"/>
                  <a:pt x="0" y="4521200"/>
                </a:cubicBezTo>
                <a:lnTo>
                  <a:pt x="0" y="203200"/>
                </a:lnTo>
                <a:close/>
              </a:path>
            </a:pathLst>
          </a:custGeom>
          <a:gradFill>
            <a:gsLst>
              <a:gs pos="0">
                <a:schemeClr val="accent1">
                  <a:lumMod val="0"/>
                  <a:lumOff val="100000"/>
                </a:schemeClr>
              </a:gs>
              <a:gs pos="100000">
                <a:schemeClr val="accent1">
                  <a:lumMod val="0"/>
                  <a:lumOff val="100000"/>
                </a:schemeClr>
              </a:gs>
            </a:gsLst>
            <a:lin ang="5400000"/>
          </a:gra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25" name="图片占位符 24"/>
          <p:cNvSpPr>
            <a:spLocks noGrp="1"/>
          </p:cNvSpPr>
          <p:nvPr>
            <p:ph type="pic" idx="16393" hasCustomPrompt="1"/>
            <p:custDataLst>
              <p:tags r:id="rId10"/>
            </p:custDataLst>
          </p:nvPr>
        </p:nvSpPr>
        <p:spPr>
          <a:xfrm>
            <a:off x="6553200" y="1828800"/>
            <a:ext cx="4724400" cy="2641600"/>
          </a:xfr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p>
        </p:txBody>
      </p:sp>
      <p:sp>
        <p:nvSpPr>
          <p:cNvPr id="26" name="文本占位符 25"/>
          <p:cNvSpPr>
            <a:spLocks noGrp="1"/>
          </p:cNvSpPr>
          <p:nvPr>
            <p:ph type="body" idx="16388" hasCustomPrompt="1"/>
            <p:custDataLst>
              <p:tags r:id="rId11"/>
            </p:custDataLst>
          </p:nvPr>
        </p:nvSpPr>
        <p:spPr>
          <a:xfrm>
            <a:off x="6553200" y="4775200"/>
            <a:ext cx="47244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27" name="文本占位符 26"/>
          <p:cNvSpPr>
            <a:spLocks noGrp="1"/>
          </p:cNvSpPr>
          <p:nvPr>
            <p:ph type="body" idx="16389" hasCustomPrompt="1"/>
            <p:custDataLst>
              <p:tags r:id="rId12"/>
            </p:custDataLst>
          </p:nvPr>
        </p:nvSpPr>
        <p:spPr>
          <a:xfrm>
            <a:off x="6553200" y="5334000"/>
            <a:ext cx="4724400" cy="6096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Tree>
    <p:extLst>
      <p:ext uri="{BB962C8B-B14F-4D97-AF65-F5344CB8AC3E}">
        <p14:creationId xmlns:p14="http://schemas.microsoft.com/office/powerpoint/2010/main" val="3943245968"/>
      </p:ext>
    </p:extLst>
  </p:cSld>
  <p:clrMapOvr>
    <a:overrideClrMapping bg1="lt1" tx1="dk1" bg2="lt2" tx2="dk2" accent1="accent1" accent2="accent2" accent3="accent3" accent4="accent4" accent5="accent5" accent6="accent6" hlink="hlink" folHlink="folHlink"/>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正文页-61_2">
    <p:bg>
      <p:bgRef idx="1001">
        <a:schemeClr val="bg2"/>
      </p:bgRef>
    </p:bg>
    <p:spTree>
      <p:nvGrpSpPr>
        <p:cNvPr id="1" name=""/>
        <p:cNvGrpSpPr/>
        <p:nvPr/>
      </p:nvGrpSpPr>
      <p:grpSpPr>
        <a:xfrm>
          <a:off x="0" y="0"/>
          <a:ext cx="0" cy="0"/>
          <a:chOff x="0" y="0"/>
          <a:chExt cx="0" cy="0"/>
        </a:xfrm>
      </p:grpSpPr>
      <p:sp>
        <p:nvSpPr>
          <p:cNvPr id="8" name="日期占位符 7"/>
          <p:cNvSpPr>
            <a:spLocks noGrp="1"/>
          </p:cNvSpPr>
          <p:nvPr>
            <p:ph type="dt" sz="half" idx="10"/>
            <p:custDataLst>
              <p:tags r:id="rId1"/>
            </p:custDataLst>
          </p:nvPr>
        </p:nvSpPr>
        <p:spPr/>
        <p:txBody>
          <a:bodyPr wrap="square">
            <a:normAutofit/>
          </a:bodyPr>
          <a:lstStyle/>
          <a:p>
            <a:fld id="{5592522B-0F24-4480-B9DD-A9474A6880D6}" type="datetimeFigureOut">
              <a:rPr lang="zh-CN" altLang="en-US" smtClean="0"/>
              <a:t>2026/10/10</a:t>
            </a:fld>
            <a:endParaRPr lang="zh-CN" altLang="en-US"/>
          </a:p>
        </p:txBody>
      </p:sp>
      <p:sp>
        <p:nvSpPr>
          <p:cNvPr id="9" name="页脚占位符 8"/>
          <p:cNvSpPr>
            <a:spLocks noGrp="1"/>
          </p:cNvSpPr>
          <p:nvPr>
            <p:ph type="ftr" sz="quarter" idx="11"/>
            <p:custDataLst>
              <p:tags r:id="rId2"/>
            </p:custDataLst>
          </p:nvPr>
        </p:nvSpPr>
        <p:spPr/>
        <p:txBody>
          <a:bodyPr/>
          <a:lstStyle/>
          <a:p>
            <a:endParaRPr lang="zh-CN" altLang="en-US"/>
          </a:p>
        </p:txBody>
      </p:sp>
      <p:sp>
        <p:nvSpPr>
          <p:cNvPr id="10" name="灯片编号占位符 9"/>
          <p:cNvSpPr>
            <a:spLocks noGrp="1"/>
          </p:cNvSpPr>
          <p:nvPr>
            <p:ph type="sldNum" sz="quarter" idx="12"/>
            <p:custDataLst>
              <p:tags r:id="rId3"/>
            </p:custDataLst>
          </p:nvPr>
        </p:nvSpPr>
        <p:spPr/>
        <p:txBody>
          <a:bodyPr wrap="square">
            <a:normAutofit/>
          </a:bodyPr>
          <a:lstStyle/>
          <a:p>
            <a:fld id="{BE5F26B5-172A-4DC2-B0B7-181CFC56B87C}" type="slidenum">
              <a:rPr lang="zh-CN" altLang="en-US" smtClean="0"/>
              <a:t>‹#›</a:t>
            </a:fld>
            <a:endParaRPr lang="zh-CN" altLang="en-US"/>
          </a:p>
        </p:txBody>
      </p:sp>
      <p:sp>
        <p:nvSpPr>
          <p:cNvPr id="7" name="内容占位符 6"/>
          <p:cNvSpPr>
            <a:spLocks noGrp="1"/>
          </p:cNvSpPr>
          <p:nvPr>
            <p:ph idx="16387" hasCustomPrompt="1"/>
            <p:custDataLst>
              <p:tags r:id="rId4"/>
            </p:custDataLst>
          </p:nvPr>
        </p:nvSpPr>
        <p:spPr>
          <a:xfrm>
            <a:off x="4648200" y="1524000"/>
            <a:ext cx="6934200" cy="4724400"/>
          </a:xfrm>
          <a:custGeom>
            <a:avLst/>
            <a:gdLst>
              <a:gd name="connisteX0" fmla="*/ 0 w 6934200"/>
              <a:gd name="connsiteY0" fmla="*/ 0 h 4724400"/>
              <a:gd name="connisteX1" fmla="*/ 6731000 w 6934200"/>
              <a:gd name="connsiteY1" fmla="*/ 0 h 4724400"/>
              <a:gd name="connisteX2" fmla="*/ 6934200 w 6934200"/>
              <a:gd name="connsiteY2" fmla="*/ 203200 h 4724400"/>
              <a:gd name="connisteX3" fmla="*/ 6934200 w 6934200"/>
              <a:gd name="connsiteY3" fmla="*/ 4521200 h 4724400"/>
              <a:gd name="connisteX4" fmla="*/ 6731000 w 6934200"/>
              <a:gd name="connsiteY4" fmla="*/ 4724400 h 4724400"/>
              <a:gd name="connisteX5" fmla="*/ 0 w 6934200"/>
              <a:gd name="connsiteY5" fmla="*/ 4724400 h 4724400"/>
              <a:gd name="connisteX6" fmla="*/ 0 w 6934200"/>
              <a:gd name="connsiteY6" fmla="*/ 0 h 4724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rect l="0" t="0" r="0" b="0"/>
            <a:pathLst>
              <a:path w="6934200" h="4724400">
                <a:moveTo>
                  <a:pt x="0" y="0"/>
                </a:moveTo>
                <a:lnTo>
                  <a:pt x="6731000" y="0"/>
                </a:lnTo>
                <a:cubicBezTo>
                  <a:pt x="6843224" y="0"/>
                  <a:pt x="6934200" y="90976"/>
                  <a:pt x="6934200" y="203200"/>
                </a:cubicBezTo>
                <a:lnTo>
                  <a:pt x="6934200" y="4521200"/>
                </a:lnTo>
                <a:cubicBezTo>
                  <a:pt x="6934200" y="4633424"/>
                  <a:pt x="6843224" y="4724400"/>
                  <a:pt x="6731000" y="4724400"/>
                </a:cubicBezTo>
                <a:lnTo>
                  <a:pt x="0" y="4724400"/>
                </a:lnTo>
                <a:lnTo>
                  <a:pt x="0" y="0"/>
                </a:lnTo>
                <a:close/>
              </a:path>
            </a:pathLst>
          </a:custGeom>
          <a:solidFill>
            <a:srgbClr val="DDDDDD"/>
          </a:solidFill>
          <a:ln>
            <a:noFill/>
          </a:ln>
        </p:spPr>
        <p:txBody>
          <a:bodyPr>
            <a:norm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6" name="标题 5"/>
          <p:cNvSpPr>
            <a:spLocks noGrp="1"/>
          </p:cNvSpPr>
          <p:nvPr>
            <p:ph type="ctrTitle" idx="16385" hasCustomPrompt="1"/>
            <p:custDataLst>
              <p:tags r:id="rId5"/>
            </p:custDataLst>
          </p:nvPr>
        </p:nvSpPr>
        <p:spPr>
          <a:xfrm>
            <a:off x="609600" y="533400"/>
            <a:ext cx="10972800" cy="609600"/>
          </a:xfrm>
          <a:noFill/>
        </p:spPr>
        <p:txBody>
          <a:bodyPr vert="horz" wrap="square" lIns="0" tIns="0" rIns="0" bIns="0" rtlCol="0" anchor="t" anchorCtr="0">
            <a:normAutofit/>
          </a:bodyPr>
          <a:lstStyle>
            <a:lvl1pPr marL="0" marR="0" indent="0" algn="l" defTabSz="914400" rtl="0" eaLnBrk="1" fontAlgn="auto" latinLnBrk="0" hangingPunct="1">
              <a:lnSpc>
                <a:spcPct val="111000"/>
              </a:lnSpc>
              <a:spcBef>
                <a:spcPct val="0"/>
              </a:spcBef>
              <a:spcAft>
                <a:spcPct val="0"/>
              </a:spcAft>
              <a:buClrTx/>
              <a:buSzTx/>
              <a:buFontTx/>
              <a:buNone/>
              <a:defRPr kumimoji="0" lang="zh-CN" altLang="en-US" sz="3600" b="1" i="0" u="none" strike="noStrike" kern="1200" cap="none" spc="0" normalizeH="0" baseline="0" noProof="1">
                <a:solidFill>
                  <a:schemeClr val="tx1"/>
                </a:solidFill>
                <a:latin typeface="+mj-lt"/>
                <a:ea typeface="+mj-ea"/>
                <a:cs typeface="+mj-cs"/>
              </a:defRPr>
            </a:lvl1pPr>
          </a:lstStyle>
          <a:p>
            <a:pPr lvl="0"/>
            <a:r>
              <a:rPr>
                <a:sym typeface="+mn-ea"/>
              </a:rPr>
              <a:t>单击此处添加标题</a:t>
            </a:r>
          </a:p>
        </p:txBody>
      </p:sp>
      <p:sp>
        <p:nvSpPr>
          <p:cNvPr id="21" name="装饰  0"/>
          <p:cNvSpPr>
            <a:spLocks noGrp="1"/>
          </p:cNvSpPr>
          <p:nvPr>
            <p:ph type="body" idx="16388" hasCustomPrompt="1"/>
            <p:custDataLst>
              <p:tags r:id="rId6"/>
            </p:custDataLst>
          </p:nvPr>
        </p:nvSpPr>
        <p:spPr>
          <a:xfrm>
            <a:off x="609600" y="1524000"/>
            <a:ext cx="4038600" cy="4724400"/>
          </a:xfrm>
          <a:custGeom>
            <a:avLst/>
            <a:gdLst>
              <a:gd name="connisteX0" fmla="*/ 0 w 4038600"/>
              <a:gd name="connsiteY0" fmla="*/ 203200 h 4724400"/>
              <a:gd name="connisteX1" fmla="*/ 203200 w 4038600"/>
              <a:gd name="connsiteY1" fmla="*/ 0 h 4724400"/>
              <a:gd name="connisteX2" fmla="*/ 4038600 w 4038600"/>
              <a:gd name="connsiteY2" fmla="*/ 0 h 4724400"/>
              <a:gd name="connisteX3" fmla="*/ 4038600 w 4038600"/>
              <a:gd name="connsiteY3" fmla="*/ 4724400 h 4724400"/>
              <a:gd name="connisteX4" fmla="*/ 203200 w 4038600"/>
              <a:gd name="connsiteY4" fmla="*/ 4724400 h 4724400"/>
              <a:gd name="connisteX5" fmla="*/ 0 w 4038600"/>
              <a:gd name="connsiteY5" fmla="*/ 4521200 h 4724400"/>
              <a:gd name="connisteX6" fmla="*/ 0 w 4038600"/>
              <a:gd name="connsiteY6" fmla="*/ 203200 h 4724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rect l="0" t="0" r="0" b="0"/>
            <a:pathLst>
              <a:path w="4038600" h="4724400">
                <a:moveTo>
                  <a:pt x="0" y="203200"/>
                </a:moveTo>
                <a:cubicBezTo>
                  <a:pt x="0" y="90976"/>
                  <a:pt x="90976" y="0"/>
                  <a:pt x="203200" y="0"/>
                </a:cubicBezTo>
                <a:lnTo>
                  <a:pt x="4038600" y="0"/>
                </a:lnTo>
                <a:lnTo>
                  <a:pt x="4038600" y="4724400"/>
                </a:lnTo>
                <a:lnTo>
                  <a:pt x="203200" y="4724400"/>
                </a:lnTo>
                <a:cubicBezTo>
                  <a:pt x="90976" y="4724400"/>
                  <a:pt x="0" y="4633424"/>
                  <a:pt x="0" y="4521200"/>
                </a:cubicBezTo>
                <a:lnTo>
                  <a:pt x="0" y="2032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22" name="文本占位符 21"/>
          <p:cNvSpPr>
            <a:spLocks noGrp="1"/>
          </p:cNvSpPr>
          <p:nvPr>
            <p:ph type="body" idx="16386" hasCustomPrompt="1"/>
            <p:custDataLst>
              <p:tags r:id="rId7"/>
            </p:custDataLst>
          </p:nvPr>
        </p:nvSpPr>
        <p:spPr>
          <a:xfrm>
            <a:off x="1066800" y="3581400"/>
            <a:ext cx="3124200" cy="609600"/>
          </a:xfrm>
          <a:noFill/>
        </p:spPr>
        <p:txBody>
          <a:bodyPr lIns="0" tIns="0" rIns="0" bIns="0" anchor="t">
            <a:normAutofit/>
          </a:bodyPr>
          <a:lstStyle>
            <a:lvl1pPr marL="0" indent="0" algn="l">
              <a:lnSpc>
                <a:spcPct val="125000"/>
              </a:lnSpc>
              <a:spcBef>
                <a:spcPct val="0"/>
              </a:spcBef>
              <a:spcAft>
                <a:spcPct val="0"/>
              </a:spcAft>
              <a:buNone/>
              <a:defRPr sz="1600" b="0" spc="0">
                <a:solidFill>
                  <a:srgbClr val="FFFFFF"/>
                </a:solidFill>
              </a:defRPr>
            </a:lvl1pPr>
          </a:lstStyle>
          <a:p>
            <a:pPr lvl="0"/>
            <a:r>
              <a:rPr lang="zh-CN" altLang="en-US"/>
              <a:t>单击此处添加正文</a:t>
            </a:r>
          </a:p>
        </p:txBody>
      </p:sp>
    </p:spTree>
    <p:extLst>
      <p:ext uri="{BB962C8B-B14F-4D97-AF65-F5344CB8AC3E}">
        <p14:creationId xmlns:p14="http://schemas.microsoft.com/office/powerpoint/2010/main" val="234788862"/>
      </p:ext>
    </p:extLst>
  </p:cSld>
  <p:clrMapOvr>
    <a:overrideClrMapping bg1="lt1" tx1="dk1" bg2="lt2" tx2="dk2" accent1="accent1" accent2="accent2" accent3="accent3" accent4="accent4" accent5="accent5" accent6="accent6" hlink="hlink" folHlink="folHlink"/>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reserve="1" userDrawn="1">
  <p:cSld name="1_封面页_1_3">
    <p:spTree>
      <p:nvGrpSpPr>
        <p:cNvPr id="1" name=""/>
        <p:cNvGrpSpPr/>
        <p:nvPr/>
      </p:nvGrpSpPr>
      <p:grpSpPr>
        <a:xfrm>
          <a:off x="0" y="0"/>
          <a:ext cx="0" cy="0"/>
          <a:chOff x="0" y="0"/>
          <a:chExt cx="0" cy="0"/>
        </a:xfrm>
      </p:grpSpPr>
      <p:sp>
        <p:nvSpPr>
          <p:cNvPr id="7" name="矩形 6"/>
          <p:cNvSpPr/>
          <p:nvPr userDrawn="1">
            <p:custDataLst>
              <p:tags r:id="rId1"/>
            </p:custDataLst>
          </p:nvPr>
        </p:nvSpPr>
        <p:spPr>
          <a:xfrm>
            <a:off x="0" y="0"/>
            <a:ext cx="12192000" cy="6857999"/>
          </a:xfrm>
          <a:prstGeom prst="rect">
            <a:avLst/>
          </a:prstGeom>
          <a:gradFill flip="none" rotWithShape="1">
            <a:gsLst>
              <a:gs pos="0">
                <a:schemeClr val="bg1">
                  <a:alpha val="0"/>
                </a:schemeClr>
              </a:gs>
              <a:gs pos="76000">
                <a:schemeClr val="accent2">
                  <a:alpha val="1500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19" name="任意多边形: 形状 18"/>
          <p:cNvSpPr/>
          <p:nvPr userDrawn="1">
            <p:custDataLst>
              <p:tags r:id="rId2"/>
            </p:custDataLst>
          </p:nvPr>
        </p:nvSpPr>
        <p:spPr>
          <a:xfrm>
            <a:off x="8451850" y="1632262"/>
            <a:ext cx="3740150" cy="5210789"/>
          </a:xfrm>
          <a:custGeom>
            <a:avLst/>
            <a:gdLst>
              <a:gd name="connsiteX0" fmla="*/ 3740150 w 3740150"/>
              <a:gd name="connsiteY0" fmla="*/ 0 h 5210789"/>
              <a:gd name="connsiteX1" fmla="*/ 3740150 w 3740150"/>
              <a:gd name="connsiteY1" fmla="*/ 5210789 h 5210789"/>
              <a:gd name="connsiteX2" fmla="*/ 301051 w 3740150"/>
              <a:gd name="connsiteY2" fmla="*/ 5210789 h 5210789"/>
              <a:gd name="connsiteX3" fmla="*/ 293920 w 3740150"/>
              <a:gd name="connsiteY3" fmla="*/ 5195985 h 5210789"/>
              <a:gd name="connsiteX4" fmla="*/ 0 w 3740150"/>
              <a:gd name="connsiteY4" fmla="*/ 3740150 h 5210789"/>
              <a:gd name="connsiteX5" fmla="*/ 3740150 w 3740150"/>
              <a:gd name="connsiteY5" fmla="*/ 0 h 5210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40150" h="5210789">
                <a:moveTo>
                  <a:pt x="3740150" y="0"/>
                </a:moveTo>
                <a:lnTo>
                  <a:pt x="3740150" y="5210789"/>
                </a:lnTo>
                <a:lnTo>
                  <a:pt x="301051" y="5210789"/>
                </a:lnTo>
                <a:lnTo>
                  <a:pt x="293920" y="5195985"/>
                </a:lnTo>
                <a:cubicBezTo>
                  <a:pt x="104658" y="4748520"/>
                  <a:pt x="0" y="4256557"/>
                  <a:pt x="0" y="3740150"/>
                </a:cubicBezTo>
                <a:cubicBezTo>
                  <a:pt x="0" y="1674522"/>
                  <a:pt x="1674522" y="0"/>
                  <a:pt x="3740150" y="0"/>
                </a:cubicBezTo>
                <a:close/>
              </a:path>
            </a:pathLst>
          </a:custGeom>
          <a:gradFill flip="none" rotWithShape="1">
            <a:gsLst>
              <a:gs pos="88000">
                <a:schemeClr val="bg2"/>
              </a:gs>
              <a:gs pos="39000">
                <a:schemeClr val="bg2">
                  <a:alpha val="0"/>
                </a:schemeClr>
              </a:gs>
            </a:gsLst>
            <a:lin ang="13500000" scaled="1"/>
            <a:tileRect/>
          </a:gradFill>
          <a:ln w="1270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2" name="矩形 21"/>
          <p:cNvSpPr/>
          <p:nvPr userDrawn="1">
            <p:custDataLst>
              <p:tags r:id="rId3"/>
            </p:custDataLst>
          </p:nvPr>
        </p:nvSpPr>
        <p:spPr>
          <a:xfrm>
            <a:off x="0" y="6351259"/>
            <a:ext cx="12192000" cy="506741"/>
          </a:xfrm>
          <a:prstGeom prst="rect">
            <a:avLst/>
          </a:prstGeom>
          <a:gradFill flip="none" rotWithShape="1">
            <a:gsLst>
              <a:gs pos="19000">
                <a:schemeClr val="accent1"/>
              </a:gs>
              <a:gs pos="83000">
                <a:schemeClr val="accent2"/>
              </a:gs>
            </a:gsLst>
            <a:lin ang="13500000" scaled="1"/>
            <a:tileRect/>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zh-CN" altLang="en-US" sz="2800" b="1">
              <a:latin typeface="+mj-ea"/>
              <a:ea typeface="+mj-ea"/>
            </a:endParaRPr>
          </a:p>
        </p:txBody>
      </p:sp>
      <p:cxnSp>
        <p:nvCxnSpPr>
          <p:cNvPr id="14" name="直接连接符 13"/>
          <p:cNvCxnSpPr/>
          <p:nvPr userDrawn="1">
            <p:custDataLst>
              <p:tags r:id="rId4"/>
            </p:custDataLst>
          </p:nvPr>
        </p:nvCxnSpPr>
        <p:spPr>
          <a:xfrm>
            <a:off x="695960" y="6605101"/>
            <a:ext cx="10077450" cy="0"/>
          </a:xfrm>
          <a:prstGeom prst="line">
            <a:avLst/>
          </a:prstGeom>
          <a:ln>
            <a:solidFill>
              <a:srgbClr val="FFFFFF">
                <a:alpha val="20000"/>
              </a:srgbClr>
            </a:solidFill>
          </a:ln>
        </p:spPr>
        <p:style>
          <a:lnRef idx="1">
            <a:schemeClr val="accent1"/>
          </a:lnRef>
          <a:fillRef idx="0">
            <a:schemeClr val="accent1"/>
          </a:fillRef>
          <a:effectRef idx="0">
            <a:schemeClr val="accent1"/>
          </a:effectRef>
          <a:fontRef idx="minor">
            <a:schemeClr val="tx1"/>
          </a:fontRef>
        </p:style>
      </p:cxnSp>
      <p:sp>
        <p:nvSpPr>
          <p:cNvPr id="9" name="椭圆 8"/>
          <p:cNvSpPr/>
          <p:nvPr userDrawn="1">
            <p:custDataLst>
              <p:tags r:id="rId5"/>
            </p:custDataLst>
          </p:nvPr>
        </p:nvSpPr>
        <p:spPr>
          <a:xfrm>
            <a:off x="1065726" y="867326"/>
            <a:ext cx="108000" cy="108000"/>
          </a:xfrm>
          <a:prstGeom prst="ellipse">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椭圆 10"/>
          <p:cNvSpPr/>
          <p:nvPr userDrawn="1">
            <p:custDataLst>
              <p:tags r:id="rId6"/>
            </p:custDataLst>
          </p:nvPr>
        </p:nvSpPr>
        <p:spPr>
          <a:xfrm>
            <a:off x="1471998" y="867326"/>
            <a:ext cx="108000" cy="108000"/>
          </a:xfrm>
          <a:prstGeom prst="ellipse">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椭圆 11"/>
          <p:cNvSpPr/>
          <p:nvPr userDrawn="1">
            <p:custDataLst>
              <p:tags r:id="rId7"/>
            </p:custDataLst>
          </p:nvPr>
        </p:nvSpPr>
        <p:spPr>
          <a:xfrm>
            <a:off x="1675135" y="867326"/>
            <a:ext cx="108000" cy="108000"/>
          </a:xfrm>
          <a:prstGeom prst="ellipse">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p:cNvSpPr/>
          <p:nvPr userDrawn="1">
            <p:custDataLst>
              <p:tags r:id="rId8"/>
            </p:custDataLst>
          </p:nvPr>
        </p:nvSpPr>
        <p:spPr>
          <a:xfrm>
            <a:off x="1268862" y="867326"/>
            <a:ext cx="108000" cy="108000"/>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任意多边形: 形状 16"/>
          <p:cNvSpPr/>
          <p:nvPr userDrawn="1">
            <p:custDataLst>
              <p:tags r:id="rId9"/>
            </p:custDataLst>
          </p:nvPr>
        </p:nvSpPr>
        <p:spPr>
          <a:xfrm>
            <a:off x="1" y="1"/>
            <a:ext cx="1320207" cy="1156508"/>
          </a:xfrm>
          <a:custGeom>
            <a:avLst/>
            <a:gdLst>
              <a:gd name="connsiteX0" fmla="*/ 0 w 1809977"/>
              <a:gd name="connsiteY0" fmla="*/ 0 h 1585549"/>
              <a:gd name="connsiteX1" fmla="*/ 1809977 w 1809977"/>
              <a:gd name="connsiteY1" fmla="*/ 0 h 1585549"/>
              <a:gd name="connsiteX2" fmla="*/ 1801326 w 1809977"/>
              <a:gd name="connsiteY2" fmla="*/ 56684 h 1585549"/>
              <a:gd name="connsiteX3" fmla="*/ 116835 w 1809977"/>
              <a:gd name="connsiteY3" fmla="*/ 1579650 h 1585549"/>
              <a:gd name="connsiteX4" fmla="*/ 0 w 1809977"/>
              <a:gd name="connsiteY4" fmla="*/ 1585549 h 15855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09977" h="1585549">
                <a:moveTo>
                  <a:pt x="0" y="0"/>
                </a:moveTo>
                <a:lnTo>
                  <a:pt x="1809977" y="0"/>
                </a:lnTo>
                <a:lnTo>
                  <a:pt x="1801326" y="56684"/>
                </a:lnTo>
                <a:cubicBezTo>
                  <a:pt x="1635100" y="869008"/>
                  <a:pt x="955821" y="1494446"/>
                  <a:pt x="116835" y="1579650"/>
                </a:cubicBezTo>
                <a:lnTo>
                  <a:pt x="0" y="1585549"/>
                </a:lnTo>
                <a:close/>
              </a:path>
            </a:pathLst>
          </a:custGeom>
          <a:gradFill flip="none" rotWithShape="1">
            <a:gsLst>
              <a:gs pos="20000">
                <a:schemeClr val="accent2">
                  <a:alpha val="0"/>
                </a:schemeClr>
              </a:gs>
              <a:gs pos="100000">
                <a:schemeClr val="accent2">
                  <a:alpha val="30000"/>
                </a:schemeClr>
              </a:gs>
            </a:gsLst>
            <a:lin ang="2700000" scaled="1"/>
            <a:tileRect/>
          </a:gradFill>
          <a:ln>
            <a:noFill/>
          </a:ln>
          <a:effectLst>
            <a:softEdge rad="0"/>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1" name="弧形 20"/>
          <p:cNvSpPr/>
          <p:nvPr userDrawn="1">
            <p:custDataLst>
              <p:tags r:id="rId10"/>
            </p:custDataLst>
          </p:nvPr>
        </p:nvSpPr>
        <p:spPr>
          <a:xfrm flipH="1" flipV="1">
            <a:off x="6581827" y="572963"/>
            <a:ext cx="4505466" cy="4505466"/>
          </a:xfrm>
          <a:prstGeom prst="arc">
            <a:avLst>
              <a:gd name="adj1" fmla="val 8263304"/>
              <a:gd name="adj2" fmla="val 8979118"/>
            </a:avLst>
          </a:prstGeom>
          <a:solidFill>
            <a:schemeClr val="bg2">
              <a:alpha val="0"/>
            </a:schemeClr>
          </a:solidFill>
          <a:ln>
            <a:solidFill>
              <a:schemeClr val="bg2">
                <a:lumMod val="90000"/>
                <a:alpha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6" name="椭圆 25"/>
          <p:cNvSpPr/>
          <p:nvPr userDrawn="1">
            <p:custDataLst>
              <p:tags r:id="rId11"/>
            </p:custDataLst>
          </p:nvPr>
        </p:nvSpPr>
        <p:spPr>
          <a:xfrm>
            <a:off x="7684770" y="755650"/>
            <a:ext cx="468630" cy="468630"/>
          </a:xfrm>
          <a:prstGeom prst="ellipse">
            <a:avLst/>
          </a:prstGeom>
          <a:gradFill>
            <a:gsLst>
              <a:gs pos="95000">
                <a:schemeClr val="accent2"/>
              </a:gs>
              <a:gs pos="0">
                <a:schemeClr val="accent2">
                  <a:alpha val="0"/>
                </a:schemeClr>
              </a:gs>
            </a:gsLst>
            <a:lin ang="5400000" scaled="1"/>
          </a:gradFill>
          <a:ln>
            <a:noFill/>
          </a:ln>
          <a:effectLst>
            <a:softEdge rad="508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椭圆 26"/>
          <p:cNvSpPr/>
          <p:nvPr userDrawn="1">
            <p:custDataLst>
              <p:tags r:id="rId12"/>
            </p:custDataLst>
          </p:nvPr>
        </p:nvSpPr>
        <p:spPr>
          <a:xfrm>
            <a:off x="10137187" y="3838727"/>
            <a:ext cx="1174493" cy="1174493"/>
          </a:xfrm>
          <a:prstGeom prst="ellipse">
            <a:avLst/>
          </a:prstGeom>
          <a:gradFill>
            <a:gsLst>
              <a:gs pos="100000">
                <a:schemeClr val="accent2">
                  <a:alpha val="30000"/>
                </a:schemeClr>
              </a:gs>
              <a:gs pos="0">
                <a:schemeClr val="accent2">
                  <a:alpha val="0"/>
                </a:schemeClr>
              </a:gs>
            </a:gsLst>
            <a:lin ang="5400000" scaled="1"/>
          </a:gradFill>
          <a:ln>
            <a:noFill/>
          </a:ln>
          <a:effectLst>
            <a:softEdge rad="1778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椭圆 27"/>
          <p:cNvSpPr/>
          <p:nvPr userDrawn="1">
            <p:custDataLst>
              <p:tags r:id="rId13"/>
            </p:custDataLst>
          </p:nvPr>
        </p:nvSpPr>
        <p:spPr>
          <a:xfrm>
            <a:off x="10741220" y="2120901"/>
            <a:ext cx="828798" cy="828798"/>
          </a:xfrm>
          <a:prstGeom prst="ellipse">
            <a:avLst/>
          </a:prstGeom>
          <a:gradFill>
            <a:gsLst>
              <a:gs pos="100000">
                <a:schemeClr val="accent1"/>
              </a:gs>
              <a:gs pos="52000">
                <a:schemeClr val="accent2"/>
              </a:gs>
              <a:gs pos="0">
                <a:schemeClr val="accent2">
                  <a:alpha val="0"/>
                </a:schemeClr>
              </a:gs>
            </a:gsLst>
            <a:lin ang="5400000" scaled="1"/>
          </a:gradFill>
          <a:ln>
            <a:noFill/>
          </a:ln>
          <a:effectLst>
            <a:softEdge rad="1905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Text Placeholder 24"/>
          <p:cNvSpPr>
            <a:spLocks noGrp="1"/>
          </p:cNvSpPr>
          <p:nvPr>
            <p:ph type="body" idx="16389" hasCustomPrompt="1"/>
            <p:custDataLst>
              <p:tags r:id="rId14"/>
            </p:custDataLst>
          </p:nvPr>
        </p:nvSpPr>
        <p:spPr>
          <a:xfrm>
            <a:off x="1016000" y="1651000"/>
            <a:ext cx="6097058" cy="457200"/>
          </a:xfrm>
          <a:noFill/>
        </p:spPr>
        <p:txBody>
          <a:bodyPr vert="horz" lIns="0" tIns="0" rIns="0" bIns="0" anchor="t">
            <a:normAutofit/>
          </a:bodyPr>
          <a:lstStyle>
            <a:lvl1pPr marL="0" indent="0" algn="l">
              <a:lnSpc>
                <a:spcPct val="125000"/>
              </a:lnSpc>
              <a:spcBef>
                <a:spcPct val="0"/>
              </a:spcBef>
              <a:spcAft>
                <a:spcPct val="0"/>
              </a:spcAft>
              <a:buNone/>
              <a:defRPr sz="2400" b="0" spc="0">
                <a:solidFill>
                  <a:schemeClr val="tx1"/>
                </a:solidFill>
              </a:defRPr>
            </a:lvl1pPr>
          </a:lstStyle>
          <a:p>
            <a:pPr lvl="0"/>
            <a:r>
              <a:rPr lang="zh-CN" altLang="en-US"/>
              <a:t>20XX YEAR</a:t>
            </a:r>
          </a:p>
        </p:txBody>
      </p:sp>
      <p:sp>
        <p:nvSpPr>
          <p:cNvPr id="16" name="标题 1"/>
          <p:cNvSpPr>
            <a:spLocks noGrp="1"/>
          </p:cNvSpPr>
          <p:nvPr>
            <p:ph type="ctrTitle" idx="16388" hasCustomPrompt="1"/>
            <p:custDataLst>
              <p:tags r:id="rId15"/>
            </p:custDataLst>
          </p:nvPr>
        </p:nvSpPr>
        <p:spPr>
          <a:xfrm>
            <a:off x="1016000" y="2159000"/>
            <a:ext cx="6352646" cy="2540000"/>
          </a:xfrm>
        </p:spPr>
        <p:txBody>
          <a:bodyPr vert="horz" wrap="square" lIns="0" tIns="0" rIns="0" bIns="0" anchor="t">
            <a:normAutofit/>
          </a:bodyPr>
          <a:lstStyle>
            <a:lvl1pPr marL="0" indent="0" algn="l">
              <a:lnSpc>
                <a:spcPct val="100000"/>
              </a:lnSpc>
              <a:spcBef>
                <a:spcPct val="0"/>
              </a:spcBef>
              <a:spcAft>
                <a:spcPct val="0"/>
              </a:spcAft>
              <a:buNone/>
              <a:defRPr sz="6000" spc="0">
                <a:solidFill>
                  <a:schemeClr val="tx2"/>
                </a:solidFill>
              </a:defRPr>
            </a:lvl1pPr>
          </a:lstStyle>
          <a:p>
            <a:r>
              <a:rPr lang="zh-CN" altLang="en-US" dirty="0"/>
              <a:t>单击此处
添加文档标题</a:t>
            </a:r>
          </a:p>
        </p:txBody>
      </p:sp>
      <p:sp>
        <p:nvSpPr>
          <p:cNvPr id="24" name="署名占位符 10"/>
          <p:cNvSpPr>
            <a:spLocks noGrp="1"/>
          </p:cNvSpPr>
          <p:nvPr>
            <p:ph type="body" sz="quarter" idx="16390" hasCustomPrompt="1"/>
            <p:custDataLst>
              <p:tags r:id="rId16"/>
            </p:custDataLst>
          </p:nvPr>
        </p:nvSpPr>
        <p:spPr>
          <a:xfrm>
            <a:off x="1016000" y="4749800"/>
            <a:ext cx="2540882" cy="533400"/>
          </a:xfrm>
          <a:prstGeom prst="roundRect">
            <a:avLst>
              <a:gd name="adj" fmla="val 50000"/>
            </a:avLst>
          </a:prstGeom>
          <a:solidFill>
            <a:schemeClr val="bg2">
              <a:alpha val="18000"/>
            </a:schemeClr>
          </a:solidFill>
          <a:ln w="12700">
            <a:solidFill>
              <a:schemeClr val="bg2">
                <a:lumMod val="90000"/>
              </a:schemeClr>
            </a:solidFill>
          </a:ln>
          <a:effectLst>
            <a:outerShdw blurRad="101600" dist="101600" dir="2700000" algn="tl" rotWithShape="0">
              <a:schemeClr val="accent2">
                <a:alpha val="1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vert="horz" wrap="square" lIns="0" tIns="0" rIns="0" bIns="0" rtlCol="0" anchor="ctr">
            <a:normAutofit/>
          </a:bodyPr>
          <a:lstStyle>
            <a:lvl1pPr marL="0" indent="0" algn="ctr">
              <a:lnSpc>
                <a:spcPct val="100000"/>
              </a:lnSpc>
              <a:spcBef>
                <a:spcPct val="0"/>
              </a:spcBef>
              <a:spcAft>
                <a:spcPct val="0"/>
              </a:spcAft>
              <a:buNone/>
              <a:defRPr lang="zh-CN" altLang="en-US" sz="2000" b="1" spc="0" dirty="0">
                <a:solidFill>
                  <a:srgbClr val="031A2F"/>
                </a:solidFill>
                <a:latin typeface="+mn-ea"/>
                <a:ea typeface="+mn-ea"/>
              </a:defRPr>
            </a:lvl1pPr>
          </a:lstStyle>
          <a:p>
            <a:pPr marL="0" lvl="0" algn="ctr"/>
            <a:r>
              <a:rPr lang="zh-CN" altLang="en-US" dirty="0"/>
              <a:t>BY WPS</a:t>
            </a:r>
          </a:p>
        </p:txBody>
      </p:sp>
      <p:pic>
        <p:nvPicPr>
          <p:cNvPr id="2" name="图片 1" descr="jimeng-2025-05-03-9597-机械臂在云端思考一一人工智能引领第四次工业革命的情景之一(1)"/>
          <p:cNvPicPr>
            <a:picLocks noChangeAspect="1"/>
          </p:cNvPicPr>
          <p:nvPr userDrawn="1">
            <p:custDataLst>
              <p:tags r:id="rId17"/>
            </p:custDataLst>
          </p:nvPr>
        </p:nvPicPr>
        <p:blipFill>
          <a:blip r:embed="rId20"/>
          <a:srcRect t="15889"/>
          <a:stretch>
            <a:fillRect/>
          </a:stretch>
        </p:blipFill>
        <p:spPr>
          <a:xfrm flipH="1">
            <a:off x="8233410" y="588010"/>
            <a:ext cx="3857625" cy="5768340"/>
          </a:xfrm>
          <a:prstGeom prst="rect">
            <a:avLst/>
          </a:prstGeom>
        </p:spPr>
      </p:pic>
      <p:sp>
        <p:nvSpPr>
          <p:cNvPr id="4" name="文本框 3"/>
          <p:cNvSpPr txBox="1"/>
          <p:nvPr userDrawn="1">
            <p:custDataLst>
              <p:tags r:id="rId18"/>
            </p:custDataLst>
          </p:nvPr>
        </p:nvSpPr>
        <p:spPr>
          <a:xfrm>
            <a:off x="9617075" y="6311900"/>
            <a:ext cx="2523490" cy="586740"/>
          </a:xfrm>
          <a:prstGeom prst="rect">
            <a:avLst/>
          </a:prstGeom>
          <a:noFill/>
        </p:spPr>
        <p:txBody>
          <a:bodyPr wrap="square" rtlCol="0"/>
          <a:lstStyle/>
          <a:p>
            <a:pPr marL="107950" indent="0" algn="r" fontAlgn="auto">
              <a:lnSpc>
                <a:spcPct val="140000"/>
              </a:lnSpc>
            </a:pPr>
            <a:r>
              <a:rPr lang="zh-CN" altLang="en-US" sz="1200" kern="100" dirty="0">
                <a:solidFill>
                  <a:schemeClr val="bg1"/>
                </a:solidFill>
                <a:effectLst/>
                <a:latin typeface="华文行楷" panose="02010800040101010101" charset="-122"/>
                <a:ea typeface="华文行楷" panose="02010800040101010101" charset="-122"/>
                <a:cs typeface="江城圆体 400W" panose="020B0500000000000000" pitchFamily="34" charset="-122"/>
              </a:rPr>
              <a:t>《人工智能基础》</a:t>
            </a:r>
          </a:p>
          <a:p>
            <a:pPr algn="r">
              <a:lnSpc>
                <a:spcPct val="140000"/>
              </a:lnSpc>
            </a:pPr>
            <a:r>
              <a:rPr lang="zh-CN" altLang="en-US" sz="1200" kern="100" dirty="0">
                <a:solidFill>
                  <a:schemeClr val="bg1"/>
                </a:solidFill>
                <a:effectLst/>
                <a:latin typeface="华文行楷" panose="02010800040101010101" charset="-122"/>
                <a:ea typeface="华文行楷" panose="02010800040101010101" charset="-122"/>
                <a:cs typeface="江城圆体 400W" panose="020B0500000000000000" pitchFamily="34" charset="-122"/>
              </a:rPr>
              <a:t>机械工业出版社</a:t>
            </a:r>
            <a:r>
              <a:rPr lang="en-US" altLang="zh-CN" sz="1200" kern="100" dirty="0">
                <a:solidFill>
                  <a:schemeClr val="bg1"/>
                </a:solidFill>
                <a:effectLst/>
                <a:latin typeface="华文行楷" panose="02010800040101010101" charset="-122"/>
                <a:ea typeface="华文行楷" panose="02010800040101010101" charset="-122"/>
                <a:cs typeface="江城圆体 400W" panose="020B0500000000000000" pitchFamily="34" charset="-122"/>
              </a:rPr>
              <a:t>     </a:t>
            </a:r>
          </a:p>
        </p:txBody>
      </p:sp>
    </p:spTree>
    <p:extLst>
      <p:ext uri="{BB962C8B-B14F-4D97-AF65-F5344CB8AC3E}">
        <p14:creationId xmlns:p14="http://schemas.microsoft.com/office/powerpoint/2010/main" val="3156545527"/>
      </p:ext>
    </p:extLst>
  </p:cSld>
  <p:clrMapOvr>
    <a:masterClrMapping/>
  </p:clrMapOvr>
  <p:hf sldNum="0" hdr="0" ftr="0" dt="0"/>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userDrawn="1">
  <p:cSld name="结束页_1_3">
    <p:spTree>
      <p:nvGrpSpPr>
        <p:cNvPr id="1" name=""/>
        <p:cNvGrpSpPr/>
        <p:nvPr/>
      </p:nvGrpSpPr>
      <p:grpSpPr>
        <a:xfrm>
          <a:off x="0" y="0"/>
          <a:ext cx="0" cy="0"/>
          <a:chOff x="0" y="0"/>
          <a:chExt cx="0" cy="0"/>
        </a:xfrm>
      </p:grpSpPr>
      <p:sp>
        <p:nvSpPr>
          <p:cNvPr id="7" name="矩形 6"/>
          <p:cNvSpPr/>
          <p:nvPr userDrawn="1">
            <p:custDataLst>
              <p:tags r:id="rId1"/>
            </p:custDataLst>
          </p:nvPr>
        </p:nvSpPr>
        <p:spPr>
          <a:xfrm>
            <a:off x="0" y="0"/>
            <a:ext cx="12192000" cy="6857999"/>
          </a:xfrm>
          <a:prstGeom prst="rect">
            <a:avLst/>
          </a:prstGeom>
          <a:gradFill flip="none" rotWithShape="1">
            <a:gsLst>
              <a:gs pos="0">
                <a:schemeClr val="bg1">
                  <a:alpha val="0"/>
                </a:schemeClr>
              </a:gs>
              <a:gs pos="76000">
                <a:schemeClr val="accent2">
                  <a:alpha val="1500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19" name="任意多边形: 形状 18"/>
          <p:cNvSpPr/>
          <p:nvPr userDrawn="1">
            <p:custDataLst>
              <p:tags r:id="rId2"/>
            </p:custDataLst>
          </p:nvPr>
        </p:nvSpPr>
        <p:spPr>
          <a:xfrm>
            <a:off x="8451850" y="1632262"/>
            <a:ext cx="3740150" cy="5210789"/>
          </a:xfrm>
          <a:custGeom>
            <a:avLst/>
            <a:gdLst>
              <a:gd name="connsiteX0" fmla="*/ 3740150 w 3740150"/>
              <a:gd name="connsiteY0" fmla="*/ 0 h 5210789"/>
              <a:gd name="connsiteX1" fmla="*/ 3740150 w 3740150"/>
              <a:gd name="connsiteY1" fmla="*/ 5210789 h 5210789"/>
              <a:gd name="connsiteX2" fmla="*/ 301051 w 3740150"/>
              <a:gd name="connsiteY2" fmla="*/ 5210789 h 5210789"/>
              <a:gd name="connsiteX3" fmla="*/ 293920 w 3740150"/>
              <a:gd name="connsiteY3" fmla="*/ 5195985 h 5210789"/>
              <a:gd name="connsiteX4" fmla="*/ 0 w 3740150"/>
              <a:gd name="connsiteY4" fmla="*/ 3740150 h 5210789"/>
              <a:gd name="connsiteX5" fmla="*/ 3740150 w 3740150"/>
              <a:gd name="connsiteY5" fmla="*/ 0 h 5210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40150" h="5210789">
                <a:moveTo>
                  <a:pt x="3740150" y="0"/>
                </a:moveTo>
                <a:lnTo>
                  <a:pt x="3740150" y="5210789"/>
                </a:lnTo>
                <a:lnTo>
                  <a:pt x="301051" y="5210789"/>
                </a:lnTo>
                <a:lnTo>
                  <a:pt x="293920" y="5195985"/>
                </a:lnTo>
                <a:cubicBezTo>
                  <a:pt x="104658" y="4748520"/>
                  <a:pt x="0" y="4256557"/>
                  <a:pt x="0" y="3740150"/>
                </a:cubicBezTo>
                <a:cubicBezTo>
                  <a:pt x="0" y="1674522"/>
                  <a:pt x="1674522" y="0"/>
                  <a:pt x="3740150" y="0"/>
                </a:cubicBezTo>
                <a:close/>
              </a:path>
            </a:pathLst>
          </a:custGeom>
          <a:gradFill flip="none" rotWithShape="1">
            <a:gsLst>
              <a:gs pos="88000">
                <a:schemeClr val="bg2"/>
              </a:gs>
              <a:gs pos="39000">
                <a:schemeClr val="bg2">
                  <a:alpha val="0"/>
                </a:schemeClr>
              </a:gs>
            </a:gsLst>
            <a:lin ang="13500000" scaled="1"/>
            <a:tileRect/>
          </a:gradFill>
          <a:ln w="12700">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14" name="矩形 13"/>
          <p:cNvSpPr/>
          <p:nvPr userDrawn="1">
            <p:custDataLst>
              <p:tags r:id="rId3"/>
            </p:custDataLst>
          </p:nvPr>
        </p:nvSpPr>
        <p:spPr>
          <a:xfrm>
            <a:off x="0" y="6351259"/>
            <a:ext cx="12192000" cy="506741"/>
          </a:xfrm>
          <a:prstGeom prst="rect">
            <a:avLst/>
          </a:prstGeom>
          <a:gradFill flip="none" rotWithShape="1">
            <a:gsLst>
              <a:gs pos="19000">
                <a:schemeClr val="accent1"/>
              </a:gs>
              <a:gs pos="83000">
                <a:schemeClr val="accent2"/>
              </a:gs>
            </a:gsLst>
            <a:lin ang="13500000" scaled="1"/>
            <a:tileRect/>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zh-CN" altLang="en-US" sz="2800" b="1">
              <a:latin typeface="+mj-ea"/>
              <a:ea typeface="+mj-ea"/>
            </a:endParaRPr>
          </a:p>
        </p:txBody>
      </p:sp>
      <p:cxnSp>
        <p:nvCxnSpPr>
          <p:cNvPr id="18" name="直接连接符 17"/>
          <p:cNvCxnSpPr/>
          <p:nvPr userDrawn="1">
            <p:custDataLst>
              <p:tags r:id="rId4"/>
            </p:custDataLst>
          </p:nvPr>
        </p:nvCxnSpPr>
        <p:spPr>
          <a:xfrm>
            <a:off x="695960" y="6605101"/>
            <a:ext cx="10077450" cy="0"/>
          </a:xfrm>
          <a:prstGeom prst="line">
            <a:avLst/>
          </a:prstGeom>
          <a:ln>
            <a:solidFill>
              <a:srgbClr val="FFFFFF">
                <a:alpha val="20000"/>
              </a:srgbClr>
            </a:solidFill>
          </a:ln>
        </p:spPr>
        <p:style>
          <a:lnRef idx="1">
            <a:schemeClr val="accent1"/>
          </a:lnRef>
          <a:fillRef idx="0">
            <a:schemeClr val="accent1"/>
          </a:fillRef>
          <a:effectRef idx="0">
            <a:schemeClr val="accent1"/>
          </a:effectRef>
          <a:fontRef idx="minor">
            <a:schemeClr val="tx1"/>
          </a:fontRef>
        </p:style>
      </p:cxnSp>
      <p:sp>
        <p:nvSpPr>
          <p:cNvPr id="17" name="任意多边形: 形状 16"/>
          <p:cNvSpPr/>
          <p:nvPr userDrawn="1">
            <p:custDataLst>
              <p:tags r:id="rId5"/>
            </p:custDataLst>
          </p:nvPr>
        </p:nvSpPr>
        <p:spPr>
          <a:xfrm>
            <a:off x="1" y="1"/>
            <a:ext cx="1320207" cy="1156508"/>
          </a:xfrm>
          <a:custGeom>
            <a:avLst/>
            <a:gdLst>
              <a:gd name="connsiteX0" fmla="*/ 0 w 1809977"/>
              <a:gd name="connsiteY0" fmla="*/ 0 h 1585549"/>
              <a:gd name="connsiteX1" fmla="*/ 1809977 w 1809977"/>
              <a:gd name="connsiteY1" fmla="*/ 0 h 1585549"/>
              <a:gd name="connsiteX2" fmla="*/ 1801326 w 1809977"/>
              <a:gd name="connsiteY2" fmla="*/ 56684 h 1585549"/>
              <a:gd name="connsiteX3" fmla="*/ 116835 w 1809977"/>
              <a:gd name="connsiteY3" fmla="*/ 1579650 h 1585549"/>
              <a:gd name="connsiteX4" fmla="*/ 0 w 1809977"/>
              <a:gd name="connsiteY4" fmla="*/ 1585549 h 15855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09977" h="1585549">
                <a:moveTo>
                  <a:pt x="0" y="0"/>
                </a:moveTo>
                <a:lnTo>
                  <a:pt x="1809977" y="0"/>
                </a:lnTo>
                <a:lnTo>
                  <a:pt x="1801326" y="56684"/>
                </a:lnTo>
                <a:cubicBezTo>
                  <a:pt x="1635100" y="869008"/>
                  <a:pt x="955821" y="1494446"/>
                  <a:pt x="116835" y="1579650"/>
                </a:cubicBezTo>
                <a:lnTo>
                  <a:pt x="0" y="1585549"/>
                </a:lnTo>
                <a:close/>
              </a:path>
            </a:pathLst>
          </a:custGeom>
          <a:gradFill flip="none" rotWithShape="1">
            <a:gsLst>
              <a:gs pos="20000">
                <a:schemeClr val="accent2">
                  <a:alpha val="0"/>
                </a:schemeClr>
              </a:gs>
              <a:gs pos="100000">
                <a:schemeClr val="accent2">
                  <a:alpha val="30000"/>
                </a:schemeClr>
              </a:gs>
            </a:gsLst>
            <a:lin ang="2700000" scaled="1"/>
            <a:tileRect/>
          </a:gradFill>
          <a:ln>
            <a:noFill/>
          </a:ln>
          <a:effectLst>
            <a:softEdge rad="0"/>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1" name="弧形 20"/>
          <p:cNvSpPr/>
          <p:nvPr userDrawn="1">
            <p:custDataLst>
              <p:tags r:id="rId6"/>
            </p:custDataLst>
          </p:nvPr>
        </p:nvSpPr>
        <p:spPr>
          <a:xfrm flipH="1" flipV="1">
            <a:off x="6581827" y="572963"/>
            <a:ext cx="4505466" cy="4505466"/>
          </a:xfrm>
          <a:prstGeom prst="arc">
            <a:avLst>
              <a:gd name="adj1" fmla="val 8263304"/>
              <a:gd name="adj2" fmla="val 8979118"/>
            </a:avLst>
          </a:prstGeom>
          <a:solidFill>
            <a:schemeClr val="bg2">
              <a:alpha val="0"/>
            </a:schemeClr>
          </a:solidFill>
          <a:ln>
            <a:solidFill>
              <a:schemeClr val="bg2">
                <a:lumMod val="90000"/>
                <a:alpha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31" name="椭圆 30"/>
          <p:cNvSpPr/>
          <p:nvPr userDrawn="1">
            <p:custDataLst>
              <p:tags r:id="rId7"/>
            </p:custDataLst>
          </p:nvPr>
        </p:nvSpPr>
        <p:spPr>
          <a:xfrm>
            <a:off x="7562215" y="572770"/>
            <a:ext cx="462280" cy="462280"/>
          </a:xfrm>
          <a:prstGeom prst="ellipse">
            <a:avLst/>
          </a:prstGeom>
          <a:gradFill>
            <a:gsLst>
              <a:gs pos="95000">
                <a:schemeClr val="accent2"/>
              </a:gs>
              <a:gs pos="0">
                <a:schemeClr val="accent2">
                  <a:alpha val="0"/>
                </a:schemeClr>
              </a:gs>
            </a:gsLst>
            <a:lin ang="5400000" scaled="1"/>
          </a:gradFill>
          <a:ln>
            <a:noFill/>
          </a:ln>
          <a:effectLst>
            <a:softEdge rad="508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椭圆 21"/>
          <p:cNvSpPr/>
          <p:nvPr userDrawn="1">
            <p:custDataLst>
              <p:tags r:id="rId8"/>
            </p:custDataLst>
          </p:nvPr>
        </p:nvSpPr>
        <p:spPr>
          <a:xfrm>
            <a:off x="1074851" y="867326"/>
            <a:ext cx="108000" cy="108000"/>
          </a:xfrm>
          <a:prstGeom prst="ellipse">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椭圆 22"/>
          <p:cNvSpPr/>
          <p:nvPr userDrawn="1">
            <p:custDataLst>
              <p:tags r:id="rId9"/>
            </p:custDataLst>
          </p:nvPr>
        </p:nvSpPr>
        <p:spPr>
          <a:xfrm>
            <a:off x="1481123" y="867326"/>
            <a:ext cx="108000" cy="108000"/>
          </a:xfrm>
          <a:prstGeom prst="ellipse">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椭圆 24"/>
          <p:cNvSpPr/>
          <p:nvPr userDrawn="1">
            <p:custDataLst>
              <p:tags r:id="rId10"/>
            </p:custDataLst>
          </p:nvPr>
        </p:nvSpPr>
        <p:spPr>
          <a:xfrm>
            <a:off x="1684260" y="867326"/>
            <a:ext cx="108000" cy="108000"/>
          </a:xfrm>
          <a:prstGeom prst="ellipse">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椭圆 25"/>
          <p:cNvSpPr/>
          <p:nvPr userDrawn="1">
            <p:custDataLst>
              <p:tags r:id="rId11"/>
            </p:custDataLst>
          </p:nvPr>
        </p:nvSpPr>
        <p:spPr>
          <a:xfrm>
            <a:off x="1277987" y="867326"/>
            <a:ext cx="108000" cy="108000"/>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椭圆 26"/>
          <p:cNvSpPr/>
          <p:nvPr userDrawn="1">
            <p:custDataLst>
              <p:tags r:id="rId12"/>
            </p:custDataLst>
          </p:nvPr>
        </p:nvSpPr>
        <p:spPr>
          <a:xfrm>
            <a:off x="10137187" y="3838727"/>
            <a:ext cx="1174493" cy="1174493"/>
          </a:xfrm>
          <a:prstGeom prst="ellipse">
            <a:avLst/>
          </a:prstGeom>
          <a:gradFill>
            <a:gsLst>
              <a:gs pos="100000">
                <a:schemeClr val="accent2">
                  <a:alpha val="30000"/>
                </a:schemeClr>
              </a:gs>
              <a:gs pos="0">
                <a:schemeClr val="accent2">
                  <a:alpha val="0"/>
                </a:schemeClr>
              </a:gs>
            </a:gsLst>
            <a:lin ang="5400000" scaled="1"/>
          </a:gradFill>
          <a:ln>
            <a:noFill/>
          </a:ln>
          <a:effectLst>
            <a:softEdge rad="1778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椭圆 27"/>
          <p:cNvSpPr/>
          <p:nvPr userDrawn="1">
            <p:custDataLst>
              <p:tags r:id="rId13"/>
            </p:custDataLst>
          </p:nvPr>
        </p:nvSpPr>
        <p:spPr>
          <a:xfrm>
            <a:off x="10741220" y="2120901"/>
            <a:ext cx="828798" cy="828798"/>
          </a:xfrm>
          <a:prstGeom prst="ellipse">
            <a:avLst/>
          </a:prstGeom>
          <a:gradFill>
            <a:gsLst>
              <a:gs pos="100000">
                <a:schemeClr val="accent1"/>
              </a:gs>
              <a:gs pos="52000">
                <a:schemeClr val="accent2"/>
              </a:gs>
              <a:gs pos="0">
                <a:schemeClr val="accent2">
                  <a:alpha val="0"/>
                </a:schemeClr>
              </a:gs>
            </a:gsLst>
            <a:lin ang="5400000" scaled="1"/>
          </a:gradFill>
          <a:ln>
            <a:noFill/>
          </a:ln>
          <a:effectLst>
            <a:softEdge rad="1905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Subtitle 12"/>
          <p:cNvSpPr>
            <a:spLocks noGrp="1"/>
          </p:cNvSpPr>
          <p:nvPr>
            <p:ph type="body" idx="16389" hasCustomPrompt="1"/>
            <p:custDataLst>
              <p:tags r:id="rId14"/>
            </p:custDataLst>
          </p:nvPr>
        </p:nvSpPr>
        <p:spPr>
          <a:xfrm>
            <a:off x="1016000" y="2667000"/>
            <a:ext cx="5449358" cy="457200"/>
          </a:xfrm>
          <a:noFill/>
        </p:spPr>
        <p:txBody>
          <a:bodyPr vert="horz" lIns="0" tIns="0" rIns="0" bIns="0" anchor="t">
            <a:normAutofit/>
          </a:bodyPr>
          <a:lstStyle>
            <a:lvl1pPr marL="0" indent="0" algn="l">
              <a:lnSpc>
                <a:spcPct val="125000"/>
              </a:lnSpc>
              <a:spcBef>
                <a:spcPct val="0"/>
              </a:spcBef>
              <a:spcAft>
                <a:spcPct val="0"/>
              </a:spcAft>
              <a:buNone/>
              <a:defRPr sz="2400" b="0" spc="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THE END</a:t>
            </a:r>
          </a:p>
        </p:txBody>
      </p:sp>
      <p:sp>
        <p:nvSpPr>
          <p:cNvPr id="10" name="标题 1"/>
          <p:cNvSpPr>
            <a:spLocks noGrp="1"/>
          </p:cNvSpPr>
          <p:nvPr>
            <p:ph type="ctrTitle" idx="16388" hasCustomPrompt="1"/>
            <p:custDataLst>
              <p:tags r:id="rId15"/>
            </p:custDataLst>
          </p:nvPr>
        </p:nvSpPr>
        <p:spPr>
          <a:xfrm>
            <a:off x="1016000" y="3175000"/>
            <a:ext cx="5451122" cy="1016000"/>
          </a:xfrm>
        </p:spPr>
        <p:txBody>
          <a:bodyPr vert="horz" wrap="square" lIns="0" tIns="0" rIns="0" bIns="0" anchor="t">
            <a:normAutofit/>
          </a:bodyPr>
          <a:lstStyle>
            <a:lvl1pPr marL="0" indent="0" algn="l">
              <a:lnSpc>
                <a:spcPct val="100000"/>
              </a:lnSpc>
              <a:spcBef>
                <a:spcPct val="0"/>
              </a:spcBef>
              <a:spcAft>
                <a:spcPct val="0"/>
              </a:spcAft>
              <a:buNone/>
              <a:defRPr sz="6400" spc="0"/>
            </a:lvl1pPr>
          </a:lstStyle>
          <a:p>
            <a:r>
              <a:rPr lang="zh-CN" altLang="en-US" dirty="0"/>
              <a:t>谢谢观看</a:t>
            </a:r>
          </a:p>
        </p:txBody>
      </p:sp>
      <p:pic>
        <p:nvPicPr>
          <p:cNvPr id="2" name="图片 1" descr="jimeng-2025-05-03-9597-机械臂在云端思考一一人工智能引领第四次工业革命的情景之一(1)"/>
          <p:cNvPicPr>
            <a:picLocks noChangeAspect="1"/>
          </p:cNvPicPr>
          <p:nvPr userDrawn="1">
            <p:custDataLst>
              <p:tags r:id="rId16"/>
            </p:custDataLst>
          </p:nvPr>
        </p:nvPicPr>
        <p:blipFill>
          <a:blip r:embed="rId19"/>
          <a:srcRect t="15889"/>
          <a:stretch>
            <a:fillRect/>
          </a:stretch>
        </p:blipFill>
        <p:spPr>
          <a:xfrm flipH="1">
            <a:off x="8233410" y="588010"/>
            <a:ext cx="3857625" cy="5768340"/>
          </a:xfrm>
          <a:prstGeom prst="rect">
            <a:avLst/>
          </a:prstGeom>
        </p:spPr>
      </p:pic>
      <p:sp>
        <p:nvSpPr>
          <p:cNvPr id="4" name="文本框 3"/>
          <p:cNvSpPr txBox="1"/>
          <p:nvPr userDrawn="1">
            <p:custDataLst>
              <p:tags r:id="rId17"/>
            </p:custDataLst>
          </p:nvPr>
        </p:nvSpPr>
        <p:spPr>
          <a:xfrm>
            <a:off x="9600565" y="6303645"/>
            <a:ext cx="2523490" cy="586740"/>
          </a:xfrm>
          <a:prstGeom prst="rect">
            <a:avLst/>
          </a:prstGeom>
          <a:noFill/>
        </p:spPr>
        <p:txBody>
          <a:bodyPr wrap="square" rtlCol="0"/>
          <a:lstStyle/>
          <a:p>
            <a:pPr marL="107950" indent="0" algn="r" fontAlgn="auto">
              <a:lnSpc>
                <a:spcPct val="140000"/>
              </a:lnSpc>
            </a:pPr>
            <a:r>
              <a:rPr lang="zh-CN" altLang="en-US" sz="1200" kern="100" dirty="0">
                <a:solidFill>
                  <a:schemeClr val="bg1"/>
                </a:solidFill>
                <a:effectLst/>
                <a:latin typeface="华文行楷" panose="02010800040101010101" charset="-122"/>
                <a:ea typeface="华文行楷" panose="02010800040101010101" charset="-122"/>
                <a:cs typeface="江城圆体 400W" panose="020B0500000000000000" pitchFamily="34" charset="-122"/>
              </a:rPr>
              <a:t>《人工智能基础》</a:t>
            </a:r>
          </a:p>
          <a:p>
            <a:pPr algn="r">
              <a:lnSpc>
                <a:spcPct val="140000"/>
              </a:lnSpc>
            </a:pPr>
            <a:r>
              <a:rPr lang="zh-CN" altLang="en-US" sz="1200" kern="100" dirty="0">
                <a:solidFill>
                  <a:schemeClr val="bg1"/>
                </a:solidFill>
                <a:effectLst/>
                <a:latin typeface="华文行楷" panose="02010800040101010101" charset="-122"/>
                <a:ea typeface="华文行楷" panose="02010800040101010101" charset="-122"/>
                <a:cs typeface="江城圆体 400W" panose="020B0500000000000000" pitchFamily="34" charset="-122"/>
              </a:rPr>
              <a:t>机械工业出版社</a:t>
            </a:r>
            <a:r>
              <a:rPr lang="en-US" altLang="zh-CN" sz="1200" kern="100" dirty="0">
                <a:solidFill>
                  <a:schemeClr val="bg1"/>
                </a:solidFill>
                <a:effectLst/>
                <a:latin typeface="华文行楷" panose="02010800040101010101" charset="-122"/>
                <a:ea typeface="华文行楷" panose="02010800040101010101" charset="-122"/>
                <a:cs typeface="江城圆体 400W" panose="020B0500000000000000" pitchFamily="34" charset="-122"/>
              </a:rPr>
              <a:t>     </a:t>
            </a:r>
          </a:p>
        </p:txBody>
      </p:sp>
    </p:spTree>
    <p:extLst>
      <p:ext uri="{BB962C8B-B14F-4D97-AF65-F5344CB8AC3E}">
        <p14:creationId xmlns:p14="http://schemas.microsoft.com/office/powerpoint/2010/main" val="3164594165"/>
      </p:ext>
    </p:extLst>
  </p:cSld>
  <p:clrMapOvr>
    <a:masterClrMapping/>
  </p:clrMapOvr>
  <p:hf sldNum="0" hdr="0" ftr="0" dt="0"/>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正文页-53_11">
    <p:bg>
      <p:bgRef idx="1001">
        <a:schemeClr val="bg2"/>
      </p:bgRef>
    </p:bg>
    <p:spTree>
      <p:nvGrpSpPr>
        <p:cNvPr id="1" name=""/>
        <p:cNvGrpSpPr/>
        <p:nvPr/>
      </p:nvGrpSpPr>
      <p:grpSpPr>
        <a:xfrm>
          <a:off x="0" y="0"/>
          <a:ext cx="0" cy="0"/>
          <a:chOff x="0" y="0"/>
          <a:chExt cx="0" cy="0"/>
        </a:xfrm>
      </p:grpSpPr>
      <p:sp>
        <p:nvSpPr>
          <p:cNvPr id="8" name="日期占位符 7"/>
          <p:cNvSpPr>
            <a:spLocks noGrp="1"/>
          </p:cNvSpPr>
          <p:nvPr>
            <p:ph type="dt" sz="half" idx="10"/>
            <p:custDataLst>
              <p:tags r:id="rId1"/>
            </p:custDataLst>
          </p:nvPr>
        </p:nvSpPr>
        <p:spPr/>
        <p:txBody>
          <a:bodyPr wrap="square">
            <a:normAutofit/>
          </a:bodyPr>
          <a:lstStyle/>
          <a:p>
            <a:fld id="{5592522B-0F24-4480-B9DD-A9474A6880D6}" type="datetimeFigureOut">
              <a:rPr lang="zh-CN" altLang="en-US" smtClean="0"/>
              <a:t>2026/10/10</a:t>
            </a:fld>
            <a:endParaRPr lang="zh-CN" altLang="en-US"/>
          </a:p>
        </p:txBody>
      </p:sp>
      <p:sp>
        <p:nvSpPr>
          <p:cNvPr id="9" name="页脚占位符 8"/>
          <p:cNvSpPr>
            <a:spLocks noGrp="1"/>
          </p:cNvSpPr>
          <p:nvPr>
            <p:ph type="ftr" sz="quarter" idx="11"/>
            <p:custDataLst>
              <p:tags r:id="rId2"/>
            </p:custDataLst>
          </p:nvPr>
        </p:nvSpPr>
        <p:spPr/>
        <p:txBody>
          <a:bodyPr/>
          <a:lstStyle/>
          <a:p>
            <a:endParaRPr lang="zh-CN" altLang="en-US"/>
          </a:p>
        </p:txBody>
      </p:sp>
      <p:sp>
        <p:nvSpPr>
          <p:cNvPr id="10" name="灯片编号占位符 9"/>
          <p:cNvSpPr>
            <a:spLocks noGrp="1"/>
          </p:cNvSpPr>
          <p:nvPr>
            <p:ph type="sldNum" sz="quarter" idx="12"/>
            <p:custDataLst>
              <p:tags r:id="rId3"/>
            </p:custDataLst>
          </p:nvPr>
        </p:nvSpPr>
        <p:spPr/>
        <p:txBody>
          <a:bodyPr wrap="square">
            <a:normAutofit/>
          </a:bodyPr>
          <a:lstStyle/>
          <a:p>
            <a:fld id="{BE5F26B5-172A-4DC2-B0B7-181CFC56B87C}" type="slidenum">
              <a:rPr lang="zh-CN" altLang="en-US" smtClean="0"/>
              <a:t>‹#›</a:t>
            </a:fld>
            <a:endParaRPr lang="zh-CN" altLang="en-US"/>
          </a:p>
        </p:txBody>
      </p:sp>
      <p:sp>
        <p:nvSpPr>
          <p:cNvPr id="11" name="标题 10"/>
          <p:cNvSpPr>
            <a:spLocks noGrp="1"/>
          </p:cNvSpPr>
          <p:nvPr>
            <p:ph type="ctrTitle" idx="16385" hasCustomPrompt="1"/>
            <p:custDataLst>
              <p:tags r:id="rId4"/>
            </p:custDataLst>
          </p:nvPr>
        </p:nvSpPr>
        <p:spPr>
          <a:xfrm>
            <a:off x="609600" y="533400"/>
            <a:ext cx="10972800" cy="609600"/>
          </a:xfrm>
          <a:noFill/>
        </p:spPr>
        <p:txBody>
          <a:bodyPr lIns="0" tIns="0" rIns="0" bIns="0" anchor="t">
            <a:normAutofit/>
          </a:bodyPr>
          <a:lstStyle>
            <a:lvl1pPr marL="0" indent="0" algn="l">
              <a:lnSpc>
                <a:spcPct val="111000"/>
              </a:lnSpc>
              <a:spcBef>
                <a:spcPct val="0"/>
              </a:spcBef>
              <a:spcAft>
                <a:spcPct val="0"/>
              </a:spcAft>
              <a:buNone/>
              <a:defRPr sz="3600" b="1" spc="0">
                <a:solidFill>
                  <a:schemeClr val="tx1"/>
                </a:solidFill>
              </a:defRPr>
            </a:lvl1pPr>
          </a:lstStyle>
          <a:p>
            <a:r>
              <a:rPr lang="zh-CN" altLang="en-US"/>
              <a:t>单击此处添加标题</a:t>
            </a:r>
          </a:p>
        </p:txBody>
      </p:sp>
      <p:sp>
        <p:nvSpPr>
          <p:cNvPr id="12" name="装饰  1"/>
          <p:cNvSpPr>
            <a:spLocks noGrp="1"/>
          </p:cNvSpPr>
          <p:nvPr>
            <p:ph type="body" idx="16392" hasCustomPrompt="1"/>
            <p:custDataLst>
              <p:tags r:id="rId5"/>
            </p:custDataLst>
          </p:nvPr>
        </p:nvSpPr>
        <p:spPr>
          <a:xfrm>
            <a:off x="609600" y="3860800"/>
            <a:ext cx="3454400" cy="2387600"/>
          </a:xfrm>
          <a:custGeom>
            <a:avLst/>
            <a:gdLst>
              <a:gd name="connisteX0" fmla="*/ 0 w 3454400"/>
              <a:gd name="connsiteY0" fmla="*/ 0 h 2387600"/>
              <a:gd name="connisteX1" fmla="*/ 3454400 w 3454400"/>
              <a:gd name="connsiteY1" fmla="*/ 0 h 2387600"/>
              <a:gd name="connisteX2" fmla="*/ 3454400 w 3454400"/>
              <a:gd name="connsiteY2" fmla="*/ 2184400 h 2387600"/>
              <a:gd name="connisteX3" fmla="*/ 3251200 w 3454400"/>
              <a:gd name="connsiteY3" fmla="*/ 2387600 h 2387600"/>
              <a:gd name="connisteX4" fmla="*/ 203200 w 3454400"/>
              <a:gd name="connsiteY4" fmla="*/ 2387600 h 2387600"/>
              <a:gd name="connisteX5" fmla="*/ 0 w 3454400"/>
              <a:gd name="connsiteY5" fmla="*/ 2184400 h 2387600"/>
              <a:gd name="connisteX6" fmla="*/ 0 w 3454400"/>
              <a:gd name="connsiteY6" fmla="*/ 0 h 23876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rect l="0" t="0" r="0" b="0"/>
            <a:pathLst>
              <a:path w="3454400" h="2387600">
                <a:moveTo>
                  <a:pt x="0" y="0"/>
                </a:moveTo>
                <a:lnTo>
                  <a:pt x="3454400" y="0"/>
                </a:lnTo>
                <a:lnTo>
                  <a:pt x="3454400" y="2184400"/>
                </a:lnTo>
                <a:cubicBezTo>
                  <a:pt x="3454400" y="2296624"/>
                  <a:pt x="3363424" y="2387600"/>
                  <a:pt x="3251200" y="2387600"/>
                </a:cubicBezTo>
                <a:lnTo>
                  <a:pt x="203200" y="2387600"/>
                </a:lnTo>
                <a:cubicBezTo>
                  <a:pt x="90976" y="2387600"/>
                  <a:pt x="0" y="2296624"/>
                  <a:pt x="0" y="2184400"/>
                </a:cubicBezTo>
                <a:lnTo>
                  <a:pt x="0" y="0"/>
                </a:lnTo>
                <a:close/>
              </a:path>
            </a:pathLst>
          </a:custGeom>
          <a:gradFill>
            <a:gsLst>
              <a:gs pos="0">
                <a:schemeClr val="accent1">
                  <a:lumMod val="0"/>
                  <a:lumOff val="100000"/>
                </a:schemeClr>
              </a:gs>
              <a:gs pos="100000">
                <a:schemeClr val="accent1">
                  <a:lumMod val="0"/>
                  <a:lumOff val="100000"/>
                </a:schemeClr>
              </a:gs>
            </a:gsLst>
            <a:lin ang="5400000"/>
          </a:gra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13" name="图片占位符 12"/>
          <p:cNvSpPr>
            <a:spLocks noGrp="1"/>
          </p:cNvSpPr>
          <p:nvPr>
            <p:ph type="pic" idx="16393" hasCustomPrompt="1"/>
            <p:custDataLst>
              <p:tags r:id="rId6"/>
            </p:custDataLst>
          </p:nvPr>
        </p:nvSpPr>
        <p:spPr>
          <a:xfrm>
            <a:off x="609600" y="1524000"/>
            <a:ext cx="3454400" cy="2336800"/>
          </a:xfrm>
          <a:custGeom>
            <a:avLst/>
            <a:gdLst>
              <a:gd name="connisteX0" fmla="*/ 0 w 3454400"/>
              <a:gd name="connsiteY0" fmla="*/ 203200 h 2336800"/>
              <a:gd name="connisteX1" fmla="*/ 203200 w 3454400"/>
              <a:gd name="connsiteY1" fmla="*/ 0 h 2336800"/>
              <a:gd name="connisteX2" fmla="*/ 3251200 w 3454400"/>
              <a:gd name="connsiteY2" fmla="*/ 0 h 2336800"/>
              <a:gd name="connisteX3" fmla="*/ 3454400 w 3454400"/>
              <a:gd name="connsiteY3" fmla="*/ 203200 h 2336800"/>
              <a:gd name="connisteX4" fmla="*/ 3454400 w 3454400"/>
              <a:gd name="connsiteY4" fmla="*/ 2336800 h 2336800"/>
              <a:gd name="connisteX5" fmla="*/ 0 w 3454400"/>
              <a:gd name="connsiteY5" fmla="*/ 2336800 h 2336800"/>
              <a:gd name="connisteX6" fmla="*/ 0 w 3454400"/>
              <a:gd name="connsiteY6" fmla="*/ 203200 h 2336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rect l="0" t="0" r="0" b="0"/>
            <a:pathLst>
              <a:path w="3454400" h="2336800">
                <a:moveTo>
                  <a:pt x="0" y="203200"/>
                </a:moveTo>
                <a:cubicBezTo>
                  <a:pt x="0" y="90976"/>
                  <a:pt x="90976" y="0"/>
                  <a:pt x="203200" y="0"/>
                </a:cubicBezTo>
                <a:lnTo>
                  <a:pt x="3251200" y="0"/>
                </a:lnTo>
                <a:cubicBezTo>
                  <a:pt x="3363424" y="0"/>
                  <a:pt x="3454400" y="90976"/>
                  <a:pt x="3454400" y="203200"/>
                </a:cubicBezTo>
                <a:lnTo>
                  <a:pt x="3454400" y="2336800"/>
                </a:lnTo>
                <a:lnTo>
                  <a:pt x="0" y="2336800"/>
                </a:lnTo>
                <a:lnTo>
                  <a:pt x="0" y="203200"/>
                </a:lnTo>
                <a:close/>
              </a:path>
            </a:pathLst>
          </a:custGeo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p>
        </p:txBody>
      </p:sp>
      <p:sp>
        <p:nvSpPr>
          <p:cNvPr id="14" name="文本占位符 13"/>
          <p:cNvSpPr>
            <a:spLocks noGrp="1"/>
          </p:cNvSpPr>
          <p:nvPr>
            <p:ph type="body" idx="16386" hasCustomPrompt="1"/>
            <p:custDataLst>
              <p:tags r:id="rId7"/>
            </p:custDataLst>
          </p:nvPr>
        </p:nvSpPr>
        <p:spPr>
          <a:xfrm>
            <a:off x="914400" y="4064000"/>
            <a:ext cx="28448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单击添加项标题</a:t>
            </a:r>
          </a:p>
        </p:txBody>
      </p:sp>
      <p:sp>
        <p:nvSpPr>
          <p:cNvPr id="15" name="文本占位符 14"/>
          <p:cNvSpPr>
            <a:spLocks noGrp="1"/>
          </p:cNvSpPr>
          <p:nvPr>
            <p:ph type="body" idx="16387" hasCustomPrompt="1"/>
            <p:custDataLst>
              <p:tags r:id="rId8"/>
            </p:custDataLst>
          </p:nvPr>
        </p:nvSpPr>
        <p:spPr>
          <a:xfrm>
            <a:off x="914400" y="4521200"/>
            <a:ext cx="2844800" cy="15240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
        <p:nvSpPr>
          <p:cNvPr id="16" name="装饰  5"/>
          <p:cNvSpPr>
            <a:spLocks noGrp="1"/>
          </p:cNvSpPr>
          <p:nvPr>
            <p:ph type="body" idx="16394" hasCustomPrompt="1"/>
            <p:custDataLst>
              <p:tags r:id="rId9"/>
            </p:custDataLst>
          </p:nvPr>
        </p:nvSpPr>
        <p:spPr>
          <a:xfrm>
            <a:off x="4368800" y="3860800"/>
            <a:ext cx="3454400" cy="2387600"/>
          </a:xfrm>
          <a:custGeom>
            <a:avLst/>
            <a:gdLst>
              <a:gd name="connisteX0" fmla="*/ 0 w 3454400"/>
              <a:gd name="connsiteY0" fmla="*/ 0 h 2387600"/>
              <a:gd name="connisteX1" fmla="*/ 3454400 w 3454400"/>
              <a:gd name="connsiteY1" fmla="*/ 0 h 2387600"/>
              <a:gd name="connisteX2" fmla="*/ 3454400 w 3454400"/>
              <a:gd name="connsiteY2" fmla="*/ 2184400 h 2387600"/>
              <a:gd name="connisteX3" fmla="*/ 3251200 w 3454400"/>
              <a:gd name="connsiteY3" fmla="*/ 2387600 h 2387600"/>
              <a:gd name="connisteX4" fmla="*/ 203200 w 3454400"/>
              <a:gd name="connsiteY4" fmla="*/ 2387600 h 2387600"/>
              <a:gd name="connisteX5" fmla="*/ 0 w 3454400"/>
              <a:gd name="connsiteY5" fmla="*/ 2184400 h 2387600"/>
              <a:gd name="connisteX6" fmla="*/ 0 w 3454400"/>
              <a:gd name="connsiteY6" fmla="*/ 0 h 23876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rect l="0" t="0" r="0" b="0"/>
            <a:pathLst>
              <a:path w="3454400" h="2387600">
                <a:moveTo>
                  <a:pt x="0" y="0"/>
                </a:moveTo>
                <a:lnTo>
                  <a:pt x="3454400" y="0"/>
                </a:lnTo>
                <a:lnTo>
                  <a:pt x="3454400" y="2184400"/>
                </a:lnTo>
                <a:cubicBezTo>
                  <a:pt x="3454400" y="2296624"/>
                  <a:pt x="3363424" y="2387600"/>
                  <a:pt x="3251200" y="2387600"/>
                </a:cubicBezTo>
                <a:lnTo>
                  <a:pt x="203200" y="2387600"/>
                </a:lnTo>
                <a:cubicBezTo>
                  <a:pt x="90976" y="2387600"/>
                  <a:pt x="0" y="2296624"/>
                  <a:pt x="0" y="2184400"/>
                </a:cubicBezTo>
                <a:lnTo>
                  <a:pt x="0" y="0"/>
                </a:lnTo>
                <a:close/>
              </a:path>
            </a:pathLst>
          </a:custGeom>
          <a:gradFill>
            <a:gsLst>
              <a:gs pos="0">
                <a:schemeClr val="accent1">
                  <a:lumMod val="0"/>
                  <a:lumOff val="100000"/>
                </a:schemeClr>
              </a:gs>
              <a:gs pos="100000">
                <a:schemeClr val="accent1">
                  <a:lumMod val="0"/>
                  <a:lumOff val="100000"/>
                </a:schemeClr>
              </a:gs>
            </a:gsLst>
            <a:lin ang="5400000"/>
          </a:gra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17" name="图片占位符 16"/>
          <p:cNvSpPr>
            <a:spLocks noGrp="1"/>
          </p:cNvSpPr>
          <p:nvPr>
            <p:ph type="pic" idx="16395" hasCustomPrompt="1"/>
            <p:custDataLst>
              <p:tags r:id="rId10"/>
            </p:custDataLst>
          </p:nvPr>
        </p:nvSpPr>
        <p:spPr>
          <a:xfrm>
            <a:off x="4368800" y="1524000"/>
            <a:ext cx="3454400" cy="2336800"/>
          </a:xfrm>
          <a:custGeom>
            <a:avLst/>
            <a:gdLst>
              <a:gd name="connisteX0" fmla="*/ 0 w 3454400"/>
              <a:gd name="connsiteY0" fmla="*/ 203200 h 2336800"/>
              <a:gd name="connisteX1" fmla="*/ 203200 w 3454400"/>
              <a:gd name="connsiteY1" fmla="*/ 0 h 2336800"/>
              <a:gd name="connisteX2" fmla="*/ 3251200 w 3454400"/>
              <a:gd name="connsiteY2" fmla="*/ 0 h 2336800"/>
              <a:gd name="connisteX3" fmla="*/ 3454400 w 3454400"/>
              <a:gd name="connsiteY3" fmla="*/ 203200 h 2336800"/>
              <a:gd name="connisteX4" fmla="*/ 3454400 w 3454400"/>
              <a:gd name="connsiteY4" fmla="*/ 2336800 h 2336800"/>
              <a:gd name="connisteX5" fmla="*/ 0 w 3454400"/>
              <a:gd name="connsiteY5" fmla="*/ 2336800 h 2336800"/>
              <a:gd name="connisteX6" fmla="*/ 0 w 3454400"/>
              <a:gd name="connsiteY6" fmla="*/ 203200 h 2336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rect l="0" t="0" r="0" b="0"/>
            <a:pathLst>
              <a:path w="3454400" h="2336800">
                <a:moveTo>
                  <a:pt x="0" y="203200"/>
                </a:moveTo>
                <a:cubicBezTo>
                  <a:pt x="0" y="90976"/>
                  <a:pt x="90976" y="0"/>
                  <a:pt x="203200" y="0"/>
                </a:cubicBezTo>
                <a:lnTo>
                  <a:pt x="3251200" y="0"/>
                </a:lnTo>
                <a:cubicBezTo>
                  <a:pt x="3363424" y="0"/>
                  <a:pt x="3454400" y="90976"/>
                  <a:pt x="3454400" y="203200"/>
                </a:cubicBezTo>
                <a:lnTo>
                  <a:pt x="3454400" y="2336800"/>
                </a:lnTo>
                <a:lnTo>
                  <a:pt x="0" y="2336800"/>
                </a:lnTo>
                <a:lnTo>
                  <a:pt x="0" y="203200"/>
                </a:lnTo>
                <a:close/>
              </a:path>
            </a:pathLst>
          </a:custGeo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p>
        </p:txBody>
      </p:sp>
      <p:sp>
        <p:nvSpPr>
          <p:cNvPr id="18" name="文本占位符 17"/>
          <p:cNvSpPr>
            <a:spLocks noGrp="1"/>
          </p:cNvSpPr>
          <p:nvPr>
            <p:ph type="body" idx="16388" hasCustomPrompt="1"/>
            <p:custDataLst>
              <p:tags r:id="rId11"/>
            </p:custDataLst>
          </p:nvPr>
        </p:nvSpPr>
        <p:spPr>
          <a:xfrm>
            <a:off x="4673600" y="4064000"/>
            <a:ext cx="28448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单击添加项标题</a:t>
            </a:r>
          </a:p>
        </p:txBody>
      </p:sp>
      <p:sp>
        <p:nvSpPr>
          <p:cNvPr id="19" name="文本占位符 18"/>
          <p:cNvSpPr>
            <a:spLocks noGrp="1"/>
          </p:cNvSpPr>
          <p:nvPr>
            <p:ph type="body" idx="16389" hasCustomPrompt="1"/>
            <p:custDataLst>
              <p:tags r:id="rId12"/>
            </p:custDataLst>
          </p:nvPr>
        </p:nvSpPr>
        <p:spPr>
          <a:xfrm>
            <a:off x="4673600" y="4521200"/>
            <a:ext cx="2844800" cy="15240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
        <p:nvSpPr>
          <p:cNvPr id="20" name="装饰  9"/>
          <p:cNvSpPr>
            <a:spLocks noGrp="1"/>
          </p:cNvSpPr>
          <p:nvPr>
            <p:ph type="body" idx="16396" hasCustomPrompt="1"/>
            <p:custDataLst>
              <p:tags r:id="rId13"/>
            </p:custDataLst>
          </p:nvPr>
        </p:nvSpPr>
        <p:spPr>
          <a:xfrm>
            <a:off x="8128000" y="3860800"/>
            <a:ext cx="3454400" cy="2387600"/>
          </a:xfrm>
          <a:custGeom>
            <a:avLst/>
            <a:gdLst>
              <a:gd name="connisteX0" fmla="*/ 0 w 3454400"/>
              <a:gd name="connsiteY0" fmla="*/ 0 h 2387600"/>
              <a:gd name="connisteX1" fmla="*/ 3454400 w 3454400"/>
              <a:gd name="connsiteY1" fmla="*/ 0 h 2387600"/>
              <a:gd name="connisteX2" fmla="*/ 3454400 w 3454400"/>
              <a:gd name="connsiteY2" fmla="*/ 2184400 h 2387600"/>
              <a:gd name="connisteX3" fmla="*/ 3251200 w 3454400"/>
              <a:gd name="connsiteY3" fmla="*/ 2387600 h 2387600"/>
              <a:gd name="connisteX4" fmla="*/ 203200 w 3454400"/>
              <a:gd name="connsiteY4" fmla="*/ 2387600 h 2387600"/>
              <a:gd name="connisteX5" fmla="*/ 0 w 3454400"/>
              <a:gd name="connsiteY5" fmla="*/ 2184400 h 2387600"/>
              <a:gd name="connisteX6" fmla="*/ 0 w 3454400"/>
              <a:gd name="connsiteY6" fmla="*/ 0 h 23876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rect l="0" t="0" r="0" b="0"/>
            <a:pathLst>
              <a:path w="3454400" h="2387600">
                <a:moveTo>
                  <a:pt x="0" y="0"/>
                </a:moveTo>
                <a:lnTo>
                  <a:pt x="3454400" y="0"/>
                </a:lnTo>
                <a:lnTo>
                  <a:pt x="3454400" y="2184400"/>
                </a:lnTo>
                <a:cubicBezTo>
                  <a:pt x="3454400" y="2296624"/>
                  <a:pt x="3363424" y="2387600"/>
                  <a:pt x="3251200" y="2387600"/>
                </a:cubicBezTo>
                <a:lnTo>
                  <a:pt x="203200" y="2387600"/>
                </a:lnTo>
                <a:cubicBezTo>
                  <a:pt x="90976" y="2387600"/>
                  <a:pt x="0" y="2296624"/>
                  <a:pt x="0" y="2184400"/>
                </a:cubicBezTo>
                <a:lnTo>
                  <a:pt x="0" y="0"/>
                </a:lnTo>
                <a:close/>
              </a:path>
            </a:pathLst>
          </a:custGeom>
          <a:gradFill>
            <a:gsLst>
              <a:gs pos="0">
                <a:schemeClr val="accent1">
                  <a:lumMod val="0"/>
                  <a:lumOff val="100000"/>
                </a:schemeClr>
              </a:gs>
              <a:gs pos="100000">
                <a:schemeClr val="accent1">
                  <a:lumMod val="0"/>
                  <a:lumOff val="100000"/>
                </a:schemeClr>
              </a:gs>
            </a:gsLst>
            <a:lin ang="5400000"/>
          </a:gra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21" name="图片占位符 20"/>
          <p:cNvSpPr>
            <a:spLocks noGrp="1"/>
          </p:cNvSpPr>
          <p:nvPr>
            <p:ph type="pic" idx="16397" hasCustomPrompt="1"/>
            <p:custDataLst>
              <p:tags r:id="rId14"/>
            </p:custDataLst>
          </p:nvPr>
        </p:nvSpPr>
        <p:spPr>
          <a:xfrm>
            <a:off x="8128000" y="1524000"/>
            <a:ext cx="3454400" cy="2336800"/>
          </a:xfrm>
          <a:custGeom>
            <a:avLst/>
            <a:gdLst>
              <a:gd name="connisteX0" fmla="*/ 0 w 3454400"/>
              <a:gd name="connsiteY0" fmla="*/ 203200 h 2336800"/>
              <a:gd name="connisteX1" fmla="*/ 203200 w 3454400"/>
              <a:gd name="connsiteY1" fmla="*/ 0 h 2336800"/>
              <a:gd name="connisteX2" fmla="*/ 3251200 w 3454400"/>
              <a:gd name="connsiteY2" fmla="*/ 0 h 2336800"/>
              <a:gd name="connisteX3" fmla="*/ 3454400 w 3454400"/>
              <a:gd name="connsiteY3" fmla="*/ 203200 h 2336800"/>
              <a:gd name="connisteX4" fmla="*/ 3454400 w 3454400"/>
              <a:gd name="connsiteY4" fmla="*/ 2336800 h 2336800"/>
              <a:gd name="connisteX5" fmla="*/ 0 w 3454400"/>
              <a:gd name="connsiteY5" fmla="*/ 2336800 h 2336800"/>
              <a:gd name="connisteX6" fmla="*/ 0 w 3454400"/>
              <a:gd name="connsiteY6" fmla="*/ 203200 h 2336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rect l="0" t="0" r="0" b="0"/>
            <a:pathLst>
              <a:path w="3454400" h="2336800">
                <a:moveTo>
                  <a:pt x="0" y="203200"/>
                </a:moveTo>
                <a:cubicBezTo>
                  <a:pt x="0" y="90976"/>
                  <a:pt x="90976" y="0"/>
                  <a:pt x="203200" y="0"/>
                </a:cubicBezTo>
                <a:lnTo>
                  <a:pt x="3251200" y="0"/>
                </a:lnTo>
                <a:cubicBezTo>
                  <a:pt x="3363424" y="0"/>
                  <a:pt x="3454400" y="90976"/>
                  <a:pt x="3454400" y="203200"/>
                </a:cubicBezTo>
                <a:lnTo>
                  <a:pt x="3454400" y="2336800"/>
                </a:lnTo>
                <a:lnTo>
                  <a:pt x="0" y="2336800"/>
                </a:lnTo>
                <a:lnTo>
                  <a:pt x="0" y="203200"/>
                </a:lnTo>
                <a:close/>
              </a:path>
            </a:pathLst>
          </a:custGeo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p>
        </p:txBody>
      </p:sp>
      <p:sp>
        <p:nvSpPr>
          <p:cNvPr id="22" name="文本占位符 21"/>
          <p:cNvSpPr>
            <a:spLocks noGrp="1"/>
          </p:cNvSpPr>
          <p:nvPr>
            <p:ph type="body" idx="16390" hasCustomPrompt="1"/>
            <p:custDataLst>
              <p:tags r:id="rId15"/>
            </p:custDataLst>
          </p:nvPr>
        </p:nvSpPr>
        <p:spPr>
          <a:xfrm>
            <a:off x="8432800" y="4064000"/>
            <a:ext cx="28448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单击添加项标题</a:t>
            </a:r>
          </a:p>
        </p:txBody>
      </p:sp>
      <p:sp>
        <p:nvSpPr>
          <p:cNvPr id="23" name="文本占位符 22"/>
          <p:cNvSpPr>
            <a:spLocks noGrp="1"/>
          </p:cNvSpPr>
          <p:nvPr>
            <p:ph type="body" idx="16391" hasCustomPrompt="1"/>
            <p:custDataLst>
              <p:tags r:id="rId16"/>
            </p:custDataLst>
          </p:nvPr>
        </p:nvSpPr>
        <p:spPr>
          <a:xfrm>
            <a:off x="8432800" y="4521200"/>
            <a:ext cx="2844800" cy="15240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Tree>
    <p:extLst>
      <p:ext uri="{BB962C8B-B14F-4D97-AF65-F5344CB8AC3E}">
        <p14:creationId xmlns:p14="http://schemas.microsoft.com/office/powerpoint/2010/main" val="634556006"/>
      </p:ext>
    </p:extLst>
  </p:cSld>
  <p:clrMapOvr>
    <a:overrideClrMapping bg1="lt1" tx1="dk1" bg2="lt2" tx2="dk2" accent1="accent1" accent2="accent2" accent3="accent3" accent4="accent4" accent5="accent5" accent6="accent6" hlink="hlink" folHlink="folHlink"/>
  </p:clrMapOvr>
  <p:hf sldNum="0" hdr="0" ftr="0" dt="0"/>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正文页-27_36">
    <p:bg>
      <p:bgRef idx="1001">
        <a:schemeClr val="bg2"/>
      </p:bgRef>
    </p:bg>
    <p:spTree>
      <p:nvGrpSpPr>
        <p:cNvPr id="1" name=""/>
        <p:cNvGrpSpPr/>
        <p:nvPr/>
      </p:nvGrpSpPr>
      <p:grpSpPr>
        <a:xfrm>
          <a:off x="0" y="0"/>
          <a:ext cx="0" cy="0"/>
          <a:chOff x="0" y="0"/>
          <a:chExt cx="0" cy="0"/>
        </a:xfrm>
      </p:grpSpPr>
      <p:sp>
        <p:nvSpPr>
          <p:cNvPr id="8" name="日期占位符 7"/>
          <p:cNvSpPr>
            <a:spLocks noGrp="1"/>
          </p:cNvSpPr>
          <p:nvPr>
            <p:ph type="dt" sz="half" idx="10"/>
            <p:custDataLst>
              <p:tags r:id="rId1"/>
            </p:custDataLst>
          </p:nvPr>
        </p:nvSpPr>
        <p:spPr/>
        <p:txBody>
          <a:bodyPr wrap="square">
            <a:normAutofit/>
          </a:bodyPr>
          <a:lstStyle/>
          <a:p>
            <a:fld id="{5592522B-0F24-4480-B9DD-A9474A6880D6}" type="datetimeFigureOut">
              <a:rPr lang="zh-CN" altLang="en-US" smtClean="0"/>
              <a:t>2026/10/10</a:t>
            </a:fld>
            <a:endParaRPr lang="zh-CN" altLang="en-US"/>
          </a:p>
        </p:txBody>
      </p:sp>
      <p:sp>
        <p:nvSpPr>
          <p:cNvPr id="9" name="页脚占位符 8"/>
          <p:cNvSpPr>
            <a:spLocks noGrp="1"/>
          </p:cNvSpPr>
          <p:nvPr>
            <p:ph type="ftr" sz="quarter" idx="11"/>
            <p:custDataLst>
              <p:tags r:id="rId2"/>
            </p:custDataLst>
          </p:nvPr>
        </p:nvSpPr>
        <p:spPr/>
        <p:txBody>
          <a:bodyPr/>
          <a:lstStyle/>
          <a:p>
            <a:endParaRPr lang="zh-CN" altLang="en-US"/>
          </a:p>
        </p:txBody>
      </p:sp>
      <p:sp>
        <p:nvSpPr>
          <p:cNvPr id="10" name="灯片编号占位符 9"/>
          <p:cNvSpPr>
            <a:spLocks noGrp="1"/>
          </p:cNvSpPr>
          <p:nvPr>
            <p:ph type="sldNum" sz="quarter" idx="12"/>
            <p:custDataLst>
              <p:tags r:id="rId3"/>
            </p:custDataLst>
          </p:nvPr>
        </p:nvSpPr>
        <p:spPr/>
        <p:txBody>
          <a:bodyPr wrap="square">
            <a:normAutofit/>
          </a:bodyPr>
          <a:lstStyle/>
          <a:p>
            <a:fld id="{BE5F26B5-172A-4DC2-B0B7-181CFC56B87C}" type="slidenum">
              <a:rPr lang="zh-CN" altLang="en-US" smtClean="0"/>
              <a:t>‹#›</a:t>
            </a:fld>
            <a:endParaRPr lang="zh-CN" altLang="en-US"/>
          </a:p>
        </p:txBody>
      </p:sp>
      <p:sp>
        <p:nvSpPr>
          <p:cNvPr id="11" name="标题 10"/>
          <p:cNvSpPr>
            <a:spLocks noGrp="1"/>
          </p:cNvSpPr>
          <p:nvPr>
            <p:ph type="ctrTitle" idx="16385" hasCustomPrompt="1"/>
            <p:custDataLst>
              <p:tags r:id="rId4"/>
            </p:custDataLst>
          </p:nvPr>
        </p:nvSpPr>
        <p:spPr>
          <a:xfrm>
            <a:off x="609600" y="533400"/>
            <a:ext cx="10972800" cy="609600"/>
          </a:xfrm>
          <a:noFill/>
        </p:spPr>
        <p:txBody>
          <a:bodyPr lIns="0" tIns="0" rIns="0" bIns="0" anchor="t">
            <a:normAutofit/>
          </a:bodyPr>
          <a:lstStyle>
            <a:lvl1pPr marL="0" indent="0" algn="l">
              <a:lnSpc>
                <a:spcPct val="111000"/>
              </a:lnSpc>
              <a:spcBef>
                <a:spcPct val="0"/>
              </a:spcBef>
              <a:spcAft>
                <a:spcPct val="0"/>
              </a:spcAft>
              <a:buNone/>
              <a:defRPr sz="3600" b="1" spc="0">
                <a:solidFill>
                  <a:schemeClr val="tx1"/>
                </a:solidFill>
              </a:defRPr>
            </a:lvl1pPr>
          </a:lstStyle>
          <a:p>
            <a:r>
              <a:rPr lang="zh-CN" altLang="en-US"/>
              <a:t>单击此处添加标题</a:t>
            </a:r>
          </a:p>
        </p:txBody>
      </p:sp>
      <p:sp>
        <p:nvSpPr>
          <p:cNvPr id="12" name="装饰  1"/>
          <p:cNvSpPr>
            <a:spLocks noGrp="1"/>
          </p:cNvSpPr>
          <p:nvPr>
            <p:ph type="body" idx="16398" hasCustomPrompt="1"/>
            <p:custDataLst>
              <p:tags r:id="rId5"/>
            </p:custDataLst>
          </p:nvPr>
        </p:nvSpPr>
        <p:spPr>
          <a:xfrm>
            <a:off x="609600" y="1981200"/>
            <a:ext cx="762000" cy="762000"/>
          </a:xfrm>
          <a:custGeom>
            <a:avLst/>
            <a:gdLst>
              <a:gd name="connisteX0" fmla="*/ 0 w 762000"/>
              <a:gd name="connsiteY0" fmla="*/ 203200 h 762000"/>
              <a:gd name="connisteX1" fmla="*/ 203200 w 762000"/>
              <a:gd name="connsiteY1" fmla="*/ 0 h 762000"/>
              <a:gd name="connisteX2" fmla="*/ 558800 w 762000"/>
              <a:gd name="connsiteY2" fmla="*/ 0 h 762000"/>
              <a:gd name="connisteX3" fmla="*/ 762000 w 762000"/>
              <a:gd name="connsiteY3" fmla="*/ 203200 h 762000"/>
              <a:gd name="connisteX4" fmla="*/ 762000 w 762000"/>
              <a:gd name="connsiteY4" fmla="*/ 558800 h 762000"/>
              <a:gd name="connisteX5" fmla="*/ 558800 w 762000"/>
              <a:gd name="connsiteY5" fmla="*/ 762000 h 762000"/>
              <a:gd name="connisteX6" fmla="*/ 203200 w 762000"/>
              <a:gd name="connsiteY6" fmla="*/ 762000 h 762000"/>
              <a:gd name="connisteX7" fmla="*/ 0 w 762000"/>
              <a:gd name="connsiteY7" fmla="*/ 558800 h 762000"/>
              <a:gd name="connisteX8" fmla="*/ 0 w 762000"/>
              <a:gd name="connsiteY8" fmla="*/ 203200 h 762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762000" h="762000">
                <a:moveTo>
                  <a:pt x="0" y="203200"/>
                </a:moveTo>
                <a:cubicBezTo>
                  <a:pt x="0" y="90976"/>
                  <a:pt x="90976" y="0"/>
                  <a:pt x="203200" y="0"/>
                </a:cubicBezTo>
                <a:lnTo>
                  <a:pt x="558800" y="0"/>
                </a:lnTo>
                <a:cubicBezTo>
                  <a:pt x="671024" y="0"/>
                  <a:pt x="762000" y="90976"/>
                  <a:pt x="762000" y="203200"/>
                </a:cubicBezTo>
                <a:lnTo>
                  <a:pt x="762000" y="558800"/>
                </a:lnTo>
                <a:cubicBezTo>
                  <a:pt x="762000" y="671024"/>
                  <a:pt x="671024" y="762000"/>
                  <a:pt x="558800" y="762000"/>
                </a:cubicBezTo>
                <a:lnTo>
                  <a:pt x="203200" y="762000"/>
                </a:lnTo>
                <a:cubicBezTo>
                  <a:pt x="90976" y="762000"/>
                  <a:pt x="0" y="671024"/>
                  <a:pt x="0" y="558800"/>
                </a:cubicBezTo>
                <a:lnTo>
                  <a:pt x="0" y="2032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13" name="文本占位符 12"/>
          <p:cNvSpPr>
            <a:spLocks noGrp="1"/>
          </p:cNvSpPr>
          <p:nvPr>
            <p:ph type="body" idx="16388" hasCustomPrompt="1"/>
            <p:custDataLst>
              <p:tags r:id="rId6"/>
            </p:custDataLst>
          </p:nvPr>
        </p:nvSpPr>
        <p:spPr>
          <a:xfrm>
            <a:off x="781050" y="2184400"/>
            <a:ext cx="419100" cy="355600"/>
          </a:xfrm>
          <a:noFill/>
        </p:spPr>
        <p:txBody>
          <a:bodyPr wrap="none" lIns="0" tIns="0" rIns="0" bIns="0" anchor="ctr">
            <a:noAutofit/>
          </a:bodyPr>
          <a:lstStyle>
            <a:lvl1pPr marL="0" indent="0" algn="ctr">
              <a:lnSpc>
                <a:spcPct val="109000"/>
              </a:lnSpc>
              <a:spcBef>
                <a:spcPct val="0"/>
              </a:spcBef>
              <a:spcAft>
                <a:spcPct val="0"/>
              </a:spcAft>
              <a:buNone/>
              <a:defRPr sz="2800" b="0" spc="0">
                <a:solidFill>
                  <a:srgbClr val="FFFFFF"/>
                </a:solidFill>
              </a:defRPr>
            </a:lvl1pPr>
          </a:lstStyle>
          <a:p>
            <a:pPr lvl="0"/>
            <a:r>
              <a:rPr lang="zh-CN" altLang="en-US"/>
              <a:t>01</a:t>
            </a:r>
          </a:p>
        </p:txBody>
      </p:sp>
      <p:sp>
        <p:nvSpPr>
          <p:cNvPr id="14" name="文本占位符 13"/>
          <p:cNvSpPr>
            <a:spLocks noGrp="1"/>
          </p:cNvSpPr>
          <p:nvPr>
            <p:ph type="body" idx="16386" hasCustomPrompt="1"/>
            <p:custDataLst>
              <p:tags r:id="rId7"/>
            </p:custDataLst>
          </p:nvPr>
        </p:nvSpPr>
        <p:spPr>
          <a:xfrm>
            <a:off x="1574800" y="1981200"/>
            <a:ext cx="42926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15" name="文本占位符 14"/>
          <p:cNvSpPr>
            <a:spLocks noGrp="1"/>
          </p:cNvSpPr>
          <p:nvPr>
            <p:ph type="body" idx="16387" hasCustomPrompt="1"/>
            <p:custDataLst>
              <p:tags r:id="rId8"/>
            </p:custDataLst>
          </p:nvPr>
        </p:nvSpPr>
        <p:spPr>
          <a:xfrm>
            <a:off x="1574800" y="2438400"/>
            <a:ext cx="4292600" cy="12192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
        <p:nvSpPr>
          <p:cNvPr id="16" name="装饰  5"/>
          <p:cNvSpPr>
            <a:spLocks noGrp="1"/>
          </p:cNvSpPr>
          <p:nvPr>
            <p:ph type="body" idx="16399" hasCustomPrompt="1"/>
            <p:custDataLst>
              <p:tags r:id="rId9"/>
            </p:custDataLst>
          </p:nvPr>
        </p:nvSpPr>
        <p:spPr>
          <a:xfrm>
            <a:off x="6324600" y="1981200"/>
            <a:ext cx="762000" cy="762000"/>
          </a:xfrm>
          <a:custGeom>
            <a:avLst/>
            <a:gdLst>
              <a:gd name="connisteX0" fmla="*/ 0 w 762000"/>
              <a:gd name="connsiteY0" fmla="*/ 203200 h 762000"/>
              <a:gd name="connisteX1" fmla="*/ 203200 w 762000"/>
              <a:gd name="connsiteY1" fmla="*/ 0 h 762000"/>
              <a:gd name="connisteX2" fmla="*/ 558800 w 762000"/>
              <a:gd name="connsiteY2" fmla="*/ 0 h 762000"/>
              <a:gd name="connisteX3" fmla="*/ 762000 w 762000"/>
              <a:gd name="connsiteY3" fmla="*/ 203200 h 762000"/>
              <a:gd name="connisteX4" fmla="*/ 762000 w 762000"/>
              <a:gd name="connsiteY4" fmla="*/ 558800 h 762000"/>
              <a:gd name="connisteX5" fmla="*/ 558800 w 762000"/>
              <a:gd name="connsiteY5" fmla="*/ 762000 h 762000"/>
              <a:gd name="connisteX6" fmla="*/ 203200 w 762000"/>
              <a:gd name="connsiteY6" fmla="*/ 762000 h 762000"/>
              <a:gd name="connisteX7" fmla="*/ 0 w 762000"/>
              <a:gd name="connsiteY7" fmla="*/ 558800 h 762000"/>
              <a:gd name="connisteX8" fmla="*/ 0 w 762000"/>
              <a:gd name="connsiteY8" fmla="*/ 203200 h 762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762000" h="762000">
                <a:moveTo>
                  <a:pt x="0" y="203200"/>
                </a:moveTo>
                <a:cubicBezTo>
                  <a:pt x="0" y="90976"/>
                  <a:pt x="90976" y="0"/>
                  <a:pt x="203200" y="0"/>
                </a:cubicBezTo>
                <a:lnTo>
                  <a:pt x="558800" y="0"/>
                </a:lnTo>
                <a:cubicBezTo>
                  <a:pt x="671024" y="0"/>
                  <a:pt x="762000" y="90976"/>
                  <a:pt x="762000" y="203200"/>
                </a:cubicBezTo>
                <a:lnTo>
                  <a:pt x="762000" y="558800"/>
                </a:lnTo>
                <a:cubicBezTo>
                  <a:pt x="762000" y="671024"/>
                  <a:pt x="671024" y="762000"/>
                  <a:pt x="558800" y="762000"/>
                </a:cubicBezTo>
                <a:lnTo>
                  <a:pt x="203200" y="762000"/>
                </a:lnTo>
                <a:cubicBezTo>
                  <a:pt x="90976" y="762000"/>
                  <a:pt x="0" y="671024"/>
                  <a:pt x="0" y="558800"/>
                </a:cubicBezTo>
                <a:lnTo>
                  <a:pt x="0" y="2032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17" name="文本占位符 16"/>
          <p:cNvSpPr>
            <a:spLocks noGrp="1"/>
          </p:cNvSpPr>
          <p:nvPr>
            <p:ph type="body" idx="16391" hasCustomPrompt="1"/>
            <p:custDataLst>
              <p:tags r:id="rId10"/>
            </p:custDataLst>
          </p:nvPr>
        </p:nvSpPr>
        <p:spPr>
          <a:xfrm>
            <a:off x="6496050" y="2184400"/>
            <a:ext cx="419100" cy="355600"/>
          </a:xfrm>
          <a:noFill/>
        </p:spPr>
        <p:txBody>
          <a:bodyPr wrap="none" lIns="0" tIns="0" rIns="0" bIns="0" anchor="ctr">
            <a:noAutofit/>
          </a:bodyPr>
          <a:lstStyle>
            <a:lvl1pPr marL="0" indent="0" algn="ctr">
              <a:lnSpc>
                <a:spcPct val="109000"/>
              </a:lnSpc>
              <a:spcBef>
                <a:spcPct val="0"/>
              </a:spcBef>
              <a:spcAft>
                <a:spcPct val="0"/>
              </a:spcAft>
              <a:buNone/>
              <a:defRPr sz="2800" b="0" spc="0">
                <a:solidFill>
                  <a:srgbClr val="FFFFFF"/>
                </a:solidFill>
              </a:defRPr>
            </a:lvl1pPr>
          </a:lstStyle>
          <a:p>
            <a:pPr lvl="0"/>
            <a:r>
              <a:rPr lang="zh-CN" altLang="en-US"/>
              <a:t>02</a:t>
            </a:r>
          </a:p>
        </p:txBody>
      </p:sp>
      <p:sp>
        <p:nvSpPr>
          <p:cNvPr id="18" name="文本占位符 17"/>
          <p:cNvSpPr>
            <a:spLocks noGrp="1"/>
          </p:cNvSpPr>
          <p:nvPr>
            <p:ph type="body" idx="16389" hasCustomPrompt="1"/>
            <p:custDataLst>
              <p:tags r:id="rId11"/>
            </p:custDataLst>
          </p:nvPr>
        </p:nvSpPr>
        <p:spPr>
          <a:xfrm>
            <a:off x="7289800" y="1981200"/>
            <a:ext cx="42926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19" name="文本占位符 18"/>
          <p:cNvSpPr>
            <a:spLocks noGrp="1"/>
          </p:cNvSpPr>
          <p:nvPr>
            <p:ph type="body" idx="16390" hasCustomPrompt="1"/>
            <p:custDataLst>
              <p:tags r:id="rId12"/>
            </p:custDataLst>
          </p:nvPr>
        </p:nvSpPr>
        <p:spPr>
          <a:xfrm>
            <a:off x="7289800" y="2438400"/>
            <a:ext cx="4292600" cy="12192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
        <p:nvSpPr>
          <p:cNvPr id="20" name="装饰  9"/>
          <p:cNvSpPr>
            <a:spLocks noGrp="1"/>
          </p:cNvSpPr>
          <p:nvPr>
            <p:ph type="body" idx="16400" hasCustomPrompt="1"/>
            <p:custDataLst>
              <p:tags r:id="rId13"/>
            </p:custDataLst>
          </p:nvPr>
        </p:nvSpPr>
        <p:spPr>
          <a:xfrm>
            <a:off x="609600" y="4114800"/>
            <a:ext cx="762000" cy="762000"/>
          </a:xfrm>
          <a:custGeom>
            <a:avLst/>
            <a:gdLst>
              <a:gd name="connisteX0" fmla="*/ 0 w 762000"/>
              <a:gd name="connsiteY0" fmla="*/ 203200 h 762000"/>
              <a:gd name="connisteX1" fmla="*/ 203200 w 762000"/>
              <a:gd name="connsiteY1" fmla="*/ 0 h 762000"/>
              <a:gd name="connisteX2" fmla="*/ 558800 w 762000"/>
              <a:gd name="connsiteY2" fmla="*/ 0 h 762000"/>
              <a:gd name="connisteX3" fmla="*/ 762000 w 762000"/>
              <a:gd name="connsiteY3" fmla="*/ 203200 h 762000"/>
              <a:gd name="connisteX4" fmla="*/ 762000 w 762000"/>
              <a:gd name="connsiteY4" fmla="*/ 558800 h 762000"/>
              <a:gd name="connisteX5" fmla="*/ 558800 w 762000"/>
              <a:gd name="connsiteY5" fmla="*/ 762000 h 762000"/>
              <a:gd name="connisteX6" fmla="*/ 203200 w 762000"/>
              <a:gd name="connsiteY6" fmla="*/ 762000 h 762000"/>
              <a:gd name="connisteX7" fmla="*/ 0 w 762000"/>
              <a:gd name="connsiteY7" fmla="*/ 558800 h 762000"/>
              <a:gd name="connisteX8" fmla="*/ 0 w 762000"/>
              <a:gd name="connsiteY8" fmla="*/ 203200 h 762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762000" h="762000">
                <a:moveTo>
                  <a:pt x="0" y="203200"/>
                </a:moveTo>
                <a:cubicBezTo>
                  <a:pt x="0" y="90976"/>
                  <a:pt x="90976" y="0"/>
                  <a:pt x="203200" y="0"/>
                </a:cubicBezTo>
                <a:lnTo>
                  <a:pt x="558800" y="0"/>
                </a:lnTo>
                <a:cubicBezTo>
                  <a:pt x="671024" y="0"/>
                  <a:pt x="762000" y="90976"/>
                  <a:pt x="762000" y="203200"/>
                </a:cubicBezTo>
                <a:lnTo>
                  <a:pt x="762000" y="558800"/>
                </a:lnTo>
                <a:cubicBezTo>
                  <a:pt x="762000" y="671024"/>
                  <a:pt x="671024" y="762000"/>
                  <a:pt x="558800" y="762000"/>
                </a:cubicBezTo>
                <a:lnTo>
                  <a:pt x="203200" y="762000"/>
                </a:lnTo>
                <a:cubicBezTo>
                  <a:pt x="90976" y="762000"/>
                  <a:pt x="0" y="671024"/>
                  <a:pt x="0" y="558800"/>
                </a:cubicBezTo>
                <a:lnTo>
                  <a:pt x="0" y="2032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21" name="文本占位符 20"/>
          <p:cNvSpPr>
            <a:spLocks noGrp="1"/>
          </p:cNvSpPr>
          <p:nvPr>
            <p:ph type="body" idx="16394" hasCustomPrompt="1"/>
            <p:custDataLst>
              <p:tags r:id="rId14"/>
            </p:custDataLst>
          </p:nvPr>
        </p:nvSpPr>
        <p:spPr>
          <a:xfrm>
            <a:off x="781050" y="4318000"/>
            <a:ext cx="419100" cy="355600"/>
          </a:xfrm>
          <a:noFill/>
        </p:spPr>
        <p:txBody>
          <a:bodyPr wrap="none" lIns="0" tIns="0" rIns="0" bIns="0" anchor="ctr">
            <a:noAutofit/>
          </a:bodyPr>
          <a:lstStyle>
            <a:lvl1pPr marL="0" indent="0" algn="ctr">
              <a:lnSpc>
                <a:spcPct val="109000"/>
              </a:lnSpc>
              <a:spcBef>
                <a:spcPct val="0"/>
              </a:spcBef>
              <a:spcAft>
                <a:spcPct val="0"/>
              </a:spcAft>
              <a:buNone/>
              <a:defRPr sz="2800" b="0" spc="0">
                <a:solidFill>
                  <a:srgbClr val="FFFFFF"/>
                </a:solidFill>
              </a:defRPr>
            </a:lvl1pPr>
          </a:lstStyle>
          <a:p>
            <a:pPr lvl="0"/>
            <a:r>
              <a:rPr lang="zh-CN" altLang="en-US"/>
              <a:t>03</a:t>
            </a:r>
          </a:p>
        </p:txBody>
      </p:sp>
      <p:sp>
        <p:nvSpPr>
          <p:cNvPr id="22" name="文本占位符 21"/>
          <p:cNvSpPr>
            <a:spLocks noGrp="1"/>
          </p:cNvSpPr>
          <p:nvPr>
            <p:ph type="body" idx="16392" hasCustomPrompt="1"/>
            <p:custDataLst>
              <p:tags r:id="rId15"/>
            </p:custDataLst>
          </p:nvPr>
        </p:nvSpPr>
        <p:spPr>
          <a:xfrm>
            <a:off x="1574800" y="4114800"/>
            <a:ext cx="42926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23" name="文本占位符 22"/>
          <p:cNvSpPr>
            <a:spLocks noGrp="1"/>
          </p:cNvSpPr>
          <p:nvPr>
            <p:ph type="body" idx="16393" hasCustomPrompt="1"/>
            <p:custDataLst>
              <p:tags r:id="rId16"/>
            </p:custDataLst>
          </p:nvPr>
        </p:nvSpPr>
        <p:spPr>
          <a:xfrm>
            <a:off x="1574800" y="4572000"/>
            <a:ext cx="4292600" cy="12192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
        <p:nvSpPr>
          <p:cNvPr id="24" name="装饰  3"/>
          <p:cNvSpPr>
            <a:spLocks noGrp="1"/>
          </p:cNvSpPr>
          <p:nvPr>
            <p:ph type="body" idx="16401" hasCustomPrompt="1"/>
            <p:custDataLst>
              <p:tags r:id="rId17"/>
            </p:custDataLst>
          </p:nvPr>
        </p:nvSpPr>
        <p:spPr>
          <a:xfrm>
            <a:off x="6324600" y="4114800"/>
            <a:ext cx="762000" cy="762000"/>
          </a:xfrm>
          <a:custGeom>
            <a:avLst/>
            <a:gdLst>
              <a:gd name="connisteX0" fmla="*/ 0 w 762000"/>
              <a:gd name="connsiteY0" fmla="*/ 203200 h 762000"/>
              <a:gd name="connisteX1" fmla="*/ 203200 w 762000"/>
              <a:gd name="connsiteY1" fmla="*/ 0 h 762000"/>
              <a:gd name="connisteX2" fmla="*/ 558800 w 762000"/>
              <a:gd name="connsiteY2" fmla="*/ 0 h 762000"/>
              <a:gd name="connisteX3" fmla="*/ 762000 w 762000"/>
              <a:gd name="connsiteY3" fmla="*/ 203200 h 762000"/>
              <a:gd name="connisteX4" fmla="*/ 762000 w 762000"/>
              <a:gd name="connsiteY4" fmla="*/ 558800 h 762000"/>
              <a:gd name="connisteX5" fmla="*/ 558800 w 762000"/>
              <a:gd name="connsiteY5" fmla="*/ 762000 h 762000"/>
              <a:gd name="connisteX6" fmla="*/ 203200 w 762000"/>
              <a:gd name="connsiteY6" fmla="*/ 762000 h 762000"/>
              <a:gd name="connisteX7" fmla="*/ 0 w 762000"/>
              <a:gd name="connsiteY7" fmla="*/ 558800 h 762000"/>
              <a:gd name="connisteX8" fmla="*/ 0 w 762000"/>
              <a:gd name="connsiteY8" fmla="*/ 203200 h 762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762000" h="762000">
                <a:moveTo>
                  <a:pt x="0" y="203200"/>
                </a:moveTo>
                <a:cubicBezTo>
                  <a:pt x="0" y="90976"/>
                  <a:pt x="90976" y="0"/>
                  <a:pt x="203200" y="0"/>
                </a:cubicBezTo>
                <a:lnTo>
                  <a:pt x="558800" y="0"/>
                </a:lnTo>
                <a:cubicBezTo>
                  <a:pt x="671024" y="0"/>
                  <a:pt x="762000" y="90976"/>
                  <a:pt x="762000" y="203200"/>
                </a:cubicBezTo>
                <a:lnTo>
                  <a:pt x="762000" y="558800"/>
                </a:lnTo>
                <a:cubicBezTo>
                  <a:pt x="762000" y="671024"/>
                  <a:pt x="671024" y="762000"/>
                  <a:pt x="558800" y="762000"/>
                </a:cubicBezTo>
                <a:lnTo>
                  <a:pt x="203200" y="762000"/>
                </a:lnTo>
                <a:cubicBezTo>
                  <a:pt x="90976" y="762000"/>
                  <a:pt x="0" y="671024"/>
                  <a:pt x="0" y="558800"/>
                </a:cubicBezTo>
                <a:lnTo>
                  <a:pt x="0" y="2032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25" name="文本占位符 24"/>
          <p:cNvSpPr>
            <a:spLocks noGrp="1"/>
          </p:cNvSpPr>
          <p:nvPr>
            <p:ph type="body" idx="16397" hasCustomPrompt="1"/>
            <p:custDataLst>
              <p:tags r:id="rId18"/>
            </p:custDataLst>
          </p:nvPr>
        </p:nvSpPr>
        <p:spPr>
          <a:xfrm>
            <a:off x="6496050" y="4318000"/>
            <a:ext cx="419100" cy="355600"/>
          </a:xfrm>
          <a:noFill/>
        </p:spPr>
        <p:txBody>
          <a:bodyPr wrap="none" lIns="0" tIns="0" rIns="0" bIns="0" anchor="ctr">
            <a:noAutofit/>
          </a:bodyPr>
          <a:lstStyle>
            <a:lvl1pPr marL="0" indent="0" algn="ctr">
              <a:lnSpc>
                <a:spcPct val="109000"/>
              </a:lnSpc>
              <a:spcBef>
                <a:spcPct val="0"/>
              </a:spcBef>
              <a:spcAft>
                <a:spcPct val="0"/>
              </a:spcAft>
              <a:buNone/>
              <a:defRPr sz="2800" b="0" spc="0">
                <a:solidFill>
                  <a:srgbClr val="FFFFFF"/>
                </a:solidFill>
              </a:defRPr>
            </a:lvl1pPr>
          </a:lstStyle>
          <a:p>
            <a:pPr lvl="0"/>
            <a:r>
              <a:rPr lang="zh-CN" altLang="en-US"/>
              <a:t>04</a:t>
            </a:r>
          </a:p>
        </p:txBody>
      </p:sp>
      <p:sp>
        <p:nvSpPr>
          <p:cNvPr id="26" name="文本占位符 25"/>
          <p:cNvSpPr>
            <a:spLocks noGrp="1"/>
          </p:cNvSpPr>
          <p:nvPr>
            <p:ph type="body" idx="16395" hasCustomPrompt="1"/>
            <p:custDataLst>
              <p:tags r:id="rId19"/>
            </p:custDataLst>
          </p:nvPr>
        </p:nvSpPr>
        <p:spPr>
          <a:xfrm>
            <a:off x="7289800" y="4114800"/>
            <a:ext cx="42926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27" name="文本占位符 26"/>
          <p:cNvSpPr>
            <a:spLocks noGrp="1"/>
          </p:cNvSpPr>
          <p:nvPr>
            <p:ph type="body" idx="16396" hasCustomPrompt="1"/>
            <p:custDataLst>
              <p:tags r:id="rId20"/>
            </p:custDataLst>
          </p:nvPr>
        </p:nvSpPr>
        <p:spPr>
          <a:xfrm>
            <a:off x="7289800" y="4572000"/>
            <a:ext cx="4292600" cy="12192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Tree>
    <p:extLst>
      <p:ext uri="{BB962C8B-B14F-4D97-AF65-F5344CB8AC3E}">
        <p14:creationId xmlns:p14="http://schemas.microsoft.com/office/powerpoint/2010/main" val="3236946453"/>
      </p:ext>
    </p:extLst>
  </p:cSld>
  <p:clrMapOvr>
    <a:overrideClrMapping bg1="lt1" tx1="dk1" bg2="lt2" tx2="dk2" accent1="accent1" accent2="accent2" accent3="accent3" accent4="accent4" accent5="accent5" accent6="accent6" hlink="hlink" folHlink="folHlink"/>
  </p:clrMapOvr>
  <p:hf sldNum="0" hdr="0" ftr="0" dt="0"/>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正文页-48_11">
    <p:bg>
      <p:bgRef idx="1001">
        <a:schemeClr val="bg2"/>
      </p:bgRef>
    </p:bg>
    <p:spTree>
      <p:nvGrpSpPr>
        <p:cNvPr id="1" name=""/>
        <p:cNvGrpSpPr/>
        <p:nvPr/>
      </p:nvGrpSpPr>
      <p:grpSpPr>
        <a:xfrm>
          <a:off x="0" y="0"/>
          <a:ext cx="0" cy="0"/>
          <a:chOff x="0" y="0"/>
          <a:chExt cx="0" cy="0"/>
        </a:xfrm>
      </p:grpSpPr>
      <p:sp>
        <p:nvSpPr>
          <p:cNvPr id="8" name="日期占位符 7"/>
          <p:cNvSpPr>
            <a:spLocks noGrp="1"/>
          </p:cNvSpPr>
          <p:nvPr>
            <p:ph type="dt" sz="half" idx="10"/>
            <p:custDataLst>
              <p:tags r:id="rId1"/>
            </p:custDataLst>
          </p:nvPr>
        </p:nvSpPr>
        <p:spPr/>
        <p:txBody>
          <a:bodyPr wrap="square">
            <a:normAutofit/>
          </a:bodyPr>
          <a:lstStyle/>
          <a:p>
            <a:fld id="{5592522B-0F24-4480-B9DD-A9474A6880D6}" type="datetimeFigureOut">
              <a:rPr lang="zh-CN" altLang="en-US" smtClean="0"/>
              <a:t>2026/10/10</a:t>
            </a:fld>
            <a:endParaRPr lang="zh-CN" altLang="en-US"/>
          </a:p>
        </p:txBody>
      </p:sp>
      <p:sp>
        <p:nvSpPr>
          <p:cNvPr id="9" name="页脚占位符 8"/>
          <p:cNvSpPr>
            <a:spLocks noGrp="1"/>
          </p:cNvSpPr>
          <p:nvPr>
            <p:ph type="ftr" sz="quarter" idx="11"/>
            <p:custDataLst>
              <p:tags r:id="rId2"/>
            </p:custDataLst>
          </p:nvPr>
        </p:nvSpPr>
        <p:spPr/>
        <p:txBody>
          <a:bodyPr/>
          <a:lstStyle/>
          <a:p>
            <a:endParaRPr lang="zh-CN" altLang="en-US"/>
          </a:p>
        </p:txBody>
      </p:sp>
      <p:sp>
        <p:nvSpPr>
          <p:cNvPr id="10" name="灯片编号占位符 9"/>
          <p:cNvSpPr>
            <a:spLocks noGrp="1"/>
          </p:cNvSpPr>
          <p:nvPr>
            <p:ph type="sldNum" sz="quarter" idx="12"/>
            <p:custDataLst>
              <p:tags r:id="rId3"/>
            </p:custDataLst>
          </p:nvPr>
        </p:nvSpPr>
        <p:spPr/>
        <p:txBody>
          <a:bodyPr wrap="square">
            <a:normAutofit/>
          </a:bodyPr>
          <a:lstStyle/>
          <a:p>
            <a:fld id="{BE5F26B5-172A-4DC2-B0B7-181CFC56B87C}" type="slidenum">
              <a:rPr lang="zh-CN" altLang="en-US" smtClean="0"/>
              <a:t>‹#›</a:t>
            </a:fld>
            <a:endParaRPr lang="zh-CN" altLang="en-US"/>
          </a:p>
        </p:txBody>
      </p:sp>
      <p:sp>
        <p:nvSpPr>
          <p:cNvPr id="11" name="标题 10"/>
          <p:cNvSpPr>
            <a:spLocks noGrp="1"/>
          </p:cNvSpPr>
          <p:nvPr>
            <p:ph type="ctrTitle" idx="16385" hasCustomPrompt="1"/>
            <p:custDataLst>
              <p:tags r:id="rId4"/>
            </p:custDataLst>
          </p:nvPr>
        </p:nvSpPr>
        <p:spPr>
          <a:xfrm>
            <a:off x="609600" y="533400"/>
            <a:ext cx="10972800" cy="609600"/>
          </a:xfrm>
          <a:noFill/>
        </p:spPr>
        <p:txBody>
          <a:bodyPr lIns="0" tIns="0" rIns="0" bIns="0" anchor="t">
            <a:normAutofit/>
          </a:bodyPr>
          <a:lstStyle>
            <a:lvl1pPr marL="0" indent="0" algn="l">
              <a:lnSpc>
                <a:spcPct val="111000"/>
              </a:lnSpc>
              <a:spcBef>
                <a:spcPct val="0"/>
              </a:spcBef>
              <a:spcAft>
                <a:spcPct val="0"/>
              </a:spcAft>
              <a:buNone/>
              <a:defRPr sz="3600" b="1" spc="0">
                <a:solidFill>
                  <a:schemeClr val="tx1"/>
                </a:solidFill>
              </a:defRPr>
            </a:lvl1pPr>
          </a:lstStyle>
          <a:p>
            <a:r>
              <a:rPr lang="zh-CN" altLang="en-US"/>
              <a:t>单击此处添加标题</a:t>
            </a:r>
          </a:p>
        </p:txBody>
      </p:sp>
      <p:sp>
        <p:nvSpPr>
          <p:cNvPr id="12" name="装饰  1"/>
          <p:cNvSpPr>
            <a:spLocks noGrp="1"/>
          </p:cNvSpPr>
          <p:nvPr>
            <p:ph type="body" idx="16392" hasCustomPrompt="1"/>
            <p:custDataLst>
              <p:tags r:id="rId5"/>
            </p:custDataLst>
          </p:nvPr>
        </p:nvSpPr>
        <p:spPr>
          <a:xfrm>
            <a:off x="609600" y="1524000"/>
            <a:ext cx="3454400" cy="4724400"/>
          </a:xfrm>
          <a:custGeom>
            <a:avLst/>
            <a:gdLst>
              <a:gd name="connisteX0" fmla="*/ 0 w 3454400"/>
              <a:gd name="connsiteY0" fmla="*/ 203200 h 4724400"/>
              <a:gd name="connisteX1" fmla="*/ 203200 w 3454400"/>
              <a:gd name="connsiteY1" fmla="*/ 0 h 4724400"/>
              <a:gd name="connisteX2" fmla="*/ 3251200 w 3454400"/>
              <a:gd name="connsiteY2" fmla="*/ 0 h 4724400"/>
              <a:gd name="connisteX3" fmla="*/ 3454400 w 3454400"/>
              <a:gd name="connsiteY3" fmla="*/ 203200 h 4724400"/>
              <a:gd name="connisteX4" fmla="*/ 3454400 w 3454400"/>
              <a:gd name="connsiteY4" fmla="*/ 4521200 h 4724400"/>
              <a:gd name="connisteX5" fmla="*/ 3251200 w 3454400"/>
              <a:gd name="connsiteY5" fmla="*/ 4724400 h 4724400"/>
              <a:gd name="connisteX6" fmla="*/ 203200 w 3454400"/>
              <a:gd name="connsiteY6" fmla="*/ 4724400 h 4724400"/>
              <a:gd name="connisteX7" fmla="*/ 0 w 3454400"/>
              <a:gd name="connsiteY7" fmla="*/ 4521200 h 4724400"/>
              <a:gd name="connisteX8" fmla="*/ 0 w 3454400"/>
              <a:gd name="connsiteY8" fmla="*/ 203200 h 4724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3454400" h="4724400">
                <a:moveTo>
                  <a:pt x="0" y="203200"/>
                </a:moveTo>
                <a:cubicBezTo>
                  <a:pt x="0" y="90976"/>
                  <a:pt x="90976" y="0"/>
                  <a:pt x="203200" y="0"/>
                </a:cubicBezTo>
                <a:lnTo>
                  <a:pt x="3251200" y="0"/>
                </a:lnTo>
                <a:cubicBezTo>
                  <a:pt x="3363424" y="0"/>
                  <a:pt x="3454400" y="90976"/>
                  <a:pt x="3454400" y="203200"/>
                </a:cubicBezTo>
                <a:lnTo>
                  <a:pt x="3454400" y="4521200"/>
                </a:lnTo>
                <a:cubicBezTo>
                  <a:pt x="3454400" y="4633424"/>
                  <a:pt x="3363424" y="4724400"/>
                  <a:pt x="3251200" y="4724400"/>
                </a:cubicBezTo>
                <a:lnTo>
                  <a:pt x="203200" y="4724400"/>
                </a:lnTo>
                <a:cubicBezTo>
                  <a:pt x="90976" y="4724400"/>
                  <a:pt x="0" y="4633424"/>
                  <a:pt x="0" y="4521200"/>
                </a:cubicBezTo>
                <a:lnTo>
                  <a:pt x="0" y="203200"/>
                </a:lnTo>
                <a:close/>
              </a:path>
            </a:pathLst>
          </a:custGeom>
          <a:gradFill>
            <a:gsLst>
              <a:gs pos="0">
                <a:schemeClr val="accent1">
                  <a:lumMod val="0"/>
                  <a:lumOff val="100000"/>
                </a:schemeClr>
              </a:gs>
              <a:gs pos="100000">
                <a:schemeClr val="accent1">
                  <a:lumMod val="0"/>
                  <a:lumOff val="100000"/>
                </a:schemeClr>
              </a:gs>
            </a:gsLst>
            <a:lin ang="5400000"/>
          </a:gra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13" name="图片占位符 12"/>
          <p:cNvSpPr>
            <a:spLocks noGrp="1"/>
          </p:cNvSpPr>
          <p:nvPr>
            <p:ph type="pic" idx="16393" hasCustomPrompt="1"/>
            <p:custDataLst>
              <p:tags r:id="rId6"/>
            </p:custDataLst>
          </p:nvPr>
        </p:nvSpPr>
        <p:spPr>
          <a:xfrm>
            <a:off x="914400" y="1828800"/>
            <a:ext cx="2844800" cy="1930400"/>
          </a:xfr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p>
        </p:txBody>
      </p:sp>
      <p:sp>
        <p:nvSpPr>
          <p:cNvPr id="14" name="文本占位符 13"/>
          <p:cNvSpPr>
            <a:spLocks noGrp="1"/>
          </p:cNvSpPr>
          <p:nvPr>
            <p:ph type="body" idx="16386" hasCustomPrompt="1"/>
            <p:custDataLst>
              <p:tags r:id="rId7"/>
            </p:custDataLst>
          </p:nvPr>
        </p:nvSpPr>
        <p:spPr>
          <a:xfrm>
            <a:off x="914400" y="3962400"/>
            <a:ext cx="28448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单击添加项标题</a:t>
            </a:r>
          </a:p>
        </p:txBody>
      </p:sp>
      <p:sp>
        <p:nvSpPr>
          <p:cNvPr id="15" name="文本占位符 14"/>
          <p:cNvSpPr>
            <a:spLocks noGrp="1"/>
          </p:cNvSpPr>
          <p:nvPr>
            <p:ph type="body" idx="16387" hasCustomPrompt="1"/>
            <p:custDataLst>
              <p:tags r:id="rId8"/>
            </p:custDataLst>
          </p:nvPr>
        </p:nvSpPr>
        <p:spPr>
          <a:xfrm>
            <a:off x="914400" y="4419600"/>
            <a:ext cx="2844800" cy="15240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
        <p:nvSpPr>
          <p:cNvPr id="16" name="装饰  5"/>
          <p:cNvSpPr>
            <a:spLocks noGrp="1"/>
          </p:cNvSpPr>
          <p:nvPr>
            <p:ph type="body" idx="16394" hasCustomPrompt="1"/>
            <p:custDataLst>
              <p:tags r:id="rId9"/>
            </p:custDataLst>
          </p:nvPr>
        </p:nvSpPr>
        <p:spPr>
          <a:xfrm>
            <a:off x="4368800" y="1524000"/>
            <a:ext cx="3454400" cy="4724400"/>
          </a:xfrm>
          <a:custGeom>
            <a:avLst/>
            <a:gdLst>
              <a:gd name="connisteX0" fmla="*/ 0 w 3454400"/>
              <a:gd name="connsiteY0" fmla="*/ 203200 h 4724400"/>
              <a:gd name="connisteX1" fmla="*/ 203200 w 3454400"/>
              <a:gd name="connsiteY1" fmla="*/ 0 h 4724400"/>
              <a:gd name="connisteX2" fmla="*/ 3251200 w 3454400"/>
              <a:gd name="connsiteY2" fmla="*/ 0 h 4724400"/>
              <a:gd name="connisteX3" fmla="*/ 3454400 w 3454400"/>
              <a:gd name="connsiteY3" fmla="*/ 203200 h 4724400"/>
              <a:gd name="connisteX4" fmla="*/ 3454400 w 3454400"/>
              <a:gd name="connsiteY4" fmla="*/ 4521200 h 4724400"/>
              <a:gd name="connisteX5" fmla="*/ 3251200 w 3454400"/>
              <a:gd name="connsiteY5" fmla="*/ 4724400 h 4724400"/>
              <a:gd name="connisteX6" fmla="*/ 203200 w 3454400"/>
              <a:gd name="connsiteY6" fmla="*/ 4724400 h 4724400"/>
              <a:gd name="connisteX7" fmla="*/ 0 w 3454400"/>
              <a:gd name="connsiteY7" fmla="*/ 4521200 h 4724400"/>
              <a:gd name="connisteX8" fmla="*/ 0 w 3454400"/>
              <a:gd name="connsiteY8" fmla="*/ 203200 h 4724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3454400" h="4724400">
                <a:moveTo>
                  <a:pt x="0" y="203200"/>
                </a:moveTo>
                <a:cubicBezTo>
                  <a:pt x="0" y="90976"/>
                  <a:pt x="90976" y="0"/>
                  <a:pt x="203200" y="0"/>
                </a:cubicBezTo>
                <a:lnTo>
                  <a:pt x="3251200" y="0"/>
                </a:lnTo>
                <a:cubicBezTo>
                  <a:pt x="3363424" y="0"/>
                  <a:pt x="3454400" y="90976"/>
                  <a:pt x="3454400" y="203200"/>
                </a:cubicBezTo>
                <a:lnTo>
                  <a:pt x="3454400" y="4521200"/>
                </a:lnTo>
                <a:cubicBezTo>
                  <a:pt x="3454400" y="4633424"/>
                  <a:pt x="3363424" y="4724400"/>
                  <a:pt x="3251200" y="4724400"/>
                </a:cubicBezTo>
                <a:lnTo>
                  <a:pt x="203200" y="4724400"/>
                </a:lnTo>
                <a:cubicBezTo>
                  <a:pt x="90976" y="4724400"/>
                  <a:pt x="0" y="4633424"/>
                  <a:pt x="0" y="4521200"/>
                </a:cubicBezTo>
                <a:lnTo>
                  <a:pt x="0" y="203200"/>
                </a:lnTo>
                <a:close/>
              </a:path>
            </a:pathLst>
          </a:custGeom>
          <a:gradFill>
            <a:gsLst>
              <a:gs pos="0">
                <a:schemeClr val="accent1">
                  <a:lumMod val="0"/>
                  <a:lumOff val="100000"/>
                </a:schemeClr>
              </a:gs>
              <a:gs pos="100000">
                <a:schemeClr val="accent1">
                  <a:lumMod val="0"/>
                  <a:lumOff val="100000"/>
                </a:schemeClr>
              </a:gs>
            </a:gsLst>
            <a:lin ang="5400000"/>
          </a:gra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17" name="图片占位符 16"/>
          <p:cNvSpPr>
            <a:spLocks noGrp="1"/>
          </p:cNvSpPr>
          <p:nvPr>
            <p:ph type="pic" idx="16395" hasCustomPrompt="1"/>
            <p:custDataLst>
              <p:tags r:id="rId10"/>
            </p:custDataLst>
          </p:nvPr>
        </p:nvSpPr>
        <p:spPr>
          <a:xfrm>
            <a:off x="4673600" y="1828800"/>
            <a:ext cx="2844800" cy="1930400"/>
          </a:xfr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p>
        </p:txBody>
      </p:sp>
      <p:sp>
        <p:nvSpPr>
          <p:cNvPr id="18" name="文本占位符 17"/>
          <p:cNvSpPr>
            <a:spLocks noGrp="1"/>
          </p:cNvSpPr>
          <p:nvPr>
            <p:ph type="body" idx="16388" hasCustomPrompt="1"/>
            <p:custDataLst>
              <p:tags r:id="rId11"/>
            </p:custDataLst>
          </p:nvPr>
        </p:nvSpPr>
        <p:spPr>
          <a:xfrm>
            <a:off x="4673600" y="3962400"/>
            <a:ext cx="28448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单击添加项标题</a:t>
            </a:r>
          </a:p>
        </p:txBody>
      </p:sp>
      <p:sp>
        <p:nvSpPr>
          <p:cNvPr id="19" name="文本占位符 18"/>
          <p:cNvSpPr>
            <a:spLocks noGrp="1"/>
          </p:cNvSpPr>
          <p:nvPr>
            <p:ph type="body" idx="16389" hasCustomPrompt="1"/>
            <p:custDataLst>
              <p:tags r:id="rId12"/>
            </p:custDataLst>
          </p:nvPr>
        </p:nvSpPr>
        <p:spPr>
          <a:xfrm>
            <a:off x="4673600" y="4419600"/>
            <a:ext cx="2844800" cy="15240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
        <p:nvSpPr>
          <p:cNvPr id="20" name="装饰  9"/>
          <p:cNvSpPr>
            <a:spLocks noGrp="1"/>
          </p:cNvSpPr>
          <p:nvPr>
            <p:ph type="body" idx="16396" hasCustomPrompt="1"/>
            <p:custDataLst>
              <p:tags r:id="rId13"/>
            </p:custDataLst>
          </p:nvPr>
        </p:nvSpPr>
        <p:spPr>
          <a:xfrm>
            <a:off x="8128000" y="1524000"/>
            <a:ext cx="3454400" cy="4724400"/>
          </a:xfrm>
          <a:custGeom>
            <a:avLst/>
            <a:gdLst>
              <a:gd name="connisteX0" fmla="*/ 0 w 3454400"/>
              <a:gd name="connsiteY0" fmla="*/ 203200 h 4724400"/>
              <a:gd name="connisteX1" fmla="*/ 203200 w 3454400"/>
              <a:gd name="connsiteY1" fmla="*/ 0 h 4724400"/>
              <a:gd name="connisteX2" fmla="*/ 3251200 w 3454400"/>
              <a:gd name="connsiteY2" fmla="*/ 0 h 4724400"/>
              <a:gd name="connisteX3" fmla="*/ 3454400 w 3454400"/>
              <a:gd name="connsiteY3" fmla="*/ 203200 h 4724400"/>
              <a:gd name="connisteX4" fmla="*/ 3454400 w 3454400"/>
              <a:gd name="connsiteY4" fmla="*/ 4521200 h 4724400"/>
              <a:gd name="connisteX5" fmla="*/ 3251200 w 3454400"/>
              <a:gd name="connsiteY5" fmla="*/ 4724400 h 4724400"/>
              <a:gd name="connisteX6" fmla="*/ 203200 w 3454400"/>
              <a:gd name="connsiteY6" fmla="*/ 4724400 h 4724400"/>
              <a:gd name="connisteX7" fmla="*/ 0 w 3454400"/>
              <a:gd name="connsiteY7" fmla="*/ 4521200 h 4724400"/>
              <a:gd name="connisteX8" fmla="*/ 0 w 3454400"/>
              <a:gd name="connsiteY8" fmla="*/ 203200 h 4724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3454400" h="4724400">
                <a:moveTo>
                  <a:pt x="0" y="203200"/>
                </a:moveTo>
                <a:cubicBezTo>
                  <a:pt x="0" y="90976"/>
                  <a:pt x="90976" y="0"/>
                  <a:pt x="203200" y="0"/>
                </a:cubicBezTo>
                <a:lnTo>
                  <a:pt x="3251200" y="0"/>
                </a:lnTo>
                <a:cubicBezTo>
                  <a:pt x="3363424" y="0"/>
                  <a:pt x="3454400" y="90976"/>
                  <a:pt x="3454400" y="203200"/>
                </a:cubicBezTo>
                <a:lnTo>
                  <a:pt x="3454400" y="4521200"/>
                </a:lnTo>
                <a:cubicBezTo>
                  <a:pt x="3454400" y="4633424"/>
                  <a:pt x="3363424" y="4724400"/>
                  <a:pt x="3251200" y="4724400"/>
                </a:cubicBezTo>
                <a:lnTo>
                  <a:pt x="203200" y="4724400"/>
                </a:lnTo>
                <a:cubicBezTo>
                  <a:pt x="90976" y="4724400"/>
                  <a:pt x="0" y="4633424"/>
                  <a:pt x="0" y="4521200"/>
                </a:cubicBezTo>
                <a:lnTo>
                  <a:pt x="0" y="203200"/>
                </a:lnTo>
                <a:close/>
              </a:path>
            </a:pathLst>
          </a:custGeom>
          <a:gradFill>
            <a:gsLst>
              <a:gs pos="0">
                <a:schemeClr val="accent1">
                  <a:lumMod val="0"/>
                  <a:lumOff val="100000"/>
                </a:schemeClr>
              </a:gs>
              <a:gs pos="100000">
                <a:schemeClr val="accent1">
                  <a:lumMod val="0"/>
                  <a:lumOff val="100000"/>
                </a:schemeClr>
              </a:gs>
            </a:gsLst>
            <a:lin ang="5400000"/>
          </a:gra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21" name="图片占位符 20"/>
          <p:cNvSpPr>
            <a:spLocks noGrp="1"/>
          </p:cNvSpPr>
          <p:nvPr>
            <p:ph type="pic" idx="16397" hasCustomPrompt="1"/>
            <p:custDataLst>
              <p:tags r:id="rId14"/>
            </p:custDataLst>
          </p:nvPr>
        </p:nvSpPr>
        <p:spPr>
          <a:xfrm>
            <a:off x="8432800" y="1828800"/>
            <a:ext cx="2844800" cy="1930400"/>
          </a:xfr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p>
        </p:txBody>
      </p:sp>
      <p:sp>
        <p:nvSpPr>
          <p:cNvPr id="22" name="文本占位符 21"/>
          <p:cNvSpPr>
            <a:spLocks noGrp="1"/>
          </p:cNvSpPr>
          <p:nvPr>
            <p:ph type="body" idx="16390" hasCustomPrompt="1"/>
            <p:custDataLst>
              <p:tags r:id="rId15"/>
            </p:custDataLst>
          </p:nvPr>
        </p:nvSpPr>
        <p:spPr>
          <a:xfrm>
            <a:off x="8432800" y="3962400"/>
            <a:ext cx="28448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单击添加项标题</a:t>
            </a:r>
          </a:p>
        </p:txBody>
      </p:sp>
      <p:sp>
        <p:nvSpPr>
          <p:cNvPr id="23" name="文本占位符 22"/>
          <p:cNvSpPr>
            <a:spLocks noGrp="1"/>
          </p:cNvSpPr>
          <p:nvPr>
            <p:ph type="body" idx="16391" hasCustomPrompt="1"/>
            <p:custDataLst>
              <p:tags r:id="rId16"/>
            </p:custDataLst>
          </p:nvPr>
        </p:nvSpPr>
        <p:spPr>
          <a:xfrm>
            <a:off x="8432800" y="4419600"/>
            <a:ext cx="2844800" cy="15240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Tree>
    <p:extLst>
      <p:ext uri="{BB962C8B-B14F-4D97-AF65-F5344CB8AC3E}">
        <p14:creationId xmlns:p14="http://schemas.microsoft.com/office/powerpoint/2010/main" val="3888210715"/>
      </p:ext>
    </p:extLst>
  </p:cSld>
  <p:clrMapOvr>
    <a:overrideClrMapping bg1="lt1" tx1="dk1" bg2="lt2" tx2="dk2" accent1="accent1" accent2="accent2" accent3="accent3" accent4="accent4" accent5="accent5" accent6="accent6" hlink="hlink" folHlink="folHlink"/>
  </p:clrMapOvr>
  <p:hf sldNum="0" hdr="0" ftr="0" dt="0"/>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正文页-54_10">
    <p:bg>
      <p:bgRef idx="1001">
        <a:schemeClr val="bg2"/>
      </p:bgRef>
    </p:bg>
    <p:spTree>
      <p:nvGrpSpPr>
        <p:cNvPr id="1" name=""/>
        <p:cNvGrpSpPr/>
        <p:nvPr/>
      </p:nvGrpSpPr>
      <p:grpSpPr>
        <a:xfrm>
          <a:off x="0" y="0"/>
          <a:ext cx="0" cy="0"/>
          <a:chOff x="0" y="0"/>
          <a:chExt cx="0" cy="0"/>
        </a:xfrm>
      </p:grpSpPr>
      <p:sp>
        <p:nvSpPr>
          <p:cNvPr id="8" name="日期占位符 7"/>
          <p:cNvSpPr>
            <a:spLocks noGrp="1"/>
          </p:cNvSpPr>
          <p:nvPr>
            <p:ph type="dt" sz="half" idx="10"/>
            <p:custDataLst>
              <p:tags r:id="rId1"/>
            </p:custDataLst>
          </p:nvPr>
        </p:nvSpPr>
        <p:spPr/>
        <p:txBody>
          <a:bodyPr wrap="square">
            <a:normAutofit/>
          </a:bodyPr>
          <a:lstStyle/>
          <a:p>
            <a:fld id="{5592522B-0F24-4480-B9DD-A9474A6880D6}" type="datetimeFigureOut">
              <a:rPr lang="zh-CN" altLang="en-US" smtClean="0"/>
              <a:t>2026/10/10</a:t>
            </a:fld>
            <a:endParaRPr lang="zh-CN" altLang="en-US"/>
          </a:p>
        </p:txBody>
      </p:sp>
      <p:sp>
        <p:nvSpPr>
          <p:cNvPr id="9" name="页脚占位符 8"/>
          <p:cNvSpPr>
            <a:spLocks noGrp="1"/>
          </p:cNvSpPr>
          <p:nvPr>
            <p:ph type="ftr" sz="quarter" idx="11"/>
            <p:custDataLst>
              <p:tags r:id="rId2"/>
            </p:custDataLst>
          </p:nvPr>
        </p:nvSpPr>
        <p:spPr/>
        <p:txBody>
          <a:bodyPr/>
          <a:lstStyle/>
          <a:p>
            <a:endParaRPr lang="zh-CN" altLang="en-US"/>
          </a:p>
        </p:txBody>
      </p:sp>
      <p:sp>
        <p:nvSpPr>
          <p:cNvPr id="10" name="灯片编号占位符 9"/>
          <p:cNvSpPr>
            <a:spLocks noGrp="1"/>
          </p:cNvSpPr>
          <p:nvPr>
            <p:ph type="sldNum" sz="quarter" idx="12"/>
            <p:custDataLst>
              <p:tags r:id="rId3"/>
            </p:custDataLst>
          </p:nvPr>
        </p:nvSpPr>
        <p:spPr/>
        <p:txBody>
          <a:bodyPr wrap="square">
            <a:normAutofit/>
          </a:bodyPr>
          <a:lstStyle/>
          <a:p>
            <a:fld id="{BE5F26B5-172A-4DC2-B0B7-181CFC56B87C}" type="slidenum">
              <a:rPr lang="zh-CN" altLang="en-US" smtClean="0"/>
              <a:t>‹#›</a:t>
            </a:fld>
            <a:endParaRPr lang="zh-CN" altLang="en-US"/>
          </a:p>
        </p:txBody>
      </p:sp>
      <p:sp>
        <p:nvSpPr>
          <p:cNvPr id="11" name="标题 10"/>
          <p:cNvSpPr>
            <a:spLocks noGrp="1"/>
          </p:cNvSpPr>
          <p:nvPr>
            <p:ph type="ctrTitle" idx="16385" hasCustomPrompt="1"/>
            <p:custDataLst>
              <p:tags r:id="rId4"/>
            </p:custDataLst>
          </p:nvPr>
        </p:nvSpPr>
        <p:spPr>
          <a:xfrm>
            <a:off x="609600" y="533400"/>
            <a:ext cx="10972800" cy="609600"/>
          </a:xfrm>
          <a:noFill/>
        </p:spPr>
        <p:txBody>
          <a:bodyPr lIns="0" tIns="0" rIns="0" bIns="0" anchor="t">
            <a:normAutofit/>
          </a:bodyPr>
          <a:lstStyle>
            <a:lvl1pPr marL="0" indent="0" algn="l">
              <a:lnSpc>
                <a:spcPct val="111000"/>
              </a:lnSpc>
              <a:spcBef>
                <a:spcPct val="0"/>
              </a:spcBef>
              <a:spcAft>
                <a:spcPct val="0"/>
              </a:spcAft>
              <a:buNone/>
              <a:defRPr sz="3600" b="1" spc="0">
                <a:solidFill>
                  <a:schemeClr val="tx1"/>
                </a:solidFill>
              </a:defRPr>
            </a:lvl1pPr>
          </a:lstStyle>
          <a:p>
            <a:r>
              <a:rPr lang="zh-CN" altLang="en-US"/>
              <a:t>单击此处添加标题</a:t>
            </a:r>
          </a:p>
        </p:txBody>
      </p:sp>
      <p:sp>
        <p:nvSpPr>
          <p:cNvPr id="12" name="装饰  1"/>
          <p:cNvSpPr>
            <a:spLocks noGrp="1"/>
          </p:cNvSpPr>
          <p:nvPr>
            <p:ph type="body" idx="16393" hasCustomPrompt="1"/>
            <p:custDataLst>
              <p:tags r:id="rId5"/>
            </p:custDataLst>
          </p:nvPr>
        </p:nvSpPr>
        <p:spPr>
          <a:xfrm>
            <a:off x="609600" y="1524000"/>
            <a:ext cx="3454400" cy="4724400"/>
          </a:xfrm>
          <a:custGeom>
            <a:avLst/>
            <a:gdLst>
              <a:gd name="connisteX0" fmla="*/ 0 w 3454400"/>
              <a:gd name="connsiteY0" fmla="*/ 203200 h 4724400"/>
              <a:gd name="connisteX1" fmla="*/ 203200 w 3454400"/>
              <a:gd name="connsiteY1" fmla="*/ 0 h 4724400"/>
              <a:gd name="connisteX2" fmla="*/ 3251200 w 3454400"/>
              <a:gd name="connsiteY2" fmla="*/ 0 h 4724400"/>
              <a:gd name="connisteX3" fmla="*/ 3454400 w 3454400"/>
              <a:gd name="connsiteY3" fmla="*/ 203200 h 4724400"/>
              <a:gd name="connisteX4" fmla="*/ 3454400 w 3454400"/>
              <a:gd name="connsiteY4" fmla="*/ 4521200 h 4724400"/>
              <a:gd name="connisteX5" fmla="*/ 3251200 w 3454400"/>
              <a:gd name="connsiteY5" fmla="*/ 4724400 h 4724400"/>
              <a:gd name="connisteX6" fmla="*/ 203200 w 3454400"/>
              <a:gd name="connsiteY6" fmla="*/ 4724400 h 4724400"/>
              <a:gd name="connisteX7" fmla="*/ 0 w 3454400"/>
              <a:gd name="connsiteY7" fmla="*/ 4521200 h 4724400"/>
              <a:gd name="connisteX8" fmla="*/ 0 w 3454400"/>
              <a:gd name="connsiteY8" fmla="*/ 203200 h 4724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3454400" h="4724400">
                <a:moveTo>
                  <a:pt x="0" y="203200"/>
                </a:moveTo>
                <a:cubicBezTo>
                  <a:pt x="0" y="90976"/>
                  <a:pt x="90976" y="0"/>
                  <a:pt x="203200" y="0"/>
                </a:cubicBezTo>
                <a:lnTo>
                  <a:pt x="3251200" y="0"/>
                </a:lnTo>
                <a:cubicBezTo>
                  <a:pt x="3363424" y="0"/>
                  <a:pt x="3454400" y="90976"/>
                  <a:pt x="3454400" y="203200"/>
                </a:cubicBezTo>
                <a:lnTo>
                  <a:pt x="3454400" y="4521200"/>
                </a:lnTo>
                <a:cubicBezTo>
                  <a:pt x="3454400" y="4633424"/>
                  <a:pt x="3363424" y="4724400"/>
                  <a:pt x="3251200" y="4724400"/>
                </a:cubicBezTo>
                <a:lnTo>
                  <a:pt x="203200" y="4724400"/>
                </a:lnTo>
                <a:cubicBezTo>
                  <a:pt x="90976" y="4724400"/>
                  <a:pt x="0" y="4633424"/>
                  <a:pt x="0" y="4521200"/>
                </a:cubicBezTo>
                <a:lnTo>
                  <a:pt x="0" y="203200"/>
                </a:lnTo>
                <a:close/>
              </a:path>
            </a:pathLst>
          </a:custGeom>
          <a:gradFill>
            <a:gsLst>
              <a:gs pos="0">
                <a:schemeClr val="accent1">
                  <a:lumMod val="0"/>
                  <a:lumOff val="100000"/>
                </a:schemeClr>
              </a:gs>
              <a:gs pos="100000">
                <a:schemeClr val="accent1">
                  <a:lumMod val="0"/>
                  <a:lumOff val="100000"/>
                </a:schemeClr>
              </a:gs>
            </a:gsLst>
            <a:lin ang="5400000"/>
          </a:gra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13" name="装饰  2"/>
          <p:cNvSpPr>
            <a:spLocks noGrp="1"/>
          </p:cNvSpPr>
          <p:nvPr>
            <p:ph type="body" idx="16394" hasCustomPrompt="1"/>
            <p:custDataLst>
              <p:tags r:id="rId6"/>
            </p:custDataLst>
          </p:nvPr>
        </p:nvSpPr>
        <p:spPr>
          <a:xfrm>
            <a:off x="1574800" y="2057400"/>
            <a:ext cx="1524000" cy="1524000"/>
          </a:xfrm>
          <a:custGeom>
            <a:avLst/>
            <a:gdLst>
              <a:gd name="connisteX0" fmla="*/ 0 w 1524000"/>
              <a:gd name="connsiteY0" fmla="*/ 762000 h 1524000"/>
              <a:gd name="connisteX1" fmla="*/ 762000 w 1524000"/>
              <a:gd name="connsiteY1" fmla="*/ 0 h 1524000"/>
              <a:gd name="connisteX2" fmla="*/ 762000 w 1524000"/>
              <a:gd name="connsiteY2" fmla="*/ 0 h 1524000"/>
              <a:gd name="connisteX3" fmla="*/ 1524000 w 1524000"/>
              <a:gd name="connsiteY3" fmla="*/ 762000 h 1524000"/>
              <a:gd name="connisteX4" fmla="*/ 1524000 w 1524000"/>
              <a:gd name="connsiteY4" fmla="*/ 762000 h 1524000"/>
              <a:gd name="connisteX5" fmla="*/ 762000 w 1524000"/>
              <a:gd name="connsiteY5" fmla="*/ 1524000 h 1524000"/>
              <a:gd name="connisteX6" fmla="*/ 762000 w 1524000"/>
              <a:gd name="connsiteY6" fmla="*/ 1524000 h 1524000"/>
              <a:gd name="connisteX7" fmla="*/ 0 w 1524000"/>
              <a:gd name="connsiteY7" fmla="*/ 762000 h 1524000"/>
              <a:gd name="connisteX8" fmla="*/ 0 w 1524000"/>
              <a:gd name="connsiteY8" fmla="*/ 762000 h 1524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1524000" h="1524000">
                <a:moveTo>
                  <a:pt x="0" y="762000"/>
                </a:moveTo>
                <a:cubicBezTo>
                  <a:pt x="0" y="341159"/>
                  <a:pt x="341159" y="0"/>
                  <a:pt x="762000" y="0"/>
                </a:cubicBezTo>
                <a:lnTo>
                  <a:pt x="762000" y="0"/>
                </a:lnTo>
                <a:cubicBezTo>
                  <a:pt x="1182841" y="0"/>
                  <a:pt x="1524000" y="341159"/>
                  <a:pt x="1524000" y="762000"/>
                </a:cubicBezTo>
                <a:lnTo>
                  <a:pt x="1524000" y="762000"/>
                </a:lnTo>
                <a:cubicBezTo>
                  <a:pt x="1524000" y="1182841"/>
                  <a:pt x="1182841" y="1524000"/>
                  <a:pt x="762000" y="1524000"/>
                </a:cubicBezTo>
                <a:lnTo>
                  <a:pt x="762000" y="1524000"/>
                </a:lnTo>
                <a:cubicBezTo>
                  <a:pt x="341159" y="1524000"/>
                  <a:pt x="0" y="1182841"/>
                  <a:pt x="0" y="762000"/>
                </a:cubicBezTo>
                <a:lnTo>
                  <a:pt x="0" y="7620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14" name="图片占位符 13"/>
          <p:cNvSpPr>
            <a:spLocks noGrp="1"/>
          </p:cNvSpPr>
          <p:nvPr>
            <p:ph type="pic" idx="16392" hasCustomPrompt="1"/>
            <p:custDataLst>
              <p:tags r:id="rId7"/>
            </p:custDataLst>
          </p:nvPr>
        </p:nvSpPr>
        <p:spPr>
          <a:xfrm>
            <a:off x="1930400" y="2413000"/>
            <a:ext cx="812800" cy="812800"/>
          </a:xfrm>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p>
        </p:txBody>
      </p:sp>
      <p:sp>
        <p:nvSpPr>
          <p:cNvPr id="15" name="文本占位符 14"/>
          <p:cNvSpPr>
            <a:spLocks noGrp="1"/>
          </p:cNvSpPr>
          <p:nvPr>
            <p:ph type="body" idx="16386" hasCustomPrompt="1"/>
            <p:custDataLst>
              <p:tags r:id="rId8"/>
            </p:custDataLst>
          </p:nvPr>
        </p:nvSpPr>
        <p:spPr>
          <a:xfrm>
            <a:off x="1016000" y="3937000"/>
            <a:ext cx="2641600" cy="406400"/>
          </a:xfrm>
          <a:noFill/>
        </p:spPr>
        <p:txBody>
          <a:bodyPr lIns="0" tIns="0" rIns="0" bIns="0" anchor="t">
            <a:normAutofit/>
          </a:bodyPr>
          <a:lstStyle>
            <a:lvl1pPr marL="0" indent="0" algn="ctr">
              <a:lnSpc>
                <a:spcPct val="111000"/>
              </a:lnSpc>
              <a:spcBef>
                <a:spcPct val="0"/>
              </a:spcBef>
              <a:spcAft>
                <a:spcPct val="0"/>
              </a:spcAft>
              <a:buNone/>
              <a:defRPr sz="2400" b="0" spc="0">
                <a:solidFill>
                  <a:schemeClr val="tx1"/>
                </a:solidFill>
              </a:defRPr>
            </a:lvl1pPr>
          </a:lstStyle>
          <a:p>
            <a:pPr lvl="0"/>
            <a:r>
              <a:rPr lang="zh-CN" altLang="en-US"/>
              <a:t>单击添加项标题</a:t>
            </a:r>
          </a:p>
        </p:txBody>
      </p:sp>
      <p:sp>
        <p:nvSpPr>
          <p:cNvPr id="16" name="文本占位符 15"/>
          <p:cNvSpPr>
            <a:spLocks noGrp="1"/>
          </p:cNvSpPr>
          <p:nvPr>
            <p:ph type="body" idx="16387" hasCustomPrompt="1"/>
            <p:custDataLst>
              <p:tags r:id="rId9"/>
            </p:custDataLst>
          </p:nvPr>
        </p:nvSpPr>
        <p:spPr>
          <a:xfrm>
            <a:off x="1016000" y="4495800"/>
            <a:ext cx="2641600" cy="1219200"/>
          </a:xfrm>
          <a:noFill/>
        </p:spPr>
        <p:txBody>
          <a:bodyPr lIns="0" tIns="0" rIns="0" bIns="0" anchor="t">
            <a:normAutofit/>
          </a:bodyPr>
          <a:lstStyle>
            <a:lvl1pPr marL="0" indent="0" algn="ctr">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
        <p:nvSpPr>
          <p:cNvPr id="17" name="装饰  6"/>
          <p:cNvSpPr>
            <a:spLocks noGrp="1"/>
          </p:cNvSpPr>
          <p:nvPr>
            <p:ph type="body" idx="16396" hasCustomPrompt="1"/>
            <p:custDataLst>
              <p:tags r:id="rId10"/>
            </p:custDataLst>
          </p:nvPr>
        </p:nvSpPr>
        <p:spPr>
          <a:xfrm>
            <a:off x="4368800" y="1524000"/>
            <a:ext cx="3454400" cy="4724400"/>
          </a:xfrm>
          <a:custGeom>
            <a:avLst/>
            <a:gdLst>
              <a:gd name="connisteX0" fmla="*/ 0 w 3454400"/>
              <a:gd name="connsiteY0" fmla="*/ 203200 h 4724400"/>
              <a:gd name="connisteX1" fmla="*/ 203200 w 3454400"/>
              <a:gd name="connsiteY1" fmla="*/ 0 h 4724400"/>
              <a:gd name="connisteX2" fmla="*/ 3251200 w 3454400"/>
              <a:gd name="connsiteY2" fmla="*/ 0 h 4724400"/>
              <a:gd name="connisteX3" fmla="*/ 3454400 w 3454400"/>
              <a:gd name="connsiteY3" fmla="*/ 203200 h 4724400"/>
              <a:gd name="connisteX4" fmla="*/ 3454400 w 3454400"/>
              <a:gd name="connsiteY4" fmla="*/ 4521200 h 4724400"/>
              <a:gd name="connisteX5" fmla="*/ 3251200 w 3454400"/>
              <a:gd name="connsiteY5" fmla="*/ 4724400 h 4724400"/>
              <a:gd name="connisteX6" fmla="*/ 203200 w 3454400"/>
              <a:gd name="connsiteY6" fmla="*/ 4724400 h 4724400"/>
              <a:gd name="connisteX7" fmla="*/ 0 w 3454400"/>
              <a:gd name="connsiteY7" fmla="*/ 4521200 h 4724400"/>
              <a:gd name="connisteX8" fmla="*/ 0 w 3454400"/>
              <a:gd name="connsiteY8" fmla="*/ 203200 h 4724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3454400" h="4724400">
                <a:moveTo>
                  <a:pt x="0" y="203200"/>
                </a:moveTo>
                <a:cubicBezTo>
                  <a:pt x="0" y="90976"/>
                  <a:pt x="90976" y="0"/>
                  <a:pt x="203200" y="0"/>
                </a:cubicBezTo>
                <a:lnTo>
                  <a:pt x="3251200" y="0"/>
                </a:lnTo>
                <a:cubicBezTo>
                  <a:pt x="3363424" y="0"/>
                  <a:pt x="3454400" y="90976"/>
                  <a:pt x="3454400" y="203200"/>
                </a:cubicBezTo>
                <a:lnTo>
                  <a:pt x="3454400" y="4521200"/>
                </a:lnTo>
                <a:cubicBezTo>
                  <a:pt x="3454400" y="4633424"/>
                  <a:pt x="3363424" y="4724400"/>
                  <a:pt x="3251200" y="4724400"/>
                </a:cubicBezTo>
                <a:lnTo>
                  <a:pt x="203200" y="4724400"/>
                </a:lnTo>
                <a:cubicBezTo>
                  <a:pt x="90976" y="4724400"/>
                  <a:pt x="0" y="4633424"/>
                  <a:pt x="0" y="4521200"/>
                </a:cubicBezTo>
                <a:lnTo>
                  <a:pt x="0" y="203200"/>
                </a:lnTo>
                <a:close/>
              </a:path>
            </a:pathLst>
          </a:custGeom>
          <a:gradFill>
            <a:gsLst>
              <a:gs pos="0">
                <a:schemeClr val="accent1">
                  <a:lumMod val="0"/>
                  <a:lumOff val="100000"/>
                </a:schemeClr>
              </a:gs>
              <a:gs pos="100000">
                <a:schemeClr val="accent1">
                  <a:lumMod val="0"/>
                  <a:lumOff val="100000"/>
                </a:schemeClr>
              </a:gs>
            </a:gsLst>
            <a:lin ang="5400000"/>
          </a:gra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18" name="装饰  7"/>
          <p:cNvSpPr>
            <a:spLocks noGrp="1"/>
          </p:cNvSpPr>
          <p:nvPr>
            <p:ph type="body" idx="16397" hasCustomPrompt="1"/>
            <p:custDataLst>
              <p:tags r:id="rId11"/>
            </p:custDataLst>
          </p:nvPr>
        </p:nvSpPr>
        <p:spPr>
          <a:xfrm>
            <a:off x="5334000" y="2057400"/>
            <a:ext cx="1524000" cy="1524000"/>
          </a:xfrm>
          <a:custGeom>
            <a:avLst/>
            <a:gdLst>
              <a:gd name="connisteX0" fmla="*/ 0 w 1524000"/>
              <a:gd name="connsiteY0" fmla="*/ 762000 h 1524000"/>
              <a:gd name="connisteX1" fmla="*/ 762000 w 1524000"/>
              <a:gd name="connsiteY1" fmla="*/ 0 h 1524000"/>
              <a:gd name="connisteX2" fmla="*/ 762000 w 1524000"/>
              <a:gd name="connsiteY2" fmla="*/ 0 h 1524000"/>
              <a:gd name="connisteX3" fmla="*/ 1524000 w 1524000"/>
              <a:gd name="connsiteY3" fmla="*/ 762000 h 1524000"/>
              <a:gd name="connisteX4" fmla="*/ 1524000 w 1524000"/>
              <a:gd name="connsiteY4" fmla="*/ 762000 h 1524000"/>
              <a:gd name="connisteX5" fmla="*/ 762000 w 1524000"/>
              <a:gd name="connsiteY5" fmla="*/ 1524000 h 1524000"/>
              <a:gd name="connisteX6" fmla="*/ 762000 w 1524000"/>
              <a:gd name="connsiteY6" fmla="*/ 1524000 h 1524000"/>
              <a:gd name="connisteX7" fmla="*/ 0 w 1524000"/>
              <a:gd name="connsiteY7" fmla="*/ 762000 h 1524000"/>
              <a:gd name="connisteX8" fmla="*/ 0 w 1524000"/>
              <a:gd name="connsiteY8" fmla="*/ 762000 h 1524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1524000" h="1524000">
                <a:moveTo>
                  <a:pt x="0" y="762000"/>
                </a:moveTo>
                <a:cubicBezTo>
                  <a:pt x="0" y="341159"/>
                  <a:pt x="341159" y="0"/>
                  <a:pt x="762000" y="0"/>
                </a:cubicBezTo>
                <a:lnTo>
                  <a:pt x="762000" y="0"/>
                </a:lnTo>
                <a:cubicBezTo>
                  <a:pt x="1182841" y="0"/>
                  <a:pt x="1524000" y="341159"/>
                  <a:pt x="1524000" y="762000"/>
                </a:cubicBezTo>
                <a:lnTo>
                  <a:pt x="1524000" y="762000"/>
                </a:lnTo>
                <a:cubicBezTo>
                  <a:pt x="1524000" y="1182841"/>
                  <a:pt x="1182841" y="1524000"/>
                  <a:pt x="762000" y="1524000"/>
                </a:cubicBezTo>
                <a:lnTo>
                  <a:pt x="762000" y="1524000"/>
                </a:lnTo>
                <a:cubicBezTo>
                  <a:pt x="341159" y="1524000"/>
                  <a:pt x="0" y="1182841"/>
                  <a:pt x="0" y="762000"/>
                </a:cubicBezTo>
                <a:lnTo>
                  <a:pt x="0" y="7620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19" name="图片占位符 18"/>
          <p:cNvSpPr>
            <a:spLocks noGrp="1"/>
          </p:cNvSpPr>
          <p:nvPr>
            <p:ph type="pic" idx="16395" hasCustomPrompt="1"/>
            <p:custDataLst>
              <p:tags r:id="rId12"/>
            </p:custDataLst>
          </p:nvPr>
        </p:nvSpPr>
        <p:spPr>
          <a:xfrm>
            <a:off x="5689600" y="2413000"/>
            <a:ext cx="812800" cy="812800"/>
          </a:xfrm>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p>
        </p:txBody>
      </p:sp>
      <p:sp>
        <p:nvSpPr>
          <p:cNvPr id="20" name="文本占位符 19"/>
          <p:cNvSpPr>
            <a:spLocks noGrp="1"/>
          </p:cNvSpPr>
          <p:nvPr>
            <p:ph type="body" idx="16388" hasCustomPrompt="1"/>
            <p:custDataLst>
              <p:tags r:id="rId13"/>
            </p:custDataLst>
          </p:nvPr>
        </p:nvSpPr>
        <p:spPr>
          <a:xfrm>
            <a:off x="4775200" y="3937000"/>
            <a:ext cx="2641600" cy="406400"/>
          </a:xfrm>
          <a:noFill/>
        </p:spPr>
        <p:txBody>
          <a:bodyPr lIns="0" tIns="0" rIns="0" bIns="0" anchor="t">
            <a:normAutofit/>
          </a:bodyPr>
          <a:lstStyle>
            <a:lvl1pPr marL="0" indent="0" algn="ctr">
              <a:lnSpc>
                <a:spcPct val="111000"/>
              </a:lnSpc>
              <a:spcBef>
                <a:spcPct val="0"/>
              </a:spcBef>
              <a:spcAft>
                <a:spcPct val="0"/>
              </a:spcAft>
              <a:buNone/>
              <a:defRPr sz="2400" b="0" spc="0">
                <a:solidFill>
                  <a:schemeClr val="tx1"/>
                </a:solidFill>
              </a:defRPr>
            </a:lvl1pPr>
          </a:lstStyle>
          <a:p>
            <a:pPr lvl="0"/>
            <a:r>
              <a:rPr lang="zh-CN" altLang="en-US"/>
              <a:t>单击添加项标题</a:t>
            </a:r>
          </a:p>
        </p:txBody>
      </p:sp>
      <p:sp>
        <p:nvSpPr>
          <p:cNvPr id="21" name="文本占位符 20"/>
          <p:cNvSpPr>
            <a:spLocks noGrp="1"/>
          </p:cNvSpPr>
          <p:nvPr>
            <p:ph type="body" idx="16389" hasCustomPrompt="1"/>
            <p:custDataLst>
              <p:tags r:id="rId14"/>
            </p:custDataLst>
          </p:nvPr>
        </p:nvSpPr>
        <p:spPr>
          <a:xfrm>
            <a:off x="4775200" y="4495800"/>
            <a:ext cx="2641600" cy="1219200"/>
          </a:xfrm>
          <a:noFill/>
        </p:spPr>
        <p:txBody>
          <a:bodyPr lIns="0" tIns="0" rIns="0" bIns="0" anchor="t">
            <a:normAutofit/>
          </a:bodyPr>
          <a:lstStyle>
            <a:lvl1pPr marL="0" indent="0" algn="ctr">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
        <p:nvSpPr>
          <p:cNvPr id="22" name="装饰  1"/>
          <p:cNvSpPr>
            <a:spLocks noGrp="1"/>
          </p:cNvSpPr>
          <p:nvPr>
            <p:ph type="body" idx="16399" hasCustomPrompt="1"/>
            <p:custDataLst>
              <p:tags r:id="rId15"/>
            </p:custDataLst>
          </p:nvPr>
        </p:nvSpPr>
        <p:spPr>
          <a:xfrm>
            <a:off x="8128000" y="1524000"/>
            <a:ext cx="3454400" cy="4724400"/>
          </a:xfrm>
          <a:custGeom>
            <a:avLst/>
            <a:gdLst>
              <a:gd name="connisteX0" fmla="*/ 0 w 3454400"/>
              <a:gd name="connsiteY0" fmla="*/ 203200 h 4724400"/>
              <a:gd name="connisteX1" fmla="*/ 203200 w 3454400"/>
              <a:gd name="connsiteY1" fmla="*/ 0 h 4724400"/>
              <a:gd name="connisteX2" fmla="*/ 3251200 w 3454400"/>
              <a:gd name="connsiteY2" fmla="*/ 0 h 4724400"/>
              <a:gd name="connisteX3" fmla="*/ 3454400 w 3454400"/>
              <a:gd name="connsiteY3" fmla="*/ 203200 h 4724400"/>
              <a:gd name="connisteX4" fmla="*/ 3454400 w 3454400"/>
              <a:gd name="connsiteY4" fmla="*/ 4521200 h 4724400"/>
              <a:gd name="connisteX5" fmla="*/ 3251200 w 3454400"/>
              <a:gd name="connsiteY5" fmla="*/ 4724400 h 4724400"/>
              <a:gd name="connisteX6" fmla="*/ 203200 w 3454400"/>
              <a:gd name="connsiteY6" fmla="*/ 4724400 h 4724400"/>
              <a:gd name="connisteX7" fmla="*/ 0 w 3454400"/>
              <a:gd name="connsiteY7" fmla="*/ 4521200 h 4724400"/>
              <a:gd name="connisteX8" fmla="*/ 0 w 3454400"/>
              <a:gd name="connsiteY8" fmla="*/ 203200 h 4724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3454400" h="4724400">
                <a:moveTo>
                  <a:pt x="0" y="203200"/>
                </a:moveTo>
                <a:cubicBezTo>
                  <a:pt x="0" y="90976"/>
                  <a:pt x="90976" y="0"/>
                  <a:pt x="203200" y="0"/>
                </a:cubicBezTo>
                <a:lnTo>
                  <a:pt x="3251200" y="0"/>
                </a:lnTo>
                <a:cubicBezTo>
                  <a:pt x="3363424" y="0"/>
                  <a:pt x="3454400" y="90976"/>
                  <a:pt x="3454400" y="203200"/>
                </a:cubicBezTo>
                <a:lnTo>
                  <a:pt x="3454400" y="4521200"/>
                </a:lnTo>
                <a:cubicBezTo>
                  <a:pt x="3454400" y="4633424"/>
                  <a:pt x="3363424" y="4724400"/>
                  <a:pt x="3251200" y="4724400"/>
                </a:cubicBezTo>
                <a:lnTo>
                  <a:pt x="203200" y="4724400"/>
                </a:lnTo>
                <a:cubicBezTo>
                  <a:pt x="90976" y="4724400"/>
                  <a:pt x="0" y="4633424"/>
                  <a:pt x="0" y="4521200"/>
                </a:cubicBezTo>
                <a:lnTo>
                  <a:pt x="0" y="203200"/>
                </a:lnTo>
                <a:close/>
              </a:path>
            </a:pathLst>
          </a:custGeom>
          <a:gradFill>
            <a:gsLst>
              <a:gs pos="0">
                <a:schemeClr val="accent1">
                  <a:lumMod val="0"/>
                  <a:lumOff val="100000"/>
                </a:schemeClr>
              </a:gs>
              <a:gs pos="100000">
                <a:schemeClr val="accent1">
                  <a:lumMod val="0"/>
                  <a:lumOff val="100000"/>
                </a:schemeClr>
              </a:gs>
            </a:gsLst>
            <a:lin ang="5400000"/>
          </a:gra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23" name="装饰  2"/>
          <p:cNvSpPr>
            <a:spLocks noGrp="1"/>
          </p:cNvSpPr>
          <p:nvPr>
            <p:ph type="body" idx="16400" hasCustomPrompt="1"/>
            <p:custDataLst>
              <p:tags r:id="rId16"/>
            </p:custDataLst>
          </p:nvPr>
        </p:nvSpPr>
        <p:spPr>
          <a:xfrm>
            <a:off x="9093200" y="2057400"/>
            <a:ext cx="1524000" cy="1524000"/>
          </a:xfrm>
          <a:custGeom>
            <a:avLst/>
            <a:gdLst>
              <a:gd name="connisteX0" fmla="*/ 0 w 1524000"/>
              <a:gd name="connsiteY0" fmla="*/ 762000 h 1524000"/>
              <a:gd name="connisteX1" fmla="*/ 762000 w 1524000"/>
              <a:gd name="connsiteY1" fmla="*/ 0 h 1524000"/>
              <a:gd name="connisteX2" fmla="*/ 762000 w 1524000"/>
              <a:gd name="connsiteY2" fmla="*/ 0 h 1524000"/>
              <a:gd name="connisteX3" fmla="*/ 1524000 w 1524000"/>
              <a:gd name="connsiteY3" fmla="*/ 762000 h 1524000"/>
              <a:gd name="connisteX4" fmla="*/ 1524000 w 1524000"/>
              <a:gd name="connsiteY4" fmla="*/ 762000 h 1524000"/>
              <a:gd name="connisteX5" fmla="*/ 762000 w 1524000"/>
              <a:gd name="connsiteY5" fmla="*/ 1524000 h 1524000"/>
              <a:gd name="connisteX6" fmla="*/ 762000 w 1524000"/>
              <a:gd name="connsiteY6" fmla="*/ 1524000 h 1524000"/>
              <a:gd name="connisteX7" fmla="*/ 0 w 1524000"/>
              <a:gd name="connsiteY7" fmla="*/ 762000 h 1524000"/>
              <a:gd name="connisteX8" fmla="*/ 0 w 1524000"/>
              <a:gd name="connsiteY8" fmla="*/ 762000 h 1524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1524000" h="1524000">
                <a:moveTo>
                  <a:pt x="0" y="762000"/>
                </a:moveTo>
                <a:cubicBezTo>
                  <a:pt x="0" y="341159"/>
                  <a:pt x="341159" y="0"/>
                  <a:pt x="762000" y="0"/>
                </a:cubicBezTo>
                <a:lnTo>
                  <a:pt x="762000" y="0"/>
                </a:lnTo>
                <a:cubicBezTo>
                  <a:pt x="1182841" y="0"/>
                  <a:pt x="1524000" y="341159"/>
                  <a:pt x="1524000" y="762000"/>
                </a:cubicBezTo>
                <a:lnTo>
                  <a:pt x="1524000" y="762000"/>
                </a:lnTo>
                <a:cubicBezTo>
                  <a:pt x="1524000" y="1182841"/>
                  <a:pt x="1182841" y="1524000"/>
                  <a:pt x="762000" y="1524000"/>
                </a:cubicBezTo>
                <a:lnTo>
                  <a:pt x="762000" y="1524000"/>
                </a:lnTo>
                <a:cubicBezTo>
                  <a:pt x="341159" y="1524000"/>
                  <a:pt x="0" y="1182841"/>
                  <a:pt x="0" y="762000"/>
                </a:cubicBezTo>
                <a:lnTo>
                  <a:pt x="0" y="7620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24" name="图片占位符 23"/>
          <p:cNvSpPr>
            <a:spLocks noGrp="1"/>
          </p:cNvSpPr>
          <p:nvPr>
            <p:ph type="pic" idx="16398" hasCustomPrompt="1"/>
            <p:custDataLst>
              <p:tags r:id="rId17"/>
            </p:custDataLst>
          </p:nvPr>
        </p:nvSpPr>
        <p:spPr>
          <a:xfrm>
            <a:off x="9448800" y="2413000"/>
            <a:ext cx="812800" cy="812800"/>
          </a:xfrm>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p>
        </p:txBody>
      </p:sp>
      <p:sp>
        <p:nvSpPr>
          <p:cNvPr id="25" name="文本占位符 24"/>
          <p:cNvSpPr>
            <a:spLocks noGrp="1"/>
          </p:cNvSpPr>
          <p:nvPr>
            <p:ph type="body" idx="16390" hasCustomPrompt="1"/>
            <p:custDataLst>
              <p:tags r:id="rId18"/>
            </p:custDataLst>
          </p:nvPr>
        </p:nvSpPr>
        <p:spPr>
          <a:xfrm>
            <a:off x="8534400" y="3937000"/>
            <a:ext cx="2641600" cy="406400"/>
          </a:xfrm>
          <a:noFill/>
        </p:spPr>
        <p:txBody>
          <a:bodyPr lIns="0" tIns="0" rIns="0" bIns="0" anchor="t">
            <a:normAutofit/>
          </a:bodyPr>
          <a:lstStyle>
            <a:lvl1pPr marL="0" indent="0" algn="ctr">
              <a:lnSpc>
                <a:spcPct val="111000"/>
              </a:lnSpc>
              <a:spcBef>
                <a:spcPct val="0"/>
              </a:spcBef>
              <a:spcAft>
                <a:spcPct val="0"/>
              </a:spcAft>
              <a:buNone/>
              <a:defRPr sz="2400" b="0" spc="0">
                <a:solidFill>
                  <a:schemeClr val="tx1"/>
                </a:solidFill>
              </a:defRPr>
            </a:lvl1pPr>
          </a:lstStyle>
          <a:p>
            <a:pPr lvl="0"/>
            <a:r>
              <a:rPr lang="zh-CN" altLang="en-US"/>
              <a:t>单击添加项标题</a:t>
            </a:r>
          </a:p>
        </p:txBody>
      </p:sp>
      <p:sp>
        <p:nvSpPr>
          <p:cNvPr id="26" name="文本占位符 25"/>
          <p:cNvSpPr>
            <a:spLocks noGrp="1"/>
          </p:cNvSpPr>
          <p:nvPr>
            <p:ph type="body" idx="16391" hasCustomPrompt="1"/>
            <p:custDataLst>
              <p:tags r:id="rId19"/>
            </p:custDataLst>
          </p:nvPr>
        </p:nvSpPr>
        <p:spPr>
          <a:xfrm>
            <a:off x="8534400" y="4495800"/>
            <a:ext cx="2641600" cy="1219200"/>
          </a:xfrm>
          <a:noFill/>
        </p:spPr>
        <p:txBody>
          <a:bodyPr lIns="0" tIns="0" rIns="0" bIns="0" anchor="t">
            <a:normAutofit/>
          </a:bodyPr>
          <a:lstStyle>
            <a:lvl1pPr marL="0" indent="0" algn="ctr">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Tree>
    <p:extLst>
      <p:ext uri="{BB962C8B-B14F-4D97-AF65-F5344CB8AC3E}">
        <p14:creationId xmlns:p14="http://schemas.microsoft.com/office/powerpoint/2010/main" val="2294735579"/>
      </p:ext>
    </p:extLst>
  </p:cSld>
  <p:clrMapOvr>
    <a:overrideClrMapping bg1="lt1" tx1="dk1" bg2="lt2" tx2="dk2" accent1="accent1" accent2="accent2" accent3="accent3" accent4="accent4" accent5="accent5" accent6="accent6" hlink="hlink" folHlink="folHlink"/>
  </p:clrMapOvr>
  <p:hf sldNum="0" hdr="0" ftr="0" dt="0"/>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正文页-59_16">
    <p:bg>
      <p:bgRef idx="1001">
        <a:schemeClr val="bg2"/>
      </p:bgRef>
    </p:bg>
    <p:spTree>
      <p:nvGrpSpPr>
        <p:cNvPr id="1" name=""/>
        <p:cNvGrpSpPr/>
        <p:nvPr/>
      </p:nvGrpSpPr>
      <p:grpSpPr>
        <a:xfrm>
          <a:off x="0" y="0"/>
          <a:ext cx="0" cy="0"/>
          <a:chOff x="0" y="0"/>
          <a:chExt cx="0" cy="0"/>
        </a:xfrm>
      </p:grpSpPr>
      <p:sp>
        <p:nvSpPr>
          <p:cNvPr id="8" name="日期占位符 7"/>
          <p:cNvSpPr>
            <a:spLocks noGrp="1"/>
          </p:cNvSpPr>
          <p:nvPr>
            <p:ph type="dt" sz="half" idx="10"/>
            <p:custDataLst>
              <p:tags r:id="rId1"/>
            </p:custDataLst>
          </p:nvPr>
        </p:nvSpPr>
        <p:spPr/>
        <p:txBody>
          <a:bodyPr wrap="square">
            <a:normAutofit/>
          </a:bodyPr>
          <a:lstStyle/>
          <a:p>
            <a:fld id="{5592522B-0F24-4480-B9DD-A9474A6880D6}" type="datetimeFigureOut">
              <a:rPr lang="zh-CN" altLang="en-US" smtClean="0"/>
              <a:t>2026/10/10</a:t>
            </a:fld>
            <a:endParaRPr lang="zh-CN" altLang="en-US"/>
          </a:p>
        </p:txBody>
      </p:sp>
      <p:sp>
        <p:nvSpPr>
          <p:cNvPr id="9" name="页脚占位符 8"/>
          <p:cNvSpPr>
            <a:spLocks noGrp="1"/>
          </p:cNvSpPr>
          <p:nvPr>
            <p:ph type="ftr" sz="quarter" idx="11"/>
            <p:custDataLst>
              <p:tags r:id="rId2"/>
            </p:custDataLst>
          </p:nvPr>
        </p:nvSpPr>
        <p:spPr/>
        <p:txBody>
          <a:bodyPr/>
          <a:lstStyle/>
          <a:p>
            <a:endParaRPr lang="zh-CN" altLang="en-US"/>
          </a:p>
        </p:txBody>
      </p:sp>
      <p:sp>
        <p:nvSpPr>
          <p:cNvPr id="10" name="灯片编号占位符 9"/>
          <p:cNvSpPr>
            <a:spLocks noGrp="1"/>
          </p:cNvSpPr>
          <p:nvPr>
            <p:ph type="sldNum" sz="quarter" idx="12"/>
            <p:custDataLst>
              <p:tags r:id="rId3"/>
            </p:custDataLst>
          </p:nvPr>
        </p:nvSpPr>
        <p:spPr/>
        <p:txBody>
          <a:bodyPr wrap="square">
            <a:normAutofit/>
          </a:bodyPr>
          <a:lstStyle/>
          <a:p>
            <a:fld id="{BE5F26B5-172A-4DC2-B0B7-181CFC56B87C}" type="slidenum">
              <a:rPr lang="zh-CN" altLang="en-US" smtClean="0"/>
              <a:t>‹#›</a:t>
            </a:fld>
            <a:endParaRPr lang="zh-CN" altLang="en-US"/>
          </a:p>
        </p:txBody>
      </p:sp>
      <p:sp>
        <p:nvSpPr>
          <p:cNvPr id="11" name="标题 10"/>
          <p:cNvSpPr>
            <a:spLocks noGrp="1"/>
          </p:cNvSpPr>
          <p:nvPr>
            <p:ph type="ctrTitle" idx="16385" hasCustomPrompt="1"/>
            <p:custDataLst>
              <p:tags r:id="rId4"/>
            </p:custDataLst>
          </p:nvPr>
        </p:nvSpPr>
        <p:spPr>
          <a:xfrm>
            <a:off x="609600" y="533400"/>
            <a:ext cx="10972800" cy="609600"/>
          </a:xfrm>
          <a:noFill/>
        </p:spPr>
        <p:txBody>
          <a:bodyPr lIns="0" tIns="0" rIns="0" bIns="0" anchor="t">
            <a:normAutofit/>
          </a:bodyPr>
          <a:lstStyle>
            <a:lvl1pPr marL="0" indent="0" algn="l">
              <a:lnSpc>
                <a:spcPct val="111000"/>
              </a:lnSpc>
              <a:spcBef>
                <a:spcPct val="0"/>
              </a:spcBef>
              <a:spcAft>
                <a:spcPct val="0"/>
              </a:spcAft>
              <a:buNone/>
              <a:defRPr sz="3600" b="1" spc="0">
                <a:solidFill>
                  <a:schemeClr val="tx1"/>
                </a:solidFill>
              </a:defRPr>
            </a:lvl1pPr>
          </a:lstStyle>
          <a:p>
            <a:r>
              <a:rPr lang="zh-CN" altLang="en-US"/>
              <a:t>单击此处添加标题</a:t>
            </a:r>
          </a:p>
        </p:txBody>
      </p:sp>
      <p:sp>
        <p:nvSpPr>
          <p:cNvPr id="12" name="内容占位符 11"/>
          <p:cNvSpPr>
            <a:spLocks noGrp="1"/>
          </p:cNvSpPr>
          <p:nvPr>
            <p:ph idx="16392" hasCustomPrompt="1"/>
            <p:custDataLst>
              <p:tags r:id="rId5"/>
            </p:custDataLst>
          </p:nvPr>
        </p:nvSpPr>
        <p:spPr>
          <a:xfrm>
            <a:off x="609600" y="3708400"/>
            <a:ext cx="10972800" cy="2540000"/>
          </a:xfrm>
          <a:custGeom>
            <a:avLst/>
            <a:gdLst>
              <a:gd name="connisteX0" fmla="*/ 0 w 10972800"/>
              <a:gd name="connsiteY0" fmla="*/ 203200 h 2540000"/>
              <a:gd name="connisteX1" fmla="*/ 203200 w 10972800"/>
              <a:gd name="connsiteY1" fmla="*/ 0 h 2540000"/>
              <a:gd name="connisteX2" fmla="*/ 10769600 w 10972800"/>
              <a:gd name="connsiteY2" fmla="*/ 0 h 2540000"/>
              <a:gd name="connisteX3" fmla="*/ 10972800 w 10972800"/>
              <a:gd name="connsiteY3" fmla="*/ 203200 h 2540000"/>
              <a:gd name="connisteX4" fmla="*/ 10972800 w 10972800"/>
              <a:gd name="connsiteY4" fmla="*/ 2336800 h 2540000"/>
              <a:gd name="connisteX5" fmla="*/ 10769600 w 10972800"/>
              <a:gd name="connsiteY5" fmla="*/ 2540000 h 2540000"/>
              <a:gd name="connisteX6" fmla="*/ 203200 w 10972800"/>
              <a:gd name="connsiteY6" fmla="*/ 2540000 h 2540000"/>
              <a:gd name="connisteX7" fmla="*/ 0 w 10972800"/>
              <a:gd name="connsiteY7" fmla="*/ 2336800 h 2540000"/>
              <a:gd name="connisteX8" fmla="*/ 0 w 10972800"/>
              <a:gd name="connsiteY8" fmla="*/ 203200 h 2540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10972800" h="2540000">
                <a:moveTo>
                  <a:pt x="0" y="203200"/>
                </a:moveTo>
                <a:cubicBezTo>
                  <a:pt x="0" y="90976"/>
                  <a:pt x="90976" y="0"/>
                  <a:pt x="203200" y="0"/>
                </a:cubicBezTo>
                <a:lnTo>
                  <a:pt x="10769600" y="0"/>
                </a:lnTo>
                <a:cubicBezTo>
                  <a:pt x="10881824" y="0"/>
                  <a:pt x="10972800" y="90976"/>
                  <a:pt x="10972800" y="203200"/>
                </a:cubicBezTo>
                <a:lnTo>
                  <a:pt x="10972800" y="2336800"/>
                </a:lnTo>
                <a:cubicBezTo>
                  <a:pt x="10972800" y="2449024"/>
                  <a:pt x="10881824" y="2540000"/>
                  <a:pt x="10769600" y="2540000"/>
                </a:cubicBezTo>
                <a:lnTo>
                  <a:pt x="203200" y="2540000"/>
                </a:lnTo>
                <a:cubicBezTo>
                  <a:pt x="90976" y="2540000"/>
                  <a:pt x="0" y="2449024"/>
                  <a:pt x="0" y="2336800"/>
                </a:cubicBezTo>
                <a:lnTo>
                  <a:pt x="0" y="203200"/>
                </a:lnTo>
                <a:close/>
              </a:path>
            </a:pathLst>
          </a:custGeom>
          <a:solidFill>
            <a:srgbClr val="DDDDDD"/>
          </a:solidFill>
          <a:ln>
            <a:noFill/>
          </a:ln>
        </p:spPr>
        <p:txBody>
          <a:bodyPr>
            <a:norm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13" name="装饰  2"/>
          <p:cNvSpPr>
            <a:spLocks noGrp="1"/>
          </p:cNvSpPr>
          <p:nvPr>
            <p:ph type="body" idx="16393" hasCustomPrompt="1"/>
            <p:custDataLst>
              <p:tags r:id="rId6"/>
            </p:custDataLst>
          </p:nvPr>
        </p:nvSpPr>
        <p:spPr>
          <a:xfrm>
            <a:off x="609600" y="1524000"/>
            <a:ext cx="50800" cy="1727200"/>
          </a:xfrm>
          <a:custGeom>
            <a:avLst/>
            <a:gdLst>
              <a:gd name="connisteX0" fmla="*/ 0 w 50800"/>
              <a:gd name="connsiteY0" fmla="*/ 25400 h 1727200"/>
              <a:gd name="connisteX1" fmla="*/ 25400 w 50800"/>
              <a:gd name="connsiteY1" fmla="*/ 0 h 1727200"/>
              <a:gd name="connisteX2" fmla="*/ 25400 w 50800"/>
              <a:gd name="connsiteY2" fmla="*/ 0 h 1727200"/>
              <a:gd name="connisteX3" fmla="*/ 50800 w 50800"/>
              <a:gd name="connsiteY3" fmla="*/ 25400 h 1727200"/>
              <a:gd name="connisteX4" fmla="*/ 50800 w 50800"/>
              <a:gd name="connsiteY4" fmla="*/ 1701800 h 1727200"/>
              <a:gd name="connisteX5" fmla="*/ 25400 w 50800"/>
              <a:gd name="connsiteY5" fmla="*/ 1727200 h 1727200"/>
              <a:gd name="connisteX6" fmla="*/ 25400 w 50800"/>
              <a:gd name="connsiteY6" fmla="*/ 1727200 h 1727200"/>
              <a:gd name="connisteX7" fmla="*/ 0 w 50800"/>
              <a:gd name="connsiteY7" fmla="*/ 1701800 h 1727200"/>
              <a:gd name="connisteX8" fmla="*/ 0 w 50800"/>
              <a:gd name="connsiteY8" fmla="*/ 25400 h 17272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50800" h="1727200">
                <a:moveTo>
                  <a:pt x="0" y="25400"/>
                </a:moveTo>
                <a:cubicBezTo>
                  <a:pt x="0" y="11372"/>
                  <a:pt x="11372" y="0"/>
                  <a:pt x="25400" y="0"/>
                </a:cubicBezTo>
                <a:lnTo>
                  <a:pt x="25400" y="0"/>
                </a:lnTo>
                <a:cubicBezTo>
                  <a:pt x="39428" y="0"/>
                  <a:pt x="50800" y="11372"/>
                  <a:pt x="50800" y="25400"/>
                </a:cubicBezTo>
                <a:lnTo>
                  <a:pt x="50800" y="1701800"/>
                </a:lnTo>
                <a:cubicBezTo>
                  <a:pt x="50800" y="1715828"/>
                  <a:pt x="39428" y="1727200"/>
                  <a:pt x="25400" y="1727200"/>
                </a:cubicBezTo>
                <a:lnTo>
                  <a:pt x="25400" y="1727200"/>
                </a:lnTo>
                <a:cubicBezTo>
                  <a:pt x="11372" y="1727200"/>
                  <a:pt x="0" y="1715828"/>
                  <a:pt x="0" y="1701800"/>
                </a:cubicBezTo>
                <a:lnTo>
                  <a:pt x="0" y="254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14" name="文本占位符 13"/>
          <p:cNvSpPr>
            <a:spLocks noGrp="1"/>
          </p:cNvSpPr>
          <p:nvPr>
            <p:ph type="body" idx="16386" hasCustomPrompt="1"/>
            <p:custDataLst>
              <p:tags r:id="rId7"/>
            </p:custDataLst>
          </p:nvPr>
        </p:nvSpPr>
        <p:spPr>
          <a:xfrm>
            <a:off x="762000" y="1524000"/>
            <a:ext cx="30988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15" name="文本占位符 14"/>
          <p:cNvSpPr>
            <a:spLocks noGrp="1"/>
          </p:cNvSpPr>
          <p:nvPr>
            <p:ph type="body" idx="16387" hasCustomPrompt="1"/>
            <p:custDataLst>
              <p:tags r:id="rId8"/>
            </p:custDataLst>
          </p:nvPr>
        </p:nvSpPr>
        <p:spPr>
          <a:xfrm>
            <a:off x="762000" y="2032000"/>
            <a:ext cx="3098800" cy="12192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
        <p:nvSpPr>
          <p:cNvPr id="16" name="装饰  5"/>
          <p:cNvSpPr>
            <a:spLocks noGrp="1"/>
          </p:cNvSpPr>
          <p:nvPr>
            <p:ph type="body" idx="16394" hasCustomPrompt="1"/>
            <p:custDataLst>
              <p:tags r:id="rId9"/>
            </p:custDataLst>
          </p:nvPr>
        </p:nvSpPr>
        <p:spPr>
          <a:xfrm>
            <a:off x="4470400" y="1524000"/>
            <a:ext cx="50800" cy="1727200"/>
          </a:xfrm>
          <a:custGeom>
            <a:avLst/>
            <a:gdLst>
              <a:gd name="connisteX0" fmla="*/ 0 w 50800"/>
              <a:gd name="connsiteY0" fmla="*/ 25400 h 1727200"/>
              <a:gd name="connisteX1" fmla="*/ 25400 w 50800"/>
              <a:gd name="connsiteY1" fmla="*/ 0 h 1727200"/>
              <a:gd name="connisteX2" fmla="*/ 25400 w 50800"/>
              <a:gd name="connsiteY2" fmla="*/ 0 h 1727200"/>
              <a:gd name="connisteX3" fmla="*/ 50800 w 50800"/>
              <a:gd name="connsiteY3" fmla="*/ 25400 h 1727200"/>
              <a:gd name="connisteX4" fmla="*/ 50800 w 50800"/>
              <a:gd name="connsiteY4" fmla="*/ 1701800 h 1727200"/>
              <a:gd name="connisteX5" fmla="*/ 25400 w 50800"/>
              <a:gd name="connsiteY5" fmla="*/ 1727200 h 1727200"/>
              <a:gd name="connisteX6" fmla="*/ 25400 w 50800"/>
              <a:gd name="connsiteY6" fmla="*/ 1727200 h 1727200"/>
              <a:gd name="connisteX7" fmla="*/ 0 w 50800"/>
              <a:gd name="connsiteY7" fmla="*/ 1701800 h 1727200"/>
              <a:gd name="connisteX8" fmla="*/ 0 w 50800"/>
              <a:gd name="connsiteY8" fmla="*/ 25400 h 17272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50800" h="1727200">
                <a:moveTo>
                  <a:pt x="0" y="25400"/>
                </a:moveTo>
                <a:cubicBezTo>
                  <a:pt x="0" y="11372"/>
                  <a:pt x="11372" y="0"/>
                  <a:pt x="25400" y="0"/>
                </a:cubicBezTo>
                <a:lnTo>
                  <a:pt x="25400" y="0"/>
                </a:lnTo>
                <a:cubicBezTo>
                  <a:pt x="39428" y="0"/>
                  <a:pt x="50800" y="11372"/>
                  <a:pt x="50800" y="25400"/>
                </a:cubicBezTo>
                <a:lnTo>
                  <a:pt x="50800" y="1701800"/>
                </a:lnTo>
                <a:cubicBezTo>
                  <a:pt x="50800" y="1715828"/>
                  <a:pt x="39428" y="1727200"/>
                  <a:pt x="25400" y="1727200"/>
                </a:cubicBezTo>
                <a:lnTo>
                  <a:pt x="25400" y="1727200"/>
                </a:lnTo>
                <a:cubicBezTo>
                  <a:pt x="11372" y="1727200"/>
                  <a:pt x="0" y="1715828"/>
                  <a:pt x="0" y="1701800"/>
                </a:cubicBezTo>
                <a:lnTo>
                  <a:pt x="0" y="254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17" name="文本占位符 16"/>
          <p:cNvSpPr>
            <a:spLocks noGrp="1"/>
          </p:cNvSpPr>
          <p:nvPr>
            <p:ph type="body" idx="16388" hasCustomPrompt="1"/>
            <p:custDataLst>
              <p:tags r:id="rId10"/>
            </p:custDataLst>
          </p:nvPr>
        </p:nvSpPr>
        <p:spPr>
          <a:xfrm>
            <a:off x="4622800" y="1524000"/>
            <a:ext cx="30988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18" name="文本占位符 17"/>
          <p:cNvSpPr>
            <a:spLocks noGrp="1"/>
          </p:cNvSpPr>
          <p:nvPr>
            <p:ph type="body" idx="16389" hasCustomPrompt="1"/>
            <p:custDataLst>
              <p:tags r:id="rId11"/>
            </p:custDataLst>
          </p:nvPr>
        </p:nvSpPr>
        <p:spPr>
          <a:xfrm>
            <a:off x="4622800" y="2032000"/>
            <a:ext cx="3098800" cy="12192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
        <p:nvSpPr>
          <p:cNvPr id="19" name="装饰  8"/>
          <p:cNvSpPr>
            <a:spLocks noGrp="1"/>
          </p:cNvSpPr>
          <p:nvPr>
            <p:ph type="body" idx="16395" hasCustomPrompt="1"/>
            <p:custDataLst>
              <p:tags r:id="rId12"/>
            </p:custDataLst>
          </p:nvPr>
        </p:nvSpPr>
        <p:spPr>
          <a:xfrm>
            <a:off x="8331200" y="1524000"/>
            <a:ext cx="50800" cy="1727200"/>
          </a:xfrm>
          <a:custGeom>
            <a:avLst/>
            <a:gdLst>
              <a:gd name="connisteX0" fmla="*/ 0 w 50800"/>
              <a:gd name="connsiteY0" fmla="*/ 25400 h 1727200"/>
              <a:gd name="connisteX1" fmla="*/ 25400 w 50800"/>
              <a:gd name="connsiteY1" fmla="*/ 0 h 1727200"/>
              <a:gd name="connisteX2" fmla="*/ 25400 w 50800"/>
              <a:gd name="connsiteY2" fmla="*/ 0 h 1727200"/>
              <a:gd name="connisteX3" fmla="*/ 50800 w 50800"/>
              <a:gd name="connsiteY3" fmla="*/ 25400 h 1727200"/>
              <a:gd name="connisteX4" fmla="*/ 50800 w 50800"/>
              <a:gd name="connsiteY4" fmla="*/ 1701800 h 1727200"/>
              <a:gd name="connisteX5" fmla="*/ 25400 w 50800"/>
              <a:gd name="connsiteY5" fmla="*/ 1727200 h 1727200"/>
              <a:gd name="connisteX6" fmla="*/ 25400 w 50800"/>
              <a:gd name="connsiteY6" fmla="*/ 1727200 h 1727200"/>
              <a:gd name="connisteX7" fmla="*/ 0 w 50800"/>
              <a:gd name="connsiteY7" fmla="*/ 1701800 h 1727200"/>
              <a:gd name="connisteX8" fmla="*/ 0 w 50800"/>
              <a:gd name="connsiteY8" fmla="*/ 25400 h 17272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50800" h="1727200">
                <a:moveTo>
                  <a:pt x="0" y="25400"/>
                </a:moveTo>
                <a:cubicBezTo>
                  <a:pt x="0" y="11372"/>
                  <a:pt x="11372" y="0"/>
                  <a:pt x="25400" y="0"/>
                </a:cubicBezTo>
                <a:lnTo>
                  <a:pt x="25400" y="0"/>
                </a:lnTo>
                <a:cubicBezTo>
                  <a:pt x="39428" y="0"/>
                  <a:pt x="50800" y="11372"/>
                  <a:pt x="50800" y="25400"/>
                </a:cubicBezTo>
                <a:lnTo>
                  <a:pt x="50800" y="1701800"/>
                </a:lnTo>
                <a:cubicBezTo>
                  <a:pt x="50800" y="1715828"/>
                  <a:pt x="39428" y="1727200"/>
                  <a:pt x="25400" y="1727200"/>
                </a:cubicBezTo>
                <a:lnTo>
                  <a:pt x="25400" y="1727200"/>
                </a:lnTo>
                <a:cubicBezTo>
                  <a:pt x="11372" y="1727200"/>
                  <a:pt x="0" y="1715828"/>
                  <a:pt x="0" y="1701800"/>
                </a:cubicBezTo>
                <a:lnTo>
                  <a:pt x="0" y="254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20" name="文本占位符 19"/>
          <p:cNvSpPr>
            <a:spLocks noGrp="1"/>
          </p:cNvSpPr>
          <p:nvPr>
            <p:ph type="body" idx="16390" hasCustomPrompt="1"/>
            <p:custDataLst>
              <p:tags r:id="rId13"/>
            </p:custDataLst>
          </p:nvPr>
        </p:nvSpPr>
        <p:spPr>
          <a:xfrm>
            <a:off x="8483600" y="1524000"/>
            <a:ext cx="30988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21" name="文本占位符 20"/>
          <p:cNvSpPr>
            <a:spLocks noGrp="1"/>
          </p:cNvSpPr>
          <p:nvPr>
            <p:ph type="body" idx="16391" hasCustomPrompt="1"/>
            <p:custDataLst>
              <p:tags r:id="rId14"/>
            </p:custDataLst>
          </p:nvPr>
        </p:nvSpPr>
        <p:spPr>
          <a:xfrm>
            <a:off x="8483600" y="2032000"/>
            <a:ext cx="3098800" cy="12192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Tree>
    <p:extLst>
      <p:ext uri="{BB962C8B-B14F-4D97-AF65-F5344CB8AC3E}">
        <p14:creationId xmlns:p14="http://schemas.microsoft.com/office/powerpoint/2010/main" val="1873368504"/>
      </p:ext>
    </p:extLst>
  </p:cSld>
  <p:clrMapOvr>
    <a:overrideClrMapping bg1="lt1" tx1="dk1" bg2="lt2" tx2="dk2" accent1="accent1" accent2="accent2" accent3="accent3" accent4="accent4" accent5="accent5" accent6="accent6" hlink="hlink" folHlink="folHlink"/>
  </p:clrMapOvr>
  <p:hf sldNum="0" hdr="0" ftr="0" dt="0"/>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正文页-38_15">
    <p:bg>
      <p:bgRef idx="1001">
        <a:schemeClr val="bg2"/>
      </p:bgRef>
    </p:bg>
    <p:spTree>
      <p:nvGrpSpPr>
        <p:cNvPr id="1" name=""/>
        <p:cNvGrpSpPr/>
        <p:nvPr/>
      </p:nvGrpSpPr>
      <p:grpSpPr>
        <a:xfrm>
          <a:off x="0" y="0"/>
          <a:ext cx="0" cy="0"/>
          <a:chOff x="0" y="0"/>
          <a:chExt cx="0" cy="0"/>
        </a:xfrm>
      </p:grpSpPr>
      <p:sp>
        <p:nvSpPr>
          <p:cNvPr id="8" name="日期占位符 7"/>
          <p:cNvSpPr>
            <a:spLocks noGrp="1"/>
          </p:cNvSpPr>
          <p:nvPr>
            <p:ph type="dt" sz="half" idx="10"/>
            <p:custDataLst>
              <p:tags r:id="rId1"/>
            </p:custDataLst>
          </p:nvPr>
        </p:nvSpPr>
        <p:spPr/>
        <p:txBody>
          <a:bodyPr wrap="square">
            <a:normAutofit/>
          </a:bodyPr>
          <a:lstStyle/>
          <a:p>
            <a:fld id="{5592522B-0F24-4480-B9DD-A9474A6880D6}" type="datetimeFigureOut">
              <a:rPr lang="zh-CN" altLang="en-US" smtClean="0"/>
              <a:t>2026/10/10</a:t>
            </a:fld>
            <a:endParaRPr lang="zh-CN" altLang="en-US"/>
          </a:p>
        </p:txBody>
      </p:sp>
      <p:sp>
        <p:nvSpPr>
          <p:cNvPr id="9" name="页脚占位符 8"/>
          <p:cNvSpPr>
            <a:spLocks noGrp="1"/>
          </p:cNvSpPr>
          <p:nvPr>
            <p:ph type="ftr" sz="quarter" idx="11"/>
            <p:custDataLst>
              <p:tags r:id="rId2"/>
            </p:custDataLst>
          </p:nvPr>
        </p:nvSpPr>
        <p:spPr/>
        <p:txBody>
          <a:bodyPr/>
          <a:lstStyle/>
          <a:p>
            <a:endParaRPr lang="zh-CN" altLang="en-US"/>
          </a:p>
        </p:txBody>
      </p:sp>
      <p:sp>
        <p:nvSpPr>
          <p:cNvPr id="10" name="灯片编号占位符 9"/>
          <p:cNvSpPr>
            <a:spLocks noGrp="1"/>
          </p:cNvSpPr>
          <p:nvPr>
            <p:ph type="sldNum" sz="quarter" idx="12"/>
            <p:custDataLst>
              <p:tags r:id="rId3"/>
            </p:custDataLst>
          </p:nvPr>
        </p:nvSpPr>
        <p:spPr/>
        <p:txBody>
          <a:bodyPr wrap="square">
            <a:normAutofit/>
          </a:bodyPr>
          <a:lstStyle/>
          <a:p>
            <a:fld id="{BE5F26B5-172A-4DC2-B0B7-181CFC56B87C}" type="slidenum">
              <a:rPr lang="zh-CN" altLang="en-US" smtClean="0"/>
              <a:t>‹#›</a:t>
            </a:fld>
            <a:endParaRPr lang="zh-CN" altLang="en-US"/>
          </a:p>
        </p:txBody>
      </p:sp>
      <p:sp>
        <p:nvSpPr>
          <p:cNvPr id="11" name="标题 10"/>
          <p:cNvSpPr>
            <a:spLocks noGrp="1"/>
          </p:cNvSpPr>
          <p:nvPr>
            <p:ph type="ctrTitle" idx="16385" hasCustomPrompt="1"/>
            <p:custDataLst>
              <p:tags r:id="rId4"/>
            </p:custDataLst>
          </p:nvPr>
        </p:nvSpPr>
        <p:spPr>
          <a:xfrm>
            <a:off x="609600" y="533400"/>
            <a:ext cx="10972800" cy="609600"/>
          </a:xfrm>
          <a:noFill/>
        </p:spPr>
        <p:txBody>
          <a:bodyPr lIns="0" tIns="0" rIns="0" bIns="0" anchor="t">
            <a:normAutofit/>
          </a:bodyPr>
          <a:lstStyle>
            <a:lvl1pPr marL="0" indent="0" algn="l">
              <a:lnSpc>
                <a:spcPct val="111000"/>
              </a:lnSpc>
              <a:spcBef>
                <a:spcPct val="0"/>
              </a:spcBef>
              <a:spcAft>
                <a:spcPct val="0"/>
              </a:spcAft>
              <a:buNone/>
              <a:defRPr sz="3600" b="1" spc="0">
                <a:solidFill>
                  <a:schemeClr val="tx1"/>
                </a:solidFill>
              </a:defRPr>
            </a:lvl1pPr>
          </a:lstStyle>
          <a:p>
            <a:r>
              <a:rPr lang="zh-CN" altLang="en-US"/>
              <a:t>单击此处添加标题</a:t>
            </a:r>
          </a:p>
        </p:txBody>
      </p:sp>
      <p:sp>
        <p:nvSpPr>
          <p:cNvPr id="12" name="装饰  1"/>
          <p:cNvSpPr>
            <a:spLocks noGrp="1"/>
          </p:cNvSpPr>
          <p:nvPr>
            <p:ph type="body" idx="16392" hasCustomPrompt="1"/>
            <p:custDataLst>
              <p:tags r:id="rId5"/>
            </p:custDataLst>
          </p:nvPr>
        </p:nvSpPr>
        <p:spPr>
          <a:xfrm>
            <a:off x="609600" y="4165600"/>
            <a:ext cx="3454400" cy="2082800"/>
          </a:xfrm>
          <a:custGeom>
            <a:avLst/>
            <a:gdLst>
              <a:gd name="connisteX0" fmla="*/ 0 w 3454400"/>
              <a:gd name="connsiteY0" fmla="*/ 0 h 2082800"/>
              <a:gd name="connisteX1" fmla="*/ 3454400 w 3454400"/>
              <a:gd name="connsiteY1" fmla="*/ 0 h 2082800"/>
              <a:gd name="connisteX2" fmla="*/ 3454400 w 3454400"/>
              <a:gd name="connsiteY2" fmla="*/ 1879600 h 2082800"/>
              <a:gd name="connisteX3" fmla="*/ 3251200 w 3454400"/>
              <a:gd name="connsiteY3" fmla="*/ 2082800 h 2082800"/>
              <a:gd name="connisteX4" fmla="*/ 203200 w 3454400"/>
              <a:gd name="connsiteY4" fmla="*/ 2082800 h 2082800"/>
              <a:gd name="connisteX5" fmla="*/ 0 w 3454400"/>
              <a:gd name="connsiteY5" fmla="*/ 1879600 h 2082800"/>
              <a:gd name="connisteX6" fmla="*/ 0 w 3454400"/>
              <a:gd name="connsiteY6" fmla="*/ 0 h 2082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rect l="0" t="0" r="0" b="0"/>
            <a:pathLst>
              <a:path w="3454400" h="2082800">
                <a:moveTo>
                  <a:pt x="0" y="0"/>
                </a:moveTo>
                <a:lnTo>
                  <a:pt x="3454400" y="0"/>
                </a:lnTo>
                <a:lnTo>
                  <a:pt x="3454400" y="1879600"/>
                </a:lnTo>
                <a:cubicBezTo>
                  <a:pt x="3454400" y="1991824"/>
                  <a:pt x="3363424" y="2082800"/>
                  <a:pt x="3251200" y="2082800"/>
                </a:cubicBezTo>
                <a:lnTo>
                  <a:pt x="203200" y="2082800"/>
                </a:lnTo>
                <a:cubicBezTo>
                  <a:pt x="90976" y="2082800"/>
                  <a:pt x="0" y="1991824"/>
                  <a:pt x="0" y="1879600"/>
                </a:cubicBezTo>
                <a:lnTo>
                  <a:pt x="0" y="0"/>
                </a:lnTo>
                <a:close/>
              </a:path>
            </a:pathLst>
          </a:custGeom>
          <a:gradFill>
            <a:gsLst>
              <a:gs pos="0">
                <a:schemeClr val="accent1">
                  <a:lumMod val="0"/>
                  <a:lumOff val="100000"/>
                </a:schemeClr>
              </a:gs>
              <a:gs pos="100000">
                <a:schemeClr val="accent1">
                  <a:lumMod val="0"/>
                  <a:lumOff val="100000"/>
                </a:schemeClr>
              </a:gs>
            </a:gsLst>
            <a:lin ang="5400000"/>
          </a:gra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13" name="图片占位符 12"/>
          <p:cNvSpPr>
            <a:spLocks noGrp="1"/>
          </p:cNvSpPr>
          <p:nvPr>
            <p:ph type="pic" idx="16393" hasCustomPrompt="1"/>
            <p:custDataLst>
              <p:tags r:id="rId6"/>
            </p:custDataLst>
          </p:nvPr>
        </p:nvSpPr>
        <p:spPr>
          <a:xfrm>
            <a:off x="609600" y="1524000"/>
            <a:ext cx="3454400" cy="2641600"/>
          </a:xfrm>
          <a:custGeom>
            <a:avLst/>
            <a:gdLst>
              <a:gd name="connisteX0" fmla="*/ 0 w 3454400"/>
              <a:gd name="connsiteY0" fmla="*/ 203200 h 2641600"/>
              <a:gd name="connisteX1" fmla="*/ 203200 w 3454400"/>
              <a:gd name="connsiteY1" fmla="*/ 0 h 2641600"/>
              <a:gd name="connisteX2" fmla="*/ 3251200 w 3454400"/>
              <a:gd name="connsiteY2" fmla="*/ 0 h 2641600"/>
              <a:gd name="connisteX3" fmla="*/ 3454400 w 3454400"/>
              <a:gd name="connsiteY3" fmla="*/ 203200 h 2641600"/>
              <a:gd name="connisteX4" fmla="*/ 3454400 w 3454400"/>
              <a:gd name="connsiteY4" fmla="*/ 2641600 h 2641600"/>
              <a:gd name="connisteX5" fmla="*/ 0 w 3454400"/>
              <a:gd name="connsiteY5" fmla="*/ 2641600 h 2641600"/>
              <a:gd name="connisteX6" fmla="*/ 0 w 3454400"/>
              <a:gd name="connsiteY6" fmla="*/ 203200 h 26416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rect l="0" t="0" r="0" b="0"/>
            <a:pathLst>
              <a:path w="3454400" h="2641600">
                <a:moveTo>
                  <a:pt x="0" y="203200"/>
                </a:moveTo>
                <a:cubicBezTo>
                  <a:pt x="0" y="90976"/>
                  <a:pt x="90976" y="0"/>
                  <a:pt x="203200" y="0"/>
                </a:cubicBezTo>
                <a:lnTo>
                  <a:pt x="3251200" y="0"/>
                </a:lnTo>
                <a:cubicBezTo>
                  <a:pt x="3363424" y="0"/>
                  <a:pt x="3454400" y="90976"/>
                  <a:pt x="3454400" y="203200"/>
                </a:cubicBezTo>
                <a:lnTo>
                  <a:pt x="3454400" y="2641600"/>
                </a:lnTo>
                <a:lnTo>
                  <a:pt x="0" y="2641600"/>
                </a:lnTo>
                <a:lnTo>
                  <a:pt x="0" y="203200"/>
                </a:lnTo>
                <a:close/>
              </a:path>
            </a:pathLst>
          </a:custGeo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p>
        </p:txBody>
      </p:sp>
      <p:sp>
        <p:nvSpPr>
          <p:cNvPr id="14" name="文本占位符 13"/>
          <p:cNvSpPr>
            <a:spLocks noGrp="1"/>
          </p:cNvSpPr>
          <p:nvPr>
            <p:ph type="body" idx="16386" hasCustomPrompt="1"/>
            <p:custDataLst>
              <p:tags r:id="rId7"/>
            </p:custDataLst>
          </p:nvPr>
        </p:nvSpPr>
        <p:spPr>
          <a:xfrm>
            <a:off x="914400" y="4470400"/>
            <a:ext cx="28448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单击添加项标题</a:t>
            </a:r>
          </a:p>
        </p:txBody>
      </p:sp>
      <p:sp>
        <p:nvSpPr>
          <p:cNvPr id="15" name="文本占位符 14"/>
          <p:cNvSpPr>
            <a:spLocks noGrp="1"/>
          </p:cNvSpPr>
          <p:nvPr>
            <p:ph type="body" idx="16387" hasCustomPrompt="1"/>
            <p:custDataLst>
              <p:tags r:id="rId8"/>
            </p:custDataLst>
          </p:nvPr>
        </p:nvSpPr>
        <p:spPr>
          <a:xfrm>
            <a:off x="914400" y="5029200"/>
            <a:ext cx="2844800" cy="9144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
        <p:nvSpPr>
          <p:cNvPr id="16" name="装饰  5"/>
          <p:cNvSpPr>
            <a:spLocks noGrp="1"/>
          </p:cNvSpPr>
          <p:nvPr>
            <p:ph type="body" idx="16394" hasCustomPrompt="1"/>
            <p:custDataLst>
              <p:tags r:id="rId9"/>
            </p:custDataLst>
          </p:nvPr>
        </p:nvSpPr>
        <p:spPr>
          <a:xfrm>
            <a:off x="4368800" y="4165600"/>
            <a:ext cx="3454400" cy="2082800"/>
          </a:xfrm>
          <a:custGeom>
            <a:avLst/>
            <a:gdLst>
              <a:gd name="connisteX0" fmla="*/ 0 w 3454400"/>
              <a:gd name="connsiteY0" fmla="*/ 0 h 2082800"/>
              <a:gd name="connisteX1" fmla="*/ 3454400 w 3454400"/>
              <a:gd name="connsiteY1" fmla="*/ 0 h 2082800"/>
              <a:gd name="connisteX2" fmla="*/ 3454400 w 3454400"/>
              <a:gd name="connsiteY2" fmla="*/ 1879600 h 2082800"/>
              <a:gd name="connisteX3" fmla="*/ 3251200 w 3454400"/>
              <a:gd name="connsiteY3" fmla="*/ 2082800 h 2082800"/>
              <a:gd name="connisteX4" fmla="*/ 203200 w 3454400"/>
              <a:gd name="connsiteY4" fmla="*/ 2082800 h 2082800"/>
              <a:gd name="connisteX5" fmla="*/ 0 w 3454400"/>
              <a:gd name="connsiteY5" fmla="*/ 1879600 h 2082800"/>
              <a:gd name="connisteX6" fmla="*/ 0 w 3454400"/>
              <a:gd name="connsiteY6" fmla="*/ 0 h 2082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rect l="0" t="0" r="0" b="0"/>
            <a:pathLst>
              <a:path w="3454400" h="2082800">
                <a:moveTo>
                  <a:pt x="0" y="0"/>
                </a:moveTo>
                <a:lnTo>
                  <a:pt x="3454400" y="0"/>
                </a:lnTo>
                <a:lnTo>
                  <a:pt x="3454400" y="1879600"/>
                </a:lnTo>
                <a:cubicBezTo>
                  <a:pt x="3454400" y="1991824"/>
                  <a:pt x="3363424" y="2082800"/>
                  <a:pt x="3251200" y="2082800"/>
                </a:cubicBezTo>
                <a:lnTo>
                  <a:pt x="203200" y="2082800"/>
                </a:lnTo>
                <a:cubicBezTo>
                  <a:pt x="90976" y="2082800"/>
                  <a:pt x="0" y="1991824"/>
                  <a:pt x="0" y="1879600"/>
                </a:cubicBezTo>
                <a:lnTo>
                  <a:pt x="0" y="0"/>
                </a:lnTo>
                <a:close/>
              </a:path>
            </a:pathLst>
          </a:custGeom>
          <a:gradFill>
            <a:gsLst>
              <a:gs pos="0">
                <a:schemeClr val="accent1">
                  <a:lumMod val="0"/>
                  <a:lumOff val="100000"/>
                </a:schemeClr>
              </a:gs>
              <a:gs pos="100000">
                <a:schemeClr val="accent1">
                  <a:lumMod val="0"/>
                  <a:lumOff val="100000"/>
                </a:schemeClr>
              </a:gs>
            </a:gsLst>
            <a:lin ang="5400000"/>
          </a:gra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17" name="图片占位符 16"/>
          <p:cNvSpPr>
            <a:spLocks noGrp="1"/>
          </p:cNvSpPr>
          <p:nvPr>
            <p:ph type="pic" idx="16395" hasCustomPrompt="1"/>
            <p:custDataLst>
              <p:tags r:id="rId10"/>
            </p:custDataLst>
          </p:nvPr>
        </p:nvSpPr>
        <p:spPr>
          <a:xfrm>
            <a:off x="4368800" y="1524000"/>
            <a:ext cx="3454400" cy="2641600"/>
          </a:xfrm>
          <a:custGeom>
            <a:avLst/>
            <a:gdLst>
              <a:gd name="connisteX0" fmla="*/ 0 w 3454400"/>
              <a:gd name="connsiteY0" fmla="*/ 203200 h 2641600"/>
              <a:gd name="connisteX1" fmla="*/ 203200 w 3454400"/>
              <a:gd name="connsiteY1" fmla="*/ 0 h 2641600"/>
              <a:gd name="connisteX2" fmla="*/ 3251200 w 3454400"/>
              <a:gd name="connsiteY2" fmla="*/ 0 h 2641600"/>
              <a:gd name="connisteX3" fmla="*/ 3454400 w 3454400"/>
              <a:gd name="connsiteY3" fmla="*/ 203200 h 2641600"/>
              <a:gd name="connisteX4" fmla="*/ 3454400 w 3454400"/>
              <a:gd name="connsiteY4" fmla="*/ 2641600 h 2641600"/>
              <a:gd name="connisteX5" fmla="*/ 0 w 3454400"/>
              <a:gd name="connsiteY5" fmla="*/ 2641600 h 2641600"/>
              <a:gd name="connisteX6" fmla="*/ 0 w 3454400"/>
              <a:gd name="connsiteY6" fmla="*/ 203200 h 26416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rect l="0" t="0" r="0" b="0"/>
            <a:pathLst>
              <a:path w="3454400" h="2641600">
                <a:moveTo>
                  <a:pt x="0" y="203200"/>
                </a:moveTo>
                <a:cubicBezTo>
                  <a:pt x="0" y="90976"/>
                  <a:pt x="90976" y="0"/>
                  <a:pt x="203200" y="0"/>
                </a:cubicBezTo>
                <a:lnTo>
                  <a:pt x="3251200" y="0"/>
                </a:lnTo>
                <a:cubicBezTo>
                  <a:pt x="3363424" y="0"/>
                  <a:pt x="3454400" y="90976"/>
                  <a:pt x="3454400" y="203200"/>
                </a:cubicBezTo>
                <a:lnTo>
                  <a:pt x="3454400" y="2641600"/>
                </a:lnTo>
                <a:lnTo>
                  <a:pt x="0" y="2641600"/>
                </a:lnTo>
                <a:lnTo>
                  <a:pt x="0" y="203200"/>
                </a:lnTo>
                <a:close/>
              </a:path>
            </a:pathLst>
          </a:custGeo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p>
        </p:txBody>
      </p:sp>
      <p:sp>
        <p:nvSpPr>
          <p:cNvPr id="18" name="文本占位符 17"/>
          <p:cNvSpPr>
            <a:spLocks noGrp="1"/>
          </p:cNvSpPr>
          <p:nvPr>
            <p:ph type="body" idx="16388" hasCustomPrompt="1"/>
            <p:custDataLst>
              <p:tags r:id="rId11"/>
            </p:custDataLst>
          </p:nvPr>
        </p:nvSpPr>
        <p:spPr>
          <a:xfrm>
            <a:off x="4673600" y="4470400"/>
            <a:ext cx="28448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单击添加项标题</a:t>
            </a:r>
          </a:p>
        </p:txBody>
      </p:sp>
      <p:sp>
        <p:nvSpPr>
          <p:cNvPr id="19" name="文本占位符 18"/>
          <p:cNvSpPr>
            <a:spLocks noGrp="1"/>
          </p:cNvSpPr>
          <p:nvPr>
            <p:ph type="body" idx="16389" hasCustomPrompt="1"/>
            <p:custDataLst>
              <p:tags r:id="rId12"/>
            </p:custDataLst>
          </p:nvPr>
        </p:nvSpPr>
        <p:spPr>
          <a:xfrm>
            <a:off x="4673600" y="5029200"/>
            <a:ext cx="2844800" cy="9144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
        <p:nvSpPr>
          <p:cNvPr id="20" name="装饰  9"/>
          <p:cNvSpPr>
            <a:spLocks noGrp="1"/>
          </p:cNvSpPr>
          <p:nvPr>
            <p:ph type="body" idx="16396" hasCustomPrompt="1"/>
            <p:custDataLst>
              <p:tags r:id="rId13"/>
            </p:custDataLst>
          </p:nvPr>
        </p:nvSpPr>
        <p:spPr>
          <a:xfrm>
            <a:off x="8128000" y="4165600"/>
            <a:ext cx="3454400" cy="2082800"/>
          </a:xfrm>
          <a:custGeom>
            <a:avLst/>
            <a:gdLst>
              <a:gd name="connisteX0" fmla="*/ 0 w 3454400"/>
              <a:gd name="connsiteY0" fmla="*/ 0 h 2082800"/>
              <a:gd name="connisteX1" fmla="*/ 3454400 w 3454400"/>
              <a:gd name="connsiteY1" fmla="*/ 0 h 2082800"/>
              <a:gd name="connisteX2" fmla="*/ 3454400 w 3454400"/>
              <a:gd name="connsiteY2" fmla="*/ 1879600 h 2082800"/>
              <a:gd name="connisteX3" fmla="*/ 3251200 w 3454400"/>
              <a:gd name="connsiteY3" fmla="*/ 2082800 h 2082800"/>
              <a:gd name="connisteX4" fmla="*/ 203200 w 3454400"/>
              <a:gd name="connsiteY4" fmla="*/ 2082800 h 2082800"/>
              <a:gd name="connisteX5" fmla="*/ 0 w 3454400"/>
              <a:gd name="connsiteY5" fmla="*/ 1879600 h 2082800"/>
              <a:gd name="connisteX6" fmla="*/ 0 w 3454400"/>
              <a:gd name="connsiteY6" fmla="*/ 0 h 2082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rect l="0" t="0" r="0" b="0"/>
            <a:pathLst>
              <a:path w="3454400" h="2082800">
                <a:moveTo>
                  <a:pt x="0" y="0"/>
                </a:moveTo>
                <a:lnTo>
                  <a:pt x="3454400" y="0"/>
                </a:lnTo>
                <a:lnTo>
                  <a:pt x="3454400" y="1879600"/>
                </a:lnTo>
                <a:cubicBezTo>
                  <a:pt x="3454400" y="1991824"/>
                  <a:pt x="3363424" y="2082800"/>
                  <a:pt x="3251200" y="2082800"/>
                </a:cubicBezTo>
                <a:lnTo>
                  <a:pt x="203200" y="2082800"/>
                </a:lnTo>
                <a:cubicBezTo>
                  <a:pt x="90976" y="2082800"/>
                  <a:pt x="0" y="1991824"/>
                  <a:pt x="0" y="1879600"/>
                </a:cubicBezTo>
                <a:lnTo>
                  <a:pt x="0" y="0"/>
                </a:lnTo>
                <a:close/>
              </a:path>
            </a:pathLst>
          </a:custGeom>
          <a:gradFill>
            <a:gsLst>
              <a:gs pos="0">
                <a:schemeClr val="accent1">
                  <a:lumMod val="0"/>
                  <a:lumOff val="100000"/>
                </a:schemeClr>
              </a:gs>
              <a:gs pos="100000">
                <a:schemeClr val="accent1">
                  <a:lumMod val="0"/>
                  <a:lumOff val="100000"/>
                </a:schemeClr>
              </a:gs>
            </a:gsLst>
            <a:lin ang="5400000"/>
          </a:gra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21" name="图片占位符 20"/>
          <p:cNvSpPr>
            <a:spLocks noGrp="1"/>
          </p:cNvSpPr>
          <p:nvPr>
            <p:ph type="pic" idx="16397" hasCustomPrompt="1"/>
            <p:custDataLst>
              <p:tags r:id="rId14"/>
            </p:custDataLst>
          </p:nvPr>
        </p:nvSpPr>
        <p:spPr>
          <a:xfrm>
            <a:off x="8128000" y="1524000"/>
            <a:ext cx="3454400" cy="2641600"/>
          </a:xfrm>
          <a:custGeom>
            <a:avLst/>
            <a:gdLst>
              <a:gd name="connisteX0" fmla="*/ 0 w 3454400"/>
              <a:gd name="connsiteY0" fmla="*/ 203200 h 2641600"/>
              <a:gd name="connisteX1" fmla="*/ 203200 w 3454400"/>
              <a:gd name="connsiteY1" fmla="*/ 0 h 2641600"/>
              <a:gd name="connisteX2" fmla="*/ 3251200 w 3454400"/>
              <a:gd name="connsiteY2" fmla="*/ 0 h 2641600"/>
              <a:gd name="connisteX3" fmla="*/ 3454400 w 3454400"/>
              <a:gd name="connsiteY3" fmla="*/ 203200 h 2641600"/>
              <a:gd name="connisteX4" fmla="*/ 3454400 w 3454400"/>
              <a:gd name="connsiteY4" fmla="*/ 2641600 h 2641600"/>
              <a:gd name="connisteX5" fmla="*/ 0 w 3454400"/>
              <a:gd name="connsiteY5" fmla="*/ 2641600 h 2641600"/>
              <a:gd name="connisteX6" fmla="*/ 0 w 3454400"/>
              <a:gd name="connsiteY6" fmla="*/ 203200 h 26416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rect l="0" t="0" r="0" b="0"/>
            <a:pathLst>
              <a:path w="3454400" h="2641600">
                <a:moveTo>
                  <a:pt x="0" y="203200"/>
                </a:moveTo>
                <a:cubicBezTo>
                  <a:pt x="0" y="90976"/>
                  <a:pt x="90976" y="0"/>
                  <a:pt x="203200" y="0"/>
                </a:cubicBezTo>
                <a:lnTo>
                  <a:pt x="3251200" y="0"/>
                </a:lnTo>
                <a:cubicBezTo>
                  <a:pt x="3363424" y="0"/>
                  <a:pt x="3454400" y="90976"/>
                  <a:pt x="3454400" y="203200"/>
                </a:cubicBezTo>
                <a:lnTo>
                  <a:pt x="3454400" y="2641600"/>
                </a:lnTo>
                <a:lnTo>
                  <a:pt x="0" y="2641600"/>
                </a:lnTo>
                <a:lnTo>
                  <a:pt x="0" y="203200"/>
                </a:lnTo>
                <a:close/>
              </a:path>
            </a:pathLst>
          </a:custGeo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p>
        </p:txBody>
      </p:sp>
      <p:sp>
        <p:nvSpPr>
          <p:cNvPr id="22" name="文本占位符 21"/>
          <p:cNvSpPr>
            <a:spLocks noGrp="1"/>
          </p:cNvSpPr>
          <p:nvPr>
            <p:ph type="body" idx="16390" hasCustomPrompt="1"/>
            <p:custDataLst>
              <p:tags r:id="rId15"/>
            </p:custDataLst>
          </p:nvPr>
        </p:nvSpPr>
        <p:spPr>
          <a:xfrm>
            <a:off x="8432800" y="4470400"/>
            <a:ext cx="28448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单击添加项标题</a:t>
            </a:r>
          </a:p>
        </p:txBody>
      </p:sp>
      <p:sp>
        <p:nvSpPr>
          <p:cNvPr id="23" name="文本占位符 22"/>
          <p:cNvSpPr>
            <a:spLocks noGrp="1"/>
          </p:cNvSpPr>
          <p:nvPr>
            <p:ph type="body" idx="16391" hasCustomPrompt="1"/>
            <p:custDataLst>
              <p:tags r:id="rId16"/>
            </p:custDataLst>
          </p:nvPr>
        </p:nvSpPr>
        <p:spPr>
          <a:xfrm>
            <a:off x="8432800" y="5029200"/>
            <a:ext cx="2844800" cy="9144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Tree>
    <p:extLst>
      <p:ext uri="{BB962C8B-B14F-4D97-AF65-F5344CB8AC3E}">
        <p14:creationId xmlns:p14="http://schemas.microsoft.com/office/powerpoint/2010/main" val="445593427"/>
      </p:ext>
    </p:extLst>
  </p:cSld>
  <p:clrMapOvr>
    <a:overrideClrMapping bg1="lt1" tx1="dk1" bg2="lt2" tx2="dk2" accent1="accent1" accent2="accent2" accent3="accent3" accent4="accent4" accent5="accent5" accent6="accent6" hlink="hlink" folHlink="folHlink"/>
  </p:clrMapOvr>
  <p:hf sldNum="0" hdr="0" ftr="0" dt="0"/>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正文页-34_19">
    <p:bg>
      <p:bgRef idx="1001">
        <a:schemeClr val="bg2"/>
      </p:bgRef>
    </p:bg>
    <p:spTree>
      <p:nvGrpSpPr>
        <p:cNvPr id="1" name=""/>
        <p:cNvGrpSpPr/>
        <p:nvPr/>
      </p:nvGrpSpPr>
      <p:grpSpPr>
        <a:xfrm>
          <a:off x="0" y="0"/>
          <a:ext cx="0" cy="0"/>
          <a:chOff x="0" y="0"/>
          <a:chExt cx="0" cy="0"/>
        </a:xfrm>
      </p:grpSpPr>
      <p:sp>
        <p:nvSpPr>
          <p:cNvPr id="8" name="日期占位符 7"/>
          <p:cNvSpPr>
            <a:spLocks noGrp="1"/>
          </p:cNvSpPr>
          <p:nvPr>
            <p:ph type="dt" sz="half" idx="10"/>
            <p:custDataLst>
              <p:tags r:id="rId1"/>
            </p:custDataLst>
          </p:nvPr>
        </p:nvSpPr>
        <p:spPr/>
        <p:txBody>
          <a:bodyPr wrap="square">
            <a:normAutofit/>
          </a:bodyPr>
          <a:lstStyle/>
          <a:p>
            <a:fld id="{5592522B-0F24-4480-B9DD-A9474A6880D6}" type="datetimeFigureOut">
              <a:rPr lang="zh-CN" altLang="en-US" smtClean="0"/>
              <a:t>2026/10/10</a:t>
            </a:fld>
            <a:endParaRPr lang="zh-CN" altLang="en-US"/>
          </a:p>
        </p:txBody>
      </p:sp>
      <p:sp>
        <p:nvSpPr>
          <p:cNvPr id="9" name="页脚占位符 8"/>
          <p:cNvSpPr>
            <a:spLocks noGrp="1"/>
          </p:cNvSpPr>
          <p:nvPr>
            <p:ph type="ftr" sz="quarter" idx="11"/>
            <p:custDataLst>
              <p:tags r:id="rId2"/>
            </p:custDataLst>
          </p:nvPr>
        </p:nvSpPr>
        <p:spPr/>
        <p:txBody>
          <a:bodyPr/>
          <a:lstStyle/>
          <a:p>
            <a:endParaRPr lang="zh-CN" altLang="en-US"/>
          </a:p>
        </p:txBody>
      </p:sp>
      <p:sp>
        <p:nvSpPr>
          <p:cNvPr id="10" name="灯片编号占位符 9"/>
          <p:cNvSpPr>
            <a:spLocks noGrp="1"/>
          </p:cNvSpPr>
          <p:nvPr>
            <p:ph type="sldNum" sz="quarter" idx="12"/>
            <p:custDataLst>
              <p:tags r:id="rId3"/>
            </p:custDataLst>
          </p:nvPr>
        </p:nvSpPr>
        <p:spPr/>
        <p:txBody>
          <a:bodyPr wrap="square">
            <a:normAutofit/>
          </a:bodyPr>
          <a:lstStyle/>
          <a:p>
            <a:fld id="{BE5F26B5-172A-4DC2-B0B7-181CFC56B87C}" type="slidenum">
              <a:rPr lang="zh-CN" altLang="en-US" smtClean="0"/>
              <a:t>‹#›</a:t>
            </a:fld>
            <a:endParaRPr lang="zh-CN" altLang="en-US"/>
          </a:p>
        </p:txBody>
      </p:sp>
      <p:sp>
        <p:nvSpPr>
          <p:cNvPr id="11" name="标题 10"/>
          <p:cNvSpPr>
            <a:spLocks noGrp="1"/>
          </p:cNvSpPr>
          <p:nvPr>
            <p:ph type="ctrTitle" idx="16385" hasCustomPrompt="1"/>
            <p:custDataLst>
              <p:tags r:id="rId4"/>
            </p:custDataLst>
          </p:nvPr>
        </p:nvSpPr>
        <p:spPr>
          <a:xfrm>
            <a:off x="609600" y="533400"/>
            <a:ext cx="10972800" cy="609600"/>
          </a:xfrm>
          <a:noFill/>
        </p:spPr>
        <p:txBody>
          <a:bodyPr lIns="0" tIns="0" rIns="0" bIns="0" anchor="t">
            <a:normAutofit/>
          </a:bodyPr>
          <a:lstStyle>
            <a:lvl1pPr marL="0" indent="0" algn="l">
              <a:lnSpc>
                <a:spcPct val="111000"/>
              </a:lnSpc>
              <a:spcBef>
                <a:spcPct val="0"/>
              </a:spcBef>
              <a:spcAft>
                <a:spcPct val="0"/>
              </a:spcAft>
              <a:buNone/>
              <a:defRPr sz="3600" b="1" spc="0">
                <a:solidFill>
                  <a:schemeClr val="tx1"/>
                </a:solidFill>
              </a:defRPr>
            </a:lvl1pPr>
          </a:lstStyle>
          <a:p>
            <a:r>
              <a:rPr lang="zh-CN" altLang="en-US"/>
              <a:t>单击此处添加标题</a:t>
            </a:r>
          </a:p>
        </p:txBody>
      </p:sp>
      <p:sp>
        <p:nvSpPr>
          <p:cNvPr id="12" name="图片占位符 11"/>
          <p:cNvSpPr>
            <a:spLocks noGrp="1"/>
          </p:cNvSpPr>
          <p:nvPr>
            <p:ph type="pic" idx="16392" hasCustomPrompt="1"/>
            <p:custDataLst>
              <p:tags r:id="rId5"/>
            </p:custDataLst>
          </p:nvPr>
        </p:nvSpPr>
        <p:spPr>
          <a:xfrm>
            <a:off x="609600" y="1600200"/>
            <a:ext cx="1219200" cy="1219200"/>
          </a:xfrm>
          <a:custGeom>
            <a:avLst/>
            <a:gdLst>
              <a:gd name="connisteX0" fmla="*/ 0 w 1219200"/>
              <a:gd name="connsiteY0" fmla="*/ 609600 h 1219200"/>
              <a:gd name="connisteX1" fmla="*/ 609600 w 1219200"/>
              <a:gd name="connsiteY1" fmla="*/ 0 h 1219200"/>
              <a:gd name="connisteX2" fmla="*/ 609600 w 1219200"/>
              <a:gd name="connsiteY2" fmla="*/ 0 h 1219200"/>
              <a:gd name="connisteX3" fmla="*/ 1219200 w 1219200"/>
              <a:gd name="connsiteY3" fmla="*/ 609600 h 1219200"/>
              <a:gd name="connisteX4" fmla="*/ 1219200 w 1219200"/>
              <a:gd name="connsiteY4" fmla="*/ 609600 h 1219200"/>
              <a:gd name="connisteX5" fmla="*/ 609600 w 1219200"/>
              <a:gd name="connsiteY5" fmla="*/ 1219200 h 1219200"/>
              <a:gd name="connisteX6" fmla="*/ 609600 w 1219200"/>
              <a:gd name="connsiteY6" fmla="*/ 1219200 h 1219200"/>
              <a:gd name="connisteX7" fmla="*/ 0 w 1219200"/>
              <a:gd name="connsiteY7" fmla="*/ 609600 h 1219200"/>
              <a:gd name="connisteX8" fmla="*/ 0 w 1219200"/>
              <a:gd name="connsiteY8" fmla="*/ 609600 h 12192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1219200" h="1219200">
                <a:moveTo>
                  <a:pt x="0" y="609600"/>
                </a:moveTo>
                <a:cubicBezTo>
                  <a:pt x="0" y="272927"/>
                  <a:pt x="272927" y="0"/>
                  <a:pt x="609600" y="0"/>
                </a:cubicBezTo>
                <a:lnTo>
                  <a:pt x="609600" y="0"/>
                </a:lnTo>
                <a:cubicBezTo>
                  <a:pt x="946273" y="0"/>
                  <a:pt x="1219200" y="272927"/>
                  <a:pt x="1219200" y="609600"/>
                </a:cubicBezTo>
                <a:lnTo>
                  <a:pt x="1219200" y="609600"/>
                </a:lnTo>
                <a:cubicBezTo>
                  <a:pt x="1219200" y="946273"/>
                  <a:pt x="946273" y="1219200"/>
                  <a:pt x="609600" y="1219200"/>
                </a:cubicBezTo>
                <a:lnTo>
                  <a:pt x="609600" y="1219200"/>
                </a:lnTo>
                <a:cubicBezTo>
                  <a:pt x="272927" y="1219200"/>
                  <a:pt x="0" y="946273"/>
                  <a:pt x="0" y="609600"/>
                </a:cubicBezTo>
                <a:lnTo>
                  <a:pt x="0" y="609600"/>
                </a:lnTo>
                <a:close/>
              </a:path>
            </a:pathLst>
          </a:custGeo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p>
        </p:txBody>
      </p:sp>
      <p:sp>
        <p:nvSpPr>
          <p:cNvPr id="13" name="文本占位符 12"/>
          <p:cNvSpPr>
            <a:spLocks noGrp="1"/>
          </p:cNvSpPr>
          <p:nvPr>
            <p:ph type="body" idx="16386" hasCustomPrompt="1"/>
            <p:custDataLst>
              <p:tags r:id="rId6"/>
            </p:custDataLst>
          </p:nvPr>
        </p:nvSpPr>
        <p:spPr>
          <a:xfrm>
            <a:off x="2082800" y="1803400"/>
            <a:ext cx="94996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14" name="文本占位符 13"/>
          <p:cNvSpPr>
            <a:spLocks noGrp="1"/>
          </p:cNvSpPr>
          <p:nvPr>
            <p:ph type="body" idx="16387" hasCustomPrompt="1"/>
            <p:custDataLst>
              <p:tags r:id="rId7"/>
            </p:custDataLst>
          </p:nvPr>
        </p:nvSpPr>
        <p:spPr>
          <a:xfrm>
            <a:off x="2082800" y="2311400"/>
            <a:ext cx="9499600" cy="3048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
        <p:nvSpPr>
          <p:cNvPr id="15" name="图片占位符 14"/>
          <p:cNvSpPr>
            <a:spLocks noGrp="1"/>
          </p:cNvSpPr>
          <p:nvPr>
            <p:ph type="pic" idx="16393" hasCustomPrompt="1"/>
            <p:custDataLst>
              <p:tags r:id="rId8"/>
            </p:custDataLst>
          </p:nvPr>
        </p:nvSpPr>
        <p:spPr>
          <a:xfrm>
            <a:off x="609600" y="3276600"/>
            <a:ext cx="1219200" cy="1219200"/>
          </a:xfrm>
          <a:custGeom>
            <a:avLst/>
            <a:gdLst>
              <a:gd name="connisteX0" fmla="*/ 0 w 1219200"/>
              <a:gd name="connsiteY0" fmla="*/ 609600 h 1219200"/>
              <a:gd name="connisteX1" fmla="*/ 609600 w 1219200"/>
              <a:gd name="connsiteY1" fmla="*/ 0 h 1219200"/>
              <a:gd name="connisteX2" fmla="*/ 609600 w 1219200"/>
              <a:gd name="connsiteY2" fmla="*/ 0 h 1219200"/>
              <a:gd name="connisteX3" fmla="*/ 1219200 w 1219200"/>
              <a:gd name="connsiteY3" fmla="*/ 609600 h 1219200"/>
              <a:gd name="connisteX4" fmla="*/ 1219200 w 1219200"/>
              <a:gd name="connsiteY4" fmla="*/ 609600 h 1219200"/>
              <a:gd name="connisteX5" fmla="*/ 609600 w 1219200"/>
              <a:gd name="connsiteY5" fmla="*/ 1219200 h 1219200"/>
              <a:gd name="connisteX6" fmla="*/ 609600 w 1219200"/>
              <a:gd name="connsiteY6" fmla="*/ 1219200 h 1219200"/>
              <a:gd name="connisteX7" fmla="*/ 0 w 1219200"/>
              <a:gd name="connsiteY7" fmla="*/ 609600 h 1219200"/>
              <a:gd name="connisteX8" fmla="*/ 0 w 1219200"/>
              <a:gd name="connsiteY8" fmla="*/ 609600 h 12192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1219200" h="1219200">
                <a:moveTo>
                  <a:pt x="0" y="609600"/>
                </a:moveTo>
                <a:cubicBezTo>
                  <a:pt x="0" y="272927"/>
                  <a:pt x="272927" y="0"/>
                  <a:pt x="609600" y="0"/>
                </a:cubicBezTo>
                <a:lnTo>
                  <a:pt x="609600" y="0"/>
                </a:lnTo>
                <a:cubicBezTo>
                  <a:pt x="946273" y="0"/>
                  <a:pt x="1219200" y="272927"/>
                  <a:pt x="1219200" y="609600"/>
                </a:cubicBezTo>
                <a:lnTo>
                  <a:pt x="1219200" y="609600"/>
                </a:lnTo>
                <a:cubicBezTo>
                  <a:pt x="1219200" y="946273"/>
                  <a:pt x="946273" y="1219200"/>
                  <a:pt x="609600" y="1219200"/>
                </a:cubicBezTo>
                <a:lnTo>
                  <a:pt x="609600" y="1219200"/>
                </a:lnTo>
                <a:cubicBezTo>
                  <a:pt x="272927" y="1219200"/>
                  <a:pt x="0" y="946273"/>
                  <a:pt x="0" y="609600"/>
                </a:cubicBezTo>
                <a:lnTo>
                  <a:pt x="0" y="609600"/>
                </a:lnTo>
                <a:close/>
              </a:path>
            </a:pathLst>
          </a:custGeo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p>
        </p:txBody>
      </p:sp>
      <p:sp>
        <p:nvSpPr>
          <p:cNvPr id="16" name="文本占位符 15"/>
          <p:cNvSpPr>
            <a:spLocks noGrp="1"/>
          </p:cNvSpPr>
          <p:nvPr>
            <p:ph type="body" idx="16388" hasCustomPrompt="1"/>
            <p:custDataLst>
              <p:tags r:id="rId9"/>
            </p:custDataLst>
          </p:nvPr>
        </p:nvSpPr>
        <p:spPr>
          <a:xfrm>
            <a:off x="2082800" y="3479800"/>
            <a:ext cx="94996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17" name="文本占位符 16"/>
          <p:cNvSpPr>
            <a:spLocks noGrp="1"/>
          </p:cNvSpPr>
          <p:nvPr>
            <p:ph type="body" idx="16389" hasCustomPrompt="1"/>
            <p:custDataLst>
              <p:tags r:id="rId10"/>
            </p:custDataLst>
          </p:nvPr>
        </p:nvSpPr>
        <p:spPr>
          <a:xfrm>
            <a:off x="2082800" y="3987800"/>
            <a:ext cx="9499600" cy="3048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
        <p:nvSpPr>
          <p:cNvPr id="18" name="图片占位符 17"/>
          <p:cNvSpPr>
            <a:spLocks noGrp="1"/>
          </p:cNvSpPr>
          <p:nvPr>
            <p:ph type="pic" idx="16394" hasCustomPrompt="1"/>
            <p:custDataLst>
              <p:tags r:id="rId11"/>
            </p:custDataLst>
          </p:nvPr>
        </p:nvSpPr>
        <p:spPr>
          <a:xfrm>
            <a:off x="609600" y="4953000"/>
            <a:ext cx="1219200" cy="1219200"/>
          </a:xfrm>
          <a:custGeom>
            <a:avLst/>
            <a:gdLst>
              <a:gd name="connisteX0" fmla="*/ 0 w 1219200"/>
              <a:gd name="connsiteY0" fmla="*/ 609600 h 1219200"/>
              <a:gd name="connisteX1" fmla="*/ 609600 w 1219200"/>
              <a:gd name="connsiteY1" fmla="*/ 0 h 1219200"/>
              <a:gd name="connisteX2" fmla="*/ 609600 w 1219200"/>
              <a:gd name="connsiteY2" fmla="*/ 0 h 1219200"/>
              <a:gd name="connisteX3" fmla="*/ 1219200 w 1219200"/>
              <a:gd name="connsiteY3" fmla="*/ 609600 h 1219200"/>
              <a:gd name="connisteX4" fmla="*/ 1219200 w 1219200"/>
              <a:gd name="connsiteY4" fmla="*/ 609600 h 1219200"/>
              <a:gd name="connisteX5" fmla="*/ 609600 w 1219200"/>
              <a:gd name="connsiteY5" fmla="*/ 1219200 h 1219200"/>
              <a:gd name="connisteX6" fmla="*/ 609600 w 1219200"/>
              <a:gd name="connsiteY6" fmla="*/ 1219200 h 1219200"/>
              <a:gd name="connisteX7" fmla="*/ 0 w 1219200"/>
              <a:gd name="connsiteY7" fmla="*/ 609600 h 1219200"/>
              <a:gd name="connisteX8" fmla="*/ 0 w 1219200"/>
              <a:gd name="connsiteY8" fmla="*/ 609600 h 12192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1219200" h="1219200">
                <a:moveTo>
                  <a:pt x="0" y="609600"/>
                </a:moveTo>
                <a:cubicBezTo>
                  <a:pt x="0" y="272927"/>
                  <a:pt x="272927" y="0"/>
                  <a:pt x="609600" y="0"/>
                </a:cubicBezTo>
                <a:lnTo>
                  <a:pt x="609600" y="0"/>
                </a:lnTo>
                <a:cubicBezTo>
                  <a:pt x="946273" y="0"/>
                  <a:pt x="1219200" y="272927"/>
                  <a:pt x="1219200" y="609600"/>
                </a:cubicBezTo>
                <a:lnTo>
                  <a:pt x="1219200" y="609600"/>
                </a:lnTo>
                <a:cubicBezTo>
                  <a:pt x="1219200" y="946273"/>
                  <a:pt x="946273" y="1219200"/>
                  <a:pt x="609600" y="1219200"/>
                </a:cubicBezTo>
                <a:lnTo>
                  <a:pt x="609600" y="1219200"/>
                </a:lnTo>
                <a:cubicBezTo>
                  <a:pt x="272927" y="1219200"/>
                  <a:pt x="0" y="946273"/>
                  <a:pt x="0" y="609600"/>
                </a:cubicBezTo>
                <a:lnTo>
                  <a:pt x="0" y="609600"/>
                </a:lnTo>
                <a:close/>
              </a:path>
            </a:pathLst>
          </a:custGeo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p>
        </p:txBody>
      </p:sp>
      <p:sp>
        <p:nvSpPr>
          <p:cNvPr id="19" name="文本占位符 18"/>
          <p:cNvSpPr>
            <a:spLocks noGrp="1"/>
          </p:cNvSpPr>
          <p:nvPr>
            <p:ph type="body" idx="16390" hasCustomPrompt="1"/>
            <p:custDataLst>
              <p:tags r:id="rId12"/>
            </p:custDataLst>
          </p:nvPr>
        </p:nvSpPr>
        <p:spPr>
          <a:xfrm>
            <a:off x="2082800" y="5156200"/>
            <a:ext cx="94996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20" name="文本占位符 19"/>
          <p:cNvSpPr>
            <a:spLocks noGrp="1"/>
          </p:cNvSpPr>
          <p:nvPr>
            <p:ph type="body" idx="16391" hasCustomPrompt="1"/>
            <p:custDataLst>
              <p:tags r:id="rId13"/>
            </p:custDataLst>
          </p:nvPr>
        </p:nvSpPr>
        <p:spPr>
          <a:xfrm>
            <a:off x="2082800" y="5664200"/>
            <a:ext cx="9499600" cy="3048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Tree>
    <p:extLst>
      <p:ext uri="{BB962C8B-B14F-4D97-AF65-F5344CB8AC3E}">
        <p14:creationId xmlns:p14="http://schemas.microsoft.com/office/powerpoint/2010/main" val="1129421078"/>
      </p:ext>
    </p:extLst>
  </p:cSld>
  <p:clrMapOvr>
    <a:overrideClrMapping bg1="lt1" tx1="dk1" bg2="lt2" tx2="dk2" accent1="accent1" accent2="accent2" accent3="accent3" accent4="accent4" accent5="accent5" accent6="accent6" hlink="hlink" folHlink="folHlink"/>
  </p:clrMapOvr>
  <p:hf sldNum="0" hdr="0" ftr="0" dt="0"/>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正文页-63_23">
    <p:bg>
      <p:bgRef idx="1001">
        <a:schemeClr val="bg2"/>
      </p:bgRef>
    </p:bg>
    <p:spTree>
      <p:nvGrpSpPr>
        <p:cNvPr id="1" name=""/>
        <p:cNvGrpSpPr/>
        <p:nvPr/>
      </p:nvGrpSpPr>
      <p:grpSpPr>
        <a:xfrm>
          <a:off x="0" y="0"/>
          <a:ext cx="0" cy="0"/>
          <a:chOff x="0" y="0"/>
          <a:chExt cx="0" cy="0"/>
        </a:xfrm>
      </p:grpSpPr>
      <p:sp>
        <p:nvSpPr>
          <p:cNvPr id="8" name="日期占位符 7"/>
          <p:cNvSpPr>
            <a:spLocks noGrp="1"/>
          </p:cNvSpPr>
          <p:nvPr>
            <p:ph type="dt" sz="half" idx="10"/>
            <p:custDataLst>
              <p:tags r:id="rId1"/>
            </p:custDataLst>
          </p:nvPr>
        </p:nvSpPr>
        <p:spPr/>
        <p:txBody>
          <a:bodyPr wrap="square">
            <a:normAutofit/>
          </a:bodyPr>
          <a:lstStyle/>
          <a:p>
            <a:fld id="{5592522B-0F24-4480-B9DD-A9474A6880D6}" type="datetimeFigureOut">
              <a:rPr lang="zh-CN" altLang="en-US" smtClean="0"/>
              <a:t>2026/10/10</a:t>
            </a:fld>
            <a:endParaRPr lang="zh-CN" altLang="en-US"/>
          </a:p>
        </p:txBody>
      </p:sp>
      <p:sp>
        <p:nvSpPr>
          <p:cNvPr id="9" name="页脚占位符 8"/>
          <p:cNvSpPr>
            <a:spLocks noGrp="1"/>
          </p:cNvSpPr>
          <p:nvPr>
            <p:ph type="ftr" sz="quarter" idx="11"/>
            <p:custDataLst>
              <p:tags r:id="rId2"/>
            </p:custDataLst>
          </p:nvPr>
        </p:nvSpPr>
        <p:spPr/>
        <p:txBody>
          <a:bodyPr/>
          <a:lstStyle/>
          <a:p>
            <a:endParaRPr lang="zh-CN" altLang="en-US"/>
          </a:p>
        </p:txBody>
      </p:sp>
      <p:sp>
        <p:nvSpPr>
          <p:cNvPr id="10" name="灯片编号占位符 9"/>
          <p:cNvSpPr>
            <a:spLocks noGrp="1"/>
          </p:cNvSpPr>
          <p:nvPr>
            <p:ph type="sldNum" sz="quarter" idx="12"/>
            <p:custDataLst>
              <p:tags r:id="rId3"/>
            </p:custDataLst>
          </p:nvPr>
        </p:nvSpPr>
        <p:spPr/>
        <p:txBody>
          <a:bodyPr wrap="square">
            <a:normAutofit/>
          </a:bodyPr>
          <a:lstStyle/>
          <a:p>
            <a:fld id="{BE5F26B5-172A-4DC2-B0B7-181CFC56B87C}" type="slidenum">
              <a:rPr lang="zh-CN" altLang="en-US" smtClean="0"/>
              <a:t>‹#›</a:t>
            </a:fld>
            <a:endParaRPr lang="zh-CN" altLang="en-US"/>
          </a:p>
        </p:txBody>
      </p:sp>
      <p:sp>
        <p:nvSpPr>
          <p:cNvPr id="11" name="标题 10"/>
          <p:cNvSpPr>
            <a:spLocks noGrp="1"/>
          </p:cNvSpPr>
          <p:nvPr>
            <p:ph type="ctrTitle" idx="16385" hasCustomPrompt="1"/>
            <p:custDataLst>
              <p:tags r:id="rId4"/>
            </p:custDataLst>
          </p:nvPr>
        </p:nvSpPr>
        <p:spPr>
          <a:xfrm>
            <a:off x="609600" y="4089400"/>
            <a:ext cx="3429000" cy="1219200"/>
          </a:xfrm>
          <a:noFill/>
        </p:spPr>
        <p:txBody>
          <a:bodyPr lIns="0" tIns="0" rIns="0" bIns="0" anchor="t">
            <a:normAutofit/>
          </a:bodyPr>
          <a:lstStyle>
            <a:lvl1pPr marL="0" indent="0" algn="l">
              <a:lnSpc>
                <a:spcPct val="111000"/>
              </a:lnSpc>
              <a:spcBef>
                <a:spcPct val="0"/>
              </a:spcBef>
              <a:spcAft>
                <a:spcPct val="0"/>
              </a:spcAft>
              <a:buNone/>
              <a:defRPr sz="3600" b="1" spc="0">
                <a:solidFill>
                  <a:schemeClr val="tx1"/>
                </a:solidFill>
              </a:defRPr>
            </a:lvl1pPr>
          </a:lstStyle>
          <a:p>
            <a:r>
              <a:rPr lang="zh-CN" altLang="en-US"/>
              <a:t>单击此处添加标题</a:t>
            </a:r>
          </a:p>
        </p:txBody>
      </p:sp>
      <p:sp>
        <p:nvSpPr>
          <p:cNvPr id="12" name="内容占位符 11"/>
          <p:cNvSpPr>
            <a:spLocks noGrp="1"/>
          </p:cNvSpPr>
          <p:nvPr>
            <p:ph idx="16392" hasCustomPrompt="1"/>
            <p:custDataLst>
              <p:tags r:id="rId5"/>
            </p:custDataLst>
          </p:nvPr>
        </p:nvSpPr>
        <p:spPr>
          <a:xfrm>
            <a:off x="609600" y="609600"/>
            <a:ext cx="10972800" cy="2946400"/>
          </a:xfrm>
          <a:custGeom>
            <a:avLst/>
            <a:gdLst>
              <a:gd name="connisteX0" fmla="*/ 0 w 10972800"/>
              <a:gd name="connsiteY0" fmla="*/ 203200 h 2946400"/>
              <a:gd name="connisteX1" fmla="*/ 203200 w 10972800"/>
              <a:gd name="connsiteY1" fmla="*/ 0 h 2946400"/>
              <a:gd name="connisteX2" fmla="*/ 10769600 w 10972800"/>
              <a:gd name="connsiteY2" fmla="*/ 0 h 2946400"/>
              <a:gd name="connisteX3" fmla="*/ 10972800 w 10972800"/>
              <a:gd name="connsiteY3" fmla="*/ 203200 h 2946400"/>
              <a:gd name="connisteX4" fmla="*/ 10972800 w 10972800"/>
              <a:gd name="connsiteY4" fmla="*/ 2743200 h 2946400"/>
              <a:gd name="connisteX5" fmla="*/ 10769600 w 10972800"/>
              <a:gd name="connsiteY5" fmla="*/ 2946400 h 2946400"/>
              <a:gd name="connisteX6" fmla="*/ 203200 w 10972800"/>
              <a:gd name="connsiteY6" fmla="*/ 2946400 h 2946400"/>
              <a:gd name="connisteX7" fmla="*/ 0 w 10972800"/>
              <a:gd name="connsiteY7" fmla="*/ 2743200 h 2946400"/>
              <a:gd name="connisteX8" fmla="*/ 0 w 10972800"/>
              <a:gd name="connsiteY8" fmla="*/ 203200 h 2946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10972800" h="2946400">
                <a:moveTo>
                  <a:pt x="0" y="203200"/>
                </a:moveTo>
                <a:cubicBezTo>
                  <a:pt x="0" y="90976"/>
                  <a:pt x="90976" y="0"/>
                  <a:pt x="203200" y="0"/>
                </a:cubicBezTo>
                <a:lnTo>
                  <a:pt x="10769600" y="0"/>
                </a:lnTo>
                <a:cubicBezTo>
                  <a:pt x="10881824" y="0"/>
                  <a:pt x="10972800" y="90976"/>
                  <a:pt x="10972800" y="203200"/>
                </a:cubicBezTo>
                <a:lnTo>
                  <a:pt x="10972800" y="2743200"/>
                </a:lnTo>
                <a:cubicBezTo>
                  <a:pt x="10972800" y="2855424"/>
                  <a:pt x="10881824" y="2946400"/>
                  <a:pt x="10769600" y="2946400"/>
                </a:cubicBezTo>
                <a:lnTo>
                  <a:pt x="203200" y="2946400"/>
                </a:lnTo>
                <a:cubicBezTo>
                  <a:pt x="90976" y="2946400"/>
                  <a:pt x="0" y="2855424"/>
                  <a:pt x="0" y="2743200"/>
                </a:cubicBezTo>
                <a:lnTo>
                  <a:pt x="0" y="203200"/>
                </a:lnTo>
                <a:close/>
              </a:path>
            </a:pathLst>
          </a:custGeom>
          <a:solidFill>
            <a:srgbClr val="DDDDDD"/>
          </a:solidFill>
          <a:ln>
            <a:noFill/>
          </a:ln>
        </p:spPr>
        <p:txBody>
          <a:bodyPr>
            <a:norm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13" name="文本占位符 12"/>
          <p:cNvSpPr>
            <a:spLocks noGrp="1"/>
          </p:cNvSpPr>
          <p:nvPr>
            <p:ph type="body" idx="16386" hasCustomPrompt="1"/>
            <p:custDataLst>
              <p:tags r:id="rId6"/>
            </p:custDataLst>
          </p:nvPr>
        </p:nvSpPr>
        <p:spPr>
          <a:xfrm>
            <a:off x="4648200" y="4165600"/>
            <a:ext cx="19050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项标题</a:t>
            </a:r>
          </a:p>
        </p:txBody>
      </p:sp>
      <p:sp>
        <p:nvSpPr>
          <p:cNvPr id="14" name="文本占位符 13"/>
          <p:cNvSpPr>
            <a:spLocks noGrp="1"/>
          </p:cNvSpPr>
          <p:nvPr>
            <p:ph type="body" idx="16387" hasCustomPrompt="1"/>
            <p:custDataLst>
              <p:tags r:id="rId7"/>
            </p:custDataLst>
          </p:nvPr>
        </p:nvSpPr>
        <p:spPr>
          <a:xfrm>
            <a:off x="4648200" y="4724400"/>
            <a:ext cx="1905000" cy="15240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
        <p:nvSpPr>
          <p:cNvPr id="15" name="文本占位符 14"/>
          <p:cNvSpPr>
            <a:spLocks noGrp="1"/>
          </p:cNvSpPr>
          <p:nvPr>
            <p:ph type="body" idx="16388" hasCustomPrompt="1"/>
            <p:custDataLst>
              <p:tags r:id="rId8"/>
            </p:custDataLst>
          </p:nvPr>
        </p:nvSpPr>
        <p:spPr>
          <a:xfrm>
            <a:off x="7162800" y="4165600"/>
            <a:ext cx="19050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项标题</a:t>
            </a:r>
          </a:p>
        </p:txBody>
      </p:sp>
      <p:sp>
        <p:nvSpPr>
          <p:cNvPr id="16" name="文本占位符 15"/>
          <p:cNvSpPr>
            <a:spLocks noGrp="1"/>
          </p:cNvSpPr>
          <p:nvPr>
            <p:ph type="body" idx="16389" hasCustomPrompt="1"/>
            <p:custDataLst>
              <p:tags r:id="rId9"/>
            </p:custDataLst>
          </p:nvPr>
        </p:nvSpPr>
        <p:spPr>
          <a:xfrm>
            <a:off x="7162800" y="4724400"/>
            <a:ext cx="1905000" cy="15240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
        <p:nvSpPr>
          <p:cNvPr id="17" name="文本占位符 16"/>
          <p:cNvSpPr>
            <a:spLocks noGrp="1"/>
          </p:cNvSpPr>
          <p:nvPr>
            <p:ph type="body" idx="16390" hasCustomPrompt="1"/>
            <p:custDataLst>
              <p:tags r:id="rId10"/>
            </p:custDataLst>
          </p:nvPr>
        </p:nvSpPr>
        <p:spPr>
          <a:xfrm>
            <a:off x="9677400" y="4165600"/>
            <a:ext cx="19050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项标题</a:t>
            </a:r>
          </a:p>
        </p:txBody>
      </p:sp>
      <p:sp>
        <p:nvSpPr>
          <p:cNvPr id="18" name="文本占位符 17"/>
          <p:cNvSpPr>
            <a:spLocks noGrp="1"/>
          </p:cNvSpPr>
          <p:nvPr>
            <p:ph type="body" idx="16391" hasCustomPrompt="1"/>
            <p:custDataLst>
              <p:tags r:id="rId11"/>
            </p:custDataLst>
          </p:nvPr>
        </p:nvSpPr>
        <p:spPr>
          <a:xfrm>
            <a:off x="9677400" y="4724400"/>
            <a:ext cx="1905000" cy="15240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Tree>
    <p:extLst>
      <p:ext uri="{BB962C8B-B14F-4D97-AF65-F5344CB8AC3E}">
        <p14:creationId xmlns:p14="http://schemas.microsoft.com/office/powerpoint/2010/main" val="3512440763"/>
      </p:ext>
    </p:extLst>
  </p:cSld>
  <p:clrMapOvr>
    <a:overrideClrMapping bg1="lt1" tx1="dk1" bg2="lt2" tx2="dk2" accent1="accent1" accent2="accent2" accent3="accent3" accent4="accent4" accent5="accent5" accent6="accent6" hlink="hlink" folHlink="folHlink"/>
  </p:clrMapOvr>
  <p:hf sldNum="0" hdr="0" ftr="0" dt="0"/>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正文页-51_16">
    <p:bg>
      <p:bgRef idx="1001">
        <a:schemeClr val="bg2"/>
      </p:bgRef>
    </p:bg>
    <p:spTree>
      <p:nvGrpSpPr>
        <p:cNvPr id="1" name=""/>
        <p:cNvGrpSpPr/>
        <p:nvPr/>
      </p:nvGrpSpPr>
      <p:grpSpPr>
        <a:xfrm>
          <a:off x="0" y="0"/>
          <a:ext cx="0" cy="0"/>
          <a:chOff x="0" y="0"/>
          <a:chExt cx="0" cy="0"/>
        </a:xfrm>
      </p:grpSpPr>
      <p:sp>
        <p:nvSpPr>
          <p:cNvPr id="8" name="日期占位符 7"/>
          <p:cNvSpPr>
            <a:spLocks noGrp="1"/>
          </p:cNvSpPr>
          <p:nvPr>
            <p:ph type="dt" sz="half" idx="10"/>
            <p:custDataLst>
              <p:tags r:id="rId1"/>
            </p:custDataLst>
          </p:nvPr>
        </p:nvSpPr>
        <p:spPr/>
        <p:txBody>
          <a:bodyPr wrap="square">
            <a:normAutofit/>
          </a:bodyPr>
          <a:lstStyle/>
          <a:p>
            <a:fld id="{5592522B-0F24-4480-B9DD-A9474A6880D6}" type="datetimeFigureOut">
              <a:rPr lang="zh-CN" altLang="en-US" smtClean="0"/>
              <a:t>2026/10/10</a:t>
            </a:fld>
            <a:endParaRPr lang="zh-CN" altLang="en-US"/>
          </a:p>
        </p:txBody>
      </p:sp>
      <p:sp>
        <p:nvSpPr>
          <p:cNvPr id="9" name="页脚占位符 8"/>
          <p:cNvSpPr>
            <a:spLocks noGrp="1"/>
          </p:cNvSpPr>
          <p:nvPr>
            <p:ph type="ftr" sz="quarter" idx="11"/>
            <p:custDataLst>
              <p:tags r:id="rId2"/>
            </p:custDataLst>
          </p:nvPr>
        </p:nvSpPr>
        <p:spPr/>
        <p:txBody>
          <a:bodyPr/>
          <a:lstStyle/>
          <a:p>
            <a:endParaRPr lang="zh-CN" altLang="en-US"/>
          </a:p>
        </p:txBody>
      </p:sp>
      <p:sp>
        <p:nvSpPr>
          <p:cNvPr id="10" name="灯片编号占位符 9"/>
          <p:cNvSpPr>
            <a:spLocks noGrp="1"/>
          </p:cNvSpPr>
          <p:nvPr>
            <p:ph type="sldNum" sz="quarter" idx="12"/>
            <p:custDataLst>
              <p:tags r:id="rId3"/>
            </p:custDataLst>
          </p:nvPr>
        </p:nvSpPr>
        <p:spPr/>
        <p:txBody>
          <a:bodyPr wrap="square">
            <a:normAutofit/>
          </a:bodyPr>
          <a:lstStyle/>
          <a:p>
            <a:fld id="{BE5F26B5-172A-4DC2-B0B7-181CFC56B87C}" type="slidenum">
              <a:rPr lang="zh-CN" altLang="en-US" smtClean="0"/>
              <a:t>‹#›</a:t>
            </a:fld>
            <a:endParaRPr lang="zh-CN" altLang="en-US"/>
          </a:p>
        </p:txBody>
      </p:sp>
      <p:sp>
        <p:nvSpPr>
          <p:cNvPr id="11" name="标题 10"/>
          <p:cNvSpPr>
            <a:spLocks noGrp="1"/>
          </p:cNvSpPr>
          <p:nvPr>
            <p:ph type="ctrTitle" idx="16385" hasCustomPrompt="1"/>
            <p:custDataLst>
              <p:tags r:id="rId4"/>
            </p:custDataLst>
          </p:nvPr>
        </p:nvSpPr>
        <p:spPr>
          <a:xfrm>
            <a:off x="609600" y="3479800"/>
            <a:ext cx="10972800" cy="609600"/>
          </a:xfrm>
          <a:noFill/>
        </p:spPr>
        <p:txBody>
          <a:bodyPr lIns="0" tIns="0" rIns="0" bIns="0" anchor="t">
            <a:normAutofit/>
          </a:bodyPr>
          <a:lstStyle>
            <a:lvl1pPr marL="0" indent="0" algn="l">
              <a:lnSpc>
                <a:spcPct val="111000"/>
              </a:lnSpc>
              <a:spcBef>
                <a:spcPct val="0"/>
              </a:spcBef>
              <a:spcAft>
                <a:spcPct val="0"/>
              </a:spcAft>
              <a:buNone/>
              <a:defRPr sz="3600" b="1" spc="0">
                <a:solidFill>
                  <a:schemeClr val="tx1"/>
                </a:solidFill>
              </a:defRPr>
            </a:lvl1pPr>
          </a:lstStyle>
          <a:p>
            <a:r>
              <a:rPr lang="zh-CN" altLang="en-US"/>
              <a:t>单击此处添加标题</a:t>
            </a:r>
          </a:p>
        </p:txBody>
      </p:sp>
      <p:sp>
        <p:nvSpPr>
          <p:cNvPr id="12" name="内容占位符 11"/>
          <p:cNvSpPr>
            <a:spLocks noGrp="1"/>
          </p:cNvSpPr>
          <p:nvPr>
            <p:ph idx="16392" hasCustomPrompt="1"/>
            <p:custDataLst>
              <p:tags r:id="rId5"/>
            </p:custDataLst>
          </p:nvPr>
        </p:nvSpPr>
        <p:spPr>
          <a:xfrm>
            <a:off x="609600" y="609600"/>
            <a:ext cx="10972800" cy="2336800"/>
          </a:xfrm>
          <a:custGeom>
            <a:avLst/>
            <a:gdLst>
              <a:gd name="connisteX0" fmla="*/ 0 w 10972800"/>
              <a:gd name="connsiteY0" fmla="*/ 203200 h 2336800"/>
              <a:gd name="connisteX1" fmla="*/ 203200 w 10972800"/>
              <a:gd name="connsiteY1" fmla="*/ 0 h 2336800"/>
              <a:gd name="connisteX2" fmla="*/ 10769600 w 10972800"/>
              <a:gd name="connsiteY2" fmla="*/ 0 h 2336800"/>
              <a:gd name="connisteX3" fmla="*/ 10972800 w 10972800"/>
              <a:gd name="connsiteY3" fmla="*/ 203200 h 2336800"/>
              <a:gd name="connisteX4" fmla="*/ 10972800 w 10972800"/>
              <a:gd name="connsiteY4" fmla="*/ 2133600 h 2336800"/>
              <a:gd name="connisteX5" fmla="*/ 10769600 w 10972800"/>
              <a:gd name="connsiteY5" fmla="*/ 2336800 h 2336800"/>
              <a:gd name="connisteX6" fmla="*/ 203200 w 10972800"/>
              <a:gd name="connsiteY6" fmla="*/ 2336800 h 2336800"/>
              <a:gd name="connisteX7" fmla="*/ 0 w 10972800"/>
              <a:gd name="connsiteY7" fmla="*/ 2133600 h 2336800"/>
              <a:gd name="connisteX8" fmla="*/ 0 w 10972800"/>
              <a:gd name="connsiteY8" fmla="*/ 203200 h 2336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10972800" h="2336800">
                <a:moveTo>
                  <a:pt x="0" y="203200"/>
                </a:moveTo>
                <a:cubicBezTo>
                  <a:pt x="0" y="90976"/>
                  <a:pt x="90976" y="0"/>
                  <a:pt x="203200" y="0"/>
                </a:cubicBezTo>
                <a:lnTo>
                  <a:pt x="10769600" y="0"/>
                </a:lnTo>
                <a:cubicBezTo>
                  <a:pt x="10881824" y="0"/>
                  <a:pt x="10972800" y="90976"/>
                  <a:pt x="10972800" y="203200"/>
                </a:cubicBezTo>
                <a:lnTo>
                  <a:pt x="10972800" y="2133600"/>
                </a:lnTo>
                <a:cubicBezTo>
                  <a:pt x="10972800" y="2245824"/>
                  <a:pt x="10881824" y="2336800"/>
                  <a:pt x="10769600" y="2336800"/>
                </a:cubicBezTo>
                <a:lnTo>
                  <a:pt x="203200" y="2336800"/>
                </a:lnTo>
                <a:cubicBezTo>
                  <a:pt x="90976" y="2336800"/>
                  <a:pt x="0" y="2245824"/>
                  <a:pt x="0" y="2133600"/>
                </a:cubicBezTo>
                <a:lnTo>
                  <a:pt x="0" y="203200"/>
                </a:lnTo>
                <a:close/>
              </a:path>
            </a:pathLst>
          </a:custGeom>
          <a:solidFill>
            <a:srgbClr val="DDDDDD"/>
          </a:solidFill>
          <a:ln>
            <a:noFill/>
          </a:ln>
        </p:spPr>
        <p:txBody>
          <a:bodyPr>
            <a:norm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13" name="文本占位符 12"/>
          <p:cNvSpPr>
            <a:spLocks noGrp="1"/>
          </p:cNvSpPr>
          <p:nvPr>
            <p:ph type="body" idx="16386" hasCustomPrompt="1"/>
            <p:custDataLst>
              <p:tags r:id="rId6"/>
            </p:custDataLst>
          </p:nvPr>
        </p:nvSpPr>
        <p:spPr>
          <a:xfrm>
            <a:off x="609600" y="4470400"/>
            <a:ext cx="32512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14" name="文本占位符 13"/>
          <p:cNvSpPr>
            <a:spLocks noGrp="1"/>
          </p:cNvSpPr>
          <p:nvPr>
            <p:ph type="body" idx="16387" hasCustomPrompt="1"/>
            <p:custDataLst>
              <p:tags r:id="rId7"/>
            </p:custDataLst>
          </p:nvPr>
        </p:nvSpPr>
        <p:spPr>
          <a:xfrm>
            <a:off x="609600" y="5029200"/>
            <a:ext cx="3251200" cy="12192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
        <p:nvSpPr>
          <p:cNvPr id="15" name="文本占位符 14"/>
          <p:cNvSpPr>
            <a:spLocks noGrp="1"/>
          </p:cNvSpPr>
          <p:nvPr>
            <p:ph type="body" idx="16388" hasCustomPrompt="1"/>
            <p:custDataLst>
              <p:tags r:id="rId8"/>
            </p:custDataLst>
          </p:nvPr>
        </p:nvSpPr>
        <p:spPr>
          <a:xfrm>
            <a:off x="4470400" y="4470400"/>
            <a:ext cx="32512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16" name="文本占位符 15"/>
          <p:cNvSpPr>
            <a:spLocks noGrp="1"/>
          </p:cNvSpPr>
          <p:nvPr>
            <p:ph type="body" idx="16389" hasCustomPrompt="1"/>
            <p:custDataLst>
              <p:tags r:id="rId9"/>
            </p:custDataLst>
          </p:nvPr>
        </p:nvSpPr>
        <p:spPr>
          <a:xfrm>
            <a:off x="4470400" y="5029200"/>
            <a:ext cx="3251200" cy="12192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
        <p:nvSpPr>
          <p:cNvPr id="17" name="文本占位符 16"/>
          <p:cNvSpPr>
            <a:spLocks noGrp="1"/>
          </p:cNvSpPr>
          <p:nvPr>
            <p:ph type="body" idx="16390" hasCustomPrompt="1"/>
            <p:custDataLst>
              <p:tags r:id="rId10"/>
            </p:custDataLst>
          </p:nvPr>
        </p:nvSpPr>
        <p:spPr>
          <a:xfrm>
            <a:off x="8331200" y="4470400"/>
            <a:ext cx="32512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18" name="文本占位符 17"/>
          <p:cNvSpPr>
            <a:spLocks noGrp="1"/>
          </p:cNvSpPr>
          <p:nvPr>
            <p:ph type="body" idx="16391" hasCustomPrompt="1"/>
            <p:custDataLst>
              <p:tags r:id="rId11"/>
            </p:custDataLst>
          </p:nvPr>
        </p:nvSpPr>
        <p:spPr>
          <a:xfrm>
            <a:off x="8331200" y="5029200"/>
            <a:ext cx="3251200" cy="12192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Tree>
    <p:extLst>
      <p:ext uri="{BB962C8B-B14F-4D97-AF65-F5344CB8AC3E}">
        <p14:creationId xmlns:p14="http://schemas.microsoft.com/office/powerpoint/2010/main" val="285729704"/>
      </p:ext>
    </p:extLst>
  </p:cSld>
  <p:clrMapOvr>
    <a:overrideClrMapping bg1="lt1" tx1="dk1" bg2="lt2" tx2="dk2" accent1="accent1" accent2="accent2" accent3="accent3" accent4="accent4" accent5="accent5" accent6="accent6" hlink="hlink" folHlink="folHlink"/>
  </p:clrMapOvr>
  <p:hf sldNum="0" hdr="0" ftr="0" dt="0"/>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正文页-31_33">
    <p:bg>
      <p:bgRef idx="1001">
        <a:schemeClr val="bg2"/>
      </p:bgRef>
    </p:bg>
    <p:spTree>
      <p:nvGrpSpPr>
        <p:cNvPr id="1" name=""/>
        <p:cNvGrpSpPr/>
        <p:nvPr/>
      </p:nvGrpSpPr>
      <p:grpSpPr>
        <a:xfrm>
          <a:off x="0" y="0"/>
          <a:ext cx="0" cy="0"/>
          <a:chOff x="0" y="0"/>
          <a:chExt cx="0" cy="0"/>
        </a:xfrm>
      </p:grpSpPr>
      <p:sp>
        <p:nvSpPr>
          <p:cNvPr id="8" name="日期占位符 7"/>
          <p:cNvSpPr>
            <a:spLocks noGrp="1"/>
          </p:cNvSpPr>
          <p:nvPr>
            <p:ph type="dt" sz="half" idx="10"/>
            <p:custDataLst>
              <p:tags r:id="rId1"/>
            </p:custDataLst>
          </p:nvPr>
        </p:nvSpPr>
        <p:spPr/>
        <p:txBody>
          <a:bodyPr wrap="square">
            <a:normAutofit/>
          </a:bodyPr>
          <a:lstStyle/>
          <a:p>
            <a:fld id="{5592522B-0F24-4480-B9DD-A9474A6880D6}" type="datetimeFigureOut">
              <a:rPr lang="zh-CN" altLang="en-US" smtClean="0"/>
              <a:t>2026/10/10</a:t>
            </a:fld>
            <a:endParaRPr lang="zh-CN" altLang="en-US"/>
          </a:p>
        </p:txBody>
      </p:sp>
      <p:sp>
        <p:nvSpPr>
          <p:cNvPr id="9" name="页脚占位符 8"/>
          <p:cNvSpPr>
            <a:spLocks noGrp="1"/>
          </p:cNvSpPr>
          <p:nvPr>
            <p:ph type="ftr" sz="quarter" idx="11"/>
            <p:custDataLst>
              <p:tags r:id="rId2"/>
            </p:custDataLst>
          </p:nvPr>
        </p:nvSpPr>
        <p:spPr/>
        <p:txBody>
          <a:bodyPr/>
          <a:lstStyle/>
          <a:p>
            <a:endParaRPr lang="zh-CN" altLang="en-US"/>
          </a:p>
        </p:txBody>
      </p:sp>
      <p:sp>
        <p:nvSpPr>
          <p:cNvPr id="10" name="灯片编号占位符 9"/>
          <p:cNvSpPr>
            <a:spLocks noGrp="1"/>
          </p:cNvSpPr>
          <p:nvPr>
            <p:ph type="sldNum" sz="quarter" idx="12"/>
            <p:custDataLst>
              <p:tags r:id="rId3"/>
            </p:custDataLst>
          </p:nvPr>
        </p:nvSpPr>
        <p:spPr/>
        <p:txBody>
          <a:bodyPr wrap="square">
            <a:normAutofit/>
          </a:bodyPr>
          <a:lstStyle/>
          <a:p>
            <a:fld id="{BE5F26B5-172A-4DC2-B0B7-181CFC56B87C}" type="slidenum">
              <a:rPr lang="zh-CN" altLang="en-US" smtClean="0"/>
              <a:t>‹#›</a:t>
            </a:fld>
            <a:endParaRPr lang="zh-CN" altLang="en-US"/>
          </a:p>
        </p:txBody>
      </p:sp>
      <p:sp>
        <p:nvSpPr>
          <p:cNvPr id="11" name="标题 10"/>
          <p:cNvSpPr>
            <a:spLocks noGrp="1"/>
          </p:cNvSpPr>
          <p:nvPr>
            <p:ph type="ctrTitle" idx="16385" hasCustomPrompt="1"/>
            <p:custDataLst>
              <p:tags r:id="rId4"/>
            </p:custDataLst>
          </p:nvPr>
        </p:nvSpPr>
        <p:spPr>
          <a:xfrm>
            <a:off x="609600" y="533400"/>
            <a:ext cx="10972800" cy="609600"/>
          </a:xfrm>
          <a:noFill/>
        </p:spPr>
        <p:txBody>
          <a:bodyPr lIns="0" tIns="0" rIns="0" bIns="0" anchor="t">
            <a:normAutofit/>
          </a:bodyPr>
          <a:lstStyle>
            <a:lvl1pPr marL="0" indent="0" algn="l">
              <a:lnSpc>
                <a:spcPct val="111000"/>
              </a:lnSpc>
              <a:spcBef>
                <a:spcPct val="0"/>
              </a:spcBef>
              <a:spcAft>
                <a:spcPct val="0"/>
              </a:spcAft>
              <a:buNone/>
              <a:defRPr sz="3600" b="1" spc="0">
                <a:solidFill>
                  <a:schemeClr val="tx1"/>
                </a:solidFill>
              </a:defRPr>
            </a:lvl1pPr>
          </a:lstStyle>
          <a:p>
            <a:r>
              <a:rPr lang="zh-CN" altLang="en-US"/>
              <a:t>单击此处添加标题</a:t>
            </a:r>
          </a:p>
        </p:txBody>
      </p:sp>
      <p:sp>
        <p:nvSpPr>
          <p:cNvPr id="12" name="装饰  1"/>
          <p:cNvSpPr>
            <a:spLocks noGrp="1"/>
          </p:cNvSpPr>
          <p:nvPr>
            <p:ph type="body" idx="16394" hasCustomPrompt="1"/>
            <p:custDataLst>
              <p:tags r:id="rId5"/>
            </p:custDataLst>
          </p:nvPr>
        </p:nvSpPr>
        <p:spPr>
          <a:xfrm>
            <a:off x="609600" y="1524000"/>
            <a:ext cx="5334000" cy="2209800"/>
          </a:xfrm>
          <a:custGeom>
            <a:avLst/>
            <a:gdLst>
              <a:gd name="connisteX0" fmla="*/ 0 w 5334000"/>
              <a:gd name="connsiteY0" fmla="*/ 203200 h 2209800"/>
              <a:gd name="connisteX1" fmla="*/ 203200 w 5334000"/>
              <a:gd name="connsiteY1" fmla="*/ 0 h 2209800"/>
              <a:gd name="connisteX2" fmla="*/ 5130800 w 5334000"/>
              <a:gd name="connsiteY2" fmla="*/ 0 h 2209800"/>
              <a:gd name="connisteX3" fmla="*/ 5334000 w 5334000"/>
              <a:gd name="connsiteY3" fmla="*/ 203200 h 2209800"/>
              <a:gd name="connisteX4" fmla="*/ 5334000 w 5334000"/>
              <a:gd name="connsiteY4" fmla="*/ 2006600 h 2209800"/>
              <a:gd name="connisteX5" fmla="*/ 5130800 w 5334000"/>
              <a:gd name="connsiteY5" fmla="*/ 2209800 h 2209800"/>
              <a:gd name="connisteX6" fmla="*/ 203200 w 5334000"/>
              <a:gd name="connsiteY6" fmla="*/ 2209800 h 2209800"/>
              <a:gd name="connisteX7" fmla="*/ 0 w 5334000"/>
              <a:gd name="connsiteY7" fmla="*/ 2006600 h 2209800"/>
              <a:gd name="connisteX8" fmla="*/ 0 w 5334000"/>
              <a:gd name="connsiteY8" fmla="*/ 203200 h 2209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5334000" h="2209800">
                <a:moveTo>
                  <a:pt x="0" y="203200"/>
                </a:moveTo>
                <a:cubicBezTo>
                  <a:pt x="0" y="90976"/>
                  <a:pt x="90976" y="0"/>
                  <a:pt x="203200" y="0"/>
                </a:cubicBezTo>
                <a:lnTo>
                  <a:pt x="5130800" y="0"/>
                </a:lnTo>
                <a:cubicBezTo>
                  <a:pt x="5243024" y="0"/>
                  <a:pt x="5334000" y="90976"/>
                  <a:pt x="5334000" y="203200"/>
                </a:cubicBezTo>
                <a:lnTo>
                  <a:pt x="5334000" y="2006600"/>
                </a:lnTo>
                <a:cubicBezTo>
                  <a:pt x="5334000" y="2118824"/>
                  <a:pt x="5243024" y="2209800"/>
                  <a:pt x="5130800" y="2209800"/>
                </a:cubicBezTo>
                <a:lnTo>
                  <a:pt x="203200" y="2209800"/>
                </a:lnTo>
                <a:cubicBezTo>
                  <a:pt x="90976" y="2209800"/>
                  <a:pt x="0" y="2118824"/>
                  <a:pt x="0" y="2006600"/>
                </a:cubicBezTo>
                <a:lnTo>
                  <a:pt x="0" y="203200"/>
                </a:lnTo>
                <a:close/>
              </a:path>
            </a:pathLst>
          </a:custGeom>
          <a:gradFill>
            <a:gsLst>
              <a:gs pos="0">
                <a:schemeClr val="accent1">
                  <a:lumMod val="0"/>
                  <a:lumOff val="100000"/>
                </a:schemeClr>
              </a:gs>
              <a:gs pos="100000">
                <a:schemeClr val="accent1">
                  <a:lumMod val="0"/>
                  <a:lumOff val="100000"/>
                </a:schemeClr>
              </a:gs>
            </a:gsLst>
            <a:lin ang="5400000"/>
          </a:gra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13" name="图片占位符 12"/>
          <p:cNvSpPr>
            <a:spLocks noGrp="1"/>
          </p:cNvSpPr>
          <p:nvPr>
            <p:ph type="pic" idx="16395" hasCustomPrompt="1"/>
            <p:custDataLst>
              <p:tags r:id="rId6"/>
            </p:custDataLst>
          </p:nvPr>
        </p:nvSpPr>
        <p:spPr>
          <a:xfrm>
            <a:off x="914400" y="2019300"/>
            <a:ext cx="1219200" cy="1219200"/>
          </a:xfrm>
          <a:custGeom>
            <a:avLst/>
            <a:gdLst>
              <a:gd name="connisteX0" fmla="*/ 0 w 1219200"/>
              <a:gd name="connsiteY0" fmla="*/ 609600 h 1219200"/>
              <a:gd name="connisteX1" fmla="*/ 609600 w 1219200"/>
              <a:gd name="connsiteY1" fmla="*/ 0 h 1219200"/>
              <a:gd name="connisteX2" fmla="*/ 609600 w 1219200"/>
              <a:gd name="connsiteY2" fmla="*/ 0 h 1219200"/>
              <a:gd name="connisteX3" fmla="*/ 1219200 w 1219200"/>
              <a:gd name="connsiteY3" fmla="*/ 609600 h 1219200"/>
              <a:gd name="connisteX4" fmla="*/ 1219200 w 1219200"/>
              <a:gd name="connsiteY4" fmla="*/ 609600 h 1219200"/>
              <a:gd name="connisteX5" fmla="*/ 609600 w 1219200"/>
              <a:gd name="connsiteY5" fmla="*/ 1219200 h 1219200"/>
              <a:gd name="connisteX6" fmla="*/ 609600 w 1219200"/>
              <a:gd name="connsiteY6" fmla="*/ 1219200 h 1219200"/>
              <a:gd name="connisteX7" fmla="*/ 0 w 1219200"/>
              <a:gd name="connsiteY7" fmla="*/ 609600 h 1219200"/>
              <a:gd name="connisteX8" fmla="*/ 0 w 1219200"/>
              <a:gd name="connsiteY8" fmla="*/ 609600 h 12192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1219200" h="1219200">
                <a:moveTo>
                  <a:pt x="0" y="609600"/>
                </a:moveTo>
                <a:cubicBezTo>
                  <a:pt x="0" y="272927"/>
                  <a:pt x="272927" y="0"/>
                  <a:pt x="609600" y="0"/>
                </a:cubicBezTo>
                <a:lnTo>
                  <a:pt x="609600" y="0"/>
                </a:lnTo>
                <a:cubicBezTo>
                  <a:pt x="946273" y="0"/>
                  <a:pt x="1219200" y="272927"/>
                  <a:pt x="1219200" y="609600"/>
                </a:cubicBezTo>
                <a:lnTo>
                  <a:pt x="1219200" y="609600"/>
                </a:lnTo>
                <a:cubicBezTo>
                  <a:pt x="1219200" y="946273"/>
                  <a:pt x="946273" y="1219200"/>
                  <a:pt x="609600" y="1219200"/>
                </a:cubicBezTo>
                <a:lnTo>
                  <a:pt x="609600" y="1219200"/>
                </a:lnTo>
                <a:cubicBezTo>
                  <a:pt x="272927" y="1219200"/>
                  <a:pt x="0" y="946273"/>
                  <a:pt x="0" y="609600"/>
                </a:cubicBezTo>
                <a:lnTo>
                  <a:pt x="0" y="609600"/>
                </a:lnTo>
                <a:close/>
              </a:path>
            </a:pathLst>
          </a:custGeo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p>
        </p:txBody>
      </p:sp>
      <p:sp>
        <p:nvSpPr>
          <p:cNvPr id="14" name="文本占位符 13"/>
          <p:cNvSpPr>
            <a:spLocks noGrp="1"/>
          </p:cNvSpPr>
          <p:nvPr>
            <p:ph type="body" idx="16386" hasCustomPrompt="1"/>
            <p:custDataLst>
              <p:tags r:id="rId7"/>
            </p:custDataLst>
          </p:nvPr>
        </p:nvSpPr>
        <p:spPr>
          <a:xfrm>
            <a:off x="2387600" y="1917700"/>
            <a:ext cx="3251200" cy="406400"/>
          </a:xfrm>
          <a:noFill/>
        </p:spPr>
        <p:txBody>
          <a:bodyPr lIns="0" tIns="0" rIns="0" bIns="0" anchor="ctr">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15" name="文本占位符 14"/>
          <p:cNvSpPr>
            <a:spLocks noGrp="1"/>
          </p:cNvSpPr>
          <p:nvPr>
            <p:ph type="body" idx="16387" hasCustomPrompt="1"/>
            <p:custDataLst>
              <p:tags r:id="rId8"/>
            </p:custDataLst>
          </p:nvPr>
        </p:nvSpPr>
        <p:spPr>
          <a:xfrm>
            <a:off x="2387600" y="2425700"/>
            <a:ext cx="3251200" cy="9144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
        <p:nvSpPr>
          <p:cNvPr id="16" name="装饰  5"/>
          <p:cNvSpPr>
            <a:spLocks noGrp="1"/>
          </p:cNvSpPr>
          <p:nvPr>
            <p:ph type="body" idx="16396" hasCustomPrompt="1"/>
            <p:custDataLst>
              <p:tags r:id="rId9"/>
            </p:custDataLst>
          </p:nvPr>
        </p:nvSpPr>
        <p:spPr>
          <a:xfrm>
            <a:off x="6248400" y="1524000"/>
            <a:ext cx="5334000" cy="2209800"/>
          </a:xfrm>
          <a:custGeom>
            <a:avLst/>
            <a:gdLst>
              <a:gd name="connisteX0" fmla="*/ 0 w 5334000"/>
              <a:gd name="connsiteY0" fmla="*/ 203200 h 2209800"/>
              <a:gd name="connisteX1" fmla="*/ 203200 w 5334000"/>
              <a:gd name="connsiteY1" fmla="*/ 0 h 2209800"/>
              <a:gd name="connisteX2" fmla="*/ 5130800 w 5334000"/>
              <a:gd name="connsiteY2" fmla="*/ 0 h 2209800"/>
              <a:gd name="connisteX3" fmla="*/ 5334000 w 5334000"/>
              <a:gd name="connsiteY3" fmla="*/ 203200 h 2209800"/>
              <a:gd name="connisteX4" fmla="*/ 5334000 w 5334000"/>
              <a:gd name="connsiteY4" fmla="*/ 2006600 h 2209800"/>
              <a:gd name="connisteX5" fmla="*/ 5130800 w 5334000"/>
              <a:gd name="connsiteY5" fmla="*/ 2209800 h 2209800"/>
              <a:gd name="connisteX6" fmla="*/ 203200 w 5334000"/>
              <a:gd name="connsiteY6" fmla="*/ 2209800 h 2209800"/>
              <a:gd name="connisteX7" fmla="*/ 0 w 5334000"/>
              <a:gd name="connsiteY7" fmla="*/ 2006600 h 2209800"/>
              <a:gd name="connisteX8" fmla="*/ 0 w 5334000"/>
              <a:gd name="connsiteY8" fmla="*/ 203200 h 2209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5334000" h="2209800">
                <a:moveTo>
                  <a:pt x="0" y="203200"/>
                </a:moveTo>
                <a:cubicBezTo>
                  <a:pt x="0" y="90976"/>
                  <a:pt x="90976" y="0"/>
                  <a:pt x="203200" y="0"/>
                </a:cubicBezTo>
                <a:lnTo>
                  <a:pt x="5130800" y="0"/>
                </a:lnTo>
                <a:cubicBezTo>
                  <a:pt x="5243024" y="0"/>
                  <a:pt x="5334000" y="90976"/>
                  <a:pt x="5334000" y="203200"/>
                </a:cubicBezTo>
                <a:lnTo>
                  <a:pt x="5334000" y="2006600"/>
                </a:lnTo>
                <a:cubicBezTo>
                  <a:pt x="5334000" y="2118824"/>
                  <a:pt x="5243024" y="2209800"/>
                  <a:pt x="5130800" y="2209800"/>
                </a:cubicBezTo>
                <a:lnTo>
                  <a:pt x="203200" y="2209800"/>
                </a:lnTo>
                <a:cubicBezTo>
                  <a:pt x="90976" y="2209800"/>
                  <a:pt x="0" y="2118824"/>
                  <a:pt x="0" y="2006600"/>
                </a:cubicBezTo>
                <a:lnTo>
                  <a:pt x="0" y="203200"/>
                </a:lnTo>
                <a:close/>
              </a:path>
            </a:pathLst>
          </a:custGeom>
          <a:gradFill>
            <a:gsLst>
              <a:gs pos="0">
                <a:schemeClr val="accent1">
                  <a:lumMod val="0"/>
                  <a:lumOff val="100000"/>
                </a:schemeClr>
              </a:gs>
              <a:gs pos="100000">
                <a:schemeClr val="accent1">
                  <a:lumMod val="0"/>
                  <a:lumOff val="100000"/>
                </a:schemeClr>
              </a:gs>
            </a:gsLst>
            <a:lin ang="5400000"/>
          </a:gra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17" name="图片占位符 16"/>
          <p:cNvSpPr>
            <a:spLocks noGrp="1"/>
          </p:cNvSpPr>
          <p:nvPr>
            <p:ph type="pic" idx="16397" hasCustomPrompt="1"/>
            <p:custDataLst>
              <p:tags r:id="rId10"/>
            </p:custDataLst>
          </p:nvPr>
        </p:nvSpPr>
        <p:spPr>
          <a:xfrm>
            <a:off x="6553200" y="2019300"/>
            <a:ext cx="1219200" cy="1219200"/>
          </a:xfrm>
          <a:custGeom>
            <a:avLst/>
            <a:gdLst>
              <a:gd name="connisteX0" fmla="*/ 0 w 1219200"/>
              <a:gd name="connsiteY0" fmla="*/ 609600 h 1219200"/>
              <a:gd name="connisteX1" fmla="*/ 609600 w 1219200"/>
              <a:gd name="connsiteY1" fmla="*/ 0 h 1219200"/>
              <a:gd name="connisteX2" fmla="*/ 609600 w 1219200"/>
              <a:gd name="connsiteY2" fmla="*/ 0 h 1219200"/>
              <a:gd name="connisteX3" fmla="*/ 1219200 w 1219200"/>
              <a:gd name="connsiteY3" fmla="*/ 609600 h 1219200"/>
              <a:gd name="connisteX4" fmla="*/ 1219200 w 1219200"/>
              <a:gd name="connsiteY4" fmla="*/ 609600 h 1219200"/>
              <a:gd name="connisteX5" fmla="*/ 609600 w 1219200"/>
              <a:gd name="connsiteY5" fmla="*/ 1219200 h 1219200"/>
              <a:gd name="connisteX6" fmla="*/ 609600 w 1219200"/>
              <a:gd name="connsiteY6" fmla="*/ 1219200 h 1219200"/>
              <a:gd name="connisteX7" fmla="*/ 0 w 1219200"/>
              <a:gd name="connsiteY7" fmla="*/ 609600 h 1219200"/>
              <a:gd name="connisteX8" fmla="*/ 0 w 1219200"/>
              <a:gd name="connsiteY8" fmla="*/ 609600 h 12192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1219200" h="1219200">
                <a:moveTo>
                  <a:pt x="0" y="609600"/>
                </a:moveTo>
                <a:cubicBezTo>
                  <a:pt x="0" y="272927"/>
                  <a:pt x="272927" y="0"/>
                  <a:pt x="609600" y="0"/>
                </a:cubicBezTo>
                <a:lnTo>
                  <a:pt x="609600" y="0"/>
                </a:lnTo>
                <a:cubicBezTo>
                  <a:pt x="946273" y="0"/>
                  <a:pt x="1219200" y="272927"/>
                  <a:pt x="1219200" y="609600"/>
                </a:cubicBezTo>
                <a:lnTo>
                  <a:pt x="1219200" y="609600"/>
                </a:lnTo>
                <a:cubicBezTo>
                  <a:pt x="1219200" y="946273"/>
                  <a:pt x="946273" y="1219200"/>
                  <a:pt x="609600" y="1219200"/>
                </a:cubicBezTo>
                <a:lnTo>
                  <a:pt x="609600" y="1219200"/>
                </a:lnTo>
                <a:cubicBezTo>
                  <a:pt x="272927" y="1219200"/>
                  <a:pt x="0" y="946273"/>
                  <a:pt x="0" y="609600"/>
                </a:cubicBezTo>
                <a:lnTo>
                  <a:pt x="0" y="609600"/>
                </a:lnTo>
                <a:close/>
              </a:path>
            </a:pathLst>
          </a:custGeo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p>
        </p:txBody>
      </p:sp>
      <p:sp>
        <p:nvSpPr>
          <p:cNvPr id="18" name="文本占位符 17"/>
          <p:cNvSpPr>
            <a:spLocks noGrp="1"/>
          </p:cNvSpPr>
          <p:nvPr>
            <p:ph type="body" idx="16388" hasCustomPrompt="1"/>
            <p:custDataLst>
              <p:tags r:id="rId11"/>
            </p:custDataLst>
          </p:nvPr>
        </p:nvSpPr>
        <p:spPr>
          <a:xfrm>
            <a:off x="8026400" y="1917700"/>
            <a:ext cx="3251200" cy="406400"/>
          </a:xfrm>
          <a:noFill/>
        </p:spPr>
        <p:txBody>
          <a:bodyPr lIns="0" tIns="0" rIns="0" bIns="0" anchor="ctr">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19" name="文本占位符 18"/>
          <p:cNvSpPr>
            <a:spLocks noGrp="1"/>
          </p:cNvSpPr>
          <p:nvPr>
            <p:ph type="body" idx="16389" hasCustomPrompt="1"/>
            <p:custDataLst>
              <p:tags r:id="rId12"/>
            </p:custDataLst>
          </p:nvPr>
        </p:nvSpPr>
        <p:spPr>
          <a:xfrm>
            <a:off x="8026400" y="2425700"/>
            <a:ext cx="3251200" cy="9144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
        <p:nvSpPr>
          <p:cNvPr id="20" name="装饰  9"/>
          <p:cNvSpPr>
            <a:spLocks noGrp="1"/>
          </p:cNvSpPr>
          <p:nvPr>
            <p:ph type="body" idx="16398" hasCustomPrompt="1"/>
            <p:custDataLst>
              <p:tags r:id="rId13"/>
            </p:custDataLst>
          </p:nvPr>
        </p:nvSpPr>
        <p:spPr>
          <a:xfrm>
            <a:off x="609600" y="4038600"/>
            <a:ext cx="5334000" cy="2209800"/>
          </a:xfrm>
          <a:custGeom>
            <a:avLst/>
            <a:gdLst>
              <a:gd name="connisteX0" fmla="*/ 0 w 5334000"/>
              <a:gd name="connsiteY0" fmla="*/ 203200 h 2209800"/>
              <a:gd name="connisteX1" fmla="*/ 203200 w 5334000"/>
              <a:gd name="connsiteY1" fmla="*/ 0 h 2209800"/>
              <a:gd name="connisteX2" fmla="*/ 5130800 w 5334000"/>
              <a:gd name="connsiteY2" fmla="*/ 0 h 2209800"/>
              <a:gd name="connisteX3" fmla="*/ 5334000 w 5334000"/>
              <a:gd name="connsiteY3" fmla="*/ 203200 h 2209800"/>
              <a:gd name="connisteX4" fmla="*/ 5334000 w 5334000"/>
              <a:gd name="connsiteY4" fmla="*/ 2006600 h 2209800"/>
              <a:gd name="connisteX5" fmla="*/ 5130800 w 5334000"/>
              <a:gd name="connsiteY5" fmla="*/ 2209800 h 2209800"/>
              <a:gd name="connisteX6" fmla="*/ 203200 w 5334000"/>
              <a:gd name="connsiteY6" fmla="*/ 2209800 h 2209800"/>
              <a:gd name="connisteX7" fmla="*/ 0 w 5334000"/>
              <a:gd name="connsiteY7" fmla="*/ 2006600 h 2209800"/>
              <a:gd name="connisteX8" fmla="*/ 0 w 5334000"/>
              <a:gd name="connsiteY8" fmla="*/ 203200 h 2209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5334000" h="2209800">
                <a:moveTo>
                  <a:pt x="0" y="203200"/>
                </a:moveTo>
                <a:cubicBezTo>
                  <a:pt x="0" y="90976"/>
                  <a:pt x="90976" y="0"/>
                  <a:pt x="203200" y="0"/>
                </a:cubicBezTo>
                <a:lnTo>
                  <a:pt x="5130800" y="0"/>
                </a:lnTo>
                <a:cubicBezTo>
                  <a:pt x="5243024" y="0"/>
                  <a:pt x="5334000" y="90976"/>
                  <a:pt x="5334000" y="203200"/>
                </a:cubicBezTo>
                <a:lnTo>
                  <a:pt x="5334000" y="2006600"/>
                </a:lnTo>
                <a:cubicBezTo>
                  <a:pt x="5334000" y="2118824"/>
                  <a:pt x="5243024" y="2209800"/>
                  <a:pt x="5130800" y="2209800"/>
                </a:cubicBezTo>
                <a:lnTo>
                  <a:pt x="203200" y="2209800"/>
                </a:lnTo>
                <a:cubicBezTo>
                  <a:pt x="90976" y="2209800"/>
                  <a:pt x="0" y="2118824"/>
                  <a:pt x="0" y="2006600"/>
                </a:cubicBezTo>
                <a:lnTo>
                  <a:pt x="0" y="203200"/>
                </a:lnTo>
                <a:close/>
              </a:path>
            </a:pathLst>
          </a:custGeom>
          <a:gradFill>
            <a:gsLst>
              <a:gs pos="0">
                <a:schemeClr val="accent1">
                  <a:lumMod val="0"/>
                  <a:lumOff val="100000"/>
                </a:schemeClr>
              </a:gs>
              <a:gs pos="100000">
                <a:schemeClr val="accent1">
                  <a:lumMod val="0"/>
                  <a:lumOff val="100000"/>
                </a:schemeClr>
              </a:gs>
            </a:gsLst>
            <a:lin ang="5400000"/>
          </a:gra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21" name="图片占位符 20"/>
          <p:cNvSpPr>
            <a:spLocks noGrp="1"/>
          </p:cNvSpPr>
          <p:nvPr>
            <p:ph type="pic" idx="16399" hasCustomPrompt="1"/>
            <p:custDataLst>
              <p:tags r:id="rId14"/>
            </p:custDataLst>
          </p:nvPr>
        </p:nvSpPr>
        <p:spPr>
          <a:xfrm>
            <a:off x="914400" y="4533900"/>
            <a:ext cx="1219200" cy="1219200"/>
          </a:xfrm>
          <a:custGeom>
            <a:avLst/>
            <a:gdLst>
              <a:gd name="connisteX0" fmla="*/ 0 w 1219200"/>
              <a:gd name="connsiteY0" fmla="*/ 609600 h 1219200"/>
              <a:gd name="connisteX1" fmla="*/ 609600 w 1219200"/>
              <a:gd name="connsiteY1" fmla="*/ 0 h 1219200"/>
              <a:gd name="connisteX2" fmla="*/ 609600 w 1219200"/>
              <a:gd name="connsiteY2" fmla="*/ 0 h 1219200"/>
              <a:gd name="connisteX3" fmla="*/ 1219200 w 1219200"/>
              <a:gd name="connsiteY3" fmla="*/ 609600 h 1219200"/>
              <a:gd name="connisteX4" fmla="*/ 1219200 w 1219200"/>
              <a:gd name="connsiteY4" fmla="*/ 609600 h 1219200"/>
              <a:gd name="connisteX5" fmla="*/ 609600 w 1219200"/>
              <a:gd name="connsiteY5" fmla="*/ 1219200 h 1219200"/>
              <a:gd name="connisteX6" fmla="*/ 609600 w 1219200"/>
              <a:gd name="connsiteY6" fmla="*/ 1219200 h 1219200"/>
              <a:gd name="connisteX7" fmla="*/ 0 w 1219200"/>
              <a:gd name="connsiteY7" fmla="*/ 609600 h 1219200"/>
              <a:gd name="connisteX8" fmla="*/ 0 w 1219200"/>
              <a:gd name="connsiteY8" fmla="*/ 609600 h 12192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1219200" h="1219200">
                <a:moveTo>
                  <a:pt x="0" y="609600"/>
                </a:moveTo>
                <a:cubicBezTo>
                  <a:pt x="0" y="272927"/>
                  <a:pt x="272927" y="0"/>
                  <a:pt x="609600" y="0"/>
                </a:cubicBezTo>
                <a:lnTo>
                  <a:pt x="609600" y="0"/>
                </a:lnTo>
                <a:cubicBezTo>
                  <a:pt x="946273" y="0"/>
                  <a:pt x="1219200" y="272927"/>
                  <a:pt x="1219200" y="609600"/>
                </a:cubicBezTo>
                <a:lnTo>
                  <a:pt x="1219200" y="609600"/>
                </a:lnTo>
                <a:cubicBezTo>
                  <a:pt x="1219200" y="946273"/>
                  <a:pt x="946273" y="1219200"/>
                  <a:pt x="609600" y="1219200"/>
                </a:cubicBezTo>
                <a:lnTo>
                  <a:pt x="609600" y="1219200"/>
                </a:lnTo>
                <a:cubicBezTo>
                  <a:pt x="272927" y="1219200"/>
                  <a:pt x="0" y="946273"/>
                  <a:pt x="0" y="609600"/>
                </a:cubicBezTo>
                <a:lnTo>
                  <a:pt x="0" y="609600"/>
                </a:lnTo>
                <a:close/>
              </a:path>
            </a:pathLst>
          </a:custGeo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p>
        </p:txBody>
      </p:sp>
      <p:sp>
        <p:nvSpPr>
          <p:cNvPr id="22" name="文本占位符 21"/>
          <p:cNvSpPr>
            <a:spLocks noGrp="1"/>
          </p:cNvSpPr>
          <p:nvPr>
            <p:ph type="body" idx="16390" hasCustomPrompt="1"/>
            <p:custDataLst>
              <p:tags r:id="rId15"/>
            </p:custDataLst>
          </p:nvPr>
        </p:nvSpPr>
        <p:spPr>
          <a:xfrm>
            <a:off x="2387600" y="4432300"/>
            <a:ext cx="3251200" cy="406400"/>
          </a:xfrm>
          <a:noFill/>
        </p:spPr>
        <p:txBody>
          <a:bodyPr lIns="0" tIns="0" rIns="0" bIns="0" anchor="ctr">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23" name="文本占位符 22"/>
          <p:cNvSpPr>
            <a:spLocks noGrp="1"/>
          </p:cNvSpPr>
          <p:nvPr>
            <p:ph type="body" idx="16391" hasCustomPrompt="1"/>
            <p:custDataLst>
              <p:tags r:id="rId16"/>
            </p:custDataLst>
          </p:nvPr>
        </p:nvSpPr>
        <p:spPr>
          <a:xfrm>
            <a:off x="2387600" y="4940300"/>
            <a:ext cx="3251200" cy="9144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
        <p:nvSpPr>
          <p:cNvPr id="24" name="装饰  3"/>
          <p:cNvSpPr>
            <a:spLocks noGrp="1"/>
          </p:cNvSpPr>
          <p:nvPr>
            <p:ph type="body" idx="16400" hasCustomPrompt="1"/>
            <p:custDataLst>
              <p:tags r:id="rId17"/>
            </p:custDataLst>
          </p:nvPr>
        </p:nvSpPr>
        <p:spPr>
          <a:xfrm>
            <a:off x="6248400" y="4038600"/>
            <a:ext cx="5334000" cy="2209800"/>
          </a:xfrm>
          <a:custGeom>
            <a:avLst/>
            <a:gdLst>
              <a:gd name="connisteX0" fmla="*/ 0 w 5334000"/>
              <a:gd name="connsiteY0" fmla="*/ 203200 h 2209800"/>
              <a:gd name="connisteX1" fmla="*/ 203200 w 5334000"/>
              <a:gd name="connsiteY1" fmla="*/ 0 h 2209800"/>
              <a:gd name="connisteX2" fmla="*/ 5130800 w 5334000"/>
              <a:gd name="connsiteY2" fmla="*/ 0 h 2209800"/>
              <a:gd name="connisteX3" fmla="*/ 5334000 w 5334000"/>
              <a:gd name="connsiteY3" fmla="*/ 203200 h 2209800"/>
              <a:gd name="connisteX4" fmla="*/ 5334000 w 5334000"/>
              <a:gd name="connsiteY4" fmla="*/ 2006600 h 2209800"/>
              <a:gd name="connisteX5" fmla="*/ 5130800 w 5334000"/>
              <a:gd name="connsiteY5" fmla="*/ 2209800 h 2209800"/>
              <a:gd name="connisteX6" fmla="*/ 203200 w 5334000"/>
              <a:gd name="connsiteY6" fmla="*/ 2209800 h 2209800"/>
              <a:gd name="connisteX7" fmla="*/ 0 w 5334000"/>
              <a:gd name="connsiteY7" fmla="*/ 2006600 h 2209800"/>
              <a:gd name="connisteX8" fmla="*/ 0 w 5334000"/>
              <a:gd name="connsiteY8" fmla="*/ 203200 h 2209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5334000" h="2209800">
                <a:moveTo>
                  <a:pt x="0" y="203200"/>
                </a:moveTo>
                <a:cubicBezTo>
                  <a:pt x="0" y="90976"/>
                  <a:pt x="90976" y="0"/>
                  <a:pt x="203200" y="0"/>
                </a:cubicBezTo>
                <a:lnTo>
                  <a:pt x="5130800" y="0"/>
                </a:lnTo>
                <a:cubicBezTo>
                  <a:pt x="5243024" y="0"/>
                  <a:pt x="5334000" y="90976"/>
                  <a:pt x="5334000" y="203200"/>
                </a:cubicBezTo>
                <a:lnTo>
                  <a:pt x="5334000" y="2006600"/>
                </a:lnTo>
                <a:cubicBezTo>
                  <a:pt x="5334000" y="2118824"/>
                  <a:pt x="5243024" y="2209800"/>
                  <a:pt x="5130800" y="2209800"/>
                </a:cubicBezTo>
                <a:lnTo>
                  <a:pt x="203200" y="2209800"/>
                </a:lnTo>
                <a:cubicBezTo>
                  <a:pt x="90976" y="2209800"/>
                  <a:pt x="0" y="2118824"/>
                  <a:pt x="0" y="2006600"/>
                </a:cubicBezTo>
                <a:lnTo>
                  <a:pt x="0" y="203200"/>
                </a:lnTo>
                <a:close/>
              </a:path>
            </a:pathLst>
          </a:custGeom>
          <a:gradFill>
            <a:gsLst>
              <a:gs pos="0">
                <a:schemeClr val="accent1">
                  <a:lumMod val="0"/>
                  <a:lumOff val="100000"/>
                </a:schemeClr>
              </a:gs>
              <a:gs pos="100000">
                <a:schemeClr val="accent1">
                  <a:lumMod val="0"/>
                  <a:lumOff val="100000"/>
                </a:schemeClr>
              </a:gs>
            </a:gsLst>
            <a:lin ang="5400000"/>
          </a:gra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25" name="图片占位符 24"/>
          <p:cNvSpPr>
            <a:spLocks noGrp="1"/>
          </p:cNvSpPr>
          <p:nvPr>
            <p:ph type="pic" idx="16401" hasCustomPrompt="1"/>
            <p:custDataLst>
              <p:tags r:id="rId18"/>
            </p:custDataLst>
          </p:nvPr>
        </p:nvSpPr>
        <p:spPr>
          <a:xfrm>
            <a:off x="6553200" y="4533900"/>
            <a:ext cx="1219200" cy="1219200"/>
          </a:xfrm>
          <a:custGeom>
            <a:avLst/>
            <a:gdLst>
              <a:gd name="connisteX0" fmla="*/ 0 w 1219200"/>
              <a:gd name="connsiteY0" fmla="*/ 609600 h 1219200"/>
              <a:gd name="connisteX1" fmla="*/ 609600 w 1219200"/>
              <a:gd name="connsiteY1" fmla="*/ 0 h 1219200"/>
              <a:gd name="connisteX2" fmla="*/ 609600 w 1219200"/>
              <a:gd name="connsiteY2" fmla="*/ 0 h 1219200"/>
              <a:gd name="connisteX3" fmla="*/ 1219200 w 1219200"/>
              <a:gd name="connsiteY3" fmla="*/ 609600 h 1219200"/>
              <a:gd name="connisteX4" fmla="*/ 1219200 w 1219200"/>
              <a:gd name="connsiteY4" fmla="*/ 609600 h 1219200"/>
              <a:gd name="connisteX5" fmla="*/ 609600 w 1219200"/>
              <a:gd name="connsiteY5" fmla="*/ 1219200 h 1219200"/>
              <a:gd name="connisteX6" fmla="*/ 609600 w 1219200"/>
              <a:gd name="connsiteY6" fmla="*/ 1219200 h 1219200"/>
              <a:gd name="connisteX7" fmla="*/ 0 w 1219200"/>
              <a:gd name="connsiteY7" fmla="*/ 609600 h 1219200"/>
              <a:gd name="connisteX8" fmla="*/ 0 w 1219200"/>
              <a:gd name="connsiteY8" fmla="*/ 609600 h 12192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1219200" h="1219200">
                <a:moveTo>
                  <a:pt x="0" y="609600"/>
                </a:moveTo>
                <a:cubicBezTo>
                  <a:pt x="0" y="272927"/>
                  <a:pt x="272927" y="0"/>
                  <a:pt x="609600" y="0"/>
                </a:cubicBezTo>
                <a:lnTo>
                  <a:pt x="609600" y="0"/>
                </a:lnTo>
                <a:cubicBezTo>
                  <a:pt x="946273" y="0"/>
                  <a:pt x="1219200" y="272927"/>
                  <a:pt x="1219200" y="609600"/>
                </a:cubicBezTo>
                <a:lnTo>
                  <a:pt x="1219200" y="609600"/>
                </a:lnTo>
                <a:cubicBezTo>
                  <a:pt x="1219200" y="946273"/>
                  <a:pt x="946273" y="1219200"/>
                  <a:pt x="609600" y="1219200"/>
                </a:cubicBezTo>
                <a:lnTo>
                  <a:pt x="609600" y="1219200"/>
                </a:lnTo>
                <a:cubicBezTo>
                  <a:pt x="272927" y="1219200"/>
                  <a:pt x="0" y="946273"/>
                  <a:pt x="0" y="609600"/>
                </a:cubicBezTo>
                <a:lnTo>
                  <a:pt x="0" y="609600"/>
                </a:lnTo>
                <a:close/>
              </a:path>
            </a:pathLst>
          </a:custGeo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p>
        </p:txBody>
      </p:sp>
      <p:sp>
        <p:nvSpPr>
          <p:cNvPr id="26" name="文本占位符 25"/>
          <p:cNvSpPr>
            <a:spLocks noGrp="1"/>
          </p:cNvSpPr>
          <p:nvPr>
            <p:ph type="body" idx="16392" hasCustomPrompt="1"/>
            <p:custDataLst>
              <p:tags r:id="rId19"/>
            </p:custDataLst>
          </p:nvPr>
        </p:nvSpPr>
        <p:spPr>
          <a:xfrm>
            <a:off x="8026400" y="4432300"/>
            <a:ext cx="3251200" cy="406400"/>
          </a:xfrm>
          <a:noFill/>
        </p:spPr>
        <p:txBody>
          <a:bodyPr lIns="0" tIns="0" rIns="0" bIns="0" anchor="ctr">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27" name="文本占位符 26"/>
          <p:cNvSpPr>
            <a:spLocks noGrp="1"/>
          </p:cNvSpPr>
          <p:nvPr>
            <p:ph type="body" idx="16393" hasCustomPrompt="1"/>
            <p:custDataLst>
              <p:tags r:id="rId20"/>
            </p:custDataLst>
          </p:nvPr>
        </p:nvSpPr>
        <p:spPr>
          <a:xfrm>
            <a:off x="8026400" y="4940300"/>
            <a:ext cx="3251200" cy="9144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
        <p:nvSpPr>
          <p:cNvPr id="4" name="文本框 3"/>
          <p:cNvSpPr txBox="1"/>
          <p:nvPr userDrawn="1">
            <p:custDataLst>
              <p:tags r:id="rId21"/>
            </p:custDataLst>
          </p:nvPr>
        </p:nvSpPr>
        <p:spPr>
          <a:xfrm>
            <a:off x="9567545" y="6270625"/>
            <a:ext cx="2523490" cy="586740"/>
          </a:xfrm>
          <a:prstGeom prst="rect">
            <a:avLst/>
          </a:prstGeom>
          <a:noFill/>
        </p:spPr>
        <p:txBody>
          <a:bodyPr wrap="square" rtlCol="0"/>
          <a:lstStyle/>
          <a:p>
            <a:pPr marL="107950" indent="0" algn="r" fontAlgn="auto">
              <a:lnSpc>
                <a:spcPct val="140000"/>
              </a:lnSpc>
            </a:pPr>
            <a:r>
              <a:rPr lang="zh-CN" altLang="en-US" sz="1200" kern="100" dirty="0">
                <a:solidFill>
                  <a:schemeClr val="bg1"/>
                </a:solidFill>
                <a:effectLst/>
                <a:latin typeface="华文行楷" panose="02010800040101010101" charset="-122"/>
                <a:ea typeface="华文行楷" panose="02010800040101010101" charset="-122"/>
                <a:cs typeface="江城圆体 400W" panose="020B0500000000000000" pitchFamily="34" charset="-122"/>
              </a:rPr>
              <a:t>《人工智能基础》</a:t>
            </a:r>
          </a:p>
          <a:p>
            <a:pPr algn="r">
              <a:lnSpc>
                <a:spcPct val="140000"/>
              </a:lnSpc>
            </a:pPr>
            <a:r>
              <a:rPr lang="zh-CN" altLang="en-US" sz="1200" kern="100" dirty="0">
                <a:solidFill>
                  <a:schemeClr val="bg1"/>
                </a:solidFill>
                <a:effectLst/>
                <a:latin typeface="华文行楷" panose="02010800040101010101" charset="-122"/>
                <a:ea typeface="华文行楷" panose="02010800040101010101" charset="-122"/>
                <a:cs typeface="江城圆体 400W" panose="020B0500000000000000" pitchFamily="34" charset="-122"/>
              </a:rPr>
              <a:t>机械工业出版社</a:t>
            </a:r>
            <a:r>
              <a:rPr lang="en-US" altLang="zh-CN" sz="1200" kern="100" dirty="0">
                <a:solidFill>
                  <a:schemeClr val="bg1"/>
                </a:solidFill>
                <a:effectLst/>
                <a:latin typeface="华文行楷" panose="02010800040101010101" charset="-122"/>
                <a:ea typeface="华文行楷" panose="02010800040101010101" charset="-122"/>
                <a:cs typeface="江城圆体 400W" panose="020B0500000000000000" pitchFamily="34" charset="-122"/>
              </a:rPr>
              <a:t>     </a:t>
            </a:r>
          </a:p>
        </p:txBody>
      </p:sp>
    </p:spTree>
    <p:extLst>
      <p:ext uri="{BB962C8B-B14F-4D97-AF65-F5344CB8AC3E}">
        <p14:creationId xmlns:p14="http://schemas.microsoft.com/office/powerpoint/2010/main" val="761833790"/>
      </p:ext>
    </p:extLst>
  </p:cSld>
  <p:clrMapOvr>
    <a:overrideClrMapping bg1="lt1" tx1="dk1" bg2="lt2" tx2="dk2" accent1="accent1" accent2="accent2" accent3="accent3" accent4="accent4" accent5="accent5" accent6="accent6" hlink="hlink" folHlink="folHlink"/>
  </p:clrMapOvr>
  <p:hf sldNum="0" hdr="0" ftr="0" dt="0"/>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正文页-57_18">
    <p:bg>
      <p:bgRef idx="1001">
        <a:schemeClr val="bg2"/>
      </p:bgRef>
    </p:bg>
    <p:spTree>
      <p:nvGrpSpPr>
        <p:cNvPr id="1" name=""/>
        <p:cNvGrpSpPr/>
        <p:nvPr/>
      </p:nvGrpSpPr>
      <p:grpSpPr>
        <a:xfrm>
          <a:off x="0" y="0"/>
          <a:ext cx="0" cy="0"/>
          <a:chOff x="0" y="0"/>
          <a:chExt cx="0" cy="0"/>
        </a:xfrm>
      </p:grpSpPr>
      <p:sp>
        <p:nvSpPr>
          <p:cNvPr id="8" name="日期占位符 7"/>
          <p:cNvSpPr>
            <a:spLocks noGrp="1"/>
          </p:cNvSpPr>
          <p:nvPr>
            <p:ph type="dt" sz="half" idx="10"/>
            <p:custDataLst>
              <p:tags r:id="rId1"/>
            </p:custDataLst>
          </p:nvPr>
        </p:nvSpPr>
        <p:spPr/>
        <p:txBody>
          <a:bodyPr wrap="square">
            <a:normAutofit/>
          </a:bodyPr>
          <a:lstStyle/>
          <a:p>
            <a:fld id="{5592522B-0F24-4480-B9DD-A9474A6880D6}" type="datetimeFigureOut">
              <a:rPr lang="zh-CN" altLang="en-US" smtClean="0"/>
              <a:t>2026/10/10</a:t>
            </a:fld>
            <a:endParaRPr lang="zh-CN" altLang="en-US"/>
          </a:p>
        </p:txBody>
      </p:sp>
      <p:sp>
        <p:nvSpPr>
          <p:cNvPr id="9" name="页脚占位符 8"/>
          <p:cNvSpPr>
            <a:spLocks noGrp="1"/>
          </p:cNvSpPr>
          <p:nvPr>
            <p:ph type="ftr" sz="quarter" idx="11"/>
            <p:custDataLst>
              <p:tags r:id="rId2"/>
            </p:custDataLst>
          </p:nvPr>
        </p:nvSpPr>
        <p:spPr/>
        <p:txBody>
          <a:bodyPr/>
          <a:lstStyle/>
          <a:p>
            <a:endParaRPr lang="zh-CN" altLang="en-US"/>
          </a:p>
        </p:txBody>
      </p:sp>
      <p:sp>
        <p:nvSpPr>
          <p:cNvPr id="10" name="灯片编号占位符 9"/>
          <p:cNvSpPr>
            <a:spLocks noGrp="1"/>
          </p:cNvSpPr>
          <p:nvPr>
            <p:ph type="sldNum" sz="quarter" idx="12"/>
            <p:custDataLst>
              <p:tags r:id="rId3"/>
            </p:custDataLst>
          </p:nvPr>
        </p:nvSpPr>
        <p:spPr/>
        <p:txBody>
          <a:bodyPr wrap="square">
            <a:normAutofit/>
          </a:bodyPr>
          <a:lstStyle/>
          <a:p>
            <a:fld id="{BE5F26B5-172A-4DC2-B0B7-181CFC56B87C}" type="slidenum">
              <a:rPr lang="zh-CN" altLang="en-US" smtClean="0"/>
              <a:t>‹#›</a:t>
            </a:fld>
            <a:endParaRPr lang="zh-CN" altLang="en-US"/>
          </a:p>
        </p:txBody>
      </p:sp>
      <p:sp>
        <p:nvSpPr>
          <p:cNvPr id="11" name="标题 10"/>
          <p:cNvSpPr>
            <a:spLocks noGrp="1"/>
          </p:cNvSpPr>
          <p:nvPr>
            <p:ph type="ctrTitle" idx="16385" hasCustomPrompt="1"/>
            <p:custDataLst>
              <p:tags r:id="rId4"/>
            </p:custDataLst>
          </p:nvPr>
        </p:nvSpPr>
        <p:spPr>
          <a:xfrm>
            <a:off x="609600" y="533400"/>
            <a:ext cx="10972800" cy="609600"/>
          </a:xfrm>
          <a:noFill/>
        </p:spPr>
        <p:txBody>
          <a:bodyPr lIns="0" tIns="0" rIns="0" bIns="0" anchor="t">
            <a:normAutofit/>
          </a:bodyPr>
          <a:lstStyle>
            <a:lvl1pPr marL="0" indent="0" algn="l">
              <a:lnSpc>
                <a:spcPct val="111000"/>
              </a:lnSpc>
              <a:spcBef>
                <a:spcPct val="0"/>
              </a:spcBef>
              <a:spcAft>
                <a:spcPct val="0"/>
              </a:spcAft>
              <a:buNone/>
              <a:defRPr sz="3600" b="1" spc="0">
                <a:solidFill>
                  <a:schemeClr val="tx1"/>
                </a:solidFill>
              </a:defRPr>
            </a:lvl1pPr>
          </a:lstStyle>
          <a:p>
            <a:r>
              <a:rPr lang="zh-CN" altLang="en-US"/>
              <a:t>单击此处添加标题</a:t>
            </a:r>
          </a:p>
        </p:txBody>
      </p:sp>
      <p:sp>
        <p:nvSpPr>
          <p:cNvPr id="12" name="装饰  1"/>
          <p:cNvSpPr>
            <a:spLocks noGrp="1"/>
          </p:cNvSpPr>
          <p:nvPr>
            <p:ph type="body" idx="16392" hasCustomPrompt="1"/>
            <p:custDataLst>
              <p:tags r:id="rId5"/>
            </p:custDataLst>
          </p:nvPr>
        </p:nvSpPr>
        <p:spPr>
          <a:xfrm>
            <a:off x="609600" y="3251200"/>
            <a:ext cx="3454400" cy="2997200"/>
          </a:xfrm>
          <a:custGeom>
            <a:avLst/>
            <a:gdLst>
              <a:gd name="connisteX0" fmla="*/ 0 w 3454400"/>
              <a:gd name="connsiteY0" fmla="*/ 0 h 2997200"/>
              <a:gd name="connisteX1" fmla="*/ 3454400 w 3454400"/>
              <a:gd name="connsiteY1" fmla="*/ 0 h 2997200"/>
              <a:gd name="connisteX2" fmla="*/ 3454400 w 3454400"/>
              <a:gd name="connsiteY2" fmla="*/ 2794000 h 2997200"/>
              <a:gd name="connisteX3" fmla="*/ 3251200 w 3454400"/>
              <a:gd name="connsiteY3" fmla="*/ 2997200 h 2997200"/>
              <a:gd name="connisteX4" fmla="*/ 203200 w 3454400"/>
              <a:gd name="connsiteY4" fmla="*/ 2997200 h 2997200"/>
              <a:gd name="connisteX5" fmla="*/ 0 w 3454400"/>
              <a:gd name="connsiteY5" fmla="*/ 2794000 h 2997200"/>
              <a:gd name="connisteX6" fmla="*/ 0 w 3454400"/>
              <a:gd name="connsiteY6" fmla="*/ 0 h 29972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rect l="0" t="0" r="0" b="0"/>
            <a:pathLst>
              <a:path w="3454400" h="2997200">
                <a:moveTo>
                  <a:pt x="0" y="0"/>
                </a:moveTo>
                <a:lnTo>
                  <a:pt x="3454400" y="0"/>
                </a:lnTo>
                <a:lnTo>
                  <a:pt x="3454400" y="2794000"/>
                </a:lnTo>
                <a:cubicBezTo>
                  <a:pt x="3454400" y="2906224"/>
                  <a:pt x="3363424" y="2997200"/>
                  <a:pt x="3251200" y="2997200"/>
                </a:cubicBezTo>
                <a:lnTo>
                  <a:pt x="203200" y="2997200"/>
                </a:lnTo>
                <a:cubicBezTo>
                  <a:pt x="90976" y="2997200"/>
                  <a:pt x="0" y="2906224"/>
                  <a:pt x="0" y="2794000"/>
                </a:cubicBezTo>
                <a:lnTo>
                  <a:pt x="0" y="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13" name="图片占位符 12"/>
          <p:cNvSpPr>
            <a:spLocks noGrp="1"/>
          </p:cNvSpPr>
          <p:nvPr>
            <p:ph type="pic" idx="16393" hasCustomPrompt="1"/>
            <p:custDataLst>
              <p:tags r:id="rId6"/>
            </p:custDataLst>
          </p:nvPr>
        </p:nvSpPr>
        <p:spPr>
          <a:xfrm>
            <a:off x="609600" y="1524000"/>
            <a:ext cx="3454400" cy="1727200"/>
          </a:xfrm>
          <a:custGeom>
            <a:avLst/>
            <a:gdLst>
              <a:gd name="connisteX0" fmla="*/ 0 w 3454400"/>
              <a:gd name="connsiteY0" fmla="*/ 203200 h 1727200"/>
              <a:gd name="connisteX1" fmla="*/ 203200 w 3454400"/>
              <a:gd name="connsiteY1" fmla="*/ 0 h 1727200"/>
              <a:gd name="connisteX2" fmla="*/ 3251200 w 3454400"/>
              <a:gd name="connsiteY2" fmla="*/ 0 h 1727200"/>
              <a:gd name="connisteX3" fmla="*/ 3454400 w 3454400"/>
              <a:gd name="connsiteY3" fmla="*/ 203200 h 1727200"/>
              <a:gd name="connisteX4" fmla="*/ 3454400 w 3454400"/>
              <a:gd name="connsiteY4" fmla="*/ 1727200 h 1727200"/>
              <a:gd name="connisteX5" fmla="*/ 0 w 3454400"/>
              <a:gd name="connsiteY5" fmla="*/ 1727200 h 1727200"/>
              <a:gd name="connisteX6" fmla="*/ 0 w 3454400"/>
              <a:gd name="connsiteY6" fmla="*/ 203200 h 17272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rect l="0" t="0" r="0" b="0"/>
            <a:pathLst>
              <a:path w="3454400" h="1727200">
                <a:moveTo>
                  <a:pt x="0" y="203200"/>
                </a:moveTo>
                <a:cubicBezTo>
                  <a:pt x="0" y="90976"/>
                  <a:pt x="90976" y="0"/>
                  <a:pt x="203200" y="0"/>
                </a:cubicBezTo>
                <a:lnTo>
                  <a:pt x="3251200" y="0"/>
                </a:lnTo>
                <a:cubicBezTo>
                  <a:pt x="3363424" y="0"/>
                  <a:pt x="3454400" y="90976"/>
                  <a:pt x="3454400" y="203200"/>
                </a:cubicBezTo>
                <a:lnTo>
                  <a:pt x="3454400" y="1727200"/>
                </a:lnTo>
                <a:lnTo>
                  <a:pt x="0" y="1727200"/>
                </a:lnTo>
                <a:lnTo>
                  <a:pt x="0" y="203200"/>
                </a:lnTo>
                <a:close/>
              </a:path>
            </a:pathLst>
          </a:custGeo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p>
        </p:txBody>
      </p:sp>
      <p:sp>
        <p:nvSpPr>
          <p:cNvPr id="14" name="文本占位符 13"/>
          <p:cNvSpPr>
            <a:spLocks noGrp="1"/>
          </p:cNvSpPr>
          <p:nvPr>
            <p:ph type="body" idx="16386" hasCustomPrompt="1"/>
            <p:custDataLst>
              <p:tags r:id="rId7"/>
            </p:custDataLst>
          </p:nvPr>
        </p:nvSpPr>
        <p:spPr>
          <a:xfrm>
            <a:off x="914400" y="3556000"/>
            <a:ext cx="2844800" cy="406400"/>
          </a:xfrm>
          <a:noFill/>
        </p:spPr>
        <p:txBody>
          <a:bodyPr lIns="0" tIns="0" rIns="0" bIns="0" anchor="t">
            <a:normAutofit/>
          </a:bodyPr>
          <a:lstStyle>
            <a:lvl1pPr marL="0" indent="0" algn="l">
              <a:lnSpc>
                <a:spcPct val="111000"/>
              </a:lnSpc>
              <a:spcBef>
                <a:spcPct val="0"/>
              </a:spcBef>
              <a:spcAft>
                <a:spcPct val="0"/>
              </a:spcAft>
              <a:buNone/>
              <a:defRPr sz="2400" b="0" spc="0">
                <a:solidFill>
                  <a:srgbClr val="FFFFFF"/>
                </a:solidFill>
              </a:defRPr>
            </a:lvl1pPr>
          </a:lstStyle>
          <a:p>
            <a:pPr lvl="0"/>
            <a:r>
              <a:rPr lang="zh-CN" altLang="en-US"/>
              <a:t>单击添加项标题</a:t>
            </a:r>
          </a:p>
        </p:txBody>
      </p:sp>
      <p:sp>
        <p:nvSpPr>
          <p:cNvPr id="15" name="文本占位符 14"/>
          <p:cNvSpPr>
            <a:spLocks noGrp="1"/>
          </p:cNvSpPr>
          <p:nvPr>
            <p:ph type="body" idx="16387" hasCustomPrompt="1"/>
            <p:custDataLst>
              <p:tags r:id="rId8"/>
            </p:custDataLst>
          </p:nvPr>
        </p:nvSpPr>
        <p:spPr>
          <a:xfrm>
            <a:off x="914400" y="4114800"/>
            <a:ext cx="2844800" cy="1828800"/>
          </a:xfrm>
          <a:noFill/>
        </p:spPr>
        <p:txBody>
          <a:bodyPr lIns="0" tIns="0" rIns="0" bIns="0" anchor="t">
            <a:normAutofit/>
          </a:bodyPr>
          <a:lstStyle>
            <a:lvl1pPr marL="0" indent="0" algn="l">
              <a:lnSpc>
                <a:spcPct val="125000"/>
              </a:lnSpc>
              <a:spcBef>
                <a:spcPct val="0"/>
              </a:spcBef>
              <a:spcAft>
                <a:spcPct val="0"/>
              </a:spcAft>
              <a:buNone/>
              <a:defRPr sz="1600" b="0" spc="0">
                <a:solidFill>
                  <a:srgbClr val="FFFFFF"/>
                </a:solidFill>
              </a:defRPr>
            </a:lvl1pPr>
          </a:lstStyle>
          <a:p>
            <a:pPr lvl="0"/>
            <a:r>
              <a:rPr lang="zh-CN" altLang="en-US"/>
              <a:t>单击此处添加项正文</a:t>
            </a:r>
          </a:p>
        </p:txBody>
      </p:sp>
      <p:sp>
        <p:nvSpPr>
          <p:cNvPr id="16" name="装饰  5"/>
          <p:cNvSpPr>
            <a:spLocks noGrp="1"/>
          </p:cNvSpPr>
          <p:nvPr>
            <p:ph type="body" idx="16394" hasCustomPrompt="1"/>
            <p:custDataLst>
              <p:tags r:id="rId9"/>
            </p:custDataLst>
          </p:nvPr>
        </p:nvSpPr>
        <p:spPr>
          <a:xfrm>
            <a:off x="4368800" y="3251200"/>
            <a:ext cx="3454400" cy="2997200"/>
          </a:xfrm>
          <a:custGeom>
            <a:avLst/>
            <a:gdLst>
              <a:gd name="connisteX0" fmla="*/ 0 w 3454400"/>
              <a:gd name="connsiteY0" fmla="*/ 0 h 2997200"/>
              <a:gd name="connisteX1" fmla="*/ 3454400 w 3454400"/>
              <a:gd name="connsiteY1" fmla="*/ 0 h 2997200"/>
              <a:gd name="connisteX2" fmla="*/ 3454400 w 3454400"/>
              <a:gd name="connsiteY2" fmla="*/ 2794000 h 2997200"/>
              <a:gd name="connisteX3" fmla="*/ 3251200 w 3454400"/>
              <a:gd name="connsiteY3" fmla="*/ 2997200 h 2997200"/>
              <a:gd name="connisteX4" fmla="*/ 203200 w 3454400"/>
              <a:gd name="connsiteY4" fmla="*/ 2997200 h 2997200"/>
              <a:gd name="connisteX5" fmla="*/ 0 w 3454400"/>
              <a:gd name="connsiteY5" fmla="*/ 2794000 h 2997200"/>
              <a:gd name="connisteX6" fmla="*/ 0 w 3454400"/>
              <a:gd name="connsiteY6" fmla="*/ 0 h 29972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rect l="0" t="0" r="0" b="0"/>
            <a:pathLst>
              <a:path w="3454400" h="2997200">
                <a:moveTo>
                  <a:pt x="0" y="0"/>
                </a:moveTo>
                <a:lnTo>
                  <a:pt x="3454400" y="0"/>
                </a:lnTo>
                <a:lnTo>
                  <a:pt x="3454400" y="2794000"/>
                </a:lnTo>
                <a:cubicBezTo>
                  <a:pt x="3454400" y="2906224"/>
                  <a:pt x="3363424" y="2997200"/>
                  <a:pt x="3251200" y="2997200"/>
                </a:cubicBezTo>
                <a:lnTo>
                  <a:pt x="203200" y="2997200"/>
                </a:lnTo>
                <a:cubicBezTo>
                  <a:pt x="90976" y="2997200"/>
                  <a:pt x="0" y="2906224"/>
                  <a:pt x="0" y="2794000"/>
                </a:cubicBezTo>
                <a:lnTo>
                  <a:pt x="0" y="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17" name="图片占位符 16"/>
          <p:cNvSpPr>
            <a:spLocks noGrp="1"/>
          </p:cNvSpPr>
          <p:nvPr>
            <p:ph type="pic" idx="16395" hasCustomPrompt="1"/>
            <p:custDataLst>
              <p:tags r:id="rId10"/>
            </p:custDataLst>
          </p:nvPr>
        </p:nvSpPr>
        <p:spPr>
          <a:xfrm>
            <a:off x="4368800" y="1524000"/>
            <a:ext cx="3454400" cy="1727200"/>
          </a:xfrm>
          <a:custGeom>
            <a:avLst/>
            <a:gdLst>
              <a:gd name="connisteX0" fmla="*/ 0 w 3454400"/>
              <a:gd name="connsiteY0" fmla="*/ 203200 h 1727200"/>
              <a:gd name="connisteX1" fmla="*/ 203200 w 3454400"/>
              <a:gd name="connsiteY1" fmla="*/ 0 h 1727200"/>
              <a:gd name="connisteX2" fmla="*/ 3251200 w 3454400"/>
              <a:gd name="connsiteY2" fmla="*/ 0 h 1727200"/>
              <a:gd name="connisteX3" fmla="*/ 3454400 w 3454400"/>
              <a:gd name="connsiteY3" fmla="*/ 203200 h 1727200"/>
              <a:gd name="connisteX4" fmla="*/ 3454400 w 3454400"/>
              <a:gd name="connsiteY4" fmla="*/ 1727200 h 1727200"/>
              <a:gd name="connisteX5" fmla="*/ 0 w 3454400"/>
              <a:gd name="connsiteY5" fmla="*/ 1727200 h 1727200"/>
              <a:gd name="connisteX6" fmla="*/ 0 w 3454400"/>
              <a:gd name="connsiteY6" fmla="*/ 203200 h 17272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rect l="0" t="0" r="0" b="0"/>
            <a:pathLst>
              <a:path w="3454400" h="1727200">
                <a:moveTo>
                  <a:pt x="0" y="203200"/>
                </a:moveTo>
                <a:cubicBezTo>
                  <a:pt x="0" y="90976"/>
                  <a:pt x="90976" y="0"/>
                  <a:pt x="203200" y="0"/>
                </a:cubicBezTo>
                <a:lnTo>
                  <a:pt x="3251200" y="0"/>
                </a:lnTo>
                <a:cubicBezTo>
                  <a:pt x="3363424" y="0"/>
                  <a:pt x="3454400" y="90976"/>
                  <a:pt x="3454400" y="203200"/>
                </a:cubicBezTo>
                <a:lnTo>
                  <a:pt x="3454400" y="1727200"/>
                </a:lnTo>
                <a:lnTo>
                  <a:pt x="0" y="1727200"/>
                </a:lnTo>
                <a:lnTo>
                  <a:pt x="0" y="203200"/>
                </a:lnTo>
                <a:close/>
              </a:path>
            </a:pathLst>
          </a:custGeo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p>
        </p:txBody>
      </p:sp>
      <p:sp>
        <p:nvSpPr>
          <p:cNvPr id="18" name="文本占位符 17"/>
          <p:cNvSpPr>
            <a:spLocks noGrp="1"/>
          </p:cNvSpPr>
          <p:nvPr>
            <p:ph type="body" idx="16388" hasCustomPrompt="1"/>
            <p:custDataLst>
              <p:tags r:id="rId11"/>
            </p:custDataLst>
          </p:nvPr>
        </p:nvSpPr>
        <p:spPr>
          <a:xfrm>
            <a:off x="4673600" y="3556000"/>
            <a:ext cx="2844800" cy="406400"/>
          </a:xfrm>
          <a:noFill/>
        </p:spPr>
        <p:txBody>
          <a:bodyPr lIns="0" tIns="0" rIns="0" bIns="0" anchor="t">
            <a:normAutofit/>
          </a:bodyPr>
          <a:lstStyle>
            <a:lvl1pPr marL="0" indent="0" algn="l">
              <a:lnSpc>
                <a:spcPct val="111000"/>
              </a:lnSpc>
              <a:spcBef>
                <a:spcPct val="0"/>
              </a:spcBef>
              <a:spcAft>
                <a:spcPct val="0"/>
              </a:spcAft>
              <a:buNone/>
              <a:defRPr sz="2400" b="0" spc="0">
                <a:solidFill>
                  <a:srgbClr val="FFFFFF"/>
                </a:solidFill>
              </a:defRPr>
            </a:lvl1pPr>
          </a:lstStyle>
          <a:p>
            <a:pPr lvl="0"/>
            <a:r>
              <a:rPr lang="zh-CN" altLang="en-US"/>
              <a:t>单击添加项标题</a:t>
            </a:r>
          </a:p>
        </p:txBody>
      </p:sp>
      <p:sp>
        <p:nvSpPr>
          <p:cNvPr id="19" name="文本占位符 18"/>
          <p:cNvSpPr>
            <a:spLocks noGrp="1"/>
          </p:cNvSpPr>
          <p:nvPr>
            <p:ph type="body" idx="16389" hasCustomPrompt="1"/>
            <p:custDataLst>
              <p:tags r:id="rId12"/>
            </p:custDataLst>
          </p:nvPr>
        </p:nvSpPr>
        <p:spPr>
          <a:xfrm>
            <a:off x="4673600" y="4114800"/>
            <a:ext cx="2844800" cy="1828800"/>
          </a:xfrm>
          <a:noFill/>
        </p:spPr>
        <p:txBody>
          <a:bodyPr lIns="0" tIns="0" rIns="0" bIns="0" anchor="t">
            <a:normAutofit/>
          </a:bodyPr>
          <a:lstStyle>
            <a:lvl1pPr marL="0" indent="0" algn="l">
              <a:lnSpc>
                <a:spcPct val="125000"/>
              </a:lnSpc>
              <a:spcBef>
                <a:spcPct val="0"/>
              </a:spcBef>
              <a:spcAft>
                <a:spcPct val="0"/>
              </a:spcAft>
              <a:buNone/>
              <a:defRPr sz="1600" b="0" spc="0">
                <a:solidFill>
                  <a:srgbClr val="FFFFFF"/>
                </a:solidFill>
              </a:defRPr>
            </a:lvl1pPr>
          </a:lstStyle>
          <a:p>
            <a:pPr lvl="0"/>
            <a:r>
              <a:rPr lang="zh-CN" altLang="en-US"/>
              <a:t>单击此处添加项正文</a:t>
            </a:r>
          </a:p>
        </p:txBody>
      </p:sp>
      <p:sp>
        <p:nvSpPr>
          <p:cNvPr id="20" name="装饰  9"/>
          <p:cNvSpPr>
            <a:spLocks noGrp="1"/>
          </p:cNvSpPr>
          <p:nvPr>
            <p:ph type="body" idx="16396" hasCustomPrompt="1"/>
            <p:custDataLst>
              <p:tags r:id="rId13"/>
            </p:custDataLst>
          </p:nvPr>
        </p:nvSpPr>
        <p:spPr>
          <a:xfrm>
            <a:off x="8128000" y="3251200"/>
            <a:ext cx="3454400" cy="2997200"/>
          </a:xfrm>
          <a:custGeom>
            <a:avLst/>
            <a:gdLst>
              <a:gd name="connisteX0" fmla="*/ 0 w 3454400"/>
              <a:gd name="connsiteY0" fmla="*/ 0 h 2997200"/>
              <a:gd name="connisteX1" fmla="*/ 3454400 w 3454400"/>
              <a:gd name="connsiteY1" fmla="*/ 0 h 2997200"/>
              <a:gd name="connisteX2" fmla="*/ 3454400 w 3454400"/>
              <a:gd name="connsiteY2" fmla="*/ 2794000 h 2997200"/>
              <a:gd name="connisteX3" fmla="*/ 3251200 w 3454400"/>
              <a:gd name="connsiteY3" fmla="*/ 2997200 h 2997200"/>
              <a:gd name="connisteX4" fmla="*/ 203200 w 3454400"/>
              <a:gd name="connsiteY4" fmla="*/ 2997200 h 2997200"/>
              <a:gd name="connisteX5" fmla="*/ 0 w 3454400"/>
              <a:gd name="connsiteY5" fmla="*/ 2794000 h 2997200"/>
              <a:gd name="connisteX6" fmla="*/ 0 w 3454400"/>
              <a:gd name="connsiteY6" fmla="*/ 0 h 29972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rect l="0" t="0" r="0" b="0"/>
            <a:pathLst>
              <a:path w="3454400" h="2997200">
                <a:moveTo>
                  <a:pt x="0" y="0"/>
                </a:moveTo>
                <a:lnTo>
                  <a:pt x="3454400" y="0"/>
                </a:lnTo>
                <a:lnTo>
                  <a:pt x="3454400" y="2794000"/>
                </a:lnTo>
                <a:cubicBezTo>
                  <a:pt x="3454400" y="2906224"/>
                  <a:pt x="3363424" y="2997200"/>
                  <a:pt x="3251200" y="2997200"/>
                </a:cubicBezTo>
                <a:lnTo>
                  <a:pt x="203200" y="2997200"/>
                </a:lnTo>
                <a:cubicBezTo>
                  <a:pt x="90976" y="2997200"/>
                  <a:pt x="0" y="2906224"/>
                  <a:pt x="0" y="2794000"/>
                </a:cubicBezTo>
                <a:lnTo>
                  <a:pt x="0" y="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21" name="图片占位符 20"/>
          <p:cNvSpPr>
            <a:spLocks noGrp="1"/>
          </p:cNvSpPr>
          <p:nvPr>
            <p:ph type="pic" idx="16397" hasCustomPrompt="1"/>
            <p:custDataLst>
              <p:tags r:id="rId14"/>
            </p:custDataLst>
          </p:nvPr>
        </p:nvSpPr>
        <p:spPr>
          <a:xfrm>
            <a:off x="8128000" y="1524000"/>
            <a:ext cx="3454400" cy="1727200"/>
          </a:xfrm>
          <a:custGeom>
            <a:avLst/>
            <a:gdLst>
              <a:gd name="connisteX0" fmla="*/ 0 w 3454400"/>
              <a:gd name="connsiteY0" fmla="*/ 203200 h 1727200"/>
              <a:gd name="connisteX1" fmla="*/ 203200 w 3454400"/>
              <a:gd name="connsiteY1" fmla="*/ 0 h 1727200"/>
              <a:gd name="connisteX2" fmla="*/ 3251200 w 3454400"/>
              <a:gd name="connsiteY2" fmla="*/ 0 h 1727200"/>
              <a:gd name="connisteX3" fmla="*/ 3454400 w 3454400"/>
              <a:gd name="connsiteY3" fmla="*/ 203200 h 1727200"/>
              <a:gd name="connisteX4" fmla="*/ 3454400 w 3454400"/>
              <a:gd name="connsiteY4" fmla="*/ 1727200 h 1727200"/>
              <a:gd name="connisteX5" fmla="*/ 0 w 3454400"/>
              <a:gd name="connsiteY5" fmla="*/ 1727200 h 1727200"/>
              <a:gd name="connisteX6" fmla="*/ 0 w 3454400"/>
              <a:gd name="connsiteY6" fmla="*/ 203200 h 17272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rect l="0" t="0" r="0" b="0"/>
            <a:pathLst>
              <a:path w="3454400" h="1727200">
                <a:moveTo>
                  <a:pt x="0" y="203200"/>
                </a:moveTo>
                <a:cubicBezTo>
                  <a:pt x="0" y="90976"/>
                  <a:pt x="90976" y="0"/>
                  <a:pt x="203200" y="0"/>
                </a:cubicBezTo>
                <a:lnTo>
                  <a:pt x="3251200" y="0"/>
                </a:lnTo>
                <a:cubicBezTo>
                  <a:pt x="3363424" y="0"/>
                  <a:pt x="3454400" y="90976"/>
                  <a:pt x="3454400" y="203200"/>
                </a:cubicBezTo>
                <a:lnTo>
                  <a:pt x="3454400" y="1727200"/>
                </a:lnTo>
                <a:lnTo>
                  <a:pt x="0" y="1727200"/>
                </a:lnTo>
                <a:lnTo>
                  <a:pt x="0" y="203200"/>
                </a:lnTo>
                <a:close/>
              </a:path>
            </a:pathLst>
          </a:custGeo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p>
        </p:txBody>
      </p:sp>
      <p:sp>
        <p:nvSpPr>
          <p:cNvPr id="22" name="文本占位符 21"/>
          <p:cNvSpPr>
            <a:spLocks noGrp="1"/>
          </p:cNvSpPr>
          <p:nvPr>
            <p:ph type="body" idx="16390" hasCustomPrompt="1"/>
            <p:custDataLst>
              <p:tags r:id="rId15"/>
            </p:custDataLst>
          </p:nvPr>
        </p:nvSpPr>
        <p:spPr>
          <a:xfrm>
            <a:off x="8432800" y="3556000"/>
            <a:ext cx="2844800" cy="406400"/>
          </a:xfrm>
          <a:noFill/>
        </p:spPr>
        <p:txBody>
          <a:bodyPr lIns="0" tIns="0" rIns="0" bIns="0" anchor="t">
            <a:normAutofit/>
          </a:bodyPr>
          <a:lstStyle>
            <a:lvl1pPr marL="0" indent="0" algn="l">
              <a:lnSpc>
                <a:spcPct val="111000"/>
              </a:lnSpc>
              <a:spcBef>
                <a:spcPct val="0"/>
              </a:spcBef>
              <a:spcAft>
                <a:spcPct val="0"/>
              </a:spcAft>
              <a:buNone/>
              <a:defRPr sz="2400" b="0" spc="0">
                <a:solidFill>
                  <a:srgbClr val="FFFFFF"/>
                </a:solidFill>
              </a:defRPr>
            </a:lvl1pPr>
          </a:lstStyle>
          <a:p>
            <a:pPr lvl="0"/>
            <a:r>
              <a:rPr lang="zh-CN" altLang="en-US"/>
              <a:t>单击添加项标题</a:t>
            </a:r>
          </a:p>
        </p:txBody>
      </p:sp>
      <p:sp>
        <p:nvSpPr>
          <p:cNvPr id="23" name="文本占位符 22"/>
          <p:cNvSpPr>
            <a:spLocks noGrp="1"/>
          </p:cNvSpPr>
          <p:nvPr>
            <p:ph type="body" idx="16391" hasCustomPrompt="1"/>
            <p:custDataLst>
              <p:tags r:id="rId16"/>
            </p:custDataLst>
          </p:nvPr>
        </p:nvSpPr>
        <p:spPr>
          <a:xfrm>
            <a:off x="8432800" y="4114800"/>
            <a:ext cx="2844800" cy="1828800"/>
          </a:xfrm>
          <a:noFill/>
        </p:spPr>
        <p:txBody>
          <a:bodyPr lIns="0" tIns="0" rIns="0" bIns="0" anchor="t">
            <a:normAutofit/>
          </a:bodyPr>
          <a:lstStyle>
            <a:lvl1pPr marL="0" indent="0" algn="l">
              <a:lnSpc>
                <a:spcPct val="125000"/>
              </a:lnSpc>
              <a:spcBef>
                <a:spcPct val="0"/>
              </a:spcBef>
              <a:spcAft>
                <a:spcPct val="0"/>
              </a:spcAft>
              <a:buNone/>
              <a:defRPr sz="1600" b="0" spc="0">
                <a:solidFill>
                  <a:srgbClr val="FFFFFF"/>
                </a:solidFill>
              </a:defRPr>
            </a:lvl1pPr>
          </a:lstStyle>
          <a:p>
            <a:pPr lvl="0"/>
            <a:r>
              <a:rPr lang="zh-CN" altLang="en-US"/>
              <a:t>单击此处添加项正文</a:t>
            </a:r>
          </a:p>
        </p:txBody>
      </p:sp>
    </p:spTree>
    <p:extLst>
      <p:ext uri="{BB962C8B-B14F-4D97-AF65-F5344CB8AC3E}">
        <p14:creationId xmlns:p14="http://schemas.microsoft.com/office/powerpoint/2010/main" val="3259875944"/>
      </p:ext>
    </p:extLst>
  </p:cSld>
  <p:clrMapOvr>
    <a:overrideClrMapping bg1="lt1" tx1="dk1" bg2="lt2" tx2="dk2" accent1="accent1" accent2="accent2" accent3="accent3" accent4="accent4" accent5="accent5" accent6="accent6" hlink="hlink" folHlink="folHlink"/>
  </p:clrMapOvr>
  <p:hf sldNum="0" hdr="0" ftr="0" dt="0"/>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正文页-65_22">
    <p:bg>
      <p:bgRef idx="1001">
        <a:schemeClr val="bg2"/>
      </p:bgRef>
    </p:bg>
    <p:spTree>
      <p:nvGrpSpPr>
        <p:cNvPr id="1" name=""/>
        <p:cNvGrpSpPr/>
        <p:nvPr/>
      </p:nvGrpSpPr>
      <p:grpSpPr>
        <a:xfrm>
          <a:off x="0" y="0"/>
          <a:ext cx="0" cy="0"/>
          <a:chOff x="0" y="0"/>
          <a:chExt cx="0" cy="0"/>
        </a:xfrm>
      </p:grpSpPr>
      <p:sp>
        <p:nvSpPr>
          <p:cNvPr id="8" name="日期占位符 7"/>
          <p:cNvSpPr>
            <a:spLocks noGrp="1"/>
          </p:cNvSpPr>
          <p:nvPr>
            <p:ph type="dt" sz="half" idx="10"/>
            <p:custDataLst>
              <p:tags r:id="rId1"/>
            </p:custDataLst>
          </p:nvPr>
        </p:nvSpPr>
        <p:spPr/>
        <p:txBody>
          <a:bodyPr wrap="square">
            <a:normAutofit/>
          </a:bodyPr>
          <a:lstStyle/>
          <a:p>
            <a:fld id="{5592522B-0F24-4480-B9DD-A9474A6880D6}" type="datetimeFigureOut">
              <a:rPr lang="zh-CN" altLang="en-US" smtClean="0"/>
              <a:t>2026/10/10</a:t>
            </a:fld>
            <a:endParaRPr lang="zh-CN" altLang="en-US"/>
          </a:p>
        </p:txBody>
      </p:sp>
      <p:sp>
        <p:nvSpPr>
          <p:cNvPr id="9" name="页脚占位符 8"/>
          <p:cNvSpPr>
            <a:spLocks noGrp="1"/>
          </p:cNvSpPr>
          <p:nvPr>
            <p:ph type="ftr" sz="quarter" idx="11"/>
            <p:custDataLst>
              <p:tags r:id="rId2"/>
            </p:custDataLst>
          </p:nvPr>
        </p:nvSpPr>
        <p:spPr/>
        <p:txBody>
          <a:bodyPr/>
          <a:lstStyle/>
          <a:p>
            <a:endParaRPr lang="zh-CN" altLang="en-US"/>
          </a:p>
        </p:txBody>
      </p:sp>
      <p:sp>
        <p:nvSpPr>
          <p:cNvPr id="10" name="灯片编号占位符 9"/>
          <p:cNvSpPr>
            <a:spLocks noGrp="1"/>
          </p:cNvSpPr>
          <p:nvPr>
            <p:ph type="sldNum" sz="quarter" idx="12"/>
            <p:custDataLst>
              <p:tags r:id="rId3"/>
            </p:custDataLst>
          </p:nvPr>
        </p:nvSpPr>
        <p:spPr/>
        <p:txBody>
          <a:bodyPr wrap="square">
            <a:normAutofit/>
          </a:bodyPr>
          <a:lstStyle/>
          <a:p>
            <a:fld id="{BE5F26B5-172A-4DC2-B0B7-181CFC56B87C}" type="slidenum">
              <a:rPr lang="zh-CN" altLang="en-US" smtClean="0"/>
              <a:t>‹#›</a:t>
            </a:fld>
            <a:endParaRPr lang="zh-CN" altLang="en-US"/>
          </a:p>
        </p:txBody>
      </p:sp>
      <p:sp>
        <p:nvSpPr>
          <p:cNvPr id="11" name="标题 10"/>
          <p:cNvSpPr>
            <a:spLocks noGrp="1"/>
          </p:cNvSpPr>
          <p:nvPr>
            <p:ph type="ctrTitle" idx="16385" hasCustomPrompt="1"/>
            <p:custDataLst>
              <p:tags r:id="rId4"/>
            </p:custDataLst>
          </p:nvPr>
        </p:nvSpPr>
        <p:spPr>
          <a:xfrm>
            <a:off x="609600" y="533400"/>
            <a:ext cx="10972800" cy="609600"/>
          </a:xfrm>
          <a:noFill/>
        </p:spPr>
        <p:txBody>
          <a:bodyPr lIns="0" tIns="0" rIns="0" bIns="0" anchor="t">
            <a:normAutofit/>
          </a:bodyPr>
          <a:lstStyle>
            <a:lvl1pPr marL="0" indent="0" algn="l">
              <a:lnSpc>
                <a:spcPct val="111000"/>
              </a:lnSpc>
              <a:spcBef>
                <a:spcPct val="0"/>
              </a:spcBef>
              <a:spcAft>
                <a:spcPct val="0"/>
              </a:spcAft>
              <a:buNone/>
              <a:defRPr sz="3600" b="1" spc="0">
                <a:solidFill>
                  <a:schemeClr val="tx1"/>
                </a:solidFill>
              </a:defRPr>
            </a:lvl1pPr>
          </a:lstStyle>
          <a:p>
            <a:r>
              <a:rPr lang="zh-CN" altLang="en-US"/>
              <a:t>单击此处添加标题</a:t>
            </a:r>
          </a:p>
        </p:txBody>
      </p:sp>
      <p:sp>
        <p:nvSpPr>
          <p:cNvPr id="12" name="内容占位符 11"/>
          <p:cNvSpPr>
            <a:spLocks noGrp="1"/>
          </p:cNvSpPr>
          <p:nvPr>
            <p:ph idx="16394" hasCustomPrompt="1"/>
            <p:custDataLst>
              <p:tags r:id="rId5"/>
            </p:custDataLst>
          </p:nvPr>
        </p:nvSpPr>
        <p:spPr>
          <a:xfrm>
            <a:off x="609600" y="1524000"/>
            <a:ext cx="5486400" cy="4724400"/>
          </a:xfrm>
          <a:custGeom>
            <a:avLst/>
            <a:gdLst>
              <a:gd name="connisteX0" fmla="*/ 0 w 5486400"/>
              <a:gd name="connsiteY0" fmla="*/ 203200 h 4724400"/>
              <a:gd name="connisteX1" fmla="*/ 203200 w 5486400"/>
              <a:gd name="connsiteY1" fmla="*/ 0 h 4724400"/>
              <a:gd name="connisteX2" fmla="*/ 5283200 w 5486400"/>
              <a:gd name="connsiteY2" fmla="*/ 0 h 4724400"/>
              <a:gd name="connisteX3" fmla="*/ 5486400 w 5486400"/>
              <a:gd name="connsiteY3" fmla="*/ 203200 h 4724400"/>
              <a:gd name="connisteX4" fmla="*/ 5486400 w 5486400"/>
              <a:gd name="connsiteY4" fmla="*/ 4521200 h 4724400"/>
              <a:gd name="connisteX5" fmla="*/ 5283200 w 5486400"/>
              <a:gd name="connsiteY5" fmla="*/ 4724400 h 4724400"/>
              <a:gd name="connisteX6" fmla="*/ 203200 w 5486400"/>
              <a:gd name="connsiteY6" fmla="*/ 4724400 h 4724400"/>
              <a:gd name="connisteX7" fmla="*/ 0 w 5486400"/>
              <a:gd name="connsiteY7" fmla="*/ 4521200 h 4724400"/>
              <a:gd name="connisteX8" fmla="*/ 0 w 5486400"/>
              <a:gd name="connsiteY8" fmla="*/ 203200 h 4724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5486400" h="4724400">
                <a:moveTo>
                  <a:pt x="0" y="203200"/>
                </a:moveTo>
                <a:cubicBezTo>
                  <a:pt x="0" y="90976"/>
                  <a:pt x="90976" y="0"/>
                  <a:pt x="203200" y="0"/>
                </a:cubicBezTo>
                <a:lnTo>
                  <a:pt x="5283200" y="0"/>
                </a:lnTo>
                <a:cubicBezTo>
                  <a:pt x="5395424" y="0"/>
                  <a:pt x="5486400" y="90976"/>
                  <a:pt x="5486400" y="203200"/>
                </a:cubicBezTo>
                <a:lnTo>
                  <a:pt x="5486400" y="4521200"/>
                </a:lnTo>
                <a:cubicBezTo>
                  <a:pt x="5486400" y="4633424"/>
                  <a:pt x="5395424" y="4724400"/>
                  <a:pt x="5283200" y="4724400"/>
                </a:cubicBezTo>
                <a:lnTo>
                  <a:pt x="203200" y="4724400"/>
                </a:lnTo>
                <a:cubicBezTo>
                  <a:pt x="90976" y="4724400"/>
                  <a:pt x="0" y="4633424"/>
                  <a:pt x="0" y="4521200"/>
                </a:cubicBezTo>
                <a:lnTo>
                  <a:pt x="0" y="203200"/>
                </a:lnTo>
                <a:close/>
              </a:path>
            </a:pathLst>
          </a:custGeom>
          <a:solidFill>
            <a:srgbClr val="DDDDDD"/>
          </a:solidFill>
          <a:ln>
            <a:noFill/>
          </a:ln>
        </p:spPr>
        <p:txBody>
          <a:bodyPr>
            <a:norm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13" name="文本占位符 12"/>
          <p:cNvSpPr>
            <a:spLocks noGrp="1"/>
          </p:cNvSpPr>
          <p:nvPr>
            <p:ph type="body" idx="16386" hasCustomPrompt="1"/>
            <p:custDataLst>
              <p:tags r:id="rId6"/>
            </p:custDataLst>
          </p:nvPr>
        </p:nvSpPr>
        <p:spPr>
          <a:xfrm>
            <a:off x="6553200" y="1879600"/>
            <a:ext cx="22860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项标题</a:t>
            </a:r>
          </a:p>
        </p:txBody>
      </p:sp>
      <p:sp>
        <p:nvSpPr>
          <p:cNvPr id="14" name="文本占位符 13"/>
          <p:cNvSpPr>
            <a:spLocks noGrp="1"/>
          </p:cNvSpPr>
          <p:nvPr>
            <p:ph type="body" idx="16387" hasCustomPrompt="1"/>
            <p:custDataLst>
              <p:tags r:id="rId7"/>
            </p:custDataLst>
          </p:nvPr>
        </p:nvSpPr>
        <p:spPr>
          <a:xfrm>
            <a:off x="6553200" y="2438400"/>
            <a:ext cx="2286000" cy="12192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
        <p:nvSpPr>
          <p:cNvPr id="15" name="文本占位符 14"/>
          <p:cNvSpPr>
            <a:spLocks noGrp="1"/>
          </p:cNvSpPr>
          <p:nvPr>
            <p:ph type="body" idx="16388" hasCustomPrompt="1"/>
            <p:custDataLst>
              <p:tags r:id="rId8"/>
            </p:custDataLst>
          </p:nvPr>
        </p:nvSpPr>
        <p:spPr>
          <a:xfrm>
            <a:off x="9296400" y="1879600"/>
            <a:ext cx="22860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项标题</a:t>
            </a:r>
          </a:p>
        </p:txBody>
      </p:sp>
      <p:sp>
        <p:nvSpPr>
          <p:cNvPr id="16" name="文本占位符 15"/>
          <p:cNvSpPr>
            <a:spLocks noGrp="1"/>
          </p:cNvSpPr>
          <p:nvPr>
            <p:ph type="body" idx="16389" hasCustomPrompt="1"/>
            <p:custDataLst>
              <p:tags r:id="rId9"/>
            </p:custDataLst>
          </p:nvPr>
        </p:nvSpPr>
        <p:spPr>
          <a:xfrm>
            <a:off x="9296400" y="2438400"/>
            <a:ext cx="2286000" cy="12192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
        <p:nvSpPr>
          <p:cNvPr id="17" name="文本占位符 16"/>
          <p:cNvSpPr>
            <a:spLocks noGrp="1"/>
          </p:cNvSpPr>
          <p:nvPr>
            <p:ph type="body" idx="16390" hasCustomPrompt="1"/>
            <p:custDataLst>
              <p:tags r:id="rId10"/>
            </p:custDataLst>
          </p:nvPr>
        </p:nvSpPr>
        <p:spPr>
          <a:xfrm>
            <a:off x="6553200" y="4114800"/>
            <a:ext cx="22860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项标题</a:t>
            </a:r>
          </a:p>
        </p:txBody>
      </p:sp>
      <p:sp>
        <p:nvSpPr>
          <p:cNvPr id="18" name="文本占位符 17"/>
          <p:cNvSpPr>
            <a:spLocks noGrp="1"/>
          </p:cNvSpPr>
          <p:nvPr>
            <p:ph type="body" idx="16391" hasCustomPrompt="1"/>
            <p:custDataLst>
              <p:tags r:id="rId11"/>
            </p:custDataLst>
          </p:nvPr>
        </p:nvSpPr>
        <p:spPr>
          <a:xfrm>
            <a:off x="6553200" y="4673600"/>
            <a:ext cx="2286000" cy="12192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
        <p:nvSpPr>
          <p:cNvPr id="19" name="文本占位符 18"/>
          <p:cNvSpPr>
            <a:spLocks noGrp="1"/>
          </p:cNvSpPr>
          <p:nvPr>
            <p:ph type="body" idx="16392" hasCustomPrompt="1"/>
            <p:custDataLst>
              <p:tags r:id="rId12"/>
            </p:custDataLst>
          </p:nvPr>
        </p:nvSpPr>
        <p:spPr>
          <a:xfrm>
            <a:off x="9296400" y="4114800"/>
            <a:ext cx="22860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项标题</a:t>
            </a:r>
          </a:p>
        </p:txBody>
      </p:sp>
      <p:sp>
        <p:nvSpPr>
          <p:cNvPr id="20" name="文本占位符 19"/>
          <p:cNvSpPr>
            <a:spLocks noGrp="1"/>
          </p:cNvSpPr>
          <p:nvPr>
            <p:ph type="body" idx="16393" hasCustomPrompt="1"/>
            <p:custDataLst>
              <p:tags r:id="rId13"/>
            </p:custDataLst>
          </p:nvPr>
        </p:nvSpPr>
        <p:spPr>
          <a:xfrm>
            <a:off x="9296400" y="4673600"/>
            <a:ext cx="2286000" cy="12192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Tree>
    <p:extLst>
      <p:ext uri="{BB962C8B-B14F-4D97-AF65-F5344CB8AC3E}">
        <p14:creationId xmlns:p14="http://schemas.microsoft.com/office/powerpoint/2010/main" val="959456797"/>
      </p:ext>
    </p:extLst>
  </p:cSld>
  <p:clrMapOvr>
    <a:overrideClrMapping bg1="lt1" tx1="dk1" bg2="lt2" tx2="dk2" accent1="accent1" accent2="accent2" accent3="accent3" accent4="accent4" accent5="accent5" accent6="accent6" hlink="hlink" folHlink="folHlink"/>
  </p:clrMapOvr>
  <p:hf sldNum="0" hdr="0" ftr="0" dt="0"/>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正文页-60_40">
    <p:bg>
      <p:bgRef idx="1001">
        <a:schemeClr val="bg2"/>
      </p:bgRef>
    </p:bg>
    <p:spTree>
      <p:nvGrpSpPr>
        <p:cNvPr id="1" name=""/>
        <p:cNvGrpSpPr/>
        <p:nvPr/>
      </p:nvGrpSpPr>
      <p:grpSpPr>
        <a:xfrm>
          <a:off x="0" y="0"/>
          <a:ext cx="0" cy="0"/>
          <a:chOff x="0" y="0"/>
          <a:chExt cx="0" cy="0"/>
        </a:xfrm>
      </p:grpSpPr>
      <p:sp>
        <p:nvSpPr>
          <p:cNvPr id="8" name="日期占位符 7"/>
          <p:cNvSpPr>
            <a:spLocks noGrp="1"/>
          </p:cNvSpPr>
          <p:nvPr>
            <p:ph type="dt" sz="half" idx="10"/>
            <p:custDataLst>
              <p:tags r:id="rId1"/>
            </p:custDataLst>
          </p:nvPr>
        </p:nvSpPr>
        <p:spPr/>
        <p:txBody>
          <a:bodyPr wrap="square">
            <a:normAutofit/>
          </a:bodyPr>
          <a:lstStyle/>
          <a:p>
            <a:fld id="{5592522B-0F24-4480-B9DD-A9474A6880D6}" type="datetimeFigureOut">
              <a:rPr lang="zh-CN" altLang="en-US" smtClean="0"/>
              <a:t>2026/10/10</a:t>
            </a:fld>
            <a:endParaRPr lang="zh-CN" altLang="en-US"/>
          </a:p>
        </p:txBody>
      </p:sp>
      <p:sp>
        <p:nvSpPr>
          <p:cNvPr id="9" name="页脚占位符 8"/>
          <p:cNvSpPr>
            <a:spLocks noGrp="1"/>
          </p:cNvSpPr>
          <p:nvPr>
            <p:ph type="ftr" sz="quarter" idx="11"/>
            <p:custDataLst>
              <p:tags r:id="rId2"/>
            </p:custDataLst>
          </p:nvPr>
        </p:nvSpPr>
        <p:spPr/>
        <p:txBody>
          <a:bodyPr/>
          <a:lstStyle/>
          <a:p>
            <a:endParaRPr lang="zh-CN" altLang="en-US"/>
          </a:p>
        </p:txBody>
      </p:sp>
      <p:sp>
        <p:nvSpPr>
          <p:cNvPr id="10" name="灯片编号占位符 9"/>
          <p:cNvSpPr>
            <a:spLocks noGrp="1"/>
          </p:cNvSpPr>
          <p:nvPr>
            <p:ph type="sldNum" sz="quarter" idx="12"/>
            <p:custDataLst>
              <p:tags r:id="rId3"/>
            </p:custDataLst>
          </p:nvPr>
        </p:nvSpPr>
        <p:spPr/>
        <p:txBody>
          <a:bodyPr wrap="square">
            <a:normAutofit/>
          </a:bodyPr>
          <a:lstStyle/>
          <a:p>
            <a:fld id="{BE5F26B5-172A-4DC2-B0B7-181CFC56B87C}" type="slidenum">
              <a:rPr lang="zh-CN" altLang="en-US" smtClean="0"/>
              <a:t>‹#›</a:t>
            </a:fld>
            <a:endParaRPr lang="zh-CN" altLang="en-US"/>
          </a:p>
        </p:txBody>
      </p:sp>
      <p:sp>
        <p:nvSpPr>
          <p:cNvPr id="11" name="标题 10"/>
          <p:cNvSpPr>
            <a:spLocks noGrp="1"/>
          </p:cNvSpPr>
          <p:nvPr>
            <p:ph type="ctrTitle" idx="16385" hasCustomPrompt="1"/>
            <p:custDataLst>
              <p:tags r:id="rId4"/>
            </p:custDataLst>
          </p:nvPr>
        </p:nvSpPr>
        <p:spPr>
          <a:xfrm>
            <a:off x="609600" y="533400"/>
            <a:ext cx="10972800" cy="609600"/>
          </a:xfrm>
          <a:noFill/>
        </p:spPr>
        <p:txBody>
          <a:bodyPr lIns="0" tIns="0" rIns="0" bIns="0" anchor="t">
            <a:normAutofit/>
          </a:bodyPr>
          <a:lstStyle>
            <a:lvl1pPr marL="0" indent="0" algn="l">
              <a:lnSpc>
                <a:spcPct val="111000"/>
              </a:lnSpc>
              <a:spcBef>
                <a:spcPct val="0"/>
              </a:spcBef>
              <a:spcAft>
                <a:spcPct val="0"/>
              </a:spcAft>
              <a:buNone/>
              <a:defRPr sz="3600" b="1" spc="0">
                <a:solidFill>
                  <a:schemeClr val="tx1"/>
                </a:solidFill>
              </a:defRPr>
            </a:lvl1pPr>
          </a:lstStyle>
          <a:p>
            <a:r>
              <a:rPr lang="zh-CN" altLang="en-US"/>
              <a:t>单击此处添加标题</a:t>
            </a:r>
          </a:p>
        </p:txBody>
      </p:sp>
      <p:sp>
        <p:nvSpPr>
          <p:cNvPr id="12" name="内容占位符 11"/>
          <p:cNvSpPr>
            <a:spLocks noGrp="1"/>
          </p:cNvSpPr>
          <p:nvPr>
            <p:ph idx="16394" hasCustomPrompt="1"/>
            <p:custDataLst>
              <p:tags r:id="rId5"/>
            </p:custDataLst>
          </p:nvPr>
        </p:nvSpPr>
        <p:spPr>
          <a:xfrm>
            <a:off x="609600" y="1524000"/>
            <a:ext cx="3581400" cy="4724400"/>
          </a:xfrm>
          <a:custGeom>
            <a:avLst/>
            <a:gdLst>
              <a:gd name="connisteX0" fmla="*/ 0 w 3581400"/>
              <a:gd name="connsiteY0" fmla="*/ 203200 h 4724400"/>
              <a:gd name="connisteX1" fmla="*/ 203200 w 3581400"/>
              <a:gd name="connsiteY1" fmla="*/ 0 h 4724400"/>
              <a:gd name="connisteX2" fmla="*/ 3581400 w 3581400"/>
              <a:gd name="connsiteY2" fmla="*/ 0 h 4724400"/>
              <a:gd name="connisteX3" fmla="*/ 3581400 w 3581400"/>
              <a:gd name="connsiteY3" fmla="*/ 4724400 h 4724400"/>
              <a:gd name="connisteX4" fmla="*/ 203200 w 3581400"/>
              <a:gd name="connsiteY4" fmla="*/ 4724400 h 4724400"/>
              <a:gd name="connisteX5" fmla="*/ 0 w 3581400"/>
              <a:gd name="connsiteY5" fmla="*/ 4521200 h 4724400"/>
              <a:gd name="connisteX6" fmla="*/ 0 w 3581400"/>
              <a:gd name="connsiteY6" fmla="*/ 203200 h 4724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rect l="0" t="0" r="0" b="0"/>
            <a:pathLst>
              <a:path w="3581400" h="4724400">
                <a:moveTo>
                  <a:pt x="0" y="203200"/>
                </a:moveTo>
                <a:cubicBezTo>
                  <a:pt x="0" y="90976"/>
                  <a:pt x="90976" y="0"/>
                  <a:pt x="203200" y="0"/>
                </a:cubicBezTo>
                <a:lnTo>
                  <a:pt x="3581400" y="0"/>
                </a:lnTo>
                <a:lnTo>
                  <a:pt x="3581400" y="4724400"/>
                </a:lnTo>
                <a:lnTo>
                  <a:pt x="203200" y="4724400"/>
                </a:lnTo>
                <a:cubicBezTo>
                  <a:pt x="90976" y="4724400"/>
                  <a:pt x="0" y="4633424"/>
                  <a:pt x="0" y="4521200"/>
                </a:cubicBezTo>
                <a:lnTo>
                  <a:pt x="0" y="203200"/>
                </a:lnTo>
                <a:close/>
              </a:path>
            </a:pathLst>
          </a:custGeom>
          <a:solidFill>
            <a:srgbClr val="DDDDDD"/>
          </a:solidFill>
          <a:ln>
            <a:noFill/>
          </a:ln>
        </p:spPr>
        <p:txBody>
          <a:bodyPr>
            <a:norm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13" name="装饰  2"/>
          <p:cNvSpPr>
            <a:spLocks noGrp="1"/>
          </p:cNvSpPr>
          <p:nvPr>
            <p:ph type="body" idx="16395" hasCustomPrompt="1"/>
            <p:custDataLst>
              <p:tags r:id="rId6"/>
            </p:custDataLst>
          </p:nvPr>
        </p:nvSpPr>
        <p:spPr>
          <a:xfrm>
            <a:off x="4191000" y="1524000"/>
            <a:ext cx="7391400" cy="4724400"/>
          </a:xfrm>
          <a:custGeom>
            <a:avLst/>
            <a:gdLst>
              <a:gd name="connisteX0" fmla="*/ 0 w 7391400"/>
              <a:gd name="connsiteY0" fmla="*/ 0 h 4724400"/>
              <a:gd name="connisteX1" fmla="*/ 7188200 w 7391400"/>
              <a:gd name="connsiteY1" fmla="*/ 0 h 4724400"/>
              <a:gd name="connisteX2" fmla="*/ 7391400 w 7391400"/>
              <a:gd name="connsiteY2" fmla="*/ 203200 h 4724400"/>
              <a:gd name="connisteX3" fmla="*/ 7391400 w 7391400"/>
              <a:gd name="connsiteY3" fmla="*/ 4521200 h 4724400"/>
              <a:gd name="connisteX4" fmla="*/ 7188200 w 7391400"/>
              <a:gd name="connsiteY4" fmla="*/ 4724400 h 4724400"/>
              <a:gd name="connisteX5" fmla="*/ 0 w 7391400"/>
              <a:gd name="connsiteY5" fmla="*/ 4724400 h 4724400"/>
              <a:gd name="connisteX6" fmla="*/ 0 w 7391400"/>
              <a:gd name="connsiteY6" fmla="*/ 0 h 4724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rect l="0" t="0" r="0" b="0"/>
            <a:pathLst>
              <a:path w="7391400" h="4724400">
                <a:moveTo>
                  <a:pt x="0" y="0"/>
                </a:moveTo>
                <a:lnTo>
                  <a:pt x="7188200" y="0"/>
                </a:lnTo>
                <a:cubicBezTo>
                  <a:pt x="7300424" y="0"/>
                  <a:pt x="7391400" y="90976"/>
                  <a:pt x="7391400" y="203200"/>
                </a:cubicBezTo>
                <a:lnTo>
                  <a:pt x="7391400" y="4521200"/>
                </a:lnTo>
                <a:cubicBezTo>
                  <a:pt x="7391400" y="4633424"/>
                  <a:pt x="7300424" y="4724400"/>
                  <a:pt x="7188200" y="4724400"/>
                </a:cubicBezTo>
                <a:lnTo>
                  <a:pt x="0" y="4724400"/>
                </a:lnTo>
                <a:lnTo>
                  <a:pt x="0" y="0"/>
                </a:lnTo>
                <a:close/>
              </a:path>
            </a:pathLst>
          </a:custGeom>
          <a:gradFill>
            <a:gsLst>
              <a:gs pos="0">
                <a:schemeClr val="accent1">
                  <a:lumMod val="0"/>
                  <a:lumOff val="100000"/>
                </a:schemeClr>
              </a:gs>
              <a:gs pos="100000">
                <a:schemeClr val="accent1">
                  <a:lumMod val="0"/>
                  <a:lumOff val="100000"/>
                </a:schemeClr>
              </a:gs>
            </a:gsLst>
            <a:lin ang="5400000"/>
          </a:gra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14" name="文本占位符 13"/>
          <p:cNvSpPr>
            <a:spLocks noGrp="1"/>
          </p:cNvSpPr>
          <p:nvPr>
            <p:ph type="body" idx="16386" hasCustomPrompt="1"/>
            <p:custDataLst>
              <p:tags r:id="rId7"/>
            </p:custDataLst>
          </p:nvPr>
        </p:nvSpPr>
        <p:spPr>
          <a:xfrm>
            <a:off x="4648200" y="2184400"/>
            <a:ext cx="30099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单击添加项标题</a:t>
            </a:r>
          </a:p>
        </p:txBody>
      </p:sp>
      <p:sp>
        <p:nvSpPr>
          <p:cNvPr id="15" name="文本占位符 14"/>
          <p:cNvSpPr>
            <a:spLocks noGrp="1"/>
          </p:cNvSpPr>
          <p:nvPr>
            <p:ph type="body" idx="16387" hasCustomPrompt="1"/>
            <p:custDataLst>
              <p:tags r:id="rId8"/>
            </p:custDataLst>
          </p:nvPr>
        </p:nvSpPr>
        <p:spPr>
          <a:xfrm>
            <a:off x="4648200" y="2743200"/>
            <a:ext cx="3009900" cy="9144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
        <p:nvSpPr>
          <p:cNvPr id="16" name="文本占位符 15"/>
          <p:cNvSpPr>
            <a:spLocks noGrp="1"/>
          </p:cNvSpPr>
          <p:nvPr>
            <p:ph type="body" idx="16388" hasCustomPrompt="1"/>
            <p:custDataLst>
              <p:tags r:id="rId9"/>
            </p:custDataLst>
          </p:nvPr>
        </p:nvSpPr>
        <p:spPr>
          <a:xfrm>
            <a:off x="8115300" y="2184400"/>
            <a:ext cx="30099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单击添加项标题</a:t>
            </a:r>
          </a:p>
        </p:txBody>
      </p:sp>
      <p:sp>
        <p:nvSpPr>
          <p:cNvPr id="17" name="文本占位符 16"/>
          <p:cNvSpPr>
            <a:spLocks noGrp="1"/>
          </p:cNvSpPr>
          <p:nvPr>
            <p:ph type="body" idx="16389" hasCustomPrompt="1"/>
            <p:custDataLst>
              <p:tags r:id="rId10"/>
            </p:custDataLst>
          </p:nvPr>
        </p:nvSpPr>
        <p:spPr>
          <a:xfrm>
            <a:off x="8115300" y="2743200"/>
            <a:ext cx="3009900" cy="9144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
        <p:nvSpPr>
          <p:cNvPr id="18" name="文本占位符 17"/>
          <p:cNvSpPr>
            <a:spLocks noGrp="1"/>
          </p:cNvSpPr>
          <p:nvPr>
            <p:ph type="body" idx="16390" hasCustomPrompt="1"/>
            <p:custDataLst>
              <p:tags r:id="rId11"/>
            </p:custDataLst>
          </p:nvPr>
        </p:nvSpPr>
        <p:spPr>
          <a:xfrm>
            <a:off x="4648200" y="4114800"/>
            <a:ext cx="30099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单击添加项标题</a:t>
            </a:r>
          </a:p>
        </p:txBody>
      </p:sp>
      <p:sp>
        <p:nvSpPr>
          <p:cNvPr id="19" name="文本占位符 18"/>
          <p:cNvSpPr>
            <a:spLocks noGrp="1"/>
          </p:cNvSpPr>
          <p:nvPr>
            <p:ph type="body" idx="16391" hasCustomPrompt="1"/>
            <p:custDataLst>
              <p:tags r:id="rId12"/>
            </p:custDataLst>
          </p:nvPr>
        </p:nvSpPr>
        <p:spPr>
          <a:xfrm>
            <a:off x="4648200" y="4673600"/>
            <a:ext cx="3009900" cy="9144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
        <p:nvSpPr>
          <p:cNvPr id="20" name="文本占位符 19"/>
          <p:cNvSpPr>
            <a:spLocks noGrp="1"/>
          </p:cNvSpPr>
          <p:nvPr>
            <p:ph type="body" idx="16392" hasCustomPrompt="1"/>
            <p:custDataLst>
              <p:tags r:id="rId13"/>
            </p:custDataLst>
          </p:nvPr>
        </p:nvSpPr>
        <p:spPr>
          <a:xfrm>
            <a:off x="8115300" y="4114800"/>
            <a:ext cx="30099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单击添加项标题</a:t>
            </a:r>
          </a:p>
        </p:txBody>
      </p:sp>
      <p:sp>
        <p:nvSpPr>
          <p:cNvPr id="21" name="文本占位符 20"/>
          <p:cNvSpPr>
            <a:spLocks noGrp="1"/>
          </p:cNvSpPr>
          <p:nvPr>
            <p:ph type="body" idx="16393" hasCustomPrompt="1"/>
            <p:custDataLst>
              <p:tags r:id="rId14"/>
            </p:custDataLst>
          </p:nvPr>
        </p:nvSpPr>
        <p:spPr>
          <a:xfrm>
            <a:off x="8115300" y="4673600"/>
            <a:ext cx="3009900" cy="9144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Tree>
    <p:extLst>
      <p:ext uri="{BB962C8B-B14F-4D97-AF65-F5344CB8AC3E}">
        <p14:creationId xmlns:p14="http://schemas.microsoft.com/office/powerpoint/2010/main" val="1427719046"/>
      </p:ext>
    </p:extLst>
  </p:cSld>
  <p:clrMapOvr>
    <a:overrideClrMapping bg1="lt1" tx1="dk1" bg2="lt2" tx2="dk2" accent1="accent1" accent2="accent2" accent3="accent3" accent4="accent4" accent5="accent5" accent6="accent6" hlink="hlink" folHlink="folHlink"/>
  </p:clrMapOvr>
  <p:hf sldNum="0" hdr="0" ftr="0" dt="0"/>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正文页-32_34">
    <p:bg>
      <p:bgRef idx="1001">
        <a:schemeClr val="bg2"/>
      </p:bgRef>
    </p:bg>
    <p:spTree>
      <p:nvGrpSpPr>
        <p:cNvPr id="1" name=""/>
        <p:cNvGrpSpPr/>
        <p:nvPr/>
      </p:nvGrpSpPr>
      <p:grpSpPr>
        <a:xfrm>
          <a:off x="0" y="0"/>
          <a:ext cx="0" cy="0"/>
          <a:chOff x="0" y="0"/>
          <a:chExt cx="0" cy="0"/>
        </a:xfrm>
      </p:grpSpPr>
      <p:sp>
        <p:nvSpPr>
          <p:cNvPr id="8" name="日期占位符 7"/>
          <p:cNvSpPr>
            <a:spLocks noGrp="1"/>
          </p:cNvSpPr>
          <p:nvPr>
            <p:ph type="dt" sz="half" idx="10"/>
            <p:custDataLst>
              <p:tags r:id="rId1"/>
            </p:custDataLst>
          </p:nvPr>
        </p:nvSpPr>
        <p:spPr/>
        <p:txBody>
          <a:bodyPr wrap="square">
            <a:normAutofit/>
          </a:bodyPr>
          <a:lstStyle/>
          <a:p>
            <a:fld id="{5592522B-0F24-4480-B9DD-A9474A6880D6}" type="datetimeFigureOut">
              <a:rPr lang="zh-CN" altLang="en-US" smtClean="0"/>
              <a:t>2026/10/10</a:t>
            </a:fld>
            <a:endParaRPr lang="zh-CN" altLang="en-US"/>
          </a:p>
        </p:txBody>
      </p:sp>
      <p:sp>
        <p:nvSpPr>
          <p:cNvPr id="9" name="页脚占位符 8"/>
          <p:cNvSpPr>
            <a:spLocks noGrp="1"/>
          </p:cNvSpPr>
          <p:nvPr>
            <p:ph type="ftr" sz="quarter" idx="11"/>
            <p:custDataLst>
              <p:tags r:id="rId2"/>
            </p:custDataLst>
          </p:nvPr>
        </p:nvSpPr>
        <p:spPr/>
        <p:txBody>
          <a:bodyPr/>
          <a:lstStyle/>
          <a:p>
            <a:endParaRPr lang="zh-CN" altLang="en-US"/>
          </a:p>
        </p:txBody>
      </p:sp>
      <p:sp>
        <p:nvSpPr>
          <p:cNvPr id="10" name="灯片编号占位符 9"/>
          <p:cNvSpPr>
            <a:spLocks noGrp="1"/>
          </p:cNvSpPr>
          <p:nvPr>
            <p:ph type="sldNum" sz="quarter" idx="12"/>
            <p:custDataLst>
              <p:tags r:id="rId3"/>
            </p:custDataLst>
          </p:nvPr>
        </p:nvSpPr>
        <p:spPr/>
        <p:txBody>
          <a:bodyPr wrap="square">
            <a:normAutofit/>
          </a:bodyPr>
          <a:lstStyle/>
          <a:p>
            <a:fld id="{BE5F26B5-172A-4DC2-B0B7-181CFC56B87C}" type="slidenum">
              <a:rPr lang="zh-CN" altLang="en-US" smtClean="0"/>
              <a:t>‹#›</a:t>
            </a:fld>
            <a:endParaRPr lang="zh-CN" altLang="en-US"/>
          </a:p>
        </p:txBody>
      </p:sp>
      <p:sp>
        <p:nvSpPr>
          <p:cNvPr id="11" name="标题 10"/>
          <p:cNvSpPr>
            <a:spLocks noGrp="1"/>
          </p:cNvSpPr>
          <p:nvPr>
            <p:ph type="ctrTitle" idx="16385" hasCustomPrompt="1"/>
            <p:custDataLst>
              <p:tags r:id="rId4"/>
            </p:custDataLst>
          </p:nvPr>
        </p:nvSpPr>
        <p:spPr>
          <a:xfrm>
            <a:off x="609600" y="533400"/>
            <a:ext cx="10972800" cy="609600"/>
          </a:xfrm>
          <a:noFill/>
        </p:spPr>
        <p:txBody>
          <a:bodyPr lIns="0" tIns="0" rIns="0" bIns="0" anchor="t">
            <a:normAutofit/>
          </a:bodyPr>
          <a:lstStyle>
            <a:lvl1pPr marL="0" indent="0" algn="l">
              <a:lnSpc>
                <a:spcPct val="111000"/>
              </a:lnSpc>
              <a:spcBef>
                <a:spcPct val="0"/>
              </a:spcBef>
              <a:spcAft>
                <a:spcPct val="0"/>
              </a:spcAft>
              <a:buNone/>
              <a:defRPr sz="3600" b="1" spc="0">
                <a:solidFill>
                  <a:schemeClr val="tx1"/>
                </a:solidFill>
              </a:defRPr>
            </a:lvl1pPr>
          </a:lstStyle>
          <a:p>
            <a:r>
              <a:rPr lang="zh-CN" altLang="en-US"/>
              <a:t>单击此处添加标题</a:t>
            </a:r>
          </a:p>
        </p:txBody>
      </p:sp>
      <p:sp>
        <p:nvSpPr>
          <p:cNvPr id="12" name="装饰  1"/>
          <p:cNvSpPr>
            <a:spLocks noGrp="1"/>
          </p:cNvSpPr>
          <p:nvPr>
            <p:ph type="body" idx="16395" hasCustomPrompt="1"/>
            <p:custDataLst>
              <p:tags r:id="rId5"/>
            </p:custDataLst>
          </p:nvPr>
        </p:nvSpPr>
        <p:spPr>
          <a:xfrm>
            <a:off x="609600" y="1524000"/>
            <a:ext cx="5334000" cy="2209800"/>
          </a:xfrm>
          <a:custGeom>
            <a:avLst/>
            <a:gdLst>
              <a:gd name="connisteX0" fmla="*/ 0 w 5334000"/>
              <a:gd name="connsiteY0" fmla="*/ 203200 h 2209800"/>
              <a:gd name="connisteX1" fmla="*/ 203200 w 5334000"/>
              <a:gd name="connsiteY1" fmla="*/ 0 h 2209800"/>
              <a:gd name="connisteX2" fmla="*/ 5130800 w 5334000"/>
              <a:gd name="connsiteY2" fmla="*/ 0 h 2209800"/>
              <a:gd name="connisteX3" fmla="*/ 5334000 w 5334000"/>
              <a:gd name="connsiteY3" fmla="*/ 203200 h 2209800"/>
              <a:gd name="connisteX4" fmla="*/ 5334000 w 5334000"/>
              <a:gd name="connsiteY4" fmla="*/ 2006600 h 2209800"/>
              <a:gd name="connisteX5" fmla="*/ 5130800 w 5334000"/>
              <a:gd name="connsiteY5" fmla="*/ 2209800 h 2209800"/>
              <a:gd name="connisteX6" fmla="*/ 203200 w 5334000"/>
              <a:gd name="connsiteY6" fmla="*/ 2209800 h 2209800"/>
              <a:gd name="connisteX7" fmla="*/ 0 w 5334000"/>
              <a:gd name="connsiteY7" fmla="*/ 2006600 h 2209800"/>
              <a:gd name="connisteX8" fmla="*/ 0 w 5334000"/>
              <a:gd name="connsiteY8" fmla="*/ 203200 h 2209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5334000" h="2209800">
                <a:moveTo>
                  <a:pt x="0" y="203200"/>
                </a:moveTo>
                <a:cubicBezTo>
                  <a:pt x="0" y="90976"/>
                  <a:pt x="90976" y="0"/>
                  <a:pt x="203200" y="0"/>
                </a:cubicBezTo>
                <a:lnTo>
                  <a:pt x="5130800" y="0"/>
                </a:lnTo>
                <a:cubicBezTo>
                  <a:pt x="5243024" y="0"/>
                  <a:pt x="5334000" y="90976"/>
                  <a:pt x="5334000" y="203200"/>
                </a:cubicBezTo>
                <a:lnTo>
                  <a:pt x="5334000" y="2006600"/>
                </a:lnTo>
                <a:cubicBezTo>
                  <a:pt x="5334000" y="2118824"/>
                  <a:pt x="5243024" y="2209800"/>
                  <a:pt x="5130800" y="2209800"/>
                </a:cubicBezTo>
                <a:lnTo>
                  <a:pt x="203200" y="2209800"/>
                </a:lnTo>
                <a:cubicBezTo>
                  <a:pt x="90976" y="2209800"/>
                  <a:pt x="0" y="2118824"/>
                  <a:pt x="0" y="2006600"/>
                </a:cubicBezTo>
                <a:lnTo>
                  <a:pt x="0" y="203200"/>
                </a:lnTo>
                <a:close/>
              </a:path>
            </a:pathLst>
          </a:custGeom>
          <a:gradFill>
            <a:gsLst>
              <a:gs pos="0">
                <a:schemeClr val="accent1">
                  <a:lumMod val="0"/>
                  <a:lumOff val="100000"/>
                </a:schemeClr>
              </a:gs>
              <a:gs pos="100000">
                <a:schemeClr val="accent1">
                  <a:lumMod val="0"/>
                  <a:lumOff val="100000"/>
                </a:schemeClr>
              </a:gs>
            </a:gsLst>
            <a:lin ang="5400000"/>
          </a:gra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13" name="装饰  2"/>
          <p:cNvSpPr>
            <a:spLocks noGrp="1"/>
          </p:cNvSpPr>
          <p:nvPr>
            <p:ph type="body" idx="16396" hasCustomPrompt="1"/>
            <p:custDataLst>
              <p:tags r:id="rId6"/>
            </p:custDataLst>
          </p:nvPr>
        </p:nvSpPr>
        <p:spPr>
          <a:xfrm>
            <a:off x="914400" y="1765300"/>
            <a:ext cx="914400" cy="914400"/>
          </a:xfrm>
          <a:custGeom>
            <a:avLst/>
            <a:gdLst>
              <a:gd name="connisteX0" fmla="*/ 0 w 914400"/>
              <a:gd name="connsiteY0" fmla="*/ 457200 h 914400"/>
              <a:gd name="connisteX1" fmla="*/ 457200 w 914400"/>
              <a:gd name="connsiteY1" fmla="*/ 0 h 914400"/>
              <a:gd name="connisteX2" fmla="*/ 457200 w 914400"/>
              <a:gd name="connsiteY2" fmla="*/ 0 h 914400"/>
              <a:gd name="connisteX3" fmla="*/ 914400 w 914400"/>
              <a:gd name="connsiteY3" fmla="*/ 457200 h 914400"/>
              <a:gd name="connisteX4" fmla="*/ 914400 w 914400"/>
              <a:gd name="connsiteY4" fmla="*/ 457200 h 914400"/>
              <a:gd name="connisteX5" fmla="*/ 457200 w 914400"/>
              <a:gd name="connsiteY5" fmla="*/ 914400 h 914400"/>
              <a:gd name="connisteX6" fmla="*/ 457200 w 914400"/>
              <a:gd name="connsiteY6" fmla="*/ 914400 h 914400"/>
              <a:gd name="connisteX7" fmla="*/ 0 w 914400"/>
              <a:gd name="connsiteY7" fmla="*/ 457200 h 914400"/>
              <a:gd name="connisteX8" fmla="*/ 0 w 914400"/>
              <a:gd name="connsiteY8" fmla="*/ 457200 h 914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914400" h="914400">
                <a:moveTo>
                  <a:pt x="0" y="457200"/>
                </a:moveTo>
                <a:cubicBezTo>
                  <a:pt x="0" y="204695"/>
                  <a:pt x="204695" y="0"/>
                  <a:pt x="457200" y="0"/>
                </a:cubicBezTo>
                <a:lnTo>
                  <a:pt x="457200" y="0"/>
                </a:lnTo>
                <a:cubicBezTo>
                  <a:pt x="709705" y="0"/>
                  <a:pt x="914400" y="204695"/>
                  <a:pt x="914400" y="457200"/>
                </a:cubicBezTo>
                <a:lnTo>
                  <a:pt x="914400" y="457200"/>
                </a:lnTo>
                <a:cubicBezTo>
                  <a:pt x="914400" y="709705"/>
                  <a:pt x="709705" y="914400"/>
                  <a:pt x="457200" y="914400"/>
                </a:cubicBezTo>
                <a:lnTo>
                  <a:pt x="457200" y="914400"/>
                </a:lnTo>
                <a:cubicBezTo>
                  <a:pt x="204695" y="914400"/>
                  <a:pt x="0" y="709705"/>
                  <a:pt x="0" y="457200"/>
                </a:cubicBezTo>
                <a:lnTo>
                  <a:pt x="0" y="4572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14" name="图片占位符 13"/>
          <p:cNvSpPr>
            <a:spLocks noGrp="1"/>
          </p:cNvSpPr>
          <p:nvPr>
            <p:ph type="pic" idx="16394" hasCustomPrompt="1"/>
            <p:custDataLst>
              <p:tags r:id="rId7"/>
            </p:custDataLst>
          </p:nvPr>
        </p:nvSpPr>
        <p:spPr>
          <a:xfrm>
            <a:off x="1127760" y="1978660"/>
            <a:ext cx="487680" cy="487680"/>
          </a:xfrm>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p>
        </p:txBody>
      </p:sp>
      <p:sp>
        <p:nvSpPr>
          <p:cNvPr id="15" name="文本占位符 14"/>
          <p:cNvSpPr>
            <a:spLocks noGrp="1"/>
          </p:cNvSpPr>
          <p:nvPr>
            <p:ph type="body" idx="16386" hasCustomPrompt="1"/>
            <p:custDataLst>
              <p:tags r:id="rId8"/>
            </p:custDataLst>
          </p:nvPr>
        </p:nvSpPr>
        <p:spPr>
          <a:xfrm>
            <a:off x="2082800" y="1765300"/>
            <a:ext cx="35560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16" name="文本占位符 15"/>
          <p:cNvSpPr>
            <a:spLocks noGrp="1"/>
          </p:cNvSpPr>
          <p:nvPr>
            <p:ph type="body" idx="16387" hasCustomPrompt="1"/>
            <p:custDataLst>
              <p:tags r:id="rId9"/>
            </p:custDataLst>
          </p:nvPr>
        </p:nvSpPr>
        <p:spPr>
          <a:xfrm>
            <a:off x="2082800" y="2273300"/>
            <a:ext cx="3556000" cy="12192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
        <p:nvSpPr>
          <p:cNvPr id="17" name="装饰  6"/>
          <p:cNvSpPr>
            <a:spLocks noGrp="1"/>
          </p:cNvSpPr>
          <p:nvPr>
            <p:ph type="body" idx="16398" hasCustomPrompt="1"/>
            <p:custDataLst>
              <p:tags r:id="rId10"/>
            </p:custDataLst>
          </p:nvPr>
        </p:nvSpPr>
        <p:spPr>
          <a:xfrm>
            <a:off x="6248400" y="1524000"/>
            <a:ext cx="5334000" cy="2209800"/>
          </a:xfrm>
          <a:custGeom>
            <a:avLst/>
            <a:gdLst>
              <a:gd name="connisteX0" fmla="*/ 0 w 5334000"/>
              <a:gd name="connsiteY0" fmla="*/ 203200 h 2209800"/>
              <a:gd name="connisteX1" fmla="*/ 203200 w 5334000"/>
              <a:gd name="connsiteY1" fmla="*/ 0 h 2209800"/>
              <a:gd name="connisteX2" fmla="*/ 5130800 w 5334000"/>
              <a:gd name="connsiteY2" fmla="*/ 0 h 2209800"/>
              <a:gd name="connisteX3" fmla="*/ 5334000 w 5334000"/>
              <a:gd name="connsiteY3" fmla="*/ 203200 h 2209800"/>
              <a:gd name="connisteX4" fmla="*/ 5334000 w 5334000"/>
              <a:gd name="connsiteY4" fmla="*/ 2006600 h 2209800"/>
              <a:gd name="connisteX5" fmla="*/ 5130800 w 5334000"/>
              <a:gd name="connsiteY5" fmla="*/ 2209800 h 2209800"/>
              <a:gd name="connisteX6" fmla="*/ 203200 w 5334000"/>
              <a:gd name="connsiteY6" fmla="*/ 2209800 h 2209800"/>
              <a:gd name="connisteX7" fmla="*/ 0 w 5334000"/>
              <a:gd name="connsiteY7" fmla="*/ 2006600 h 2209800"/>
              <a:gd name="connisteX8" fmla="*/ 0 w 5334000"/>
              <a:gd name="connsiteY8" fmla="*/ 203200 h 2209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5334000" h="2209800">
                <a:moveTo>
                  <a:pt x="0" y="203200"/>
                </a:moveTo>
                <a:cubicBezTo>
                  <a:pt x="0" y="90976"/>
                  <a:pt x="90976" y="0"/>
                  <a:pt x="203200" y="0"/>
                </a:cubicBezTo>
                <a:lnTo>
                  <a:pt x="5130800" y="0"/>
                </a:lnTo>
                <a:cubicBezTo>
                  <a:pt x="5243024" y="0"/>
                  <a:pt x="5334000" y="90976"/>
                  <a:pt x="5334000" y="203200"/>
                </a:cubicBezTo>
                <a:lnTo>
                  <a:pt x="5334000" y="2006600"/>
                </a:lnTo>
                <a:cubicBezTo>
                  <a:pt x="5334000" y="2118824"/>
                  <a:pt x="5243024" y="2209800"/>
                  <a:pt x="5130800" y="2209800"/>
                </a:cubicBezTo>
                <a:lnTo>
                  <a:pt x="203200" y="2209800"/>
                </a:lnTo>
                <a:cubicBezTo>
                  <a:pt x="90976" y="2209800"/>
                  <a:pt x="0" y="2118824"/>
                  <a:pt x="0" y="2006600"/>
                </a:cubicBezTo>
                <a:lnTo>
                  <a:pt x="0" y="2032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18" name="装饰  7"/>
          <p:cNvSpPr>
            <a:spLocks noGrp="1"/>
          </p:cNvSpPr>
          <p:nvPr>
            <p:ph type="body" idx="16399" hasCustomPrompt="1"/>
            <p:custDataLst>
              <p:tags r:id="rId11"/>
            </p:custDataLst>
          </p:nvPr>
        </p:nvSpPr>
        <p:spPr>
          <a:xfrm>
            <a:off x="6553200" y="1765300"/>
            <a:ext cx="914400" cy="914400"/>
          </a:xfrm>
          <a:custGeom>
            <a:avLst/>
            <a:gdLst>
              <a:gd name="connisteX0" fmla="*/ 0 w 914400"/>
              <a:gd name="connsiteY0" fmla="*/ 457200 h 914400"/>
              <a:gd name="connisteX1" fmla="*/ 457200 w 914400"/>
              <a:gd name="connsiteY1" fmla="*/ 0 h 914400"/>
              <a:gd name="connisteX2" fmla="*/ 457200 w 914400"/>
              <a:gd name="connsiteY2" fmla="*/ 0 h 914400"/>
              <a:gd name="connisteX3" fmla="*/ 914400 w 914400"/>
              <a:gd name="connsiteY3" fmla="*/ 457200 h 914400"/>
              <a:gd name="connisteX4" fmla="*/ 914400 w 914400"/>
              <a:gd name="connsiteY4" fmla="*/ 457200 h 914400"/>
              <a:gd name="connisteX5" fmla="*/ 457200 w 914400"/>
              <a:gd name="connsiteY5" fmla="*/ 914400 h 914400"/>
              <a:gd name="connisteX6" fmla="*/ 457200 w 914400"/>
              <a:gd name="connsiteY6" fmla="*/ 914400 h 914400"/>
              <a:gd name="connisteX7" fmla="*/ 0 w 914400"/>
              <a:gd name="connsiteY7" fmla="*/ 457200 h 914400"/>
              <a:gd name="connisteX8" fmla="*/ 0 w 914400"/>
              <a:gd name="connsiteY8" fmla="*/ 457200 h 914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914400" h="914400">
                <a:moveTo>
                  <a:pt x="0" y="457200"/>
                </a:moveTo>
                <a:cubicBezTo>
                  <a:pt x="0" y="204695"/>
                  <a:pt x="204695" y="0"/>
                  <a:pt x="457200" y="0"/>
                </a:cubicBezTo>
                <a:lnTo>
                  <a:pt x="457200" y="0"/>
                </a:lnTo>
                <a:cubicBezTo>
                  <a:pt x="709705" y="0"/>
                  <a:pt x="914400" y="204695"/>
                  <a:pt x="914400" y="457200"/>
                </a:cubicBezTo>
                <a:lnTo>
                  <a:pt x="914400" y="457200"/>
                </a:lnTo>
                <a:cubicBezTo>
                  <a:pt x="914400" y="709705"/>
                  <a:pt x="709705" y="914400"/>
                  <a:pt x="457200" y="914400"/>
                </a:cubicBezTo>
                <a:lnTo>
                  <a:pt x="457200" y="914400"/>
                </a:lnTo>
                <a:cubicBezTo>
                  <a:pt x="204695" y="914400"/>
                  <a:pt x="0" y="709705"/>
                  <a:pt x="0" y="457200"/>
                </a:cubicBezTo>
                <a:lnTo>
                  <a:pt x="0" y="457200"/>
                </a:lnTo>
                <a:close/>
              </a:path>
            </a:pathLst>
          </a:custGeom>
          <a:solidFill>
            <a:srgbClr val="FFFFFF"/>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19" name="图片占位符 18"/>
          <p:cNvSpPr>
            <a:spLocks noGrp="1"/>
          </p:cNvSpPr>
          <p:nvPr>
            <p:ph type="pic" idx="16397" hasCustomPrompt="1"/>
            <p:custDataLst>
              <p:tags r:id="rId12"/>
            </p:custDataLst>
          </p:nvPr>
        </p:nvSpPr>
        <p:spPr>
          <a:xfrm>
            <a:off x="6766560" y="1978660"/>
            <a:ext cx="487680" cy="487680"/>
          </a:xfrm>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p>
        </p:txBody>
      </p:sp>
      <p:sp>
        <p:nvSpPr>
          <p:cNvPr id="20" name="文本占位符 19"/>
          <p:cNvSpPr>
            <a:spLocks noGrp="1"/>
          </p:cNvSpPr>
          <p:nvPr>
            <p:ph type="body" idx="16388" hasCustomPrompt="1"/>
            <p:custDataLst>
              <p:tags r:id="rId13"/>
            </p:custDataLst>
          </p:nvPr>
        </p:nvSpPr>
        <p:spPr>
          <a:xfrm>
            <a:off x="7721600" y="1765300"/>
            <a:ext cx="3556000" cy="406400"/>
          </a:xfrm>
          <a:noFill/>
        </p:spPr>
        <p:txBody>
          <a:bodyPr lIns="0" tIns="0" rIns="0" bIns="0" anchor="t">
            <a:normAutofit/>
          </a:bodyPr>
          <a:lstStyle>
            <a:lvl1pPr marL="0" indent="0" algn="l">
              <a:lnSpc>
                <a:spcPct val="111000"/>
              </a:lnSpc>
              <a:spcBef>
                <a:spcPct val="0"/>
              </a:spcBef>
              <a:spcAft>
                <a:spcPct val="0"/>
              </a:spcAft>
              <a:buNone/>
              <a:defRPr sz="2400" b="0" spc="0">
                <a:solidFill>
                  <a:srgbClr val="FFFFFF"/>
                </a:solidFill>
              </a:defRPr>
            </a:lvl1pPr>
          </a:lstStyle>
          <a:p>
            <a:pPr lvl="0"/>
            <a:r>
              <a:rPr lang="zh-CN" altLang="en-US"/>
              <a:t>单击此处添加项标题</a:t>
            </a:r>
          </a:p>
        </p:txBody>
      </p:sp>
      <p:sp>
        <p:nvSpPr>
          <p:cNvPr id="21" name="文本占位符 20"/>
          <p:cNvSpPr>
            <a:spLocks noGrp="1"/>
          </p:cNvSpPr>
          <p:nvPr>
            <p:ph type="body" idx="16389" hasCustomPrompt="1"/>
            <p:custDataLst>
              <p:tags r:id="rId14"/>
            </p:custDataLst>
          </p:nvPr>
        </p:nvSpPr>
        <p:spPr>
          <a:xfrm>
            <a:off x="7721600" y="2273300"/>
            <a:ext cx="3556000" cy="1219200"/>
          </a:xfrm>
          <a:noFill/>
        </p:spPr>
        <p:txBody>
          <a:bodyPr lIns="0" tIns="0" rIns="0" bIns="0" anchor="t">
            <a:normAutofit/>
          </a:bodyPr>
          <a:lstStyle>
            <a:lvl1pPr marL="0" indent="0" algn="l">
              <a:lnSpc>
                <a:spcPct val="125000"/>
              </a:lnSpc>
              <a:spcBef>
                <a:spcPct val="0"/>
              </a:spcBef>
              <a:spcAft>
                <a:spcPct val="0"/>
              </a:spcAft>
              <a:buNone/>
              <a:defRPr sz="1600" b="0" spc="0">
                <a:solidFill>
                  <a:srgbClr val="FFFFFF"/>
                </a:solidFill>
              </a:defRPr>
            </a:lvl1pPr>
          </a:lstStyle>
          <a:p>
            <a:pPr lvl="0"/>
            <a:r>
              <a:rPr lang="zh-CN" altLang="en-US"/>
              <a:t>单击此处添加项正文</a:t>
            </a:r>
          </a:p>
        </p:txBody>
      </p:sp>
      <p:sp>
        <p:nvSpPr>
          <p:cNvPr id="22" name="装饰  1"/>
          <p:cNvSpPr>
            <a:spLocks noGrp="1"/>
          </p:cNvSpPr>
          <p:nvPr>
            <p:ph type="body" idx="16401" hasCustomPrompt="1"/>
            <p:custDataLst>
              <p:tags r:id="rId15"/>
            </p:custDataLst>
          </p:nvPr>
        </p:nvSpPr>
        <p:spPr>
          <a:xfrm>
            <a:off x="609600" y="4038600"/>
            <a:ext cx="5334000" cy="2209800"/>
          </a:xfrm>
          <a:custGeom>
            <a:avLst/>
            <a:gdLst>
              <a:gd name="connisteX0" fmla="*/ 0 w 5334000"/>
              <a:gd name="connsiteY0" fmla="*/ 203200 h 2209800"/>
              <a:gd name="connisteX1" fmla="*/ 203200 w 5334000"/>
              <a:gd name="connsiteY1" fmla="*/ 0 h 2209800"/>
              <a:gd name="connisteX2" fmla="*/ 5130800 w 5334000"/>
              <a:gd name="connsiteY2" fmla="*/ 0 h 2209800"/>
              <a:gd name="connisteX3" fmla="*/ 5334000 w 5334000"/>
              <a:gd name="connsiteY3" fmla="*/ 203200 h 2209800"/>
              <a:gd name="connisteX4" fmla="*/ 5334000 w 5334000"/>
              <a:gd name="connsiteY4" fmla="*/ 2006600 h 2209800"/>
              <a:gd name="connisteX5" fmla="*/ 5130800 w 5334000"/>
              <a:gd name="connsiteY5" fmla="*/ 2209800 h 2209800"/>
              <a:gd name="connisteX6" fmla="*/ 203200 w 5334000"/>
              <a:gd name="connsiteY6" fmla="*/ 2209800 h 2209800"/>
              <a:gd name="connisteX7" fmla="*/ 0 w 5334000"/>
              <a:gd name="connsiteY7" fmla="*/ 2006600 h 2209800"/>
              <a:gd name="connisteX8" fmla="*/ 0 w 5334000"/>
              <a:gd name="connsiteY8" fmla="*/ 203200 h 2209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5334000" h="2209800">
                <a:moveTo>
                  <a:pt x="0" y="203200"/>
                </a:moveTo>
                <a:cubicBezTo>
                  <a:pt x="0" y="90976"/>
                  <a:pt x="90976" y="0"/>
                  <a:pt x="203200" y="0"/>
                </a:cubicBezTo>
                <a:lnTo>
                  <a:pt x="5130800" y="0"/>
                </a:lnTo>
                <a:cubicBezTo>
                  <a:pt x="5243024" y="0"/>
                  <a:pt x="5334000" y="90976"/>
                  <a:pt x="5334000" y="203200"/>
                </a:cubicBezTo>
                <a:lnTo>
                  <a:pt x="5334000" y="2006600"/>
                </a:lnTo>
                <a:cubicBezTo>
                  <a:pt x="5334000" y="2118824"/>
                  <a:pt x="5243024" y="2209800"/>
                  <a:pt x="5130800" y="2209800"/>
                </a:cubicBezTo>
                <a:lnTo>
                  <a:pt x="203200" y="2209800"/>
                </a:lnTo>
                <a:cubicBezTo>
                  <a:pt x="90976" y="2209800"/>
                  <a:pt x="0" y="2118824"/>
                  <a:pt x="0" y="2006600"/>
                </a:cubicBezTo>
                <a:lnTo>
                  <a:pt x="0" y="2032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23" name="装饰  2"/>
          <p:cNvSpPr>
            <a:spLocks noGrp="1"/>
          </p:cNvSpPr>
          <p:nvPr>
            <p:ph type="body" idx="16402" hasCustomPrompt="1"/>
            <p:custDataLst>
              <p:tags r:id="rId16"/>
            </p:custDataLst>
          </p:nvPr>
        </p:nvSpPr>
        <p:spPr>
          <a:xfrm>
            <a:off x="914400" y="4279900"/>
            <a:ext cx="914400" cy="914400"/>
          </a:xfrm>
          <a:custGeom>
            <a:avLst/>
            <a:gdLst>
              <a:gd name="connisteX0" fmla="*/ 0 w 914400"/>
              <a:gd name="connsiteY0" fmla="*/ 457200 h 914400"/>
              <a:gd name="connisteX1" fmla="*/ 457200 w 914400"/>
              <a:gd name="connsiteY1" fmla="*/ 0 h 914400"/>
              <a:gd name="connisteX2" fmla="*/ 457200 w 914400"/>
              <a:gd name="connsiteY2" fmla="*/ 0 h 914400"/>
              <a:gd name="connisteX3" fmla="*/ 914400 w 914400"/>
              <a:gd name="connsiteY3" fmla="*/ 457200 h 914400"/>
              <a:gd name="connisteX4" fmla="*/ 914400 w 914400"/>
              <a:gd name="connsiteY4" fmla="*/ 457200 h 914400"/>
              <a:gd name="connisteX5" fmla="*/ 457200 w 914400"/>
              <a:gd name="connsiteY5" fmla="*/ 914400 h 914400"/>
              <a:gd name="connisteX6" fmla="*/ 457200 w 914400"/>
              <a:gd name="connsiteY6" fmla="*/ 914400 h 914400"/>
              <a:gd name="connisteX7" fmla="*/ 0 w 914400"/>
              <a:gd name="connsiteY7" fmla="*/ 457200 h 914400"/>
              <a:gd name="connisteX8" fmla="*/ 0 w 914400"/>
              <a:gd name="connsiteY8" fmla="*/ 457200 h 914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914400" h="914400">
                <a:moveTo>
                  <a:pt x="0" y="457200"/>
                </a:moveTo>
                <a:cubicBezTo>
                  <a:pt x="0" y="204695"/>
                  <a:pt x="204695" y="0"/>
                  <a:pt x="457200" y="0"/>
                </a:cubicBezTo>
                <a:lnTo>
                  <a:pt x="457200" y="0"/>
                </a:lnTo>
                <a:cubicBezTo>
                  <a:pt x="709705" y="0"/>
                  <a:pt x="914400" y="204695"/>
                  <a:pt x="914400" y="457200"/>
                </a:cubicBezTo>
                <a:lnTo>
                  <a:pt x="914400" y="457200"/>
                </a:lnTo>
                <a:cubicBezTo>
                  <a:pt x="914400" y="709705"/>
                  <a:pt x="709705" y="914400"/>
                  <a:pt x="457200" y="914400"/>
                </a:cubicBezTo>
                <a:lnTo>
                  <a:pt x="457200" y="914400"/>
                </a:lnTo>
                <a:cubicBezTo>
                  <a:pt x="204695" y="914400"/>
                  <a:pt x="0" y="709705"/>
                  <a:pt x="0" y="457200"/>
                </a:cubicBezTo>
                <a:lnTo>
                  <a:pt x="0" y="457200"/>
                </a:lnTo>
                <a:close/>
              </a:path>
            </a:pathLst>
          </a:custGeom>
          <a:solidFill>
            <a:srgbClr val="FFFFFF"/>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24" name="图片占位符 23"/>
          <p:cNvSpPr>
            <a:spLocks noGrp="1"/>
          </p:cNvSpPr>
          <p:nvPr>
            <p:ph type="pic" idx="16400" hasCustomPrompt="1"/>
            <p:custDataLst>
              <p:tags r:id="rId17"/>
            </p:custDataLst>
          </p:nvPr>
        </p:nvSpPr>
        <p:spPr>
          <a:xfrm>
            <a:off x="1127760" y="4493260"/>
            <a:ext cx="487680" cy="487680"/>
          </a:xfrm>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p>
        </p:txBody>
      </p:sp>
      <p:sp>
        <p:nvSpPr>
          <p:cNvPr id="25" name="文本占位符 24"/>
          <p:cNvSpPr>
            <a:spLocks noGrp="1"/>
          </p:cNvSpPr>
          <p:nvPr>
            <p:ph type="body" idx="16390" hasCustomPrompt="1"/>
            <p:custDataLst>
              <p:tags r:id="rId18"/>
            </p:custDataLst>
          </p:nvPr>
        </p:nvSpPr>
        <p:spPr>
          <a:xfrm>
            <a:off x="2082800" y="4279900"/>
            <a:ext cx="3556000" cy="406400"/>
          </a:xfrm>
          <a:noFill/>
        </p:spPr>
        <p:txBody>
          <a:bodyPr lIns="0" tIns="0" rIns="0" bIns="0" anchor="t">
            <a:normAutofit/>
          </a:bodyPr>
          <a:lstStyle>
            <a:lvl1pPr marL="0" indent="0" algn="l">
              <a:lnSpc>
                <a:spcPct val="111000"/>
              </a:lnSpc>
              <a:spcBef>
                <a:spcPct val="0"/>
              </a:spcBef>
              <a:spcAft>
                <a:spcPct val="0"/>
              </a:spcAft>
              <a:buNone/>
              <a:defRPr sz="2400" b="0" spc="0">
                <a:solidFill>
                  <a:srgbClr val="FFFFFF"/>
                </a:solidFill>
              </a:defRPr>
            </a:lvl1pPr>
          </a:lstStyle>
          <a:p>
            <a:pPr lvl="0"/>
            <a:r>
              <a:rPr lang="zh-CN" altLang="en-US"/>
              <a:t>单击此处添加项标题</a:t>
            </a:r>
          </a:p>
        </p:txBody>
      </p:sp>
      <p:sp>
        <p:nvSpPr>
          <p:cNvPr id="26" name="文本占位符 25"/>
          <p:cNvSpPr>
            <a:spLocks noGrp="1"/>
          </p:cNvSpPr>
          <p:nvPr>
            <p:ph type="body" idx="16391" hasCustomPrompt="1"/>
            <p:custDataLst>
              <p:tags r:id="rId19"/>
            </p:custDataLst>
          </p:nvPr>
        </p:nvSpPr>
        <p:spPr>
          <a:xfrm>
            <a:off x="2082800" y="4787900"/>
            <a:ext cx="3556000" cy="1219200"/>
          </a:xfrm>
          <a:noFill/>
        </p:spPr>
        <p:txBody>
          <a:bodyPr lIns="0" tIns="0" rIns="0" bIns="0" anchor="t">
            <a:normAutofit/>
          </a:bodyPr>
          <a:lstStyle>
            <a:lvl1pPr marL="0" indent="0" algn="l">
              <a:lnSpc>
                <a:spcPct val="125000"/>
              </a:lnSpc>
              <a:spcBef>
                <a:spcPct val="0"/>
              </a:spcBef>
              <a:spcAft>
                <a:spcPct val="0"/>
              </a:spcAft>
              <a:buNone/>
              <a:defRPr sz="1600" b="0" spc="0">
                <a:solidFill>
                  <a:srgbClr val="FFFFFF"/>
                </a:solidFill>
              </a:defRPr>
            </a:lvl1pPr>
          </a:lstStyle>
          <a:p>
            <a:pPr lvl="0"/>
            <a:r>
              <a:rPr lang="zh-CN" altLang="en-US"/>
              <a:t>单击此处添加项正文</a:t>
            </a:r>
          </a:p>
        </p:txBody>
      </p:sp>
      <p:sp>
        <p:nvSpPr>
          <p:cNvPr id="27" name="装饰  6"/>
          <p:cNvSpPr>
            <a:spLocks noGrp="1"/>
          </p:cNvSpPr>
          <p:nvPr>
            <p:ph type="body" idx="16404" hasCustomPrompt="1"/>
            <p:custDataLst>
              <p:tags r:id="rId20"/>
            </p:custDataLst>
          </p:nvPr>
        </p:nvSpPr>
        <p:spPr>
          <a:xfrm>
            <a:off x="6248400" y="4038600"/>
            <a:ext cx="5334000" cy="2209800"/>
          </a:xfrm>
          <a:custGeom>
            <a:avLst/>
            <a:gdLst>
              <a:gd name="connisteX0" fmla="*/ 0 w 5334000"/>
              <a:gd name="connsiteY0" fmla="*/ 203200 h 2209800"/>
              <a:gd name="connisteX1" fmla="*/ 203200 w 5334000"/>
              <a:gd name="connsiteY1" fmla="*/ 0 h 2209800"/>
              <a:gd name="connisteX2" fmla="*/ 5130800 w 5334000"/>
              <a:gd name="connsiteY2" fmla="*/ 0 h 2209800"/>
              <a:gd name="connisteX3" fmla="*/ 5334000 w 5334000"/>
              <a:gd name="connsiteY3" fmla="*/ 203200 h 2209800"/>
              <a:gd name="connisteX4" fmla="*/ 5334000 w 5334000"/>
              <a:gd name="connsiteY4" fmla="*/ 2006600 h 2209800"/>
              <a:gd name="connisteX5" fmla="*/ 5130800 w 5334000"/>
              <a:gd name="connsiteY5" fmla="*/ 2209800 h 2209800"/>
              <a:gd name="connisteX6" fmla="*/ 203200 w 5334000"/>
              <a:gd name="connsiteY6" fmla="*/ 2209800 h 2209800"/>
              <a:gd name="connisteX7" fmla="*/ 0 w 5334000"/>
              <a:gd name="connsiteY7" fmla="*/ 2006600 h 2209800"/>
              <a:gd name="connisteX8" fmla="*/ 0 w 5334000"/>
              <a:gd name="connsiteY8" fmla="*/ 203200 h 2209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5334000" h="2209800">
                <a:moveTo>
                  <a:pt x="0" y="203200"/>
                </a:moveTo>
                <a:cubicBezTo>
                  <a:pt x="0" y="90976"/>
                  <a:pt x="90976" y="0"/>
                  <a:pt x="203200" y="0"/>
                </a:cubicBezTo>
                <a:lnTo>
                  <a:pt x="5130800" y="0"/>
                </a:lnTo>
                <a:cubicBezTo>
                  <a:pt x="5243024" y="0"/>
                  <a:pt x="5334000" y="90976"/>
                  <a:pt x="5334000" y="203200"/>
                </a:cubicBezTo>
                <a:lnTo>
                  <a:pt x="5334000" y="2006600"/>
                </a:lnTo>
                <a:cubicBezTo>
                  <a:pt x="5334000" y="2118824"/>
                  <a:pt x="5243024" y="2209800"/>
                  <a:pt x="5130800" y="2209800"/>
                </a:cubicBezTo>
                <a:lnTo>
                  <a:pt x="203200" y="2209800"/>
                </a:lnTo>
                <a:cubicBezTo>
                  <a:pt x="90976" y="2209800"/>
                  <a:pt x="0" y="2118824"/>
                  <a:pt x="0" y="2006600"/>
                </a:cubicBezTo>
                <a:lnTo>
                  <a:pt x="0" y="203200"/>
                </a:lnTo>
                <a:close/>
              </a:path>
            </a:pathLst>
          </a:custGeom>
          <a:gradFill>
            <a:gsLst>
              <a:gs pos="0">
                <a:schemeClr val="accent1">
                  <a:lumMod val="0"/>
                  <a:lumOff val="100000"/>
                </a:schemeClr>
              </a:gs>
              <a:gs pos="100000">
                <a:schemeClr val="accent1">
                  <a:lumMod val="0"/>
                  <a:lumOff val="100000"/>
                </a:schemeClr>
              </a:gs>
            </a:gsLst>
            <a:lin ang="5400000"/>
          </a:gra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28" name="装饰  7"/>
          <p:cNvSpPr>
            <a:spLocks noGrp="1"/>
          </p:cNvSpPr>
          <p:nvPr>
            <p:ph type="body" idx="16405" hasCustomPrompt="1"/>
            <p:custDataLst>
              <p:tags r:id="rId21"/>
            </p:custDataLst>
          </p:nvPr>
        </p:nvSpPr>
        <p:spPr>
          <a:xfrm>
            <a:off x="6553200" y="4279900"/>
            <a:ext cx="914400" cy="914400"/>
          </a:xfrm>
          <a:custGeom>
            <a:avLst/>
            <a:gdLst>
              <a:gd name="connisteX0" fmla="*/ 0 w 914400"/>
              <a:gd name="connsiteY0" fmla="*/ 457200 h 914400"/>
              <a:gd name="connisteX1" fmla="*/ 457200 w 914400"/>
              <a:gd name="connsiteY1" fmla="*/ 0 h 914400"/>
              <a:gd name="connisteX2" fmla="*/ 457200 w 914400"/>
              <a:gd name="connsiteY2" fmla="*/ 0 h 914400"/>
              <a:gd name="connisteX3" fmla="*/ 914400 w 914400"/>
              <a:gd name="connsiteY3" fmla="*/ 457200 h 914400"/>
              <a:gd name="connisteX4" fmla="*/ 914400 w 914400"/>
              <a:gd name="connsiteY4" fmla="*/ 457200 h 914400"/>
              <a:gd name="connisteX5" fmla="*/ 457200 w 914400"/>
              <a:gd name="connsiteY5" fmla="*/ 914400 h 914400"/>
              <a:gd name="connisteX6" fmla="*/ 457200 w 914400"/>
              <a:gd name="connsiteY6" fmla="*/ 914400 h 914400"/>
              <a:gd name="connisteX7" fmla="*/ 0 w 914400"/>
              <a:gd name="connsiteY7" fmla="*/ 457200 h 914400"/>
              <a:gd name="connisteX8" fmla="*/ 0 w 914400"/>
              <a:gd name="connsiteY8" fmla="*/ 457200 h 914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914400" h="914400">
                <a:moveTo>
                  <a:pt x="0" y="457200"/>
                </a:moveTo>
                <a:cubicBezTo>
                  <a:pt x="0" y="204695"/>
                  <a:pt x="204695" y="0"/>
                  <a:pt x="457200" y="0"/>
                </a:cubicBezTo>
                <a:lnTo>
                  <a:pt x="457200" y="0"/>
                </a:lnTo>
                <a:cubicBezTo>
                  <a:pt x="709705" y="0"/>
                  <a:pt x="914400" y="204695"/>
                  <a:pt x="914400" y="457200"/>
                </a:cubicBezTo>
                <a:lnTo>
                  <a:pt x="914400" y="457200"/>
                </a:lnTo>
                <a:cubicBezTo>
                  <a:pt x="914400" y="709705"/>
                  <a:pt x="709705" y="914400"/>
                  <a:pt x="457200" y="914400"/>
                </a:cubicBezTo>
                <a:lnTo>
                  <a:pt x="457200" y="914400"/>
                </a:lnTo>
                <a:cubicBezTo>
                  <a:pt x="204695" y="914400"/>
                  <a:pt x="0" y="709705"/>
                  <a:pt x="0" y="457200"/>
                </a:cubicBezTo>
                <a:lnTo>
                  <a:pt x="0" y="4572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29" name="图片占位符 28"/>
          <p:cNvSpPr>
            <a:spLocks noGrp="1"/>
          </p:cNvSpPr>
          <p:nvPr>
            <p:ph type="pic" idx="16403" hasCustomPrompt="1"/>
            <p:custDataLst>
              <p:tags r:id="rId22"/>
            </p:custDataLst>
          </p:nvPr>
        </p:nvSpPr>
        <p:spPr>
          <a:xfrm>
            <a:off x="6766560" y="4493260"/>
            <a:ext cx="487680" cy="487680"/>
          </a:xfrm>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p>
        </p:txBody>
      </p:sp>
      <p:sp>
        <p:nvSpPr>
          <p:cNvPr id="30" name="文本占位符 29"/>
          <p:cNvSpPr>
            <a:spLocks noGrp="1"/>
          </p:cNvSpPr>
          <p:nvPr>
            <p:ph type="body" idx="16392" hasCustomPrompt="1"/>
            <p:custDataLst>
              <p:tags r:id="rId23"/>
            </p:custDataLst>
          </p:nvPr>
        </p:nvSpPr>
        <p:spPr>
          <a:xfrm>
            <a:off x="7721600" y="4279900"/>
            <a:ext cx="35560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31" name="文本占位符 30"/>
          <p:cNvSpPr>
            <a:spLocks noGrp="1"/>
          </p:cNvSpPr>
          <p:nvPr>
            <p:ph type="body" idx="16393" hasCustomPrompt="1"/>
            <p:custDataLst>
              <p:tags r:id="rId24"/>
            </p:custDataLst>
          </p:nvPr>
        </p:nvSpPr>
        <p:spPr>
          <a:xfrm>
            <a:off x="7721600" y="4787900"/>
            <a:ext cx="3556000" cy="12192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Tree>
    <p:extLst>
      <p:ext uri="{BB962C8B-B14F-4D97-AF65-F5344CB8AC3E}">
        <p14:creationId xmlns:p14="http://schemas.microsoft.com/office/powerpoint/2010/main" val="655956821"/>
      </p:ext>
    </p:extLst>
  </p:cSld>
  <p:clrMapOvr>
    <a:overrideClrMapping bg1="lt1" tx1="dk1" bg2="lt2" tx2="dk2" accent1="accent1" accent2="accent2" accent3="accent3" accent4="accent4" accent5="accent5" accent6="accent6" hlink="hlink" folHlink="folHlink"/>
  </p:clrMapOvr>
  <p:hf sldNum="0" hdr="0" ftr="0" dt="0"/>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正文页-6_95">
    <p:bg>
      <p:bgRef idx="1001">
        <a:schemeClr val="bg2"/>
      </p:bgRef>
    </p:bg>
    <p:spTree>
      <p:nvGrpSpPr>
        <p:cNvPr id="1" name=""/>
        <p:cNvGrpSpPr/>
        <p:nvPr/>
      </p:nvGrpSpPr>
      <p:grpSpPr>
        <a:xfrm>
          <a:off x="0" y="0"/>
          <a:ext cx="0" cy="0"/>
          <a:chOff x="0" y="0"/>
          <a:chExt cx="0" cy="0"/>
        </a:xfrm>
      </p:grpSpPr>
      <p:sp>
        <p:nvSpPr>
          <p:cNvPr id="8" name="日期占位符 7"/>
          <p:cNvSpPr>
            <a:spLocks noGrp="1"/>
          </p:cNvSpPr>
          <p:nvPr>
            <p:ph type="dt" sz="half" idx="10"/>
            <p:custDataLst>
              <p:tags r:id="rId1"/>
            </p:custDataLst>
          </p:nvPr>
        </p:nvSpPr>
        <p:spPr/>
        <p:txBody>
          <a:bodyPr wrap="square">
            <a:normAutofit/>
          </a:bodyPr>
          <a:lstStyle/>
          <a:p>
            <a:fld id="{5592522B-0F24-4480-B9DD-A9474A6880D6}" type="datetimeFigureOut">
              <a:rPr lang="zh-CN" altLang="en-US" smtClean="0"/>
              <a:t>2026/10/10</a:t>
            </a:fld>
            <a:endParaRPr lang="zh-CN" altLang="en-US"/>
          </a:p>
        </p:txBody>
      </p:sp>
      <p:sp>
        <p:nvSpPr>
          <p:cNvPr id="9" name="页脚占位符 8"/>
          <p:cNvSpPr>
            <a:spLocks noGrp="1"/>
          </p:cNvSpPr>
          <p:nvPr>
            <p:ph type="ftr" sz="quarter" idx="11"/>
            <p:custDataLst>
              <p:tags r:id="rId2"/>
            </p:custDataLst>
          </p:nvPr>
        </p:nvSpPr>
        <p:spPr/>
        <p:txBody>
          <a:bodyPr/>
          <a:lstStyle/>
          <a:p>
            <a:endParaRPr lang="zh-CN" altLang="en-US"/>
          </a:p>
        </p:txBody>
      </p:sp>
      <p:sp>
        <p:nvSpPr>
          <p:cNvPr id="10" name="灯片编号占位符 9"/>
          <p:cNvSpPr>
            <a:spLocks noGrp="1"/>
          </p:cNvSpPr>
          <p:nvPr>
            <p:ph type="sldNum" sz="quarter" idx="12"/>
            <p:custDataLst>
              <p:tags r:id="rId3"/>
            </p:custDataLst>
          </p:nvPr>
        </p:nvSpPr>
        <p:spPr/>
        <p:txBody>
          <a:bodyPr wrap="square">
            <a:normAutofit/>
          </a:bodyPr>
          <a:lstStyle/>
          <a:p>
            <a:fld id="{BE5F26B5-172A-4DC2-B0B7-181CFC56B87C}" type="slidenum">
              <a:rPr lang="zh-CN" altLang="en-US" smtClean="0"/>
              <a:t>‹#›</a:t>
            </a:fld>
            <a:endParaRPr lang="zh-CN" altLang="en-US"/>
          </a:p>
        </p:txBody>
      </p:sp>
      <p:sp>
        <p:nvSpPr>
          <p:cNvPr id="11" name="标题 10"/>
          <p:cNvSpPr>
            <a:spLocks noGrp="1"/>
          </p:cNvSpPr>
          <p:nvPr>
            <p:ph type="ctrTitle" idx="16385" hasCustomPrompt="1"/>
            <p:custDataLst>
              <p:tags r:id="rId4"/>
            </p:custDataLst>
          </p:nvPr>
        </p:nvSpPr>
        <p:spPr>
          <a:xfrm>
            <a:off x="609600" y="533400"/>
            <a:ext cx="6324600" cy="609600"/>
          </a:xfrm>
          <a:noFill/>
        </p:spPr>
        <p:txBody>
          <a:bodyPr lIns="0" tIns="0" rIns="0" bIns="0" anchor="t">
            <a:normAutofit/>
          </a:bodyPr>
          <a:lstStyle>
            <a:lvl1pPr marL="0" indent="0" algn="l">
              <a:lnSpc>
                <a:spcPct val="111000"/>
              </a:lnSpc>
              <a:spcBef>
                <a:spcPct val="0"/>
              </a:spcBef>
              <a:spcAft>
                <a:spcPct val="0"/>
              </a:spcAft>
              <a:buNone/>
              <a:defRPr sz="3600" b="1" spc="0">
                <a:solidFill>
                  <a:schemeClr val="tx1"/>
                </a:solidFill>
              </a:defRPr>
            </a:lvl1pPr>
          </a:lstStyle>
          <a:p>
            <a:r>
              <a:rPr lang="zh-CN" altLang="en-US"/>
              <a:t>单击此处添加标题</a:t>
            </a:r>
          </a:p>
        </p:txBody>
      </p:sp>
      <p:sp>
        <p:nvSpPr>
          <p:cNvPr id="12" name="内容占位符 11"/>
          <p:cNvSpPr>
            <a:spLocks noGrp="1"/>
          </p:cNvSpPr>
          <p:nvPr>
            <p:ph idx="16394" hasCustomPrompt="1"/>
            <p:custDataLst>
              <p:tags r:id="rId5"/>
            </p:custDataLst>
          </p:nvPr>
        </p:nvSpPr>
        <p:spPr>
          <a:xfrm>
            <a:off x="7543800" y="609600"/>
            <a:ext cx="4038600" cy="5638800"/>
          </a:xfrm>
          <a:custGeom>
            <a:avLst/>
            <a:gdLst>
              <a:gd name="connisteX0" fmla="*/ 0 w 4038600"/>
              <a:gd name="connsiteY0" fmla="*/ 203200 h 5638800"/>
              <a:gd name="connisteX1" fmla="*/ 203200 w 4038600"/>
              <a:gd name="connsiteY1" fmla="*/ 0 h 5638800"/>
              <a:gd name="connisteX2" fmla="*/ 3835400 w 4038600"/>
              <a:gd name="connsiteY2" fmla="*/ 0 h 5638800"/>
              <a:gd name="connisteX3" fmla="*/ 4038600 w 4038600"/>
              <a:gd name="connsiteY3" fmla="*/ 203200 h 5638800"/>
              <a:gd name="connisteX4" fmla="*/ 4038600 w 4038600"/>
              <a:gd name="connsiteY4" fmla="*/ 5435600 h 5638800"/>
              <a:gd name="connisteX5" fmla="*/ 3835400 w 4038600"/>
              <a:gd name="connsiteY5" fmla="*/ 5638800 h 5638800"/>
              <a:gd name="connisteX6" fmla="*/ 203200 w 4038600"/>
              <a:gd name="connsiteY6" fmla="*/ 5638800 h 5638800"/>
              <a:gd name="connisteX7" fmla="*/ 0 w 4038600"/>
              <a:gd name="connsiteY7" fmla="*/ 5435600 h 5638800"/>
              <a:gd name="connisteX8" fmla="*/ 0 w 4038600"/>
              <a:gd name="connsiteY8" fmla="*/ 203200 h 5638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4038600" h="5638800">
                <a:moveTo>
                  <a:pt x="0" y="203200"/>
                </a:moveTo>
                <a:cubicBezTo>
                  <a:pt x="0" y="90976"/>
                  <a:pt x="90976" y="0"/>
                  <a:pt x="203200" y="0"/>
                </a:cubicBezTo>
                <a:lnTo>
                  <a:pt x="3835400" y="0"/>
                </a:lnTo>
                <a:cubicBezTo>
                  <a:pt x="3947624" y="0"/>
                  <a:pt x="4038600" y="90976"/>
                  <a:pt x="4038600" y="203200"/>
                </a:cubicBezTo>
                <a:lnTo>
                  <a:pt x="4038600" y="5435600"/>
                </a:lnTo>
                <a:cubicBezTo>
                  <a:pt x="4038600" y="5547824"/>
                  <a:pt x="3947624" y="5638800"/>
                  <a:pt x="3835400" y="5638800"/>
                </a:cubicBezTo>
                <a:lnTo>
                  <a:pt x="203200" y="5638800"/>
                </a:lnTo>
                <a:cubicBezTo>
                  <a:pt x="90976" y="5638800"/>
                  <a:pt x="0" y="5547824"/>
                  <a:pt x="0" y="5435600"/>
                </a:cubicBezTo>
                <a:lnTo>
                  <a:pt x="0" y="203200"/>
                </a:lnTo>
                <a:close/>
              </a:path>
            </a:pathLst>
          </a:custGeom>
          <a:solidFill>
            <a:srgbClr val="DDDDDD"/>
          </a:solidFill>
          <a:ln>
            <a:noFill/>
          </a:ln>
        </p:spPr>
        <p:txBody>
          <a:bodyPr>
            <a:norm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13" name="装饰  2"/>
          <p:cNvSpPr>
            <a:spLocks noGrp="1"/>
          </p:cNvSpPr>
          <p:nvPr>
            <p:ph type="body" idx="16395" hasCustomPrompt="1"/>
            <p:custDataLst>
              <p:tags r:id="rId6"/>
            </p:custDataLst>
          </p:nvPr>
        </p:nvSpPr>
        <p:spPr>
          <a:xfrm>
            <a:off x="609600" y="1930400"/>
            <a:ext cx="50800" cy="1727200"/>
          </a:xfrm>
          <a:custGeom>
            <a:avLst/>
            <a:gdLst>
              <a:gd name="connisteX0" fmla="*/ 0 w 50800"/>
              <a:gd name="connsiteY0" fmla="*/ 25400 h 1727200"/>
              <a:gd name="connisteX1" fmla="*/ 25400 w 50800"/>
              <a:gd name="connsiteY1" fmla="*/ 0 h 1727200"/>
              <a:gd name="connisteX2" fmla="*/ 25400 w 50800"/>
              <a:gd name="connsiteY2" fmla="*/ 0 h 1727200"/>
              <a:gd name="connisteX3" fmla="*/ 50800 w 50800"/>
              <a:gd name="connsiteY3" fmla="*/ 25400 h 1727200"/>
              <a:gd name="connisteX4" fmla="*/ 50800 w 50800"/>
              <a:gd name="connsiteY4" fmla="*/ 1701800 h 1727200"/>
              <a:gd name="connisteX5" fmla="*/ 25400 w 50800"/>
              <a:gd name="connsiteY5" fmla="*/ 1727200 h 1727200"/>
              <a:gd name="connisteX6" fmla="*/ 25400 w 50800"/>
              <a:gd name="connsiteY6" fmla="*/ 1727200 h 1727200"/>
              <a:gd name="connisteX7" fmla="*/ 0 w 50800"/>
              <a:gd name="connsiteY7" fmla="*/ 1701800 h 1727200"/>
              <a:gd name="connisteX8" fmla="*/ 0 w 50800"/>
              <a:gd name="connsiteY8" fmla="*/ 25400 h 17272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50800" h="1727200">
                <a:moveTo>
                  <a:pt x="0" y="25400"/>
                </a:moveTo>
                <a:cubicBezTo>
                  <a:pt x="0" y="11372"/>
                  <a:pt x="11372" y="0"/>
                  <a:pt x="25400" y="0"/>
                </a:cubicBezTo>
                <a:lnTo>
                  <a:pt x="25400" y="0"/>
                </a:lnTo>
                <a:cubicBezTo>
                  <a:pt x="39428" y="0"/>
                  <a:pt x="50800" y="11372"/>
                  <a:pt x="50800" y="25400"/>
                </a:cubicBezTo>
                <a:lnTo>
                  <a:pt x="50800" y="1701800"/>
                </a:lnTo>
                <a:cubicBezTo>
                  <a:pt x="50800" y="1715828"/>
                  <a:pt x="39428" y="1727200"/>
                  <a:pt x="25400" y="1727200"/>
                </a:cubicBezTo>
                <a:lnTo>
                  <a:pt x="25400" y="1727200"/>
                </a:lnTo>
                <a:cubicBezTo>
                  <a:pt x="11372" y="1727200"/>
                  <a:pt x="0" y="1715828"/>
                  <a:pt x="0" y="1701800"/>
                </a:cubicBezTo>
                <a:lnTo>
                  <a:pt x="0" y="254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14" name="文本占位符 13"/>
          <p:cNvSpPr>
            <a:spLocks noGrp="1"/>
          </p:cNvSpPr>
          <p:nvPr>
            <p:ph type="body" idx="16386" hasCustomPrompt="1"/>
            <p:custDataLst>
              <p:tags r:id="rId7"/>
            </p:custDataLst>
          </p:nvPr>
        </p:nvSpPr>
        <p:spPr>
          <a:xfrm>
            <a:off x="762000" y="1930400"/>
            <a:ext cx="27813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单击添加项标题</a:t>
            </a:r>
          </a:p>
        </p:txBody>
      </p:sp>
      <p:sp>
        <p:nvSpPr>
          <p:cNvPr id="15" name="文本占位符 14"/>
          <p:cNvSpPr>
            <a:spLocks noGrp="1"/>
          </p:cNvSpPr>
          <p:nvPr>
            <p:ph type="body" idx="16387" hasCustomPrompt="1"/>
            <p:custDataLst>
              <p:tags r:id="rId8"/>
            </p:custDataLst>
          </p:nvPr>
        </p:nvSpPr>
        <p:spPr>
          <a:xfrm>
            <a:off x="762000" y="2438400"/>
            <a:ext cx="2781300" cy="12192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
        <p:nvSpPr>
          <p:cNvPr id="16" name="装饰  5"/>
          <p:cNvSpPr>
            <a:spLocks noGrp="1"/>
          </p:cNvSpPr>
          <p:nvPr>
            <p:ph type="body" idx="16396" hasCustomPrompt="1"/>
            <p:custDataLst>
              <p:tags r:id="rId9"/>
            </p:custDataLst>
          </p:nvPr>
        </p:nvSpPr>
        <p:spPr>
          <a:xfrm>
            <a:off x="4000500" y="1930400"/>
            <a:ext cx="50800" cy="1727200"/>
          </a:xfrm>
          <a:custGeom>
            <a:avLst/>
            <a:gdLst>
              <a:gd name="connisteX0" fmla="*/ 0 w 50800"/>
              <a:gd name="connsiteY0" fmla="*/ 25400 h 1727200"/>
              <a:gd name="connisteX1" fmla="*/ 25400 w 50800"/>
              <a:gd name="connsiteY1" fmla="*/ 0 h 1727200"/>
              <a:gd name="connisteX2" fmla="*/ 25400 w 50800"/>
              <a:gd name="connsiteY2" fmla="*/ 0 h 1727200"/>
              <a:gd name="connisteX3" fmla="*/ 50800 w 50800"/>
              <a:gd name="connsiteY3" fmla="*/ 25400 h 1727200"/>
              <a:gd name="connisteX4" fmla="*/ 50800 w 50800"/>
              <a:gd name="connsiteY4" fmla="*/ 1701800 h 1727200"/>
              <a:gd name="connisteX5" fmla="*/ 25400 w 50800"/>
              <a:gd name="connsiteY5" fmla="*/ 1727200 h 1727200"/>
              <a:gd name="connisteX6" fmla="*/ 25400 w 50800"/>
              <a:gd name="connsiteY6" fmla="*/ 1727200 h 1727200"/>
              <a:gd name="connisteX7" fmla="*/ 0 w 50800"/>
              <a:gd name="connsiteY7" fmla="*/ 1701800 h 1727200"/>
              <a:gd name="connisteX8" fmla="*/ 0 w 50800"/>
              <a:gd name="connsiteY8" fmla="*/ 25400 h 17272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50800" h="1727200">
                <a:moveTo>
                  <a:pt x="0" y="25400"/>
                </a:moveTo>
                <a:cubicBezTo>
                  <a:pt x="0" y="11372"/>
                  <a:pt x="11372" y="0"/>
                  <a:pt x="25400" y="0"/>
                </a:cubicBezTo>
                <a:lnTo>
                  <a:pt x="25400" y="0"/>
                </a:lnTo>
                <a:cubicBezTo>
                  <a:pt x="39428" y="0"/>
                  <a:pt x="50800" y="11372"/>
                  <a:pt x="50800" y="25400"/>
                </a:cubicBezTo>
                <a:lnTo>
                  <a:pt x="50800" y="1701800"/>
                </a:lnTo>
                <a:cubicBezTo>
                  <a:pt x="50800" y="1715828"/>
                  <a:pt x="39428" y="1727200"/>
                  <a:pt x="25400" y="1727200"/>
                </a:cubicBezTo>
                <a:lnTo>
                  <a:pt x="25400" y="1727200"/>
                </a:lnTo>
                <a:cubicBezTo>
                  <a:pt x="11372" y="1727200"/>
                  <a:pt x="0" y="1715828"/>
                  <a:pt x="0" y="1701800"/>
                </a:cubicBezTo>
                <a:lnTo>
                  <a:pt x="0" y="254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17" name="文本占位符 16"/>
          <p:cNvSpPr>
            <a:spLocks noGrp="1"/>
          </p:cNvSpPr>
          <p:nvPr>
            <p:ph type="body" idx="16388" hasCustomPrompt="1"/>
            <p:custDataLst>
              <p:tags r:id="rId10"/>
            </p:custDataLst>
          </p:nvPr>
        </p:nvSpPr>
        <p:spPr>
          <a:xfrm>
            <a:off x="4152900" y="1930400"/>
            <a:ext cx="27813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单击添加项标题</a:t>
            </a:r>
          </a:p>
        </p:txBody>
      </p:sp>
      <p:sp>
        <p:nvSpPr>
          <p:cNvPr id="18" name="文本占位符 17"/>
          <p:cNvSpPr>
            <a:spLocks noGrp="1"/>
          </p:cNvSpPr>
          <p:nvPr>
            <p:ph type="body" idx="16389" hasCustomPrompt="1"/>
            <p:custDataLst>
              <p:tags r:id="rId11"/>
            </p:custDataLst>
          </p:nvPr>
        </p:nvSpPr>
        <p:spPr>
          <a:xfrm>
            <a:off x="4152900" y="2438400"/>
            <a:ext cx="2781300" cy="12192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
        <p:nvSpPr>
          <p:cNvPr id="19" name="装饰  8"/>
          <p:cNvSpPr>
            <a:spLocks noGrp="1"/>
          </p:cNvSpPr>
          <p:nvPr>
            <p:ph type="body" idx="16397" hasCustomPrompt="1"/>
            <p:custDataLst>
              <p:tags r:id="rId12"/>
            </p:custDataLst>
          </p:nvPr>
        </p:nvSpPr>
        <p:spPr>
          <a:xfrm>
            <a:off x="609600" y="4114800"/>
            <a:ext cx="50800" cy="1727200"/>
          </a:xfrm>
          <a:custGeom>
            <a:avLst/>
            <a:gdLst>
              <a:gd name="connisteX0" fmla="*/ 0 w 50800"/>
              <a:gd name="connsiteY0" fmla="*/ 25400 h 1727200"/>
              <a:gd name="connisteX1" fmla="*/ 25400 w 50800"/>
              <a:gd name="connsiteY1" fmla="*/ 0 h 1727200"/>
              <a:gd name="connisteX2" fmla="*/ 25400 w 50800"/>
              <a:gd name="connsiteY2" fmla="*/ 0 h 1727200"/>
              <a:gd name="connisteX3" fmla="*/ 50800 w 50800"/>
              <a:gd name="connsiteY3" fmla="*/ 25400 h 1727200"/>
              <a:gd name="connisteX4" fmla="*/ 50800 w 50800"/>
              <a:gd name="connsiteY4" fmla="*/ 1701800 h 1727200"/>
              <a:gd name="connisteX5" fmla="*/ 25400 w 50800"/>
              <a:gd name="connsiteY5" fmla="*/ 1727200 h 1727200"/>
              <a:gd name="connisteX6" fmla="*/ 25400 w 50800"/>
              <a:gd name="connsiteY6" fmla="*/ 1727200 h 1727200"/>
              <a:gd name="connisteX7" fmla="*/ 0 w 50800"/>
              <a:gd name="connsiteY7" fmla="*/ 1701800 h 1727200"/>
              <a:gd name="connisteX8" fmla="*/ 0 w 50800"/>
              <a:gd name="connsiteY8" fmla="*/ 25400 h 17272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50800" h="1727200">
                <a:moveTo>
                  <a:pt x="0" y="25400"/>
                </a:moveTo>
                <a:cubicBezTo>
                  <a:pt x="0" y="11372"/>
                  <a:pt x="11372" y="0"/>
                  <a:pt x="25400" y="0"/>
                </a:cubicBezTo>
                <a:lnTo>
                  <a:pt x="25400" y="0"/>
                </a:lnTo>
                <a:cubicBezTo>
                  <a:pt x="39428" y="0"/>
                  <a:pt x="50800" y="11372"/>
                  <a:pt x="50800" y="25400"/>
                </a:cubicBezTo>
                <a:lnTo>
                  <a:pt x="50800" y="1701800"/>
                </a:lnTo>
                <a:cubicBezTo>
                  <a:pt x="50800" y="1715828"/>
                  <a:pt x="39428" y="1727200"/>
                  <a:pt x="25400" y="1727200"/>
                </a:cubicBezTo>
                <a:lnTo>
                  <a:pt x="25400" y="1727200"/>
                </a:lnTo>
                <a:cubicBezTo>
                  <a:pt x="11372" y="1727200"/>
                  <a:pt x="0" y="1715828"/>
                  <a:pt x="0" y="1701800"/>
                </a:cubicBezTo>
                <a:lnTo>
                  <a:pt x="0" y="254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20" name="文本占位符 19"/>
          <p:cNvSpPr>
            <a:spLocks noGrp="1"/>
          </p:cNvSpPr>
          <p:nvPr>
            <p:ph type="body" idx="16390" hasCustomPrompt="1"/>
            <p:custDataLst>
              <p:tags r:id="rId13"/>
            </p:custDataLst>
          </p:nvPr>
        </p:nvSpPr>
        <p:spPr>
          <a:xfrm>
            <a:off x="762000" y="4114800"/>
            <a:ext cx="27813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单击添加项标题</a:t>
            </a:r>
          </a:p>
        </p:txBody>
      </p:sp>
      <p:sp>
        <p:nvSpPr>
          <p:cNvPr id="21" name="文本占位符 20"/>
          <p:cNvSpPr>
            <a:spLocks noGrp="1"/>
          </p:cNvSpPr>
          <p:nvPr>
            <p:ph type="body" idx="16391" hasCustomPrompt="1"/>
            <p:custDataLst>
              <p:tags r:id="rId14"/>
            </p:custDataLst>
          </p:nvPr>
        </p:nvSpPr>
        <p:spPr>
          <a:xfrm>
            <a:off x="762000" y="4622800"/>
            <a:ext cx="2781300" cy="12192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
        <p:nvSpPr>
          <p:cNvPr id="22" name="装饰  1"/>
          <p:cNvSpPr>
            <a:spLocks noGrp="1"/>
          </p:cNvSpPr>
          <p:nvPr>
            <p:ph type="body" idx="16398" hasCustomPrompt="1"/>
            <p:custDataLst>
              <p:tags r:id="rId15"/>
            </p:custDataLst>
          </p:nvPr>
        </p:nvSpPr>
        <p:spPr>
          <a:xfrm>
            <a:off x="4000500" y="4114800"/>
            <a:ext cx="50800" cy="1727200"/>
          </a:xfrm>
          <a:custGeom>
            <a:avLst/>
            <a:gdLst>
              <a:gd name="connisteX0" fmla="*/ 0 w 50800"/>
              <a:gd name="connsiteY0" fmla="*/ 25400 h 1727200"/>
              <a:gd name="connisteX1" fmla="*/ 25400 w 50800"/>
              <a:gd name="connsiteY1" fmla="*/ 0 h 1727200"/>
              <a:gd name="connisteX2" fmla="*/ 25400 w 50800"/>
              <a:gd name="connsiteY2" fmla="*/ 0 h 1727200"/>
              <a:gd name="connisteX3" fmla="*/ 50800 w 50800"/>
              <a:gd name="connsiteY3" fmla="*/ 25400 h 1727200"/>
              <a:gd name="connisteX4" fmla="*/ 50800 w 50800"/>
              <a:gd name="connsiteY4" fmla="*/ 1701800 h 1727200"/>
              <a:gd name="connisteX5" fmla="*/ 25400 w 50800"/>
              <a:gd name="connsiteY5" fmla="*/ 1727200 h 1727200"/>
              <a:gd name="connisteX6" fmla="*/ 25400 w 50800"/>
              <a:gd name="connsiteY6" fmla="*/ 1727200 h 1727200"/>
              <a:gd name="connisteX7" fmla="*/ 0 w 50800"/>
              <a:gd name="connsiteY7" fmla="*/ 1701800 h 1727200"/>
              <a:gd name="connisteX8" fmla="*/ 0 w 50800"/>
              <a:gd name="connsiteY8" fmla="*/ 25400 h 17272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50800" h="1727200">
                <a:moveTo>
                  <a:pt x="0" y="25400"/>
                </a:moveTo>
                <a:cubicBezTo>
                  <a:pt x="0" y="11372"/>
                  <a:pt x="11372" y="0"/>
                  <a:pt x="25400" y="0"/>
                </a:cubicBezTo>
                <a:lnTo>
                  <a:pt x="25400" y="0"/>
                </a:lnTo>
                <a:cubicBezTo>
                  <a:pt x="39428" y="0"/>
                  <a:pt x="50800" y="11372"/>
                  <a:pt x="50800" y="25400"/>
                </a:cubicBezTo>
                <a:lnTo>
                  <a:pt x="50800" y="1701800"/>
                </a:lnTo>
                <a:cubicBezTo>
                  <a:pt x="50800" y="1715828"/>
                  <a:pt x="39428" y="1727200"/>
                  <a:pt x="25400" y="1727200"/>
                </a:cubicBezTo>
                <a:lnTo>
                  <a:pt x="25400" y="1727200"/>
                </a:lnTo>
                <a:cubicBezTo>
                  <a:pt x="11372" y="1727200"/>
                  <a:pt x="0" y="1715828"/>
                  <a:pt x="0" y="1701800"/>
                </a:cubicBezTo>
                <a:lnTo>
                  <a:pt x="0" y="254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23" name="文本占位符 22"/>
          <p:cNvSpPr>
            <a:spLocks noGrp="1"/>
          </p:cNvSpPr>
          <p:nvPr>
            <p:ph type="body" idx="16392" hasCustomPrompt="1"/>
            <p:custDataLst>
              <p:tags r:id="rId16"/>
            </p:custDataLst>
          </p:nvPr>
        </p:nvSpPr>
        <p:spPr>
          <a:xfrm>
            <a:off x="4152900" y="4114800"/>
            <a:ext cx="27813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单击添加项标题</a:t>
            </a:r>
          </a:p>
        </p:txBody>
      </p:sp>
      <p:sp>
        <p:nvSpPr>
          <p:cNvPr id="24" name="文本占位符 23"/>
          <p:cNvSpPr>
            <a:spLocks noGrp="1"/>
          </p:cNvSpPr>
          <p:nvPr>
            <p:ph type="body" idx="16393" hasCustomPrompt="1"/>
            <p:custDataLst>
              <p:tags r:id="rId17"/>
            </p:custDataLst>
          </p:nvPr>
        </p:nvSpPr>
        <p:spPr>
          <a:xfrm>
            <a:off x="4152900" y="4622800"/>
            <a:ext cx="2781300" cy="12192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Tree>
    <p:extLst>
      <p:ext uri="{BB962C8B-B14F-4D97-AF65-F5344CB8AC3E}">
        <p14:creationId xmlns:p14="http://schemas.microsoft.com/office/powerpoint/2010/main" val="3551325981"/>
      </p:ext>
    </p:extLst>
  </p:cSld>
  <p:clrMapOvr>
    <a:overrideClrMapping bg1="lt1" tx1="dk1" bg2="lt2" tx2="dk2" accent1="accent1" accent2="accent2" accent3="accent3" accent4="accent4" accent5="accent5" accent6="accent6" hlink="hlink" folHlink="folHlink"/>
  </p:clrMapOvr>
  <p:hf sldNum="0" hdr="0" ftr="0" dt="0"/>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正文页-2_16">
    <p:bg>
      <p:bgRef idx="1001">
        <a:schemeClr val="bg2"/>
      </p:bgRef>
    </p:bg>
    <p:spTree>
      <p:nvGrpSpPr>
        <p:cNvPr id="1" name=""/>
        <p:cNvGrpSpPr/>
        <p:nvPr/>
      </p:nvGrpSpPr>
      <p:grpSpPr>
        <a:xfrm>
          <a:off x="0" y="0"/>
          <a:ext cx="0" cy="0"/>
          <a:chOff x="0" y="0"/>
          <a:chExt cx="0" cy="0"/>
        </a:xfrm>
      </p:grpSpPr>
      <p:sp>
        <p:nvSpPr>
          <p:cNvPr id="8" name="日期占位符 7"/>
          <p:cNvSpPr>
            <a:spLocks noGrp="1"/>
          </p:cNvSpPr>
          <p:nvPr>
            <p:ph type="dt" sz="half" idx="10"/>
            <p:custDataLst>
              <p:tags r:id="rId1"/>
            </p:custDataLst>
          </p:nvPr>
        </p:nvSpPr>
        <p:spPr/>
        <p:txBody>
          <a:bodyPr wrap="square">
            <a:normAutofit/>
          </a:bodyPr>
          <a:lstStyle/>
          <a:p>
            <a:fld id="{5592522B-0F24-4480-B9DD-A9474A6880D6}" type="datetimeFigureOut">
              <a:rPr lang="zh-CN" altLang="en-US" smtClean="0"/>
              <a:t>2026/10/10</a:t>
            </a:fld>
            <a:endParaRPr lang="zh-CN" altLang="en-US"/>
          </a:p>
        </p:txBody>
      </p:sp>
      <p:sp>
        <p:nvSpPr>
          <p:cNvPr id="9" name="页脚占位符 8"/>
          <p:cNvSpPr>
            <a:spLocks noGrp="1"/>
          </p:cNvSpPr>
          <p:nvPr>
            <p:ph type="ftr" sz="quarter" idx="11"/>
            <p:custDataLst>
              <p:tags r:id="rId2"/>
            </p:custDataLst>
          </p:nvPr>
        </p:nvSpPr>
        <p:spPr/>
        <p:txBody>
          <a:bodyPr/>
          <a:lstStyle/>
          <a:p>
            <a:endParaRPr lang="zh-CN" altLang="en-US"/>
          </a:p>
        </p:txBody>
      </p:sp>
      <p:sp>
        <p:nvSpPr>
          <p:cNvPr id="10" name="灯片编号占位符 9"/>
          <p:cNvSpPr>
            <a:spLocks noGrp="1"/>
          </p:cNvSpPr>
          <p:nvPr>
            <p:ph type="sldNum" sz="quarter" idx="12"/>
            <p:custDataLst>
              <p:tags r:id="rId3"/>
            </p:custDataLst>
          </p:nvPr>
        </p:nvSpPr>
        <p:spPr/>
        <p:txBody>
          <a:bodyPr wrap="square">
            <a:normAutofit/>
          </a:bodyPr>
          <a:lstStyle/>
          <a:p>
            <a:fld id="{BE5F26B5-172A-4DC2-B0B7-181CFC56B87C}" type="slidenum">
              <a:rPr lang="zh-CN" altLang="en-US" smtClean="0"/>
              <a:t>‹#›</a:t>
            </a:fld>
            <a:endParaRPr lang="zh-CN" altLang="en-US"/>
          </a:p>
        </p:txBody>
      </p:sp>
      <p:sp>
        <p:nvSpPr>
          <p:cNvPr id="11" name="标题 10"/>
          <p:cNvSpPr>
            <a:spLocks noGrp="1"/>
          </p:cNvSpPr>
          <p:nvPr>
            <p:ph type="ctrTitle" idx="16385" hasCustomPrompt="1"/>
            <p:custDataLst>
              <p:tags r:id="rId4"/>
            </p:custDataLst>
          </p:nvPr>
        </p:nvSpPr>
        <p:spPr>
          <a:xfrm>
            <a:off x="609600" y="533400"/>
            <a:ext cx="10972800" cy="609600"/>
          </a:xfrm>
          <a:noFill/>
        </p:spPr>
        <p:txBody>
          <a:bodyPr lIns="0" tIns="0" rIns="0" bIns="0" anchor="t">
            <a:normAutofit/>
          </a:bodyPr>
          <a:lstStyle>
            <a:lvl1pPr marL="0" indent="0" algn="l">
              <a:lnSpc>
                <a:spcPct val="111000"/>
              </a:lnSpc>
              <a:spcBef>
                <a:spcPct val="0"/>
              </a:spcBef>
              <a:spcAft>
                <a:spcPct val="0"/>
              </a:spcAft>
              <a:buNone/>
              <a:defRPr sz="3600" b="1" spc="0">
                <a:solidFill>
                  <a:schemeClr val="tx1"/>
                </a:solidFill>
              </a:defRPr>
            </a:lvl1pPr>
          </a:lstStyle>
          <a:p>
            <a:r>
              <a:rPr lang="zh-CN" altLang="en-US"/>
              <a:t>单击此处添加标题</a:t>
            </a:r>
          </a:p>
        </p:txBody>
      </p:sp>
      <p:sp>
        <p:nvSpPr>
          <p:cNvPr id="12" name="装饰  1"/>
          <p:cNvSpPr>
            <a:spLocks noGrp="1"/>
          </p:cNvSpPr>
          <p:nvPr>
            <p:ph type="body" idx="16392" hasCustomPrompt="1"/>
            <p:custDataLst>
              <p:tags r:id="rId5"/>
            </p:custDataLst>
          </p:nvPr>
        </p:nvSpPr>
        <p:spPr>
          <a:xfrm>
            <a:off x="609600" y="3860800"/>
            <a:ext cx="3454400" cy="2387600"/>
          </a:xfrm>
          <a:custGeom>
            <a:avLst/>
            <a:gdLst>
              <a:gd name="connisteX0" fmla="*/ 0 w 3454400"/>
              <a:gd name="connsiteY0" fmla="*/ 0 h 2387600"/>
              <a:gd name="connisteX1" fmla="*/ 3454400 w 3454400"/>
              <a:gd name="connsiteY1" fmla="*/ 0 h 2387600"/>
              <a:gd name="connisteX2" fmla="*/ 3454400 w 3454400"/>
              <a:gd name="connsiteY2" fmla="*/ 2184400 h 2387600"/>
              <a:gd name="connisteX3" fmla="*/ 3251200 w 3454400"/>
              <a:gd name="connsiteY3" fmla="*/ 2387600 h 2387600"/>
              <a:gd name="connisteX4" fmla="*/ 203200 w 3454400"/>
              <a:gd name="connsiteY4" fmla="*/ 2387600 h 2387600"/>
              <a:gd name="connisteX5" fmla="*/ 0 w 3454400"/>
              <a:gd name="connsiteY5" fmla="*/ 2184400 h 2387600"/>
              <a:gd name="connisteX6" fmla="*/ 0 w 3454400"/>
              <a:gd name="connsiteY6" fmla="*/ 0 h 23876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rect l="0" t="0" r="0" b="0"/>
            <a:pathLst>
              <a:path w="3454400" h="2387600">
                <a:moveTo>
                  <a:pt x="0" y="0"/>
                </a:moveTo>
                <a:lnTo>
                  <a:pt x="3454400" y="0"/>
                </a:lnTo>
                <a:lnTo>
                  <a:pt x="3454400" y="2184400"/>
                </a:lnTo>
                <a:cubicBezTo>
                  <a:pt x="3454400" y="2296624"/>
                  <a:pt x="3363424" y="2387600"/>
                  <a:pt x="3251200" y="2387600"/>
                </a:cubicBezTo>
                <a:lnTo>
                  <a:pt x="203200" y="2387600"/>
                </a:lnTo>
                <a:cubicBezTo>
                  <a:pt x="90976" y="2387600"/>
                  <a:pt x="0" y="2296624"/>
                  <a:pt x="0" y="2184400"/>
                </a:cubicBezTo>
                <a:lnTo>
                  <a:pt x="0" y="0"/>
                </a:lnTo>
                <a:close/>
              </a:path>
            </a:pathLst>
          </a:custGeom>
          <a:gradFill>
            <a:gsLst>
              <a:gs pos="0">
                <a:schemeClr val="accent1">
                  <a:lumMod val="0"/>
                  <a:lumOff val="100000"/>
                </a:schemeClr>
              </a:gs>
              <a:gs pos="100000">
                <a:schemeClr val="accent1">
                  <a:lumMod val="0"/>
                  <a:lumOff val="100000"/>
                </a:schemeClr>
              </a:gs>
            </a:gsLst>
            <a:lin ang="5400000"/>
          </a:gra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13" name="图片占位符 12"/>
          <p:cNvSpPr>
            <a:spLocks noGrp="1"/>
          </p:cNvSpPr>
          <p:nvPr>
            <p:ph type="pic" idx="16393" hasCustomPrompt="1"/>
            <p:custDataLst>
              <p:tags r:id="rId6"/>
            </p:custDataLst>
          </p:nvPr>
        </p:nvSpPr>
        <p:spPr>
          <a:xfrm>
            <a:off x="609600" y="1524000"/>
            <a:ext cx="3454400" cy="2336800"/>
          </a:xfrm>
          <a:custGeom>
            <a:avLst/>
            <a:gdLst>
              <a:gd name="connisteX0" fmla="*/ 0 w 3454400"/>
              <a:gd name="connsiteY0" fmla="*/ 203200 h 2336800"/>
              <a:gd name="connisteX1" fmla="*/ 203200 w 3454400"/>
              <a:gd name="connsiteY1" fmla="*/ 0 h 2336800"/>
              <a:gd name="connisteX2" fmla="*/ 3251200 w 3454400"/>
              <a:gd name="connsiteY2" fmla="*/ 0 h 2336800"/>
              <a:gd name="connisteX3" fmla="*/ 3454400 w 3454400"/>
              <a:gd name="connsiteY3" fmla="*/ 203200 h 2336800"/>
              <a:gd name="connisteX4" fmla="*/ 3454400 w 3454400"/>
              <a:gd name="connsiteY4" fmla="*/ 2336800 h 2336800"/>
              <a:gd name="connisteX5" fmla="*/ 0 w 3454400"/>
              <a:gd name="connsiteY5" fmla="*/ 2336800 h 2336800"/>
              <a:gd name="connisteX6" fmla="*/ 0 w 3454400"/>
              <a:gd name="connsiteY6" fmla="*/ 203200 h 2336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rect l="0" t="0" r="0" b="0"/>
            <a:pathLst>
              <a:path w="3454400" h="2336800">
                <a:moveTo>
                  <a:pt x="0" y="203200"/>
                </a:moveTo>
                <a:cubicBezTo>
                  <a:pt x="0" y="90976"/>
                  <a:pt x="90976" y="0"/>
                  <a:pt x="203200" y="0"/>
                </a:cubicBezTo>
                <a:lnTo>
                  <a:pt x="3251200" y="0"/>
                </a:lnTo>
                <a:cubicBezTo>
                  <a:pt x="3363424" y="0"/>
                  <a:pt x="3454400" y="90976"/>
                  <a:pt x="3454400" y="203200"/>
                </a:cubicBezTo>
                <a:lnTo>
                  <a:pt x="3454400" y="2336800"/>
                </a:lnTo>
                <a:lnTo>
                  <a:pt x="0" y="2336800"/>
                </a:lnTo>
                <a:lnTo>
                  <a:pt x="0" y="203200"/>
                </a:lnTo>
                <a:close/>
              </a:path>
            </a:pathLst>
          </a:custGeo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p>
        </p:txBody>
      </p:sp>
      <p:sp>
        <p:nvSpPr>
          <p:cNvPr id="14" name="文本占位符 13"/>
          <p:cNvSpPr>
            <a:spLocks noGrp="1"/>
          </p:cNvSpPr>
          <p:nvPr>
            <p:ph type="body" idx="16386" hasCustomPrompt="1"/>
            <p:custDataLst>
              <p:tags r:id="rId7"/>
            </p:custDataLst>
          </p:nvPr>
        </p:nvSpPr>
        <p:spPr>
          <a:xfrm>
            <a:off x="914400" y="4165600"/>
            <a:ext cx="28448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单击添加项标题</a:t>
            </a:r>
          </a:p>
        </p:txBody>
      </p:sp>
      <p:sp>
        <p:nvSpPr>
          <p:cNvPr id="15" name="文本占位符 14"/>
          <p:cNvSpPr>
            <a:spLocks noGrp="1"/>
          </p:cNvSpPr>
          <p:nvPr>
            <p:ph type="body" idx="16387" hasCustomPrompt="1"/>
            <p:custDataLst>
              <p:tags r:id="rId8"/>
            </p:custDataLst>
          </p:nvPr>
        </p:nvSpPr>
        <p:spPr>
          <a:xfrm>
            <a:off x="914400" y="4724400"/>
            <a:ext cx="2844800" cy="12192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
        <p:nvSpPr>
          <p:cNvPr id="16" name="装饰  5"/>
          <p:cNvSpPr>
            <a:spLocks noGrp="1"/>
          </p:cNvSpPr>
          <p:nvPr>
            <p:ph type="body" idx="16394" hasCustomPrompt="1"/>
            <p:custDataLst>
              <p:tags r:id="rId9"/>
            </p:custDataLst>
          </p:nvPr>
        </p:nvSpPr>
        <p:spPr>
          <a:xfrm>
            <a:off x="4368800" y="3860800"/>
            <a:ext cx="3454400" cy="2387600"/>
          </a:xfrm>
          <a:custGeom>
            <a:avLst/>
            <a:gdLst>
              <a:gd name="connisteX0" fmla="*/ 0 w 3454400"/>
              <a:gd name="connsiteY0" fmla="*/ 0 h 2387600"/>
              <a:gd name="connisteX1" fmla="*/ 3454400 w 3454400"/>
              <a:gd name="connsiteY1" fmla="*/ 0 h 2387600"/>
              <a:gd name="connisteX2" fmla="*/ 3454400 w 3454400"/>
              <a:gd name="connsiteY2" fmla="*/ 2184400 h 2387600"/>
              <a:gd name="connisteX3" fmla="*/ 3251200 w 3454400"/>
              <a:gd name="connsiteY3" fmla="*/ 2387600 h 2387600"/>
              <a:gd name="connisteX4" fmla="*/ 203200 w 3454400"/>
              <a:gd name="connsiteY4" fmla="*/ 2387600 h 2387600"/>
              <a:gd name="connisteX5" fmla="*/ 0 w 3454400"/>
              <a:gd name="connsiteY5" fmla="*/ 2184400 h 2387600"/>
              <a:gd name="connisteX6" fmla="*/ 0 w 3454400"/>
              <a:gd name="connsiteY6" fmla="*/ 0 h 23876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rect l="0" t="0" r="0" b="0"/>
            <a:pathLst>
              <a:path w="3454400" h="2387600">
                <a:moveTo>
                  <a:pt x="0" y="0"/>
                </a:moveTo>
                <a:lnTo>
                  <a:pt x="3454400" y="0"/>
                </a:lnTo>
                <a:lnTo>
                  <a:pt x="3454400" y="2184400"/>
                </a:lnTo>
                <a:cubicBezTo>
                  <a:pt x="3454400" y="2296624"/>
                  <a:pt x="3363424" y="2387600"/>
                  <a:pt x="3251200" y="2387600"/>
                </a:cubicBezTo>
                <a:lnTo>
                  <a:pt x="203200" y="2387600"/>
                </a:lnTo>
                <a:cubicBezTo>
                  <a:pt x="90976" y="2387600"/>
                  <a:pt x="0" y="2296624"/>
                  <a:pt x="0" y="2184400"/>
                </a:cubicBezTo>
                <a:lnTo>
                  <a:pt x="0" y="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17" name="图片占位符 16"/>
          <p:cNvSpPr>
            <a:spLocks noGrp="1"/>
          </p:cNvSpPr>
          <p:nvPr>
            <p:ph type="pic" idx="16395" hasCustomPrompt="1"/>
            <p:custDataLst>
              <p:tags r:id="rId10"/>
            </p:custDataLst>
          </p:nvPr>
        </p:nvSpPr>
        <p:spPr>
          <a:xfrm>
            <a:off x="4368800" y="1524000"/>
            <a:ext cx="3454400" cy="2336800"/>
          </a:xfrm>
          <a:custGeom>
            <a:avLst/>
            <a:gdLst>
              <a:gd name="connisteX0" fmla="*/ 0 w 3454400"/>
              <a:gd name="connsiteY0" fmla="*/ 203200 h 2336800"/>
              <a:gd name="connisteX1" fmla="*/ 203200 w 3454400"/>
              <a:gd name="connsiteY1" fmla="*/ 0 h 2336800"/>
              <a:gd name="connisteX2" fmla="*/ 3251200 w 3454400"/>
              <a:gd name="connsiteY2" fmla="*/ 0 h 2336800"/>
              <a:gd name="connisteX3" fmla="*/ 3454400 w 3454400"/>
              <a:gd name="connsiteY3" fmla="*/ 203200 h 2336800"/>
              <a:gd name="connisteX4" fmla="*/ 3454400 w 3454400"/>
              <a:gd name="connsiteY4" fmla="*/ 2336800 h 2336800"/>
              <a:gd name="connisteX5" fmla="*/ 0 w 3454400"/>
              <a:gd name="connsiteY5" fmla="*/ 2336800 h 2336800"/>
              <a:gd name="connisteX6" fmla="*/ 0 w 3454400"/>
              <a:gd name="connsiteY6" fmla="*/ 203200 h 2336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rect l="0" t="0" r="0" b="0"/>
            <a:pathLst>
              <a:path w="3454400" h="2336800">
                <a:moveTo>
                  <a:pt x="0" y="203200"/>
                </a:moveTo>
                <a:cubicBezTo>
                  <a:pt x="0" y="90976"/>
                  <a:pt x="90976" y="0"/>
                  <a:pt x="203200" y="0"/>
                </a:cubicBezTo>
                <a:lnTo>
                  <a:pt x="3251200" y="0"/>
                </a:lnTo>
                <a:cubicBezTo>
                  <a:pt x="3363424" y="0"/>
                  <a:pt x="3454400" y="90976"/>
                  <a:pt x="3454400" y="203200"/>
                </a:cubicBezTo>
                <a:lnTo>
                  <a:pt x="3454400" y="2336800"/>
                </a:lnTo>
                <a:lnTo>
                  <a:pt x="0" y="2336800"/>
                </a:lnTo>
                <a:lnTo>
                  <a:pt x="0" y="203200"/>
                </a:lnTo>
                <a:close/>
              </a:path>
            </a:pathLst>
          </a:custGeo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p>
        </p:txBody>
      </p:sp>
      <p:sp>
        <p:nvSpPr>
          <p:cNvPr id="18" name="文本占位符 17"/>
          <p:cNvSpPr>
            <a:spLocks noGrp="1"/>
          </p:cNvSpPr>
          <p:nvPr>
            <p:ph type="body" idx="16388" hasCustomPrompt="1"/>
            <p:custDataLst>
              <p:tags r:id="rId11"/>
            </p:custDataLst>
          </p:nvPr>
        </p:nvSpPr>
        <p:spPr>
          <a:xfrm>
            <a:off x="4673600" y="4165600"/>
            <a:ext cx="2844800" cy="406400"/>
          </a:xfrm>
          <a:noFill/>
        </p:spPr>
        <p:txBody>
          <a:bodyPr lIns="0" tIns="0" rIns="0" bIns="0" anchor="t">
            <a:normAutofit/>
          </a:bodyPr>
          <a:lstStyle>
            <a:lvl1pPr marL="0" indent="0" algn="l">
              <a:lnSpc>
                <a:spcPct val="111000"/>
              </a:lnSpc>
              <a:spcBef>
                <a:spcPct val="0"/>
              </a:spcBef>
              <a:spcAft>
                <a:spcPct val="0"/>
              </a:spcAft>
              <a:buNone/>
              <a:defRPr sz="2400" b="0" spc="0">
                <a:solidFill>
                  <a:srgbClr val="FFFFFF"/>
                </a:solidFill>
              </a:defRPr>
            </a:lvl1pPr>
          </a:lstStyle>
          <a:p>
            <a:pPr lvl="0"/>
            <a:r>
              <a:rPr lang="zh-CN" altLang="en-US"/>
              <a:t>单击添加项标题</a:t>
            </a:r>
          </a:p>
        </p:txBody>
      </p:sp>
      <p:sp>
        <p:nvSpPr>
          <p:cNvPr id="19" name="文本占位符 18"/>
          <p:cNvSpPr>
            <a:spLocks noGrp="1"/>
          </p:cNvSpPr>
          <p:nvPr>
            <p:ph type="body" idx="16389" hasCustomPrompt="1"/>
            <p:custDataLst>
              <p:tags r:id="rId12"/>
            </p:custDataLst>
          </p:nvPr>
        </p:nvSpPr>
        <p:spPr>
          <a:xfrm>
            <a:off x="4673600" y="4724400"/>
            <a:ext cx="2844800" cy="1219200"/>
          </a:xfrm>
          <a:noFill/>
        </p:spPr>
        <p:txBody>
          <a:bodyPr lIns="0" tIns="0" rIns="0" bIns="0" anchor="t">
            <a:normAutofit/>
          </a:bodyPr>
          <a:lstStyle>
            <a:lvl1pPr marL="0" indent="0" algn="l">
              <a:lnSpc>
                <a:spcPct val="125000"/>
              </a:lnSpc>
              <a:spcBef>
                <a:spcPct val="0"/>
              </a:spcBef>
              <a:spcAft>
                <a:spcPct val="0"/>
              </a:spcAft>
              <a:buNone/>
              <a:defRPr sz="1600" b="0" spc="0">
                <a:solidFill>
                  <a:srgbClr val="FFFFFF"/>
                </a:solidFill>
              </a:defRPr>
            </a:lvl1pPr>
          </a:lstStyle>
          <a:p>
            <a:pPr lvl="0"/>
            <a:r>
              <a:rPr lang="zh-CN" altLang="en-US"/>
              <a:t>单击此处添加项正文</a:t>
            </a:r>
          </a:p>
        </p:txBody>
      </p:sp>
      <p:sp>
        <p:nvSpPr>
          <p:cNvPr id="20" name="装饰  9"/>
          <p:cNvSpPr>
            <a:spLocks noGrp="1"/>
          </p:cNvSpPr>
          <p:nvPr>
            <p:ph type="body" idx="16396" hasCustomPrompt="1"/>
            <p:custDataLst>
              <p:tags r:id="rId13"/>
            </p:custDataLst>
          </p:nvPr>
        </p:nvSpPr>
        <p:spPr>
          <a:xfrm>
            <a:off x="8128000" y="3860800"/>
            <a:ext cx="3454400" cy="2387600"/>
          </a:xfrm>
          <a:custGeom>
            <a:avLst/>
            <a:gdLst>
              <a:gd name="connisteX0" fmla="*/ 0 w 3454400"/>
              <a:gd name="connsiteY0" fmla="*/ 0 h 2387600"/>
              <a:gd name="connisteX1" fmla="*/ 3454400 w 3454400"/>
              <a:gd name="connsiteY1" fmla="*/ 0 h 2387600"/>
              <a:gd name="connisteX2" fmla="*/ 3454400 w 3454400"/>
              <a:gd name="connsiteY2" fmla="*/ 2184400 h 2387600"/>
              <a:gd name="connisteX3" fmla="*/ 3251200 w 3454400"/>
              <a:gd name="connsiteY3" fmla="*/ 2387600 h 2387600"/>
              <a:gd name="connisteX4" fmla="*/ 203200 w 3454400"/>
              <a:gd name="connsiteY4" fmla="*/ 2387600 h 2387600"/>
              <a:gd name="connisteX5" fmla="*/ 0 w 3454400"/>
              <a:gd name="connsiteY5" fmla="*/ 2184400 h 2387600"/>
              <a:gd name="connisteX6" fmla="*/ 0 w 3454400"/>
              <a:gd name="connsiteY6" fmla="*/ 0 h 23876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rect l="0" t="0" r="0" b="0"/>
            <a:pathLst>
              <a:path w="3454400" h="2387600">
                <a:moveTo>
                  <a:pt x="0" y="0"/>
                </a:moveTo>
                <a:lnTo>
                  <a:pt x="3454400" y="0"/>
                </a:lnTo>
                <a:lnTo>
                  <a:pt x="3454400" y="2184400"/>
                </a:lnTo>
                <a:cubicBezTo>
                  <a:pt x="3454400" y="2296624"/>
                  <a:pt x="3363424" y="2387600"/>
                  <a:pt x="3251200" y="2387600"/>
                </a:cubicBezTo>
                <a:lnTo>
                  <a:pt x="203200" y="2387600"/>
                </a:lnTo>
                <a:cubicBezTo>
                  <a:pt x="90976" y="2387600"/>
                  <a:pt x="0" y="2296624"/>
                  <a:pt x="0" y="2184400"/>
                </a:cubicBezTo>
                <a:lnTo>
                  <a:pt x="0" y="0"/>
                </a:lnTo>
                <a:close/>
              </a:path>
            </a:pathLst>
          </a:custGeom>
          <a:gradFill>
            <a:gsLst>
              <a:gs pos="0">
                <a:schemeClr val="accent1">
                  <a:lumMod val="0"/>
                  <a:lumOff val="100000"/>
                </a:schemeClr>
              </a:gs>
              <a:gs pos="100000">
                <a:schemeClr val="accent1">
                  <a:lumMod val="0"/>
                  <a:lumOff val="100000"/>
                </a:schemeClr>
              </a:gs>
            </a:gsLst>
            <a:lin ang="5400000"/>
          </a:gra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21" name="图片占位符 20"/>
          <p:cNvSpPr>
            <a:spLocks noGrp="1"/>
          </p:cNvSpPr>
          <p:nvPr>
            <p:ph type="pic" idx="16397" hasCustomPrompt="1"/>
            <p:custDataLst>
              <p:tags r:id="rId14"/>
            </p:custDataLst>
          </p:nvPr>
        </p:nvSpPr>
        <p:spPr>
          <a:xfrm>
            <a:off x="8128000" y="1524000"/>
            <a:ext cx="3454400" cy="2336800"/>
          </a:xfrm>
          <a:custGeom>
            <a:avLst/>
            <a:gdLst>
              <a:gd name="connisteX0" fmla="*/ 0 w 3454400"/>
              <a:gd name="connsiteY0" fmla="*/ 203200 h 2336800"/>
              <a:gd name="connisteX1" fmla="*/ 203200 w 3454400"/>
              <a:gd name="connsiteY1" fmla="*/ 0 h 2336800"/>
              <a:gd name="connisteX2" fmla="*/ 3251200 w 3454400"/>
              <a:gd name="connsiteY2" fmla="*/ 0 h 2336800"/>
              <a:gd name="connisteX3" fmla="*/ 3454400 w 3454400"/>
              <a:gd name="connsiteY3" fmla="*/ 203200 h 2336800"/>
              <a:gd name="connisteX4" fmla="*/ 3454400 w 3454400"/>
              <a:gd name="connsiteY4" fmla="*/ 2336800 h 2336800"/>
              <a:gd name="connisteX5" fmla="*/ 0 w 3454400"/>
              <a:gd name="connsiteY5" fmla="*/ 2336800 h 2336800"/>
              <a:gd name="connisteX6" fmla="*/ 0 w 3454400"/>
              <a:gd name="connsiteY6" fmla="*/ 203200 h 2336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rect l="0" t="0" r="0" b="0"/>
            <a:pathLst>
              <a:path w="3454400" h="2336800">
                <a:moveTo>
                  <a:pt x="0" y="203200"/>
                </a:moveTo>
                <a:cubicBezTo>
                  <a:pt x="0" y="90976"/>
                  <a:pt x="90976" y="0"/>
                  <a:pt x="203200" y="0"/>
                </a:cubicBezTo>
                <a:lnTo>
                  <a:pt x="3251200" y="0"/>
                </a:lnTo>
                <a:cubicBezTo>
                  <a:pt x="3363424" y="0"/>
                  <a:pt x="3454400" y="90976"/>
                  <a:pt x="3454400" y="203200"/>
                </a:cubicBezTo>
                <a:lnTo>
                  <a:pt x="3454400" y="2336800"/>
                </a:lnTo>
                <a:lnTo>
                  <a:pt x="0" y="2336800"/>
                </a:lnTo>
                <a:lnTo>
                  <a:pt x="0" y="203200"/>
                </a:lnTo>
                <a:close/>
              </a:path>
            </a:pathLst>
          </a:custGeo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p>
        </p:txBody>
      </p:sp>
      <p:sp>
        <p:nvSpPr>
          <p:cNvPr id="22" name="文本占位符 21"/>
          <p:cNvSpPr>
            <a:spLocks noGrp="1"/>
          </p:cNvSpPr>
          <p:nvPr>
            <p:ph type="body" idx="16390" hasCustomPrompt="1"/>
            <p:custDataLst>
              <p:tags r:id="rId15"/>
            </p:custDataLst>
          </p:nvPr>
        </p:nvSpPr>
        <p:spPr>
          <a:xfrm>
            <a:off x="8432800" y="4165600"/>
            <a:ext cx="28448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单击添加项标题</a:t>
            </a:r>
          </a:p>
        </p:txBody>
      </p:sp>
      <p:sp>
        <p:nvSpPr>
          <p:cNvPr id="23" name="文本占位符 22"/>
          <p:cNvSpPr>
            <a:spLocks noGrp="1"/>
          </p:cNvSpPr>
          <p:nvPr>
            <p:ph type="body" idx="16391" hasCustomPrompt="1"/>
            <p:custDataLst>
              <p:tags r:id="rId16"/>
            </p:custDataLst>
          </p:nvPr>
        </p:nvSpPr>
        <p:spPr>
          <a:xfrm>
            <a:off x="8432800" y="4724400"/>
            <a:ext cx="2844800" cy="12192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Tree>
    <p:extLst>
      <p:ext uri="{BB962C8B-B14F-4D97-AF65-F5344CB8AC3E}">
        <p14:creationId xmlns:p14="http://schemas.microsoft.com/office/powerpoint/2010/main" val="2022948779"/>
      </p:ext>
    </p:extLst>
  </p:cSld>
  <p:clrMapOvr>
    <a:overrideClrMapping bg1="lt1" tx1="dk1" bg2="lt2" tx2="dk2" accent1="accent1" accent2="accent2" accent3="accent3" accent4="accent4" accent5="accent5" accent6="accent6" hlink="hlink" folHlink="folHlink"/>
  </p:clrMapOvr>
  <p:hf sldNum="0" hdr="0" ftr="0" dt="0"/>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正文页-67_15">
    <p:bg>
      <p:bgRef idx="1001">
        <a:schemeClr val="bg2"/>
      </p:bgRef>
    </p:bg>
    <p:spTree>
      <p:nvGrpSpPr>
        <p:cNvPr id="1" name=""/>
        <p:cNvGrpSpPr/>
        <p:nvPr/>
      </p:nvGrpSpPr>
      <p:grpSpPr>
        <a:xfrm>
          <a:off x="0" y="0"/>
          <a:ext cx="0" cy="0"/>
          <a:chOff x="0" y="0"/>
          <a:chExt cx="0" cy="0"/>
        </a:xfrm>
      </p:grpSpPr>
      <p:sp>
        <p:nvSpPr>
          <p:cNvPr id="8" name="日期占位符 7"/>
          <p:cNvSpPr>
            <a:spLocks noGrp="1"/>
          </p:cNvSpPr>
          <p:nvPr>
            <p:ph type="dt" sz="half" idx="10"/>
            <p:custDataLst>
              <p:tags r:id="rId1"/>
            </p:custDataLst>
          </p:nvPr>
        </p:nvSpPr>
        <p:spPr/>
        <p:txBody>
          <a:bodyPr wrap="square">
            <a:normAutofit/>
          </a:bodyPr>
          <a:lstStyle/>
          <a:p>
            <a:fld id="{5592522B-0F24-4480-B9DD-A9474A6880D6}" type="datetimeFigureOut">
              <a:rPr lang="zh-CN" altLang="en-US" smtClean="0"/>
              <a:t>2026/10/10</a:t>
            </a:fld>
            <a:endParaRPr lang="zh-CN" altLang="en-US"/>
          </a:p>
        </p:txBody>
      </p:sp>
      <p:sp>
        <p:nvSpPr>
          <p:cNvPr id="9" name="页脚占位符 8"/>
          <p:cNvSpPr>
            <a:spLocks noGrp="1"/>
          </p:cNvSpPr>
          <p:nvPr>
            <p:ph type="ftr" sz="quarter" idx="11"/>
            <p:custDataLst>
              <p:tags r:id="rId2"/>
            </p:custDataLst>
          </p:nvPr>
        </p:nvSpPr>
        <p:spPr/>
        <p:txBody>
          <a:bodyPr/>
          <a:lstStyle/>
          <a:p>
            <a:endParaRPr lang="zh-CN" altLang="en-US"/>
          </a:p>
        </p:txBody>
      </p:sp>
      <p:sp>
        <p:nvSpPr>
          <p:cNvPr id="10" name="灯片编号占位符 9"/>
          <p:cNvSpPr>
            <a:spLocks noGrp="1"/>
          </p:cNvSpPr>
          <p:nvPr>
            <p:ph type="sldNum" sz="quarter" idx="12"/>
            <p:custDataLst>
              <p:tags r:id="rId3"/>
            </p:custDataLst>
          </p:nvPr>
        </p:nvSpPr>
        <p:spPr/>
        <p:txBody>
          <a:bodyPr wrap="square">
            <a:normAutofit/>
          </a:bodyPr>
          <a:lstStyle/>
          <a:p>
            <a:fld id="{BE5F26B5-172A-4DC2-B0B7-181CFC56B87C}" type="slidenum">
              <a:rPr lang="zh-CN" altLang="en-US" smtClean="0"/>
              <a:t>‹#›</a:t>
            </a:fld>
            <a:endParaRPr lang="zh-CN" altLang="en-US"/>
          </a:p>
        </p:txBody>
      </p:sp>
      <p:sp>
        <p:nvSpPr>
          <p:cNvPr id="11" name="标题 10"/>
          <p:cNvSpPr>
            <a:spLocks noGrp="1"/>
          </p:cNvSpPr>
          <p:nvPr>
            <p:ph type="ctrTitle" idx="16385" hasCustomPrompt="1"/>
            <p:custDataLst>
              <p:tags r:id="rId4"/>
            </p:custDataLst>
          </p:nvPr>
        </p:nvSpPr>
        <p:spPr>
          <a:xfrm>
            <a:off x="609600" y="533400"/>
            <a:ext cx="10972800" cy="609600"/>
          </a:xfrm>
          <a:noFill/>
        </p:spPr>
        <p:txBody>
          <a:bodyPr lIns="0" tIns="0" rIns="0" bIns="0" anchor="t">
            <a:normAutofit/>
          </a:bodyPr>
          <a:lstStyle>
            <a:lvl1pPr marL="0" indent="0" algn="l">
              <a:lnSpc>
                <a:spcPct val="111000"/>
              </a:lnSpc>
              <a:spcBef>
                <a:spcPct val="0"/>
              </a:spcBef>
              <a:spcAft>
                <a:spcPct val="0"/>
              </a:spcAft>
              <a:buNone/>
              <a:defRPr sz="3600" b="1" spc="0">
                <a:solidFill>
                  <a:schemeClr val="tx1"/>
                </a:solidFill>
              </a:defRPr>
            </a:lvl1pPr>
          </a:lstStyle>
          <a:p>
            <a:r>
              <a:rPr lang="zh-CN" altLang="en-US"/>
              <a:t>单击此处添加标题</a:t>
            </a:r>
          </a:p>
        </p:txBody>
      </p:sp>
      <p:sp>
        <p:nvSpPr>
          <p:cNvPr id="12" name="内容占位符 11"/>
          <p:cNvSpPr>
            <a:spLocks noGrp="1"/>
          </p:cNvSpPr>
          <p:nvPr>
            <p:ph idx="16392" hasCustomPrompt="1"/>
            <p:custDataLst>
              <p:tags r:id="rId5"/>
            </p:custDataLst>
          </p:nvPr>
        </p:nvSpPr>
        <p:spPr>
          <a:xfrm>
            <a:off x="609600" y="1524000"/>
            <a:ext cx="3454400" cy="2946400"/>
          </a:xfrm>
          <a:custGeom>
            <a:avLst/>
            <a:gdLst>
              <a:gd name="connisteX0" fmla="*/ 0 w 3454400"/>
              <a:gd name="connsiteY0" fmla="*/ 203200 h 2946400"/>
              <a:gd name="connisteX1" fmla="*/ 203200 w 3454400"/>
              <a:gd name="connsiteY1" fmla="*/ 0 h 2946400"/>
              <a:gd name="connisteX2" fmla="*/ 3251200 w 3454400"/>
              <a:gd name="connsiteY2" fmla="*/ 0 h 2946400"/>
              <a:gd name="connisteX3" fmla="*/ 3454400 w 3454400"/>
              <a:gd name="connsiteY3" fmla="*/ 203200 h 2946400"/>
              <a:gd name="connisteX4" fmla="*/ 3454400 w 3454400"/>
              <a:gd name="connsiteY4" fmla="*/ 2743200 h 2946400"/>
              <a:gd name="connisteX5" fmla="*/ 3251200 w 3454400"/>
              <a:gd name="connsiteY5" fmla="*/ 2946400 h 2946400"/>
              <a:gd name="connisteX6" fmla="*/ 203200 w 3454400"/>
              <a:gd name="connsiteY6" fmla="*/ 2946400 h 2946400"/>
              <a:gd name="connisteX7" fmla="*/ 0 w 3454400"/>
              <a:gd name="connsiteY7" fmla="*/ 2743200 h 2946400"/>
              <a:gd name="connisteX8" fmla="*/ 0 w 3454400"/>
              <a:gd name="connsiteY8" fmla="*/ 203200 h 2946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3454400" h="2946400">
                <a:moveTo>
                  <a:pt x="0" y="203200"/>
                </a:moveTo>
                <a:cubicBezTo>
                  <a:pt x="0" y="90976"/>
                  <a:pt x="90976" y="0"/>
                  <a:pt x="203200" y="0"/>
                </a:cubicBezTo>
                <a:lnTo>
                  <a:pt x="3251200" y="0"/>
                </a:lnTo>
                <a:cubicBezTo>
                  <a:pt x="3363424" y="0"/>
                  <a:pt x="3454400" y="90976"/>
                  <a:pt x="3454400" y="203200"/>
                </a:cubicBezTo>
                <a:lnTo>
                  <a:pt x="3454400" y="2743200"/>
                </a:lnTo>
                <a:cubicBezTo>
                  <a:pt x="3454400" y="2855424"/>
                  <a:pt x="3363424" y="2946400"/>
                  <a:pt x="3251200" y="2946400"/>
                </a:cubicBezTo>
                <a:lnTo>
                  <a:pt x="203200" y="2946400"/>
                </a:lnTo>
                <a:cubicBezTo>
                  <a:pt x="90976" y="2946400"/>
                  <a:pt x="0" y="2855424"/>
                  <a:pt x="0" y="2743200"/>
                </a:cubicBezTo>
                <a:lnTo>
                  <a:pt x="0" y="203200"/>
                </a:lnTo>
                <a:close/>
              </a:path>
            </a:pathLst>
          </a:custGeom>
          <a:solidFill>
            <a:srgbClr val="DDDDDD"/>
          </a:solidFill>
          <a:ln>
            <a:noFill/>
          </a:ln>
        </p:spPr>
        <p:txBody>
          <a:bodyPr>
            <a:norm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13" name="文本占位符 12"/>
          <p:cNvSpPr>
            <a:spLocks noGrp="1"/>
          </p:cNvSpPr>
          <p:nvPr>
            <p:ph type="body" idx="16386" hasCustomPrompt="1"/>
            <p:custDataLst>
              <p:tags r:id="rId6"/>
            </p:custDataLst>
          </p:nvPr>
        </p:nvSpPr>
        <p:spPr>
          <a:xfrm>
            <a:off x="609600" y="4775200"/>
            <a:ext cx="34544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14" name="文本占位符 13"/>
          <p:cNvSpPr>
            <a:spLocks noGrp="1"/>
          </p:cNvSpPr>
          <p:nvPr>
            <p:ph type="body" idx="16387" hasCustomPrompt="1"/>
            <p:custDataLst>
              <p:tags r:id="rId7"/>
            </p:custDataLst>
          </p:nvPr>
        </p:nvSpPr>
        <p:spPr>
          <a:xfrm>
            <a:off x="609600" y="5334000"/>
            <a:ext cx="3454400" cy="9144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
        <p:nvSpPr>
          <p:cNvPr id="15" name="内容占位符 14"/>
          <p:cNvSpPr>
            <a:spLocks noGrp="1"/>
          </p:cNvSpPr>
          <p:nvPr>
            <p:ph idx="16393" hasCustomPrompt="1"/>
            <p:custDataLst>
              <p:tags r:id="rId8"/>
            </p:custDataLst>
          </p:nvPr>
        </p:nvSpPr>
        <p:spPr>
          <a:xfrm>
            <a:off x="4368800" y="1524000"/>
            <a:ext cx="3454400" cy="2946400"/>
          </a:xfrm>
          <a:custGeom>
            <a:avLst/>
            <a:gdLst>
              <a:gd name="connisteX0" fmla="*/ 0 w 3454400"/>
              <a:gd name="connsiteY0" fmla="*/ 203200 h 2946400"/>
              <a:gd name="connisteX1" fmla="*/ 203200 w 3454400"/>
              <a:gd name="connsiteY1" fmla="*/ 0 h 2946400"/>
              <a:gd name="connisteX2" fmla="*/ 3251200 w 3454400"/>
              <a:gd name="connsiteY2" fmla="*/ 0 h 2946400"/>
              <a:gd name="connisteX3" fmla="*/ 3454400 w 3454400"/>
              <a:gd name="connsiteY3" fmla="*/ 203200 h 2946400"/>
              <a:gd name="connisteX4" fmla="*/ 3454400 w 3454400"/>
              <a:gd name="connsiteY4" fmla="*/ 2743200 h 2946400"/>
              <a:gd name="connisteX5" fmla="*/ 3251200 w 3454400"/>
              <a:gd name="connsiteY5" fmla="*/ 2946400 h 2946400"/>
              <a:gd name="connisteX6" fmla="*/ 203200 w 3454400"/>
              <a:gd name="connsiteY6" fmla="*/ 2946400 h 2946400"/>
              <a:gd name="connisteX7" fmla="*/ 0 w 3454400"/>
              <a:gd name="connsiteY7" fmla="*/ 2743200 h 2946400"/>
              <a:gd name="connisteX8" fmla="*/ 0 w 3454400"/>
              <a:gd name="connsiteY8" fmla="*/ 203200 h 2946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3454400" h="2946400">
                <a:moveTo>
                  <a:pt x="0" y="203200"/>
                </a:moveTo>
                <a:cubicBezTo>
                  <a:pt x="0" y="90976"/>
                  <a:pt x="90976" y="0"/>
                  <a:pt x="203200" y="0"/>
                </a:cubicBezTo>
                <a:lnTo>
                  <a:pt x="3251200" y="0"/>
                </a:lnTo>
                <a:cubicBezTo>
                  <a:pt x="3363424" y="0"/>
                  <a:pt x="3454400" y="90976"/>
                  <a:pt x="3454400" y="203200"/>
                </a:cubicBezTo>
                <a:lnTo>
                  <a:pt x="3454400" y="2743200"/>
                </a:lnTo>
                <a:cubicBezTo>
                  <a:pt x="3454400" y="2855424"/>
                  <a:pt x="3363424" y="2946400"/>
                  <a:pt x="3251200" y="2946400"/>
                </a:cubicBezTo>
                <a:lnTo>
                  <a:pt x="203200" y="2946400"/>
                </a:lnTo>
                <a:cubicBezTo>
                  <a:pt x="90976" y="2946400"/>
                  <a:pt x="0" y="2855424"/>
                  <a:pt x="0" y="2743200"/>
                </a:cubicBezTo>
                <a:lnTo>
                  <a:pt x="0" y="203200"/>
                </a:lnTo>
                <a:close/>
              </a:path>
            </a:pathLst>
          </a:custGeom>
          <a:solidFill>
            <a:srgbClr val="DDDDDD"/>
          </a:solidFill>
          <a:ln>
            <a:noFill/>
          </a:ln>
        </p:spPr>
        <p:txBody>
          <a:bodyPr>
            <a:norm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16" name="文本占位符 15"/>
          <p:cNvSpPr>
            <a:spLocks noGrp="1"/>
          </p:cNvSpPr>
          <p:nvPr>
            <p:ph type="body" idx="16388" hasCustomPrompt="1"/>
            <p:custDataLst>
              <p:tags r:id="rId9"/>
            </p:custDataLst>
          </p:nvPr>
        </p:nvSpPr>
        <p:spPr>
          <a:xfrm>
            <a:off x="4368800" y="4775200"/>
            <a:ext cx="34544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17" name="文本占位符 16"/>
          <p:cNvSpPr>
            <a:spLocks noGrp="1"/>
          </p:cNvSpPr>
          <p:nvPr>
            <p:ph type="body" idx="16389" hasCustomPrompt="1"/>
            <p:custDataLst>
              <p:tags r:id="rId10"/>
            </p:custDataLst>
          </p:nvPr>
        </p:nvSpPr>
        <p:spPr>
          <a:xfrm>
            <a:off x="4368800" y="5334000"/>
            <a:ext cx="3454400" cy="9144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
        <p:nvSpPr>
          <p:cNvPr id="18" name="内容占位符 17"/>
          <p:cNvSpPr>
            <a:spLocks noGrp="1"/>
          </p:cNvSpPr>
          <p:nvPr>
            <p:ph idx="16394" hasCustomPrompt="1"/>
            <p:custDataLst>
              <p:tags r:id="rId11"/>
            </p:custDataLst>
          </p:nvPr>
        </p:nvSpPr>
        <p:spPr>
          <a:xfrm>
            <a:off x="8128000" y="1524000"/>
            <a:ext cx="3454400" cy="2946400"/>
          </a:xfrm>
          <a:custGeom>
            <a:avLst/>
            <a:gdLst>
              <a:gd name="connisteX0" fmla="*/ 0 w 3454400"/>
              <a:gd name="connsiteY0" fmla="*/ 203200 h 2946400"/>
              <a:gd name="connisteX1" fmla="*/ 203200 w 3454400"/>
              <a:gd name="connsiteY1" fmla="*/ 0 h 2946400"/>
              <a:gd name="connisteX2" fmla="*/ 3251200 w 3454400"/>
              <a:gd name="connsiteY2" fmla="*/ 0 h 2946400"/>
              <a:gd name="connisteX3" fmla="*/ 3454400 w 3454400"/>
              <a:gd name="connsiteY3" fmla="*/ 203200 h 2946400"/>
              <a:gd name="connisteX4" fmla="*/ 3454400 w 3454400"/>
              <a:gd name="connsiteY4" fmla="*/ 2743200 h 2946400"/>
              <a:gd name="connisteX5" fmla="*/ 3251200 w 3454400"/>
              <a:gd name="connsiteY5" fmla="*/ 2946400 h 2946400"/>
              <a:gd name="connisteX6" fmla="*/ 203200 w 3454400"/>
              <a:gd name="connsiteY6" fmla="*/ 2946400 h 2946400"/>
              <a:gd name="connisteX7" fmla="*/ 0 w 3454400"/>
              <a:gd name="connsiteY7" fmla="*/ 2743200 h 2946400"/>
              <a:gd name="connisteX8" fmla="*/ 0 w 3454400"/>
              <a:gd name="connsiteY8" fmla="*/ 203200 h 2946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3454400" h="2946400">
                <a:moveTo>
                  <a:pt x="0" y="203200"/>
                </a:moveTo>
                <a:cubicBezTo>
                  <a:pt x="0" y="90976"/>
                  <a:pt x="90976" y="0"/>
                  <a:pt x="203200" y="0"/>
                </a:cubicBezTo>
                <a:lnTo>
                  <a:pt x="3251200" y="0"/>
                </a:lnTo>
                <a:cubicBezTo>
                  <a:pt x="3363424" y="0"/>
                  <a:pt x="3454400" y="90976"/>
                  <a:pt x="3454400" y="203200"/>
                </a:cubicBezTo>
                <a:lnTo>
                  <a:pt x="3454400" y="2743200"/>
                </a:lnTo>
                <a:cubicBezTo>
                  <a:pt x="3454400" y="2855424"/>
                  <a:pt x="3363424" y="2946400"/>
                  <a:pt x="3251200" y="2946400"/>
                </a:cubicBezTo>
                <a:lnTo>
                  <a:pt x="203200" y="2946400"/>
                </a:lnTo>
                <a:cubicBezTo>
                  <a:pt x="90976" y="2946400"/>
                  <a:pt x="0" y="2855424"/>
                  <a:pt x="0" y="2743200"/>
                </a:cubicBezTo>
                <a:lnTo>
                  <a:pt x="0" y="203200"/>
                </a:lnTo>
                <a:close/>
              </a:path>
            </a:pathLst>
          </a:custGeom>
          <a:solidFill>
            <a:srgbClr val="DDDDDD"/>
          </a:solidFill>
          <a:ln>
            <a:noFill/>
          </a:ln>
        </p:spPr>
        <p:txBody>
          <a:bodyPr>
            <a:norm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19" name="文本占位符 18"/>
          <p:cNvSpPr>
            <a:spLocks noGrp="1"/>
          </p:cNvSpPr>
          <p:nvPr>
            <p:ph type="body" idx="16390" hasCustomPrompt="1"/>
            <p:custDataLst>
              <p:tags r:id="rId12"/>
            </p:custDataLst>
          </p:nvPr>
        </p:nvSpPr>
        <p:spPr>
          <a:xfrm>
            <a:off x="8128000" y="4775200"/>
            <a:ext cx="34544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20" name="文本占位符 19"/>
          <p:cNvSpPr>
            <a:spLocks noGrp="1"/>
          </p:cNvSpPr>
          <p:nvPr>
            <p:ph type="body" idx="16391" hasCustomPrompt="1"/>
            <p:custDataLst>
              <p:tags r:id="rId13"/>
            </p:custDataLst>
          </p:nvPr>
        </p:nvSpPr>
        <p:spPr>
          <a:xfrm>
            <a:off x="8128000" y="5334000"/>
            <a:ext cx="3454400" cy="9144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Tree>
    <p:extLst>
      <p:ext uri="{BB962C8B-B14F-4D97-AF65-F5344CB8AC3E}">
        <p14:creationId xmlns:p14="http://schemas.microsoft.com/office/powerpoint/2010/main" val="2692362487"/>
      </p:ext>
    </p:extLst>
  </p:cSld>
  <p:clrMapOvr>
    <a:overrideClrMapping bg1="lt1" tx1="dk1" bg2="lt2" tx2="dk2" accent1="accent1" accent2="accent2" accent3="accent3" accent4="accent4" accent5="accent5" accent6="accent6" hlink="hlink" folHlink="folHlink"/>
  </p:clrMapOvr>
  <p:hf sldNum="0" hdr="0" ftr="0" dt="0"/>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正文页-26_17">
    <p:bg>
      <p:bgRef idx="1001">
        <a:schemeClr val="bg2"/>
      </p:bgRef>
    </p:bg>
    <p:spTree>
      <p:nvGrpSpPr>
        <p:cNvPr id="1" name=""/>
        <p:cNvGrpSpPr/>
        <p:nvPr/>
      </p:nvGrpSpPr>
      <p:grpSpPr>
        <a:xfrm>
          <a:off x="0" y="0"/>
          <a:ext cx="0" cy="0"/>
          <a:chOff x="0" y="0"/>
          <a:chExt cx="0" cy="0"/>
        </a:xfrm>
      </p:grpSpPr>
      <p:sp>
        <p:nvSpPr>
          <p:cNvPr id="8" name="日期占位符 7"/>
          <p:cNvSpPr>
            <a:spLocks noGrp="1"/>
          </p:cNvSpPr>
          <p:nvPr>
            <p:ph type="dt" sz="half" idx="10"/>
            <p:custDataLst>
              <p:tags r:id="rId1"/>
            </p:custDataLst>
          </p:nvPr>
        </p:nvSpPr>
        <p:spPr/>
        <p:txBody>
          <a:bodyPr wrap="square">
            <a:normAutofit/>
          </a:bodyPr>
          <a:lstStyle/>
          <a:p>
            <a:fld id="{5592522B-0F24-4480-B9DD-A9474A6880D6}" type="datetimeFigureOut">
              <a:rPr lang="zh-CN" altLang="en-US" smtClean="0"/>
              <a:t>2026/10/10</a:t>
            </a:fld>
            <a:endParaRPr lang="zh-CN" altLang="en-US"/>
          </a:p>
        </p:txBody>
      </p:sp>
      <p:sp>
        <p:nvSpPr>
          <p:cNvPr id="9" name="页脚占位符 8"/>
          <p:cNvSpPr>
            <a:spLocks noGrp="1"/>
          </p:cNvSpPr>
          <p:nvPr>
            <p:ph type="ftr" sz="quarter" idx="11"/>
            <p:custDataLst>
              <p:tags r:id="rId2"/>
            </p:custDataLst>
          </p:nvPr>
        </p:nvSpPr>
        <p:spPr/>
        <p:txBody>
          <a:bodyPr/>
          <a:lstStyle/>
          <a:p>
            <a:endParaRPr lang="zh-CN" altLang="en-US"/>
          </a:p>
        </p:txBody>
      </p:sp>
      <p:sp>
        <p:nvSpPr>
          <p:cNvPr id="10" name="灯片编号占位符 9"/>
          <p:cNvSpPr>
            <a:spLocks noGrp="1"/>
          </p:cNvSpPr>
          <p:nvPr>
            <p:ph type="sldNum" sz="quarter" idx="12"/>
            <p:custDataLst>
              <p:tags r:id="rId3"/>
            </p:custDataLst>
          </p:nvPr>
        </p:nvSpPr>
        <p:spPr/>
        <p:txBody>
          <a:bodyPr wrap="square">
            <a:normAutofit/>
          </a:bodyPr>
          <a:lstStyle/>
          <a:p>
            <a:fld id="{BE5F26B5-172A-4DC2-B0B7-181CFC56B87C}" type="slidenum">
              <a:rPr lang="zh-CN" altLang="en-US" smtClean="0"/>
              <a:t>‹#›</a:t>
            </a:fld>
            <a:endParaRPr lang="zh-CN" altLang="en-US"/>
          </a:p>
        </p:txBody>
      </p:sp>
      <p:sp>
        <p:nvSpPr>
          <p:cNvPr id="11" name="标题 10"/>
          <p:cNvSpPr>
            <a:spLocks noGrp="1"/>
          </p:cNvSpPr>
          <p:nvPr>
            <p:ph type="ctrTitle" idx="16385" hasCustomPrompt="1"/>
            <p:custDataLst>
              <p:tags r:id="rId4"/>
            </p:custDataLst>
          </p:nvPr>
        </p:nvSpPr>
        <p:spPr>
          <a:xfrm>
            <a:off x="609600" y="533400"/>
            <a:ext cx="10972800" cy="609600"/>
          </a:xfrm>
          <a:noFill/>
        </p:spPr>
        <p:txBody>
          <a:bodyPr lIns="0" tIns="0" rIns="0" bIns="0" anchor="t">
            <a:normAutofit/>
          </a:bodyPr>
          <a:lstStyle>
            <a:lvl1pPr marL="0" indent="0" algn="l">
              <a:lnSpc>
                <a:spcPct val="111000"/>
              </a:lnSpc>
              <a:spcBef>
                <a:spcPct val="0"/>
              </a:spcBef>
              <a:spcAft>
                <a:spcPct val="0"/>
              </a:spcAft>
              <a:buNone/>
              <a:defRPr sz="3600" b="1" spc="0">
                <a:solidFill>
                  <a:schemeClr val="tx1"/>
                </a:solidFill>
              </a:defRPr>
            </a:lvl1pPr>
          </a:lstStyle>
          <a:p>
            <a:r>
              <a:rPr lang="zh-CN" altLang="en-US"/>
              <a:t>单击此处添加标题</a:t>
            </a:r>
          </a:p>
        </p:txBody>
      </p:sp>
      <p:sp>
        <p:nvSpPr>
          <p:cNvPr id="12" name="装饰  1"/>
          <p:cNvSpPr>
            <a:spLocks noGrp="1"/>
          </p:cNvSpPr>
          <p:nvPr>
            <p:ph type="body" idx="16392" hasCustomPrompt="1"/>
            <p:custDataLst>
              <p:tags r:id="rId5"/>
            </p:custDataLst>
          </p:nvPr>
        </p:nvSpPr>
        <p:spPr>
          <a:xfrm>
            <a:off x="609600" y="3860800"/>
            <a:ext cx="3454400" cy="2387600"/>
          </a:xfrm>
          <a:custGeom>
            <a:avLst/>
            <a:gdLst>
              <a:gd name="connisteX0" fmla="*/ 0 w 3454400"/>
              <a:gd name="connsiteY0" fmla="*/ 0 h 2387600"/>
              <a:gd name="connisteX1" fmla="*/ 3454400 w 3454400"/>
              <a:gd name="connsiteY1" fmla="*/ 0 h 2387600"/>
              <a:gd name="connisteX2" fmla="*/ 3454400 w 3454400"/>
              <a:gd name="connsiteY2" fmla="*/ 2184400 h 2387600"/>
              <a:gd name="connisteX3" fmla="*/ 3251200 w 3454400"/>
              <a:gd name="connsiteY3" fmla="*/ 2387600 h 2387600"/>
              <a:gd name="connisteX4" fmla="*/ 203200 w 3454400"/>
              <a:gd name="connsiteY4" fmla="*/ 2387600 h 2387600"/>
              <a:gd name="connisteX5" fmla="*/ 0 w 3454400"/>
              <a:gd name="connsiteY5" fmla="*/ 2184400 h 2387600"/>
              <a:gd name="connisteX6" fmla="*/ 0 w 3454400"/>
              <a:gd name="connsiteY6" fmla="*/ 0 h 23876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rect l="0" t="0" r="0" b="0"/>
            <a:pathLst>
              <a:path w="3454400" h="2387600">
                <a:moveTo>
                  <a:pt x="0" y="0"/>
                </a:moveTo>
                <a:lnTo>
                  <a:pt x="3454400" y="0"/>
                </a:lnTo>
                <a:lnTo>
                  <a:pt x="3454400" y="2184400"/>
                </a:lnTo>
                <a:cubicBezTo>
                  <a:pt x="3454400" y="2296624"/>
                  <a:pt x="3363424" y="2387600"/>
                  <a:pt x="3251200" y="2387600"/>
                </a:cubicBezTo>
                <a:lnTo>
                  <a:pt x="203200" y="2387600"/>
                </a:lnTo>
                <a:cubicBezTo>
                  <a:pt x="90976" y="2387600"/>
                  <a:pt x="0" y="2296624"/>
                  <a:pt x="0" y="2184400"/>
                </a:cubicBezTo>
                <a:lnTo>
                  <a:pt x="0" y="0"/>
                </a:lnTo>
                <a:close/>
              </a:path>
            </a:pathLst>
          </a:custGeom>
          <a:gradFill>
            <a:gsLst>
              <a:gs pos="0">
                <a:schemeClr val="accent1">
                  <a:lumMod val="0"/>
                  <a:lumOff val="100000"/>
                </a:schemeClr>
              </a:gs>
              <a:gs pos="100000">
                <a:schemeClr val="accent1">
                  <a:lumMod val="0"/>
                  <a:lumOff val="100000"/>
                </a:schemeClr>
              </a:gs>
            </a:gsLst>
            <a:lin ang="5400000"/>
          </a:gra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13" name="图片占位符 12"/>
          <p:cNvSpPr>
            <a:spLocks noGrp="1"/>
          </p:cNvSpPr>
          <p:nvPr>
            <p:ph type="pic" idx="16393" hasCustomPrompt="1"/>
            <p:custDataLst>
              <p:tags r:id="rId6"/>
            </p:custDataLst>
          </p:nvPr>
        </p:nvSpPr>
        <p:spPr>
          <a:xfrm>
            <a:off x="609600" y="1524000"/>
            <a:ext cx="3454400" cy="2336800"/>
          </a:xfrm>
          <a:custGeom>
            <a:avLst/>
            <a:gdLst>
              <a:gd name="connisteX0" fmla="*/ 0 w 3454400"/>
              <a:gd name="connsiteY0" fmla="*/ 203200 h 2336800"/>
              <a:gd name="connisteX1" fmla="*/ 203200 w 3454400"/>
              <a:gd name="connsiteY1" fmla="*/ 0 h 2336800"/>
              <a:gd name="connisteX2" fmla="*/ 3251200 w 3454400"/>
              <a:gd name="connsiteY2" fmla="*/ 0 h 2336800"/>
              <a:gd name="connisteX3" fmla="*/ 3454400 w 3454400"/>
              <a:gd name="connsiteY3" fmla="*/ 203200 h 2336800"/>
              <a:gd name="connisteX4" fmla="*/ 3454400 w 3454400"/>
              <a:gd name="connsiteY4" fmla="*/ 2336800 h 2336800"/>
              <a:gd name="connisteX5" fmla="*/ 0 w 3454400"/>
              <a:gd name="connsiteY5" fmla="*/ 2336800 h 2336800"/>
              <a:gd name="connisteX6" fmla="*/ 0 w 3454400"/>
              <a:gd name="connsiteY6" fmla="*/ 203200 h 2336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rect l="0" t="0" r="0" b="0"/>
            <a:pathLst>
              <a:path w="3454400" h="2336800">
                <a:moveTo>
                  <a:pt x="0" y="203200"/>
                </a:moveTo>
                <a:cubicBezTo>
                  <a:pt x="0" y="90976"/>
                  <a:pt x="90976" y="0"/>
                  <a:pt x="203200" y="0"/>
                </a:cubicBezTo>
                <a:lnTo>
                  <a:pt x="3251200" y="0"/>
                </a:lnTo>
                <a:cubicBezTo>
                  <a:pt x="3363424" y="0"/>
                  <a:pt x="3454400" y="90976"/>
                  <a:pt x="3454400" y="203200"/>
                </a:cubicBezTo>
                <a:lnTo>
                  <a:pt x="3454400" y="2336800"/>
                </a:lnTo>
                <a:lnTo>
                  <a:pt x="0" y="2336800"/>
                </a:lnTo>
                <a:lnTo>
                  <a:pt x="0" y="203200"/>
                </a:lnTo>
                <a:close/>
              </a:path>
            </a:pathLst>
          </a:custGeo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p>
        </p:txBody>
      </p:sp>
      <p:sp>
        <p:nvSpPr>
          <p:cNvPr id="14" name="文本占位符 13"/>
          <p:cNvSpPr>
            <a:spLocks noGrp="1"/>
          </p:cNvSpPr>
          <p:nvPr>
            <p:ph type="body" idx="16386" hasCustomPrompt="1"/>
            <p:custDataLst>
              <p:tags r:id="rId7"/>
            </p:custDataLst>
          </p:nvPr>
        </p:nvSpPr>
        <p:spPr>
          <a:xfrm>
            <a:off x="914400" y="4064000"/>
            <a:ext cx="28448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单击添加项标题</a:t>
            </a:r>
          </a:p>
        </p:txBody>
      </p:sp>
      <p:sp>
        <p:nvSpPr>
          <p:cNvPr id="15" name="文本占位符 14"/>
          <p:cNvSpPr>
            <a:spLocks noGrp="1"/>
          </p:cNvSpPr>
          <p:nvPr>
            <p:ph type="body" idx="16387" hasCustomPrompt="1"/>
            <p:custDataLst>
              <p:tags r:id="rId8"/>
            </p:custDataLst>
          </p:nvPr>
        </p:nvSpPr>
        <p:spPr>
          <a:xfrm>
            <a:off x="914400" y="4521200"/>
            <a:ext cx="2844800" cy="15240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
        <p:nvSpPr>
          <p:cNvPr id="16" name="装饰  5"/>
          <p:cNvSpPr>
            <a:spLocks noGrp="1"/>
          </p:cNvSpPr>
          <p:nvPr>
            <p:ph type="body" idx="16394" hasCustomPrompt="1"/>
            <p:custDataLst>
              <p:tags r:id="rId9"/>
            </p:custDataLst>
          </p:nvPr>
        </p:nvSpPr>
        <p:spPr>
          <a:xfrm>
            <a:off x="4368800" y="1524000"/>
            <a:ext cx="3454400" cy="2387600"/>
          </a:xfrm>
          <a:custGeom>
            <a:avLst/>
            <a:gdLst>
              <a:gd name="connisteX0" fmla="*/ 0 w 3454400"/>
              <a:gd name="connsiteY0" fmla="*/ 203200 h 2387600"/>
              <a:gd name="connisteX1" fmla="*/ 203200 w 3454400"/>
              <a:gd name="connsiteY1" fmla="*/ 0 h 2387600"/>
              <a:gd name="connisteX2" fmla="*/ 3251200 w 3454400"/>
              <a:gd name="connsiteY2" fmla="*/ 0 h 2387600"/>
              <a:gd name="connisteX3" fmla="*/ 3454400 w 3454400"/>
              <a:gd name="connsiteY3" fmla="*/ 203200 h 2387600"/>
              <a:gd name="connisteX4" fmla="*/ 3454400 w 3454400"/>
              <a:gd name="connsiteY4" fmla="*/ 2387600 h 2387600"/>
              <a:gd name="connisteX5" fmla="*/ 0 w 3454400"/>
              <a:gd name="connsiteY5" fmla="*/ 2387600 h 2387600"/>
              <a:gd name="connisteX6" fmla="*/ 0 w 3454400"/>
              <a:gd name="connsiteY6" fmla="*/ 203200 h 23876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rect l="0" t="0" r="0" b="0"/>
            <a:pathLst>
              <a:path w="3454400" h="2387600">
                <a:moveTo>
                  <a:pt x="0" y="203200"/>
                </a:moveTo>
                <a:cubicBezTo>
                  <a:pt x="0" y="90976"/>
                  <a:pt x="90976" y="0"/>
                  <a:pt x="203200" y="0"/>
                </a:cubicBezTo>
                <a:lnTo>
                  <a:pt x="3251200" y="0"/>
                </a:lnTo>
                <a:cubicBezTo>
                  <a:pt x="3363424" y="0"/>
                  <a:pt x="3454400" y="90976"/>
                  <a:pt x="3454400" y="203200"/>
                </a:cubicBezTo>
                <a:lnTo>
                  <a:pt x="3454400" y="2387600"/>
                </a:lnTo>
                <a:lnTo>
                  <a:pt x="0" y="2387600"/>
                </a:lnTo>
                <a:lnTo>
                  <a:pt x="0" y="203200"/>
                </a:lnTo>
                <a:close/>
              </a:path>
            </a:pathLst>
          </a:custGeom>
          <a:gradFill>
            <a:gsLst>
              <a:gs pos="0">
                <a:schemeClr val="accent1">
                  <a:lumMod val="0"/>
                  <a:lumOff val="100000"/>
                </a:schemeClr>
              </a:gs>
              <a:gs pos="100000">
                <a:schemeClr val="accent1">
                  <a:lumMod val="0"/>
                  <a:lumOff val="100000"/>
                </a:schemeClr>
              </a:gs>
            </a:gsLst>
            <a:lin ang="5400000"/>
          </a:gra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17" name="图片占位符 16"/>
          <p:cNvSpPr>
            <a:spLocks noGrp="1"/>
          </p:cNvSpPr>
          <p:nvPr>
            <p:ph type="pic" idx="16395" hasCustomPrompt="1"/>
            <p:custDataLst>
              <p:tags r:id="rId10"/>
            </p:custDataLst>
          </p:nvPr>
        </p:nvSpPr>
        <p:spPr>
          <a:xfrm>
            <a:off x="4368800" y="3911600"/>
            <a:ext cx="3454400" cy="2336800"/>
          </a:xfrm>
          <a:custGeom>
            <a:avLst/>
            <a:gdLst>
              <a:gd name="connisteX0" fmla="*/ 0 w 3454400"/>
              <a:gd name="connsiteY0" fmla="*/ 0 h 2336800"/>
              <a:gd name="connisteX1" fmla="*/ 3454400 w 3454400"/>
              <a:gd name="connsiteY1" fmla="*/ 0 h 2336800"/>
              <a:gd name="connisteX2" fmla="*/ 3454400 w 3454400"/>
              <a:gd name="connsiteY2" fmla="*/ 2133600 h 2336800"/>
              <a:gd name="connisteX3" fmla="*/ 3251200 w 3454400"/>
              <a:gd name="connsiteY3" fmla="*/ 2336800 h 2336800"/>
              <a:gd name="connisteX4" fmla="*/ 203200 w 3454400"/>
              <a:gd name="connsiteY4" fmla="*/ 2336800 h 2336800"/>
              <a:gd name="connisteX5" fmla="*/ 0 w 3454400"/>
              <a:gd name="connsiteY5" fmla="*/ 2133600 h 2336800"/>
              <a:gd name="connisteX6" fmla="*/ 0 w 3454400"/>
              <a:gd name="connsiteY6" fmla="*/ 0 h 2336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rect l="0" t="0" r="0" b="0"/>
            <a:pathLst>
              <a:path w="3454400" h="2336800">
                <a:moveTo>
                  <a:pt x="0" y="0"/>
                </a:moveTo>
                <a:lnTo>
                  <a:pt x="3454400" y="0"/>
                </a:lnTo>
                <a:lnTo>
                  <a:pt x="3454400" y="2133600"/>
                </a:lnTo>
                <a:cubicBezTo>
                  <a:pt x="3454400" y="2245824"/>
                  <a:pt x="3363424" y="2336800"/>
                  <a:pt x="3251200" y="2336800"/>
                </a:cubicBezTo>
                <a:lnTo>
                  <a:pt x="203200" y="2336800"/>
                </a:lnTo>
                <a:cubicBezTo>
                  <a:pt x="90976" y="2336800"/>
                  <a:pt x="0" y="2245824"/>
                  <a:pt x="0" y="2133600"/>
                </a:cubicBezTo>
                <a:lnTo>
                  <a:pt x="0" y="0"/>
                </a:lnTo>
                <a:close/>
              </a:path>
            </a:pathLst>
          </a:custGeo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p>
        </p:txBody>
      </p:sp>
      <p:sp>
        <p:nvSpPr>
          <p:cNvPr id="18" name="文本占位符 17"/>
          <p:cNvSpPr>
            <a:spLocks noGrp="1"/>
          </p:cNvSpPr>
          <p:nvPr>
            <p:ph type="body" idx="16388" hasCustomPrompt="1"/>
            <p:custDataLst>
              <p:tags r:id="rId11"/>
            </p:custDataLst>
          </p:nvPr>
        </p:nvSpPr>
        <p:spPr>
          <a:xfrm>
            <a:off x="4673600" y="1727200"/>
            <a:ext cx="28448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单击添加项标题</a:t>
            </a:r>
          </a:p>
        </p:txBody>
      </p:sp>
      <p:sp>
        <p:nvSpPr>
          <p:cNvPr id="19" name="文本占位符 18"/>
          <p:cNvSpPr>
            <a:spLocks noGrp="1"/>
          </p:cNvSpPr>
          <p:nvPr>
            <p:ph type="body" idx="16389" hasCustomPrompt="1"/>
            <p:custDataLst>
              <p:tags r:id="rId12"/>
            </p:custDataLst>
          </p:nvPr>
        </p:nvSpPr>
        <p:spPr>
          <a:xfrm>
            <a:off x="4673600" y="2184400"/>
            <a:ext cx="2844800" cy="15240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
        <p:nvSpPr>
          <p:cNvPr id="20" name="装饰  9"/>
          <p:cNvSpPr>
            <a:spLocks noGrp="1"/>
          </p:cNvSpPr>
          <p:nvPr>
            <p:ph type="body" idx="16396" hasCustomPrompt="1"/>
            <p:custDataLst>
              <p:tags r:id="rId13"/>
            </p:custDataLst>
          </p:nvPr>
        </p:nvSpPr>
        <p:spPr>
          <a:xfrm>
            <a:off x="8128000" y="3860800"/>
            <a:ext cx="3454400" cy="2387600"/>
          </a:xfrm>
          <a:custGeom>
            <a:avLst/>
            <a:gdLst>
              <a:gd name="connisteX0" fmla="*/ 0 w 3454400"/>
              <a:gd name="connsiteY0" fmla="*/ 0 h 2387600"/>
              <a:gd name="connisteX1" fmla="*/ 3454400 w 3454400"/>
              <a:gd name="connsiteY1" fmla="*/ 0 h 2387600"/>
              <a:gd name="connisteX2" fmla="*/ 3454400 w 3454400"/>
              <a:gd name="connsiteY2" fmla="*/ 2184400 h 2387600"/>
              <a:gd name="connisteX3" fmla="*/ 3251200 w 3454400"/>
              <a:gd name="connsiteY3" fmla="*/ 2387600 h 2387600"/>
              <a:gd name="connisteX4" fmla="*/ 203200 w 3454400"/>
              <a:gd name="connsiteY4" fmla="*/ 2387600 h 2387600"/>
              <a:gd name="connisteX5" fmla="*/ 0 w 3454400"/>
              <a:gd name="connsiteY5" fmla="*/ 2184400 h 2387600"/>
              <a:gd name="connisteX6" fmla="*/ 0 w 3454400"/>
              <a:gd name="connsiteY6" fmla="*/ 0 h 23876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rect l="0" t="0" r="0" b="0"/>
            <a:pathLst>
              <a:path w="3454400" h="2387600">
                <a:moveTo>
                  <a:pt x="0" y="0"/>
                </a:moveTo>
                <a:lnTo>
                  <a:pt x="3454400" y="0"/>
                </a:lnTo>
                <a:lnTo>
                  <a:pt x="3454400" y="2184400"/>
                </a:lnTo>
                <a:cubicBezTo>
                  <a:pt x="3454400" y="2296624"/>
                  <a:pt x="3363424" y="2387600"/>
                  <a:pt x="3251200" y="2387600"/>
                </a:cubicBezTo>
                <a:lnTo>
                  <a:pt x="203200" y="2387600"/>
                </a:lnTo>
                <a:cubicBezTo>
                  <a:pt x="90976" y="2387600"/>
                  <a:pt x="0" y="2296624"/>
                  <a:pt x="0" y="2184400"/>
                </a:cubicBezTo>
                <a:lnTo>
                  <a:pt x="0" y="0"/>
                </a:lnTo>
                <a:close/>
              </a:path>
            </a:pathLst>
          </a:custGeom>
          <a:gradFill>
            <a:gsLst>
              <a:gs pos="0">
                <a:schemeClr val="accent1">
                  <a:lumMod val="0"/>
                  <a:lumOff val="100000"/>
                </a:schemeClr>
              </a:gs>
              <a:gs pos="100000">
                <a:schemeClr val="accent1">
                  <a:lumMod val="0"/>
                  <a:lumOff val="100000"/>
                </a:schemeClr>
              </a:gs>
            </a:gsLst>
            <a:lin ang="5400000"/>
          </a:gra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21" name="图片占位符 20"/>
          <p:cNvSpPr>
            <a:spLocks noGrp="1"/>
          </p:cNvSpPr>
          <p:nvPr>
            <p:ph type="pic" idx="16397" hasCustomPrompt="1"/>
            <p:custDataLst>
              <p:tags r:id="rId14"/>
            </p:custDataLst>
          </p:nvPr>
        </p:nvSpPr>
        <p:spPr>
          <a:xfrm>
            <a:off x="8128000" y="1524000"/>
            <a:ext cx="3454400" cy="2336800"/>
          </a:xfrm>
          <a:custGeom>
            <a:avLst/>
            <a:gdLst>
              <a:gd name="connisteX0" fmla="*/ 0 w 3454400"/>
              <a:gd name="connsiteY0" fmla="*/ 203200 h 2336800"/>
              <a:gd name="connisteX1" fmla="*/ 203200 w 3454400"/>
              <a:gd name="connsiteY1" fmla="*/ 0 h 2336800"/>
              <a:gd name="connisteX2" fmla="*/ 3251200 w 3454400"/>
              <a:gd name="connsiteY2" fmla="*/ 0 h 2336800"/>
              <a:gd name="connisteX3" fmla="*/ 3454400 w 3454400"/>
              <a:gd name="connsiteY3" fmla="*/ 203200 h 2336800"/>
              <a:gd name="connisteX4" fmla="*/ 3454400 w 3454400"/>
              <a:gd name="connsiteY4" fmla="*/ 2336800 h 2336800"/>
              <a:gd name="connisteX5" fmla="*/ 0 w 3454400"/>
              <a:gd name="connsiteY5" fmla="*/ 2336800 h 2336800"/>
              <a:gd name="connisteX6" fmla="*/ 0 w 3454400"/>
              <a:gd name="connsiteY6" fmla="*/ 203200 h 2336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rect l="0" t="0" r="0" b="0"/>
            <a:pathLst>
              <a:path w="3454400" h="2336800">
                <a:moveTo>
                  <a:pt x="0" y="203200"/>
                </a:moveTo>
                <a:cubicBezTo>
                  <a:pt x="0" y="90976"/>
                  <a:pt x="90976" y="0"/>
                  <a:pt x="203200" y="0"/>
                </a:cubicBezTo>
                <a:lnTo>
                  <a:pt x="3251200" y="0"/>
                </a:lnTo>
                <a:cubicBezTo>
                  <a:pt x="3363424" y="0"/>
                  <a:pt x="3454400" y="90976"/>
                  <a:pt x="3454400" y="203200"/>
                </a:cubicBezTo>
                <a:lnTo>
                  <a:pt x="3454400" y="2336800"/>
                </a:lnTo>
                <a:lnTo>
                  <a:pt x="0" y="2336800"/>
                </a:lnTo>
                <a:lnTo>
                  <a:pt x="0" y="203200"/>
                </a:lnTo>
                <a:close/>
              </a:path>
            </a:pathLst>
          </a:custGeo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p>
        </p:txBody>
      </p:sp>
      <p:sp>
        <p:nvSpPr>
          <p:cNvPr id="22" name="文本占位符 21"/>
          <p:cNvSpPr>
            <a:spLocks noGrp="1"/>
          </p:cNvSpPr>
          <p:nvPr>
            <p:ph type="body" idx="16390" hasCustomPrompt="1"/>
            <p:custDataLst>
              <p:tags r:id="rId15"/>
            </p:custDataLst>
          </p:nvPr>
        </p:nvSpPr>
        <p:spPr>
          <a:xfrm>
            <a:off x="8432800" y="4064000"/>
            <a:ext cx="28448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单击添加项标题</a:t>
            </a:r>
          </a:p>
        </p:txBody>
      </p:sp>
      <p:sp>
        <p:nvSpPr>
          <p:cNvPr id="23" name="文本占位符 22"/>
          <p:cNvSpPr>
            <a:spLocks noGrp="1"/>
          </p:cNvSpPr>
          <p:nvPr>
            <p:ph type="body" idx="16391" hasCustomPrompt="1"/>
            <p:custDataLst>
              <p:tags r:id="rId16"/>
            </p:custDataLst>
          </p:nvPr>
        </p:nvSpPr>
        <p:spPr>
          <a:xfrm>
            <a:off x="8432800" y="4521200"/>
            <a:ext cx="2844800" cy="15240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Tree>
    <p:extLst>
      <p:ext uri="{BB962C8B-B14F-4D97-AF65-F5344CB8AC3E}">
        <p14:creationId xmlns:p14="http://schemas.microsoft.com/office/powerpoint/2010/main" val="1496673003"/>
      </p:ext>
    </p:extLst>
  </p:cSld>
  <p:clrMapOvr>
    <a:overrideClrMapping bg1="lt1" tx1="dk1" bg2="lt2" tx2="dk2" accent1="accent1" accent2="accent2" accent3="accent3" accent4="accent4" accent5="accent5" accent6="accent6" hlink="hlink" folHlink="folHlink"/>
  </p:clrMapOvr>
  <p:hf sldNum="0" hdr="0" ftr="0" dt="0"/>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正文页-39_16">
    <p:bg>
      <p:bgRef idx="1001">
        <a:schemeClr val="bg2"/>
      </p:bgRef>
    </p:bg>
    <p:spTree>
      <p:nvGrpSpPr>
        <p:cNvPr id="1" name=""/>
        <p:cNvGrpSpPr/>
        <p:nvPr/>
      </p:nvGrpSpPr>
      <p:grpSpPr>
        <a:xfrm>
          <a:off x="0" y="0"/>
          <a:ext cx="0" cy="0"/>
          <a:chOff x="0" y="0"/>
          <a:chExt cx="0" cy="0"/>
        </a:xfrm>
      </p:grpSpPr>
      <p:sp>
        <p:nvSpPr>
          <p:cNvPr id="8" name="日期占位符 7"/>
          <p:cNvSpPr>
            <a:spLocks noGrp="1"/>
          </p:cNvSpPr>
          <p:nvPr>
            <p:ph type="dt" sz="half" idx="10"/>
            <p:custDataLst>
              <p:tags r:id="rId1"/>
            </p:custDataLst>
          </p:nvPr>
        </p:nvSpPr>
        <p:spPr/>
        <p:txBody>
          <a:bodyPr wrap="square">
            <a:normAutofit/>
          </a:bodyPr>
          <a:lstStyle/>
          <a:p>
            <a:fld id="{5592522B-0F24-4480-B9DD-A9474A6880D6}" type="datetimeFigureOut">
              <a:rPr lang="zh-CN" altLang="en-US" smtClean="0"/>
              <a:t>2026/10/10</a:t>
            </a:fld>
            <a:endParaRPr lang="zh-CN" altLang="en-US"/>
          </a:p>
        </p:txBody>
      </p:sp>
      <p:sp>
        <p:nvSpPr>
          <p:cNvPr id="9" name="页脚占位符 8"/>
          <p:cNvSpPr>
            <a:spLocks noGrp="1"/>
          </p:cNvSpPr>
          <p:nvPr>
            <p:ph type="ftr" sz="quarter" idx="11"/>
            <p:custDataLst>
              <p:tags r:id="rId2"/>
            </p:custDataLst>
          </p:nvPr>
        </p:nvSpPr>
        <p:spPr/>
        <p:txBody>
          <a:bodyPr/>
          <a:lstStyle/>
          <a:p>
            <a:endParaRPr lang="zh-CN" altLang="en-US"/>
          </a:p>
        </p:txBody>
      </p:sp>
      <p:sp>
        <p:nvSpPr>
          <p:cNvPr id="10" name="灯片编号占位符 9"/>
          <p:cNvSpPr>
            <a:spLocks noGrp="1"/>
          </p:cNvSpPr>
          <p:nvPr>
            <p:ph type="sldNum" sz="quarter" idx="12"/>
            <p:custDataLst>
              <p:tags r:id="rId3"/>
            </p:custDataLst>
          </p:nvPr>
        </p:nvSpPr>
        <p:spPr/>
        <p:txBody>
          <a:bodyPr wrap="square">
            <a:normAutofit/>
          </a:bodyPr>
          <a:lstStyle/>
          <a:p>
            <a:fld id="{BE5F26B5-172A-4DC2-B0B7-181CFC56B87C}" type="slidenum">
              <a:rPr lang="zh-CN" altLang="en-US" smtClean="0"/>
              <a:t>‹#›</a:t>
            </a:fld>
            <a:endParaRPr lang="zh-CN" altLang="en-US"/>
          </a:p>
        </p:txBody>
      </p:sp>
      <p:sp>
        <p:nvSpPr>
          <p:cNvPr id="11" name="标题 10"/>
          <p:cNvSpPr>
            <a:spLocks noGrp="1"/>
          </p:cNvSpPr>
          <p:nvPr>
            <p:ph type="ctrTitle" idx="16385" hasCustomPrompt="1"/>
            <p:custDataLst>
              <p:tags r:id="rId4"/>
            </p:custDataLst>
          </p:nvPr>
        </p:nvSpPr>
        <p:spPr>
          <a:xfrm>
            <a:off x="609600" y="533400"/>
            <a:ext cx="10972800" cy="609600"/>
          </a:xfrm>
          <a:noFill/>
        </p:spPr>
        <p:txBody>
          <a:bodyPr lIns="0" tIns="0" rIns="0" bIns="0" anchor="t">
            <a:normAutofit/>
          </a:bodyPr>
          <a:lstStyle>
            <a:lvl1pPr marL="0" indent="0" algn="l">
              <a:lnSpc>
                <a:spcPct val="111000"/>
              </a:lnSpc>
              <a:spcBef>
                <a:spcPct val="0"/>
              </a:spcBef>
              <a:spcAft>
                <a:spcPct val="0"/>
              </a:spcAft>
              <a:buNone/>
              <a:defRPr sz="3600" b="1" spc="0">
                <a:solidFill>
                  <a:schemeClr val="tx1"/>
                </a:solidFill>
              </a:defRPr>
            </a:lvl1pPr>
          </a:lstStyle>
          <a:p>
            <a:r>
              <a:rPr lang="zh-CN" altLang="en-US"/>
              <a:t>单击此处添加标题</a:t>
            </a:r>
          </a:p>
        </p:txBody>
      </p:sp>
      <p:sp>
        <p:nvSpPr>
          <p:cNvPr id="12" name="装饰  1"/>
          <p:cNvSpPr>
            <a:spLocks noGrp="1"/>
          </p:cNvSpPr>
          <p:nvPr>
            <p:ph type="body" idx="16393" hasCustomPrompt="1"/>
            <p:custDataLst>
              <p:tags r:id="rId5"/>
            </p:custDataLst>
          </p:nvPr>
        </p:nvSpPr>
        <p:spPr>
          <a:xfrm>
            <a:off x="609600" y="1524000"/>
            <a:ext cx="3454400" cy="4724400"/>
          </a:xfrm>
          <a:custGeom>
            <a:avLst/>
            <a:gdLst>
              <a:gd name="connisteX0" fmla="*/ 0 w 3454400"/>
              <a:gd name="connsiteY0" fmla="*/ 203200 h 4724400"/>
              <a:gd name="connisteX1" fmla="*/ 203200 w 3454400"/>
              <a:gd name="connsiteY1" fmla="*/ 0 h 4724400"/>
              <a:gd name="connisteX2" fmla="*/ 3251200 w 3454400"/>
              <a:gd name="connsiteY2" fmla="*/ 0 h 4724400"/>
              <a:gd name="connisteX3" fmla="*/ 3454400 w 3454400"/>
              <a:gd name="connsiteY3" fmla="*/ 203200 h 4724400"/>
              <a:gd name="connisteX4" fmla="*/ 3454400 w 3454400"/>
              <a:gd name="connsiteY4" fmla="*/ 4521200 h 4724400"/>
              <a:gd name="connisteX5" fmla="*/ 3251200 w 3454400"/>
              <a:gd name="connsiteY5" fmla="*/ 4724400 h 4724400"/>
              <a:gd name="connisteX6" fmla="*/ 203200 w 3454400"/>
              <a:gd name="connsiteY6" fmla="*/ 4724400 h 4724400"/>
              <a:gd name="connisteX7" fmla="*/ 0 w 3454400"/>
              <a:gd name="connsiteY7" fmla="*/ 4521200 h 4724400"/>
              <a:gd name="connisteX8" fmla="*/ 0 w 3454400"/>
              <a:gd name="connsiteY8" fmla="*/ 203200 h 4724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3454400" h="4724400">
                <a:moveTo>
                  <a:pt x="0" y="203200"/>
                </a:moveTo>
                <a:cubicBezTo>
                  <a:pt x="0" y="90976"/>
                  <a:pt x="90976" y="0"/>
                  <a:pt x="203200" y="0"/>
                </a:cubicBezTo>
                <a:lnTo>
                  <a:pt x="3251200" y="0"/>
                </a:lnTo>
                <a:cubicBezTo>
                  <a:pt x="3363424" y="0"/>
                  <a:pt x="3454400" y="90976"/>
                  <a:pt x="3454400" y="203200"/>
                </a:cubicBezTo>
                <a:lnTo>
                  <a:pt x="3454400" y="4521200"/>
                </a:lnTo>
                <a:cubicBezTo>
                  <a:pt x="3454400" y="4633424"/>
                  <a:pt x="3363424" y="4724400"/>
                  <a:pt x="3251200" y="4724400"/>
                </a:cubicBezTo>
                <a:lnTo>
                  <a:pt x="203200" y="4724400"/>
                </a:lnTo>
                <a:cubicBezTo>
                  <a:pt x="90976" y="4724400"/>
                  <a:pt x="0" y="4633424"/>
                  <a:pt x="0" y="4521200"/>
                </a:cubicBezTo>
                <a:lnTo>
                  <a:pt x="0" y="203200"/>
                </a:lnTo>
                <a:close/>
              </a:path>
            </a:pathLst>
          </a:custGeom>
          <a:gradFill>
            <a:gsLst>
              <a:gs pos="0">
                <a:schemeClr val="accent1">
                  <a:lumMod val="0"/>
                  <a:lumOff val="100000"/>
                </a:schemeClr>
              </a:gs>
              <a:gs pos="100000">
                <a:schemeClr val="accent1">
                  <a:lumMod val="0"/>
                  <a:lumOff val="100000"/>
                </a:schemeClr>
              </a:gs>
            </a:gsLst>
            <a:lin ang="5400000"/>
          </a:gra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13" name="图片占位符 12"/>
          <p:cNvSpPr>
            <a:spLocks noGrp="1"/>
          </p:cNvSpPr>
          <p:nvPr>
            <p:ph type="pic" idx="16392" hasCustomPrompt="1"/>
            <p:custDataLst>
              <p:tags r:id="rId6"/>
            </p:custDataLst>
          </p:nvPr>
        </p:nvSpPr>
        <p:spPr>
          <a:xfrm>
            <a:off x="1574800" y="2057400"/>
            <a:ext cx="1524000" cy="1524000"/>
          </a:xfrm>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p>
        </p:txBody>
      </p:sp>
      <p:sp>
        <p:nvSpPr>
          <p:cNvPr id="14" name="文本占位符 13"/>
          <p:cNvSpPr>
            <a:spLocks noGrp="1"/>
          </p:cNvSpPr>
          <p:nvPr>
            <p:ph type="body" idx="16386" hasCustomPrompt="1"/>
            <p:custDataLst>
              <p:tags r:id="rId7"/>
            </p:custDataLst>
          </p:nvPr>
        </p:nvSpPr>
        <p:spPr>
          <a:xfrm>
            <a:off x="1016000" y="3937000"/>
            <a:ext cx="2641600" cy="406400"/>
          </a:xfrm>
          <a:noFill/>
        </p:spPr>
        <p:txBody>
          <a:bodyPr lIns="0" tIns="0" rIns="0" bIns="0" anchor="t">
            <a:normAutofit/>
          </a:bodyPr>
          <a:lstStyle>
            <a:lvl1pPr marL="0" indent="0" algn="ctr">
              <a:lnSpc>
                <a:spcPct val="111000"/>
              </a:lnSpc>
              <a:spcBef>
                <a:spcPct val="0"/>
              </a:spcBef>
              <a:spcAft>
                <a:spcPct val="0"/>
              </a:spcAft>
              <a:buNone/>
              <a:defRPr sz="2400" b="0" spc="0">
                <a:solidFill>
                  <a:schemeClr val="tx1"/>
                </a:solidFill>
              </a:defRPr>
            </a:lvl1pPr>
          </a:lstStyle>
          <a:p>
            <a:pPr lvl="0"/>
            <a:r>
              <a:rPr lang="zh-CN" altLang="en-US"/>
              <a:t>单击添加项标题</a:t>
            </a:r>
          </a:p>
        </p:txBody>
      </p:sp>
      <p:sp>
        <p:nvSpPr>
          <p:cNvPr id="15" name="文本占位符 14"/>
          <p:cNvSpPr>
            <a:spLocks noGrp="1"/>
          </p:cNvSpPr>
          <p:nvPr>
            <p:ph type="body" idx="16387" hasCustomPrompt="1"/>
            <p:custDataLst>
              <p:tags r:id="rId8"/>
            </p:custDataLst>
          </p:nvPr>
        </p:nvSpPr>
        <p:spPr>
          <a:xfrm>
            <a:off x="1016000" y="4495800"/>
            <a:ext cx="2641600" cy="1219200"/>
          </a:xfrm>
          <a:noFill/>
        </p:spPr>
        <p:txBody>
          <a:bodyPr lIns="0" tIns="0" rIns="0" bIns="0" anchor="t">
            <a:normAutofit/>
          </a:bodyPr>
          <a:lstStyle>
            <a:lvl1pPr marL="0" indent="0" algn="ctr">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
        <p:nvSpPr>
          <p:cNvPr id="16" name="装饰  5"/>
          <p:cNvSpPr>
            <a:spLocks noGrp="1"/>
          </p:cNvSpPr>
          <p:nvPr>
            <p:ph type="body" idx="16395" hasCustomPrompt="1"/>
            <p:custDataLst>
              <p:tags r:id="rId9"/>
            </p:custDataLst>
          </p:nvPr>
        </p:nvSpPr>
        <p:spPr>
          <a:xfrm>
            <a:off x="4368800" y="1524000"/>
            <a:ext cx="3454400" cy="4724400"/>
          </a:xfrm>
          <a:custGeom>
            <a:avLst/>
            <a:gdLst>
              <a:gd name="connisteX0" fmla="*/ 0 w 3454400"/>
              <a:gd name="connsiteY0" fmla="*/ 203200 h 4724400"/>
              <a:gd name="connisteX1" fmla="*/ 203200 w 3454400"/>
              <a:gd name="connsiteY1" fmla="*/ 0 h 4724400"/>
              <a:gd name="connisteX2" fmla="*/ 3251200 w 3454400"/>
              <a:gd name="connsiteY2" fmla="*/ 0 h 4724400"/>
              <a:gd name="connisteX3" fmla="*/ 3454400 w 3454400"/>
              <a:gd name="connsiteY3" fmla="*/ 203200 h 4724400"/>
              <a:gd name="connisteX4" fmla="*/ 3454400 w 3454400"/>
              <a:gd name="connsiteY4" fmla="*/ 4521200 h 4724400"/>
              <a:gd name="connisteX5" fmla="*/ 3251200 w 3454400"/>
              <a:gd name="connsiteY5" fmla="*/ 4724400 h 4724400"/>
              <a:gd name="connisteX6" fmla="*/ 203200 w 3454400"/>
              <a:gd name="connsiteY6" fmla="*/ 4724400 h 4724400"/>
              <a:gd name="connisteX7" fmla="*/ 0 w 3454400"/>
              <a:gd name="connsiteY7" fmla="*/ 4521200 h 4724400"/>
              <a:gd name="connisteX8" fmla="*/ 0 w 3454400"/>
              <a:gd name="connsiteY8" fmla="*/ 203200 h 4724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3454400" h="4724400">
                <a:moveTo>
                  <a:pt x="0" y="203200"/>
                </a:moveTo>
                <a:cubicBezTo>
                  <a:pt x="0" y="90976"/>
                  <a:pt x="90976" y="0"/>
                  <a:pt x="203200" y="0"/>
                </a:cubicBezTo>
                <a:lnTo>
                  <a:pt x="3251200" y="0"/>
                </a:lnTo>
                <a:cubicBezTo>
                  <a:pt x="3363424" y="0"/>
                  <a:pt x="3454400" y="90976"/>
                  <a:pt x="3454400" y="203200"/>
                </a:cubicBezTo>
                <a:lnTo>
                  <a:pt x="3454400" y="4521200"/>
                </a:lnTo>
                <a:cubicBezTo>
                  <a:pt x="3454400" y="4633424"/>
                  <a:pt x="3363424" y="4724400"/>
                  <a:pt x="3251200" y="4724400"/>
                </a:cubicBezTo>
                <a:lnTo>
                  <a:pt x="203200" y="4724400"/>
                </a:lnTo>
                <a:cubicBezTo>
                  <a:pt x="90976" y="4724400"/>
                  <a:pt x="0" y="4633424"/>
                  <a:pt x="0" y="4521200"/>
                </a:cubicBezTo>
                <a:lnTo>
                  <a:pt x="0" y="203200"/>
                </a:lnTo>
                <a:close/>
              </a:path>
            </a:pathLst>
          </a:custGeom>
          <a:gradFill>
            <a:gsLst>
              <a:gs pos="0">
                <a:schemeClr val="accent1">
                  <a:lumMod val="0"/>
                  <a:lumOff val="100000"/>
                </a:schemeClr>
              </a:gs>
              <a:gs pos="100000">
                <a:schemeClr val="accent1">
                  <a:lumMod val="0"/>
                  <a:lumOff val="100000"/>
                </a:schemeClr>
              </a:gs>
            </a:gsLst>
            <a:lin ang="5400000"/>
          </a:gra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17" name="图片占位符 16"/>
          <p:cNvSpPr>
            <a:spLocks noGrp="1"/>
          </p:cNvSpPr>
          <p:nvPr>
            <p:ph type="pic" idx="16394" hasCustomPrompt="1"/>
            <p:custDataLst>
              <p:tags r:id="rId10"/>
            </p:custDataLst>
          </p:nvPr>
        </p:nvSpPr>
        <p:spPr>
          <a:xfrm>
            <a:off x="5334000" y="2057400"/>
            <a:ext cx="1524000" cy="1524000"/>
          </a:xfrm>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p>
        </p:txBody>
      </p:sp>
      <p:sp>
        <p:nvSpPr>
          <p:cNvPr id="18" name="文本占位符 17"/>
          <p:cNvSpPr>
            <a:spLocks noGrp="1"/>
          </p:cNvSpPr>
          <p:nvPr>
            <p:ph type="body" idx="16388" hasCustomPrompt="1"/>
            <p:custDataLst>
              <p:tags r:id="rId11"/>
            </p:custDataLst>
          </p:nvPr>
        </p:nvSpPr>
        <p:spPr>
          <a:xfrm>
            <a:off x="4775200" y="3937000"/>
            <a:ext cx="2641600" cy="406400"/>
          </a:xfrm>
          <a:noFill/>
        </p:spPr>
        <p:txBody>
          <a:bodyPr lIns="0" tIns="0" rIns="0" bIns="0" anchor="t">
            <a:normAutofit/>
          </a:bodyPr>
          <a:lstStyle>
            <a:lvl1pPr marL="0" indent="0" algn="ctr">
              <a:lnSpc>
                <a:spcPct val="111000"/>
              </a:lnSpc>
              <a:spcBef>
                <a:spcPct val="0"/>
              </a:spcBef>
              <a:spcAft>
                <a:spcPct val="0"/>
              </a:spcAft>
              <a:buNone/>
              <a:defRPr sz="2400" b="0" spc="0">
                <a:solidFill>
                  <a:schemeClr val="tx1"/>
                </a:solidFill>
              </a:defRPr>
            </a:lvl1pPr>
          </a:lstStyle>
          <a:p>
            <a:pPr lvl="0"/>
            <a:r>
              <a:rPr lang="zh-CN" altLang="en-US"/>
              <a:t>单击添加项标题</a:t>
            </a:r>
          </a:p>
        </p:txBody>
      </p:sp>
      <p:sp>
        <p:nvSpPr>
          <p:cNvPr id="19" name="文本占位符 18"/>
          <p:cNvSpPr>
            <a:spLocks noGrp="1"/>
          </p:cNvSpPr>
          <p:nvPr>
            <p:ph type="body" idx="16389" hasCustomPrompt="1"/>
            <p:custDataLst>
              <p:tags r:id="rId12"/>
            </p:custDataLst>
          </p:nvPr>
        </p:nvSpPr>
        <p:spPr>
          <a:xfrm>
            <a:off x="4775200" y="4495800"/>
            <a:ext cx="2641600" cy="1219200"/>
          </a:xfrm>
          <a:noFill/>
        </p:spPr>
        <p:txBody>
          <a:bodyPr lIns="0" tIns="0" rIns="0" bIns="0" anchor="t">
            <a:normAutofit/>
          </a:bodyPr>
          <a:lstStyle>
            <a:lvl1pPr marL="0" indent="0" algn="ctr">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
        <p:nvSpPr>
          <p:cNvPr id="20" name="装饰  9"/>
          <p:cNvSpPr>
            <a:spLocks noGrp="1"/>
          </p:cNvSpPr>
          <p:nvPr>
            <p:ph type="body" idx="16397" hasCustomPrompt="1"/>
            <p:custDataLst>
              <p:tags r:id="rId13"/>
            </p:custDataLst>
          </p:nvPr>
        </p:nvSpPr>
        <p:spPr>
          <a:xfrm>
            <a:off x="8128000" y="1524000"/>
            <a:ext cx="3454400" cy="4724400"/>
          </a:xfrm>
          <a:custGeom>
            <a:avLst/>
            <a:gdLst>
              <a:gd name="connisteX0" fmla="*/ 0 w 3454400"/>
              <a:gd name="connsiteY0" fmla="*/ 203200 h 4724400"/>
              <a:gd name="connisteX1" fmla="*/ 203200 w 3454400"/>
              <a:gd name="connsiteY1" fmla="*/ 0 h 4724400"/>
              <a:gd name="connisteX2" fmla="*/ 3251200 w 3454400"/>
              <a:gd name="connsiteY2" fmla="*/ 0 h 4724400"/>
              <a:gd name="connisteX3" fmla="*/ 3454400 w 3454400"/>
              <a:gd name="connsiteY3" fmla="*/ 203200 h 4724400"/>
              <a:gd name="connisteX4" fmla="*/ 3454400 w 3454400"/>
              <a:gd name="connsiteY4" fmla="*/ 4521200 h 4724400"/>
              <a:gd name="connisteX5" fmla="*/ 3251200 w 3454400"/>
              <a:gd name="connsiteY5" fmla="*/ 4724400 h 4724400"/>
              <a:gd name="connisteX6" fmla="*/ 203200 w 3454400"/>
              <a:gd name="connsiteY6" fmla="*/ 4724400 h 4724400"/>
              <a:gd name="connisteX7" fmla="*/ 0 w 3454400"/>
              <a:gd name="connsiteY7" fmla="*/ 4521200 h 4724400"/>
              <a:gd name="connisteX8" fmla="*/ 0 w 3454400"/>
              <a:gd name="connsiteY8" fmla="*/ 203200 h 4724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3454400" h="4724400">
                <a:moveTo>
                  <a:pt x="0" y="203200"/>
                </a:moveTo>
                <a:cubicBezTo>
                  <a:pt x="0" y="90976"/>
                  <a:pt x="90976" y="0"/>
                  <a:pt x="203200" y="0"/>
                </a:cubicBezTo>
                <a:lnTo>
                  <a:pt x="3251200" y="0"/>
                </a:lnTo>
                <a:cubicBezTo>
                  <a:pt x="3363424" y="0"/>
                  <a:pt x="3454400" y="90976"/>
                  <a:pt x="3454400" y="203200"/>
                </a:cubicBezTo>
                <a:lnTo>
                  <a:pt x="3454400" y="4521200"/>
                </a:lnTo>
                <a:cubicBezTo>
                  <a:pt x="3454400" y="4633424"/>
                  <a:pt x="3363424" y="4724400"/>
                  <a:pt x="3251200" y="4724400"/>
                </a:cubicBezTo>
                <a:lnTo>
                  <a:pt x="203200" y="4724400"/>
                </a:lnTo>
                <a:cubicBezTo>
                  <a:pt x="90976" y="4724400"/>
                  <a:pt x="0" y="4633424"/>
                  <a:pt x="0" y="4521200"/>
                </a:cubicBezTo>
                <a:lnTo>
                  <a:pt x="0" y="203200"/>
                </a:lnTo>
                <a:close/>
              </a:path>
            </a:pathLst>
          </a:custGeom>
          <a:gradFill>
            <a:gsLst>
              <a:gs pos="0">
                <a:schemeClr val="accent1">
                  <a:lumMod val="0"/>
                  <a:lumOff val="100000"/>
                </a:schemeClr>
              </a:gs>
              <a:gs pos="100000">
                <a:schemeClr val="accent1">
                  <a:lumMod val="0"/>
                  <a:lumOff val="100000"/>
                </a:schemeClr>
              </a:gs>
            </a:gsLst>
            <a:lin ang="5400000"/>
          </a:gra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21" name="图片占位符 20"/>
          <p:cNvSpPr>
            <a:spLocks noGrp="1"/>
          </p:cNvSpPr>
          <p:nvPr>
            <p:ph type="pic" idx="16396" hasCustomPrompt="1"/>
            <p:custDataLst>
              <p:tags r:id="rId14"/>
            </p:custDataLst>
          </p:nvPr>
        </p:nvSpPr>
        <p:spPr>
          <a:xfrm>
            <a:off x="9093200" y="2057400"/>
            <a:ext cx="1524000" cy="1524000"/>
          </a:xfrm>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p>
        </p:txBody>
      </p:sp>
      <p:sp>
        <p:nvSpPr>
          <p:cNvPr id="22" name="文本占位符 21"/>
          <p:cNvSpPr>
            <a:spLocks noGrp="1"/>
          </p:cNvSpPr>
          <p:nvPr>
            <p:ph type="body" idx="16390" hasCustomPrompt="1"/>
            <p:custDataLst>
              <p:tags r:id="rId15"/>
            </p:custDataLst>
          </p:nvPr>
        </p:nvSpPr>
        <p:spPr>
          <a:xfrm>
            <a:off x="8534400" y="3937000"/>
            <a:ext cx="2641600" cy="406400"/>
          </a:xfrm>
          <a:noFill/>
        </p:spPr>
        <p:txBody>
          <a:bodyPr lIns="0" tIns="0" rIns="0" bIns="0" anchor="t">
            <a:normAutofit/>
          </a:bodyPr>
          <a:lstStyle>
            <a:lvl1pPr marL="0" indent="0" algn="ctr">
              <a:lnSpc>
                <a:spcPct val="111000"/>
              </a:lnSpc>
              <a:spcBef>
                <a:spcPct val="0"/>
              </a:spcBef>
              <a:spcAft>
                <a:spcPct val="0"/>
              </a:spcAft>
              <a:buNone/>
              <a:defRPr sz="2400" b="0" spc="0">
                <a:solidFill>
                  <a:schemeClr val="tx1"/>
                </a:solidFill>
              </a:defRPr>
            </a:lvl1pPr>
          </a:lstStyle>
          <a:p>
            <a:pPr lvl="0"/>
            <a:r>
              <a:rPr lang="zh-CN" altLang="en-US"/>
              <a:t>单击添加项标题</a:t>
            </a:r>
          </a:p>
        </p:txBody>
      </p:sp>
      <p:sp>
        <p:nvSpPr>
          <p:cNvPr id="23" name="文本占位符 22"/>
          <p:cNvSpPr>
            <a:spLocks noGrp="1"/>
          </p:cNvSpPr>
          <p:nvPr>
            <p:ph type="body" idx="16391" hasCustomPrompt="1"/>
            <p:custDataLst>
              <p:tags r:id="rId16"/>
            </p:custDataLst>
          </p:nvPr>
        </p:nvSpPr>
        <p:spPr>
          <a:xfrm>
            <a:off x="8534400" y="4495800"/>
            <a:ext cx="2641600" cy="1219200"/>
          </a:xfrm>
          <a:noFill/>
        </p:spPr>
        <p:txBody>
          <a:bodyPr lIns="0" tIns="0" rIns="0" bIns="0" anchor="t">
            <a:normAutofit/>
          </a:bodyPr>
          <a:lstStyle>
            <a:lvl1pPr marL="0" indent="0" algn="ctr">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Tree>
    <p:extLst>
      <p:ext uri="{BB962C8B-B14F-4D97-AF65-F5344CB8AC3E}">
        <p14:creationId xmlns:p14="http://schemas.microsoft.com/office/powerpoint/2010/main" val="2565187280"/>
      </p:ext>
    </p:extLst>
  </p:cSld>
  <p:clrMapOvr>
    <a:overrideClrMapping bg1="lt1" tx1="dk1" bg2="lt2" tx2="dk2" accent1="accent1" accent2="accent2" accent3="accent3" accent4="accent4" accent5="accent5" accent6="accent6" hlink="hlink" folHlink="folHlink"/>
  </p:clrMapOvr>
  <p:hf sldNum="0" hdr="0" ftr="0" dt="0"/>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正文页-30_82">
    <p:bg>
      <p:bgRef idx="1001">
        <a:schemeClr val="bg2"/>
      </p:bgRef>
    </p:bg>
    <p:spTree>
      <p:nvGrpSpPr>
        <p:cNvPr id="1" name=""/>
        <p:cNvGrpSpPr/>
        <p:nvPr/>
      </p:nvGrpSpPr>
      <p:grpSpPr>
        <a:xfrm>
          <a:off x="0" y="0"/>
          <a:ext cx="0" cy="0"/>
          <a:chOff x="0" y="0"/>
          <a:chExt cx="0" cy="0"/>
        </a:xfrm>
      </p:grpSpPr>
      <p:sp>
        <p:nvSpPr>
          <p:cNvPr id="8" name="日期占位符 7"/>
          <p:cNvSpPr>
            <a:spLocks noGrp="1"/>
          </p:cNvSpPr>
          <p:nvPr>
            <p:ph type="dt" sz="half" idx="10"/>
            <p:custDataLst>
              <p:tags r:id="rId1"/>
            </p:custDataLst>
          </p:nvPr>
        </p:nvSpPr>
        <p:spPr/>
        <p:txBody>
          <a:bodyPr wrap="square">
            <a:normAutofit/>
          </a:bodyPr>
          <a:lstStyle/>
          <a:p>
            <a:fld id="{5592522B-0F24-4480-B9DD-A9474A6880D6}" type="datetimeFigureOut">
              <a:rPr lang="zh-CN" altLang="en-US" smtClean="0"/>
              <a:t>2026/10/10</a:t>
            </a:fld>
            <a:endParaRPr lang="zh-CN" altLang="en-US"/>
          </a:p>
        </p:txBody>
      </p:sp>
      <p:sp>
        <p:nvSpPr>
          <p:cNvPr id="9" name="页脚占位符 8"/>
          <p:cNvSpPr>
            <a:spLocks noGrp="1"/>
          </p:cNvSpPr>
          <p:nvPr>
            <p:ph type="ftr" sz="quarter" idx="11"/>
            <p:custDataLst>
              <p:tags r:id="rId2"/>
            </p:custDataLst>
          </p:nvPr>
        </p:nvSpPr>
        <p:spPr/>
        <p:txBody>
          <a:bodyPr/>
          <a:lstStyle/>
          <a:p>
            <a:endParaRPr lang="zh-CN" altLang="en-US"/>
          </a:p>
        </p:txBody>
      </p:sp>
      <p:sp>
        <p:nvSpPr>
          <p:cNvPr id="10" name="灯片编号占位符 9"/>
          <p:cNvSpPr>
            <a:spLocks noGrp="1"/>
          </p:cNvSpPr>
          <p:nvPr>
            <p:ph type="sldNum" sz="quarter" idx="12"/>
            <p:custDataLst>
              <p:tags r:id="rId3"/>
            </p:custDataLst>
          </p:nvPr>
        </p:nvSpPr>
        <p:spPr/>
        <p:txBody>
          <a:bodyPr wrap="square">
            <a:normAutofit/>
          </a:bodyPr>
          <a:lstStyle/>
          <a:p>
            <a:fld id="{BE5F26B5-172A-4DC2-B0B7-181CFC56B87C}" type="slidenum">
              <a:rPr lang="zh-CN" altLang="en-US" smtClean="0"/>
              <a:t>‹#›</a:t>
            </a:fld>
            <a:endParaRPr lang="zh-CN" altLang="en-US"/>
          </a:p>
        </p:txBody>
      </p:sp>
      <p:sp>
        <p:nvSpPr>
          <p:cNvPr id="11" name="标题 10"/>
          <p:cNvSpPr>
            <a:spLocks noGrp="1"/>
          </p:cNvSpPr>
          <p:nvPr>
            <p:ph type="ctrTitle" idx="16385" hasCustomPrompt="1"/>
            <p:custDataLst>
              <p:tags r:id="rId4"/>
            </p:custDataLst>
          </p:nvPr>
        </p:nvSpPr>
        <p:spPr>
          <a:xfrm>
            <a:off x="5257800" y="533400"/>
            <a:ext cx="6324600" cy="609600"/>
          </a:xfrm>
          <a:noFill/>
        </p:spPr>
        <p:txBody>
          <a:bodyPr lIns="0" tIns="0" rIns="0" bIns="0" anchor="t">
            <a:normAutofit/>
          </a:bodyPr>
          <a:lstStyle>
            <a:lvl1pPr marL="0" indent="0" algn="l">
              <a:lnSpc>
                <a:spcPct val="111000"/>
              </a:lnSpc>
              <a:spcBef>
                <a:spcPct val="0"/>
              </a:spcBef>
              <a:spcAft>
                <a:spcPct val="0"/>
              </a:spcAft>
              <a:buNone/>
              <a:defRPr sz="3600" b="1" spc="0">
                <a:solidFill>
                  <a:schemeClr val="tx1"/>
                </a:solidFill>
              </a:defRPr>
            </a:lvl1pPr>
          </a:lstStyle>
          <a:p>
            <a:r>
              <a:rPr lang="zh-CN" altLang="en-US"/>
              <a:t>单击此处添加标题</a:t>
            </a:r>
          </a:p>
        </p:txBody>
      </p:sp>
      <p:sp>
        <p:nvSpPr>
          <p:cNvPr id="12" name="内容占位符 11"/>
          <p:cNvSpPr>
            <a:spLocks noGrp="1"/>
          </p:cNvSpPr>
          <p:nvPr>
            <p:ph idx="16392" hasCustomPrompt="1"/>
            <p:custDataLst>
              <p:tags r:id="rId5"/>
            </p:custDataLst>
          </p:nvPr>
        </p:nvSpPr>
        <p:spPr>
          <a:xfrm>
            <a:off x="609600" y="609600"/>
            <a:ext cx="4038600" cy="5638800"/>
          </a:xfrm>
          <a:custGeom>
            <a:avLst/>
            <a:gdLst>
              <a:gd name="connisteX0" fmla="*/ 0 w 4038600"/>
              <a:gd name="connsiteY0" fmla="*/ 0 h 5638800"/>
              <a:gd name="connisteX1" fmla="*/ 4038600 w 4038600"/>
              <a:gd name="connsiteY1" fmla="*/ 0 h 5638800"/>
              <a:gd name="connisteX2" fmla="*/ 4038600 w 4038600"/>
              <a:gd name="connsiteY2" fmla="*/ 5638800 h 5638800"/>
              <a:gd name="connisteX3" fmla="*/ 0 w 4038600"/>
              <a:gd name="connsiteY3" fmla="*/ 5638800 h 5638800"/>
              <a:gd name="connisteX4" fmla="*/ 0 w 4038600"/>
              <a:gd name="connsiteY4" fmla="*/ 0 h 5638800"/>
            </a:gdLst>
            <a:ahLst/>
            <a:cxnLst>
              <a:cxn ang="0">
                <a:pos x="connisteX0" y="connsiteY0"/>
              </a:cxn>
              <a:cxn ang="0">
                <a:pos x="connisteX1" y="connsiteY1"/>
              </a:cxn>
              <a:cxn ang="0">
                <a:pos x="connisteX2" y="connsiteY2"/>
              </a:cxn>
              <a:cxn ang="0">
                <a:pos x="connisteX3" y="connsiteY3"/>
              </a:cxn>
              <a:cxn ang="0">
                <a:pos x="connisteX4" y="connsiteY4"/>
              </a:cxn>
            </a:cxnLst>
            <a:rect l="0" t="0" r="0" b="0"/>
            <a:pathLst>
              <a:path w="4038600" h="5638800">
                <a:moveTo>
                  <a:pt x="0" y="0"/>
                </a:moveTo>
                <a:lnTo>
                  <a:pt x="4038600" y="0"/>
                </a:lnTo>
                <a:lnTo>
                  <a:pt x="4038600" y="5638800"/>
                </a:lnTo>
                <a:lnTo>
                  <a:pt x="0" y="5638800"/>
                </a:lnTo>
                <a:lnTo>
                  <a:pt x="0" y="0"/>
                </a:lnTo>
                <a:close/>
              </a:path>
            </a:pathLst>
          </a:custGeom>
          <a:solidFill>
            <a:srgbClr val="DDDDDD"/>
          </a:solidFill>
          <a:ln>
            <a:noFill/>
          </a:ln>
        </p:spPr>
        <p:txBody>
          <a:bodyPr>
            <a:norm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13" name="装饰  2"/>
          <p:cNvSpPr>
            <a:spLocks noGrp="1"/>
          </p:cNvSpPr>
          <p:nvPr>
            <p:ph type="body" idx="16393" hasCustomPrompt="1"/>
            <p:custDataLst>
              <p:tags r:id="rId6"/>
            </p:custDataLst>
          </p:nvPr>
        </p:nvSpPr>
        <p:spPr>
          <a:xfrm>
            <a:off x="5257800" y="1676400"/>
            <a:ext cx="50800" cy="1117600"/>
          </a:xfrm>
          <a:custGeom>
            <a:avLst/>
            <a:gdLst>
              <a:gd name="connisteX0" fmla="*/ 0 w 50800"/>
              <a:gd name="connsiteY0" fmla="*/ 25400 h 1117600"/>
              <a:gd name="connisteX1" fmla="*/ 25400 w 50800"/>
              <a:gd name="connsiteY1" fmla="*/ 0 h 1117600"/>
              <a:gd name="connisteX2" fmla="*/ 25400 w 50800"/>
              <a:gd name="connsiteY2" fmla="*/ 0 h 1117600"/>
              <a:gd name="connisteX3" fmla="*/ 50800 w 50800"/>
              <a:gd name="connsiteY3" fmla="*/ 25400 h 1117600"/>
              <a:gd name="connisteX4" fmla="*/ 50800 w 50800"/>
              <a:gd name="connsiteY4" fmla="*/ 1092200 h 1117600"/>
              <a:gd name="connisteX5" fmla="*/ 25400 w 50800"/>
              <a:gd name="connsiteY5" fmla="*/ 1117600 h 1117600"/>
              <a:gd name="connisteX6" fmla="*/ 25400 w 50800"/>
              <a:gd name="connsiteY6" fmla="*/ 1117600 h 1117600"/>
              <a:gd name="connisteX7" fmla="*/ 0 w 50800"/>
              <a:gd name="connsiteY7" fmla="*/ 1092200 h 1117600"/>
              <a:gd name="connisteX8" fmla="*/ 0 w 50800"/>
              <a:gd name="connsiteY8" fmla="*/ 25400 h 11176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50800" h="1117600">
                <a:moveTo>
                  <a:pt x="0" y="25400"/>
                </a:moveTo>
                <a:cubicBezTo>
                  <a:pt x="0" y="11372"/>
                  <a:pt x="11372" y="0"/>
                  <a:pt x="25400" y="0"/>
                </a:cubicBezTo>
                <a:lnTo>
                  <a:pt x="25400" y="0"/>
                </a:lnTo>
                <a:cubicBezTo>
                  <a:pt x="39428" y="0"/>
                  <a:pt x="50800" y="11372"/>
                  <a:pt x="50800" y="25400"/>
                </a:cubicBezTo>
                <a:lnTo>
                  <a:pt x="50800" y="1092200"/>
                </a:lnTo>
                <a:cubicBezTo>
                  <a:pt x="50800" y="1106228"/>
                  <a:pt x="39428" y="1117600"/>
                  <a:pt x="25400" y="1117600"/>
                </a:cubicBezTo>
                <a:lnTo>
                  <a:pt x="25400" y="1117600"/>
                </a:lnTo>
                <a:cubicBezTo>
                  <a:pt x="11372" y="1117600"/>
                  <a:pt x="0" y="1106228"/>
                  <a:pt x="0" y="1092200"/>
                </a:cubicBezTo>
                <a:lnTo>
                  <a:pt x="0" y="254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14" name="文本占位符 13"/>
          <p:cNvSpPr>
            <a:spLocks noGrp="1"/>
          </p:cNvSpPr>
          <p:nvPr>
            <p:ph type="body" idx="16386" hasCustomPrompt="1"/>
            <p:custDataLst>
              <p:tags r:id="rId7"/>
            </p:custDataLst>
          </p:nvPr>
        </p:nvSpPr>
        <p:spPr>
          <a:xfrm>
            <a:off x="5410200" y="1676400"/>
            <a:ext cx="61722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15" name="文本占位符 14"/>
          <p:cNvSpPr>
            <a:spLocks noGrp="1"/>
          </p:cNvSpPr>
          <p:nvPr>
            <p:ph type="body" idx="16387" hasCustomPrompt="1"/>
            <p:custDataLst>
              <p:tags r:id="rId8"/>
            </p:custDataLst>
          </p:nvPr>
        </p:nvSpPr>
        <p:spPr>
          <a:xfrm>
            <a:off x="5410200" y="2184400"/>
            <a:ext cx="6172200" cy="6096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
        <p:nvSpPr>
          <p:cNvPr id="16" name="装饰  5"/>
          <p:cNvSpPr>
            <a:spLocks noGrp="1"/>
          </p:cNvSpPr>
          <p:nvPr>
            <p:ph type="body" idx="16394" hasCustomPrompt="1"/>
            <p:custDataLst>
              <p:tags r:id="rId9"/>
            </p:custDataLst>
          </p:nvPr>
        </p:nvSpPr>
        <p:spPr>
          <a:xfrm>
            <a:off x="5257800" y="3403600"/>
            <a:ext cx="50800" cy="1117600"/>
          </a:xfrm>
          <a:custGeom>
            <a:avLst/>
            <a:gdLst>
              <a:gd name="connisteX0" fmla="*/ 0 w 50800"/>
              <a:gd name="connsiteY0" fmla="*/ 25400 h 1117600"/>
              <a:gd name="connisteX1" fmla="*/ 25400 w 50800"/>
              <a:gd name="connsiteY1" fmla="*/ 0 h 1117600"/>
              <a:gd name="connisteX2" fmla="*/ 25400 w 50800"/>
              <a:gd name="connsiteY2" fmla="*/ 0 h 1117600"/>
              <a:gd name="connisteX3" fmla="*/ 50800 w 50800"/>
              <a:gd name="connsiteY3" fmla="*/ 25400 h 1117600"/>
              <a:gd name="connisteX4" fmla="*/ 50800 w 50800"/>
              <a:gd name="connsiteY4" fmla="*/ 1092200 h 1117600"/>
              <a:gd name="connisteX5" fmla="*/ 25400 w 50800"/>
              <a:gd name="connsiteY5" fmla="*/ 1117600 h 1117600"/>
              <a:gd name="connisteX6" fmla="*/ 25400 w 50800"/>
              <a:gd name="connsiteY6" fmla="*/ 1117600 h 1117600"/>
              <a:gd name="connisteX7" fmla="*/ 0 w 50800"/>
              <a:gd name="connsiteY7" fmla="*/ 1092200 h 1117600"/>
              <a:gd name="connisteX8" fmla="*/ 0 w 50800"/>
              <a:gd name="connsiteY8" fmla="*/ 25400 h 11176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50800" h="1117600">
                <a:moveTo>
                  <a:pt x="0" y="25400"/>
                </a:moveTo>
                <a:cubicBezTo>
                  <a:pt x="0" y="11372"/>
                  <a:pt x="11372" y="0"/>
                  <a:pt x="25400" y="0"/>
                </a:cubicBezTo>
                <a:lnTo>
                  <a:pt x="25400" y="0"/>
                </a:lnTo>
                <a:cubicBezTo>
                  <a:pt x="39428" y="0"/>
                  <a:pt x="50800" y="11372"/>
                  <a:pt x="50800" y="25400"/>
                </a:cubicBezTo>
                <a:lnTo>
                  <a:pt x="50800" y="1092200"/>
                </a:lnTo>
                <a:cubicBezTo>
                  <a:pt x="50800" y="1106228"/>
                  <a:pt x="39428" y="1117600"/>
                  <a:pt x="25400" y="1117600"/>
                </a:cubicBezTo>
                <a:lnTo>
                  <a:pt x="25400" y="1117600"/>
                </a:lnTo>
                <a:cubicBezTo>
                  <a:pt x="11372" y="1117600"/>
                  <a:pt x="0" y="1106228"/>
                  <a:pt x="0" y="1092200"/>
                </a:cubicBezTo>
                <a:lnTo>
                  <a:pt x="0" y="254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17" name="文本占位符 16"/>
          <p:cNvSpPr>
            <a:spLocks noGrp="1"/>
          </p:cNvSpPr>
          <p:nvPr>
            <p:ph type="body" idx="16388" hasCustomPrompt="1"/>
            <p:custDataLst>
              <p:tags r:id="rId10"/>
            </p:custDataLst>
          </p:nvPr>
        </p:nvSpPr>
        <p:spPr>
          <a:xfrm>
            <a:off x="5410200" y="3403600"/>
            <a:ext cx="61722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18" name="文本占位符 17"/>
          <p:cNvSpPr>
            <a:spLocks noGrp="1"/>
          </p:cNvSpPr>
          <p:nvPr>
            <p:ph type="body" idx="16389" hasCustomPrompt="1"/>
            <p:custDataLst>
              <p:tags r:id="rId11"/>
            </p:custDataLst>
          </p:nvPr>
        </p:nvSpPr>
        <p:spPr>
          <a:xfrm>
            <a:off x="5410200" y="3911600"/>
            <a:ext cx="6172200" cy="6096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
        <p:nvSpPr>
          <p:cNvPr id="19" name="装饰  8"/>
          <p:cNvSpPr>
            <a:spLocks noGrp="1"/>
          </p:cNvSpPr>
          <p:nvPr>
            <p:ph type="body" idx="16395" hasCustomPrompt="1"/>
            <p:custDataLst>
              <p:tags r:id="rId12"/>
            </p:custDataLst>
          </p:nvPr>
        </p:nvSpPr>
        <p:spPr>
          <a:xfrm>
            <a:off x="5257800" y="5130800"/>
            <a:ext cx="50800" cy="1117600"/>
          </a:xfrm>
          <a:custGeom>
            <a:avLst/>
            <a:gdLst>
              <a:gd name="connisteX0" fmla="*/ 0 w 50800"/>
              <a:gd name="connsiteY0" fmla="*/ 25400 h 1117600"/>
              <a:gd name="connisteX1" fmla="*/ 25400 w 50800"/>
              <a:gd name="connsiteY1" fmla="*/ 0 h 1117600"/>
              <a:gd name="connisteX2" fmla="*/ 25400 w 50800"/>
              <a:gd name="connsiteY2" fmla="*/ 0 h 1117600"/>
              <a:gd name="connisteX3" fmla="*/ 50800 w 50800"/>
              <a:gd name="connsiteY3" fmla="*/ 25400 h 1117600"/>
              <a:gd name="connisteX4" fmla="*/ 50800 w 50800"/>
              <a:gd name="connsiteY4" fmla="*/ 1092200 h 1117600"/>
              <a:gd name="connisteX5" fmla="*/ 25400 w 50800"/>
              <a:gd name="connsiteY5" fmla="*/ 1117600 h 1117600"/>
              <a:gd name="connisteX6" fmla="*/ 25400 w 50800"/>
              <a:gd name="connsiteY6" fmla="*/ 1117600 h 1117600"/>
              <a:gd name="connisteX7" fmla="*/ 0 w 50800"/>
              <a:gd name="connsiteY7" fmla="*/ 1092200 h 1117600"/>
              <a:gd name="connisteX8" fmla="*/ 0 w 50800"/>
              <a:gd name="connsiteY8" fmla="*/ 25400 h 11176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50800" h="1117600">
                <a:moveTo>
                  <a:pt x="0" y="25400"/>
                </a:moveTo>
                <a:cubicBezTo>
                  <a:pt x="0" y="11372"/>
                  <a:pt x="11372" y="0"/>
                  <a:pt x="25400" y="0"/>
                </a:cubicBezTo>
                <a:lnTo>
                  <a:pt x="25400" y="0"/>
                </a:lnTo>
                <a:cubicBezTo>
                  <a:pt x="39428" y="0"/>
                  <a:pt x="50800" y="11372"/>
                  <a:pt x="50800" y="25400"/>
                </a:cubicBezTo>
                <a:lnTo>
                  <a:pt x="50800" y="1092200"/>
                </a:lnTo>
                <a:cubicBezTo>
                  <a:pt x="50800" y="1106228"/>
                  <a:pt x="39428" y="1117600"/>
                  <a:pt x="25400" y="1117600"/>
                </a:cubicBezTo>
                <a:lnTo>
                  <a:pt x="25400" y="1117600"/>
                </a:lnTo>
                <a:cubicBezTo>
                  <a:pt x="11372" y="1117600"/>
                  <a:pt x="0" y="1106228"/>
                  <a:pt x="0" y="1092200"/>
                </a:cubicBezTo>
                <a:lnTo>
                  <a:pt x="0" y="254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20" name="文本占位符 19"/>
          <p:cNvSpPr>
            <a:spLocks noGrp="1"/>
          </p:cNvSpPr>
          <p:nvPr>
            <p:ph type="body" idx="16390" hasCustomPrompt="1"/>
            <p:custDataLst>
              <p:tags r:id="rId13"/>
            </p:custDataLst>
          </p:nvPr>
        </p:nvSpPr>
        <p:spPr>
          <a:xfrm>
            <a:off x="5410200" y="5130800"/>
            <a:ext cx="61722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21" name="文本占位符 20"/>
          <p:cNvSpPr>
            <a:spLocks noGrp="1"/>
          </p:cNvSpPr>
          <p:nvPr>
            <p:ph type="body" idx="16391" hasCustomPrompt="1"/>
            <p:custDataLst>
              <p:tags r:id="rId14"/>
            </p:custDataLst>
          </p:nvPr>
        </p:nvSpPr>
        <p:spPr>
          <a:xfrm>
            <a:off x="5410200" y="5638800"/>
            <a:ext cx="6172200" cy="6096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Tree>
    <p:extLst>
      <p:ext uri="{BB962C8B-B14F-4D97-AF65-F5344CB8AC3E}">
        <p14:creationId xmlns:p14="http://schemas.microsoft.com/office/powerpoint/2010/main" val="236262604"/>
      </p:ext>
    </p:extLst>
  </p:cSld>
  <p:clrMapOvr>
    <a:overrideClrMapping bg1="lt1" tx1="dk1" bg2="lt2" tx2="dk2" accent1="accent1" accent2="accent2" accent3="accent3" accent4="accent4" accent5="accent5" accent6="accent6" hlink="hlink" folHlink="folHlink"/>
  </p:clrMapOvr>
  <p:hf sldNum="0" hdr="0" ftr="0" dt="0"/>
</p:sldLayout>
</file>

<file path=ppt/slideLayouts/slideLayout81.xml><?xml version="1.0" encoding="utf-8"?>
<p:sldLayout xmlns:a="http://schemas.openxmlformats.org/drawingml/2006/main" xmlns:r="http://schemas.openxmlformats.org/officeDocument/2006/relationships" xmlns:p="http://schemas.openxmlformats.org/presentationml/2006/main" showMasterSp="0" preserve="1" userDrawn="1">
  <p:cSld name="章节页_1_5">
    <p:spTree>
      <p:nvGrpSpPr>
        <p:cNvPr id="1" name=""/>
        <p:cNvGrpSpPr/>
        <p:nvPr/>
      </p:nvGrpSpPr>
      <p:grpSpPr>
        <a:xfrm>
          <a:off x="0" y="0"/>
          <a:ext cx="0" cy="0"/>
          <a:chOff x="0" y="0"/>
          <a:chExt cx="0" cy="0"/>
        </a:xfrm>
      </p:grpSpPr>
      <p:sp>
        <p:nvSpPr>
          <p:cNvPr id="7" name="矩形 6"/>
          <p:cNvSpPr/>
          <p:nvPr userDrawn="1">
            <p:custDataLst>
              <p:tags r:id="rId1"/>
            </p:custDataLst>
          </p:nvPr>
        </p:nvSpPr>
        <p:spPr>
          <a:xfrm>
            <a:off x="0" y="0"/>
            <a:ext cx="12192000" cy="6837002"/>
          </a:xfrm>
          <a:prstGeom prst="rect">
            <a:avLst/>
          </a:prstGeom>
          <a:gradFill flip="none" rotWithShape="1">
            <a:gsLst>
              <a:gs pos="0">
                <a:schemeClr val="bg1">
                  <a:alpha val="0"/>
                </a:schemeClr>
              </a:gs>
              <a:gs pos="76000">
                <a:schemeClr val="accent2">
                  <a:alpha val="1500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14" name="任意多边形: 形状 4"/>
          <p:cNvSpPr/>
          <p:nvPr userDrawn="1">
            <p:custDataLst>
              <p:tags r:id="rId2"/>
            </p:custDataLst>
          </p:nvPr>
        </p:nvSpPr>
        <p:spPr>
          <a:xfrm>
            <a:off x="11163935" y="5203190"/>
            <a:ext cx="1028065" cy="1173480"/>
          </a:xfrm>
          <a:custGeom>
            <a:avLst/>
            <a:gdLst>
              <a:gd name="connsiteX0" fmla="*/ 1028065 w 1028065"/>
              <a:gd name="connsiteY0" fmla="*/ 0 h 1173480"/>
              <a:gd name="connsiteX1" fmla="*/ 1028065 w 1028065"/>
              <a:gd name="connsiteY1" fmla="*/ 1173480 h 1173480"/>
              <a:gd name="connsiteX2" fmla="*/ 0 w 1028065"/>
              <a:gd name="connsiteY2" fmla="*/ 1173480 h 1173480"/>
              <a:gd name="connsiteX3" fmla="*/ 3825 w 1028065"/>
              <a:gd name="connsiteY3" fmla="*/ 1097731 h 1173480"/>
              <a:gd name="connsiteX4" fmla="*/ 991311 w 1028065"/>
              <a:gd name="connsiteY4" fmla="*/ 5608 h 1173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8065" h="1173480">
                <a:moveTo>
                  <a:pt x="1028065" y="0"/>
                </a:moveTo>
                <a:lnTo>
                  <a:pt x="1028065" y="1173480"/>
                </a:lnTo>
                <a:lnTo>
                  <a:pt x="0" y="1173480"/>
                </a:lnTo>
                <a:lnTo>
                  <a:pt x="3825" y="1097731"/>
                </a:lnTo>
                <a:cubicBezTo>
                  <a:pt x="59071" y="553783"/>
                  <a:pt x="464603" y="113379"/>
                  <a:pt x="991311" y="5608"/>
                </a:cubicBezTo>
                <a:close/>
              </a:path>
            </a:pathLst>
          </a:custGeom>
          <a:gradFill>
            <a:gsLst>
              <a:gs pos="33000">
                <a:schemeClr val="bg1">
                  <a:alpha val="0"/>
                </a:schemeClr>
              </a:gs>
              <a:gs pos="85000">
                <a:schemeClr val="bg1"/>
              </a:gs>
            </a:gsLst>
            <a:lin ang="135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0" name="任意多边形: 形状 9"/>
          <p:cNvSpPr/>
          <p:nvPr userDrawn="1">
            <p:custDataLst>
              <p:tags r:id="rId3"/>
            </p:custDataLst>
          </p:nvPr>
        </p:nvSpPr>
        <p:spPr>
          <a:xfrm flipH="1">
            <a:off x="0" y="922053"/>
            <a:ext cx="4260648" cy="5935948"/>
          </a:xfrm>
          <a:custGeom>
            <a:avLst/>
            <a:gdLst>
              <a:gd name="connsiteX0" fmla="*/ 3740150 w 3740150"/>
              <a:gd name="connsiteY0" fmla="*/ 0 h 5210789"/>
              <a:gd name="connsiteX1" fmla="*/ 3740150 w 3740150"/>
              <a:gd name="connsiteY1" fmla="*/ 5210789 h 5210789"/>
              <a:gd name="connsiteX2" fmla="*/ 301051 w 3740150"/>
              <a:gd name="connsiteY2" fmla="*/ 5210789 h 5210789"/>
              <a:gd name="connsiteX3" fmla="*/ 293920 w 3740150"/>
              <a:gd name="connsiteY3" fmla="*/ 5195985 h 5210789"/>
              <a:gd name="connsiteX4" fmla="*/ 0 w 3740150"/>
              <a:gd name="connsiteY4" fmla="*/ 3740150 h 5210789"/>
              <a:gd name="connsiteX5" fmla="*/ 3740150 w 3740150"/>
              <a:gd name="connsiteY5" fmla="*/ 0 h 5210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40150" h="5210789">
                <a:moveTo>
                  <a:pt x="3740150" y="0"/>
                </a:moveTo>
                <a:lnTo>
                  <a:pt x="3740150" y="5210789"/>
                </a:lnTo>
                <a:lnTo>
                  <a:pt x="301051" y="5210789"/>
                </a:lnTo>
                <a:lnTo>
                  <a:pt x="293920" y="5195985"/>
                </a:lnTo>
                <a:cubicBezTo>
                  <a:pt x="104658" y="4748520"/>
                  <a:pt x="0" y="4256557"/>
                  <a:pt x="0" y="3740150"/>
                </a:cubicBezTo>
                <a:cubicBezTo>
                  <a:pt x="0" y="1674522"/>
                  <a:pt x="1674522" y="0"/>
                  <a:pt x="3740150" y="0"/>
                </a:cubicBezTo>
                <a:close/>
              </a:path>
            </a:pathLst>
          </a:custGeom>
          <a:gradFill flip="none" rotWithShape="1">
            <a:gsLst>
              <a:gs pos="88000">
                <a:schemeClr val="bg2"/>
              </a:gs>
              <a:gs pos="39000">
                <a:schemeClr val="bg2">
                  <a:alpha val="0"/>
                </a:schemeClr>
              </a:gs>
            </a:gsLst>
            <a:lin ang="13500000" scaled="1"/>
            <a:tileRect/>
          </a:gradFill>
          <a:ln w="12700">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15" name="矩形 14"/>
          <p:cNvSpPr/>
          <p:nvPr userDrawn="1">
            <p:custDataLst>
              <p:tags r:id="rId4"/>
            </p:custDataLst>
          </p:nvPr>
        </p:nvSpPr>
        <p:spPr>
          <a:xfrm>
            <a:off x="0" y="6351259"/>
            <a:ext cx="12192000" cy="506741"/>
          </a:xfrm>
          <a:prstGeom prst="rect">
            <a:avLst/>
          </a:prstGeom>
          <a:gradFill flip="none" rotWithShape="1">
            <a:gsLst>
              <a:gs pos="19000">
                <a:schemeClr val="accent1"/>
              </a:gs>
              <a:gs pos="83000">
                <a:schemeClr val="accent2"/>
              </a:gs>
            </a:gsLst>
            <a:lin ang="13500000" scaled="1"/>
            <a:tileRect/>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zh-CN" altLang="en-US" sz="2800" b="1">
              <a:latin typeface="+mj-ea"/>
              <a:ea typeface="+mj-ea"/>
            </a:endParaRPr>
          </a:p>
        </p:txBody>
      </p:sp>
      <p:sp>
        <p:nvSpPr>
          <p:cNvPr id="12" name="椭圆 11"/>
          <p:cNvSpPr/>
          <p:nvPr userDrawn="1">
            <p:custDataLst>
              <p:tags r:id="rId5"/>
            </p:custDataLst>
          </p:nvPr>
        </p:nvSpPr>
        <p:spPr>
          <a:xfrm>
            <a:off x="1777048" y="3626673"/>
            <a:ext cx="1055600" cy="1055600"/>
          </a:xfrm>
          <a:prstGeom prst="ellipse">
            <a:avLst/>
          </a:prstGeom>
          <a:gradFill>
            <a:gsLst>
              <a:gs pos="95000">
                <a:schemeClr val="accent2"/>
              </a:gs>
              <a:gs pos="0">
                <a:schemeClr val="accent2">
                  <a:alpha val="0"/>
                </a:schemeClr>
              </a:gs>
            </a:gsLst>
            <a:lin ang="5400000" scaled="1"/>
          </a:gradFill>
          <a:ln>
            <a:noFill/>
          </a:ln>
          <a:effectLst>
            <a:softEdge rad="1016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p:cNvSpPr/>
          <p:nvPr userDrawn="1">
            <p:custDataLst>
              <p:tags r:id="rId6"/>
            </p:custDataLst>
          </p:nvPr>
        </p:nvSpPr>
        <p:spPr>
          <a:xfrm>
            <a:off x="1675814" y="673304"/>
            <a:ext cx="436971" cy="436971"/>
          </a:xfrm>
          <a:prstGeom prst="ellipse">
            <a:avLst/>
          </a:prstGeom>
          <a:gradFill>
            <a:gsLst>
              <a:gs pos="95000">
                <a:schemeClr val="accent2"/>
              </a:gs>
              <a:gs pos="0">
                <a:schemeClr val="accent2">
                  <a:alpha val="0"/>
                </a:schemeClr>
              </a:gs>
            </a:gsLst>
            <a:lin ang="5400000" scaled="1"/>
          </a:gradFill>
          <a:ln>
            <a:noFill/>
          </a:ln>
          <a:effectLst>
            <a:softEdge rad="1016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p:cNvSpPr/>
          <p:nvPr userDrawn="1">
            <p:custDataLst>
              <p:tags r:id="rId7"/>
            </p:custDataLst>
          </p:nvPr>
        </p:nvSpPr>
        <p:spPr>
          <a:xfrm flipH="1">
            <a:off x="10690611" y="5145127"/>
            <a:ext cx="92066" cy="92066"/>
          </a:xfrm>
          <a:prstGeom prst="ellipse">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userDrawn="1">
            <p:custDataLst>
              <p:tags r:id="rId8"/>
            </p:custDataLst>
          </p:nvPr>
        </p:nvSpPr>
        <p:spPr>
          <a:xfrm flipH="1">
            <a:off x="10376728" y="5145127"/>
            <a:ext cx="92066" cy="92066"/>
          </a:xfrm>
          <a:prstGeom prst="ellipse">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椭圆 17"/>
          <p:cNvSpPr/>
          <p:nvPr userDrawn="1">
            <p:custDataLst>
              <p:tags r:id="rId9"/>
            </p:custDataLst>
          </p:nvPr>
        </p:nvSpPr>
        <p:spPr>
          <a:xfrm flipH="1">
            <a:off x="10219788" y="5145127"/>
            <a:ext cx="92066" cy="92066"/>
          </a:xfrm>
          <a:prstGeom prst="ellipse">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椭圆 18"/>
          <p:cNvSpPr/>
          <p:nvPr userDrawn="1">
            <p:custDataLst>
              <p:tags r:id="rId10"/>
            </p:custDataLst>
          </p:nvPr>
        </p:nvSpPr>
        <p:spPr>
          <a:xfrm flipH="1">
            <a:off x="10533670" y="5145127"/>
            <a:ext cx="92066" cy="92066"/>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日期占位符 4"/>
          <p:cNvSpPr>
            <a:spLocks noGrp="1"/>
          </p:cNvSpPr>
          <p:nvPr>
            <p:ph type="dt" sz="half" idx="16385"/>
            <p:custDataLst>
              <p:tags r:id="rId11"/>
            </p:custDataLst>
          </p:nvPr>
        </p:nvSpPr>
        <p:spPr/>
        <p:txBody>
          <a:bodyPr wrap="square">
            <a:normAutofit/>
          </a:bodyPr>
          <a:lstStyle/>
          <a:p>
            <a:fld id="{5592522B-0F24-4480-B9DD-A9474A6880D6}" type="datetimeFigureOut">
              <a:rPr lang="zh-CN" altLang="en-US" smtClean="0"/>
              <a:t>2026/10/10</a:t>
            </a:fld>
            <a:endParaRPr lang="zh-CN" altLang="en-US"/>
          </a:p>
        </p:txBody>
      </p:sp>
      <p:sp>
        <p:nvSpPr>
          <p:cNvPr id="8" name="页脚占位符 5"/>
          <p:cNvSpPr>
            <a:spLocks noGrp="1"/>
          </p:cNvSpPr>
          <p:nvPr>
            <p:ph type="ftr" sz="quarter" idx="16386"/>
            <p:custDataLst>
              <p:tags r:id="rId12"/>
            </p:custDataLst>
          </p:nvPr>
        </p:nvSpPr>
        <p:spPr/>
        <p:txBody>
          <a:bodyPr/>
          <a:lstStyle/>
          <a:p>
            <a:endParaRPr lang="zh-CN" altLang="en-US"/>
          </a:p>
        </p:txBody>
      </p:sp>
      <p:sp>
        <p:nvSpPr>
          <p:cNvPr id="11" name="灯片编号占位符 6"/>
          <p:cNvSpPr>
            <a:spLocks noGrp="1"/>
          </p:cNvSpPr>
          <p:nvPr>
            <p:ph type="sldNum" sz="quarter" idx="16387"/>
            <p:custDataLst>
              <p:tags r:id="rId13"/>
            </p:custDataLst>
          </p:nvPr>
        </p:nvSpPr>
        <p:spPr/>
        <p:txBody>
          <a:bodyPr wrap="square">
            <a:normAutofit/>
          </a:bodyPr>
          <a:lstStyle/>
          <a:p>
            <a:fld id="{BE5F26B5-172A-4DC2-B0B7-181CFC56B87C}" type="slidenum">
              <a:rPr lang="zh-CN" altLang="en-US" smtClean="0"/>
              <a:t>‹#›</a:t>
            </a:fld>
            <a:endParaRPr lang="zh-CN" altLang="en-US"/>
          </a:p>
        </p:txBody>
      </p:sp>
      <p:cxnSp>
        <p:nvCxnSpPr>
          <p:cNvPr id="22" name="直接连接符 2"/>
          <p:cNvCxnSpPr/>
          <p:nvPr userDrawn="1">
            <p:custDataLst>
              <p:tags r:id="rId14"/>
            </p:custDataLst>
          </p:nvPr>
        </p:nvCxnSpPr>
        <p:spPr>
          <a:xfrm>
            <a:off x="695960" y="6605101"/>
            <a:ext cx="10077450" cy="0"/>
          </a:xfrm>
          <a:prstGeom prst="line">
            <a:avLst/>
          </a:prstGeom>
          <a:ln>
            <a:solidFill>
              <a:srgbClr val="FFFFFF">
                <a:alpha val="20000"/>
              </a:srgbClr>
            </a:solidFill>
          </a:ln>
        </p:spPr>
        <p:style>
          <a:lnRef idx="1">
            <a:schemeClr val="accent1"/>
          </a:lnRef>
          <a:fillRef idx="0">
            <a:schemeClr val="accent1"/>
          </a:fillRef>
          <a:effectRef idx="0">
            <a:schemeClr val="accent1"/>
          </a:effectRef>
          <a:fontRef idx="minor">
            <a:schemeClr val="tx1"/>
          </a:fontRef>
        </p:style>
      </p:cxnSp>
      <p:cxnSp>
        <p:nvCxnSpPr>
          <p:cNvPr id="23" name="直接连接符 21"/>
          <p:cNvCxnSpPr/>
          <p:nvPr userDrawn="1">
            <p:custDataLst>
              <p:tags r:id="rId15"/>
            </p:custDataLst>
          </p:nvPr>
        </p:nvCxnSpPr>
        <p:spPr>
          <a:xfrm flipH="1">
            <a:off x="10945019" y="6605101"/>
            <a:ext cx="573881" cy="0"/>
          </a:xfrm>
          <a:prstGeom prst="line">
            <a:avLst/>
          </a:prstGeom>
          <a:ln w="22225" cap="rnd">
            <a:solidFill>
              <a:srgbClr val="FFFFFF"/>
            </a:solidFill>
          </a:ln>
        </p:spPr>
        <p:style>
          <a:lnRef idx="1">
            <a:schemeClr val="accent1"/>
          </a:lnRef>
          <a:fillRef idx="0">
            <a:schemeClr val="accent1"/>
          </a:fillRef>
          <a:effectRef idx="0">
            <a:schemeClr val="accent1"/>
          </a:effectRef>
          <a:fontRef idx="minor">
            <a:schemeClr val="tx1"/>
          </a:fontRef>
        </p:style>
      </p:cxnSp>
      <p:sp>
        <p:nvSpPr>
          <p:cNvPr id="20" name="标题 1"/>
          <p:cNvSpPr>
            <a:spLocks noGrp="1"/>
          </p:cNvSpPr>
          <p:nvPr>
            <p:ph type="title" idx="16388" hasCustomPrompt="1"/>
            <p:custDataLst>
              <p:tags r:id="rId16"/>
            </p:custDataLst>
          </p:nvPr>
        </p:nvSpPr>
        <p:spPr>
          <a:xfrm>
            <a:off x="4823883" y="3530600"/>
            <a:ext cx="6352117" cy="1524000"/>
          </a:xfrm>
        </p:spPr>
        <p:txBody>
          <a:bodyPr vert="horz" wrap="square" lIns="0" tIns="0" rIns="0" bIns="0" anchor="t" anchorCtr="0">
            <a:normAutofit/>
          </a:bodyPr>
          <a:lstStyle>
            <a:lvl1pPr marL="0" indent="0" algn="r">
              <a:lnSpc>
                <a:spcPct val="100000"/>
              </a:lnSpc>
              <a:spcBef>
                <a:spcPct val="0"/>
              </a:spcBef>
              <a:spcAft>
                <a:spcPct val="0"/>
              </a:spcAft>
              <a:buNone/>
              <a:defRPr sz="4800" b="1" spc="0"/>
            </a:lvl1pPr>
          </a:lstStyle>
          <a:p>
            <a:r>
              <a:rPr lang="zh-CN" altLang="en-US" dirty="0"/>
              <a:t>单击此处添加章节标题</a:t>
            </a:r>
          </a:p>
        </p:txBody>
      </p:sp>
      <p:sp>
        <p:nvSpPr>
          <p:cNvPr id="21" name="节编号 3"/>
          <p:cNvSpPr>
            <a:spLocks noGrp="1"/>
          </p:cNvSpPr>
          <p:nvPr>
            <p:ph type="body" sz="quarter" idx="16389" hasCustomPrompt="1"/>
            <p:custDataLst>
              <p:tags r:id="rId17"/>
            </p:custDataLst>
          </p:nvPr>
        </p:nvSpPr>
        <p:spPr>
          <a:xfrm>
            <a:off x="9648825" y="1905000"/>
            <a:ext cx="1527175" cy="1524000"/>
          </a:xfrm>
        </p:spPr>
        <p:txBody>
          <a:bodyPr vert="horz" wrap="none" lIns="0" tIns="0" rIns="0" bIns="0" anchor="ctr" anchorCtr="0">
            <a:normAutofit/>
          </a:bodyPr>
          <a:lstStyle>
            <a:lvl1pPr marL="0" indent="0" algn="r">
              <a:lnSpc>
                <a:spcPct val="109000"/>
              </a:lnSpc>
              <a:spcBef>
                <a:spcPct val="0"/>
              </a:spcBef>
              <a:spcAft>
                <a:spcPct val="0"/>
              </a:spcAft>
              <a:buNone/>
              <a:defRPr sz="7200" b="1" spc="0">
                <a:gradFill flip="none" rotWithShape="1">
                  <a:gsLst>
                    <a:gs pos="0">
                      <a:schemeClr val="accent2"/>
                    </a:gs>
                    <a:gs pos="100000">
                      <a:schemeClr val="accent1"/>
                    </a:gs>
                  </a:gsLst>
                  <a:lin ang="2700000" scaled="1"/>
                  <a:tileRect/>
                </a:gradFill>
              </a:defRPr>
            </a:lvl1pPr>
          </a:lstStyle>
          <a:p>
            <a:pPr lvl="0"/>
            <a:r>
              <a:rPr lang="zh-CN" altLang="en-US" dirty="0"/>
              <a:t>01</a:t>
            </a:r>
          </a:p>
        </p:txBody>
      </p:sp>
      <p:pic>
        <p:nvPicPr>
          <p:cNvPr id="2" name="图片 1" descr="jimeng-2025-07-17-3034-机器人，细节丰富，3D效果(1)"/>
          <p:cNvPicPr>
            <a:picLocks noChangeAspect="1"/>
          </p:cNvPicPr>
          <p:nvPr userDrawn="1">
            <p:custDataLst>
              <p:tags r:id="rId18"/>
            </p:custDataLst>
          </p:nvPr>
        </p:nvPicPr>
        <p:blipFill>
          <a:blip r:embed="rId20"/>
          <a:srcRect l="2436" t="5861" r="1992" b="3685"/>
          <a:stretch>
            <a:fillRect/>
          </a:stretch>
        </p:blipFill>
        <p:spPr>
          <a:xfrm flipH="1">
            <a:off x="740410" y="800100"/>
            <a:ext cx="3298190" cy="5551170"/>
          </a:xfrm>
          <a:prstGeom prst="rect">
            <a:avLst/>
          </a:prstGeom>
        </p:spPr>
      </p:pic>
    </p:spTree>
    <p:extLst>
      <p:ext uri="{BB962C8B-B14F-4D97-AF65-F5344CB8AC3E}">
        <p14:creationId xmlns:p14="http://schemas.microsoft.com/office/powerpoint/2010/main" val="576090823"/>
      </p:ext>
    </p:extLst>
  </p:cSld>
  <p:clrMapOvr>
    <a:masterClrMapping/>
  </p:clrMapOvr>
  <p:hf sldNum="0" hdr="0" ftr="0" dt="0"/>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目录页-1-5_5">
    <p:bg>
      <p:bgRef idx="1001">
        <a:schemeClr val="bg2"/>
      </p:bgRef>
    </p:bg>
    <p:spTree>
      <p:nvGrpSpPr>
        <p:cNvPr id="1" name=""/>
        <p:cNvGrpSpPr/>
        <p:nvPr/>
      </p:nvGrpSpPr>
      <p:grpSpPr>
        <a:xfrm>
          <a:off x="0" y="0"/>
          <a:ext cx="0" cy="0"/>
          <a:chOff x="0" y="0"/>
          <a:chExt cx="0" cy="0"/>
        </a:xfrm>
      </p:grpSpPr>
      <p:sp>
        <p:nvSpPr>
          <p:cNvPr id="8" name="日期占位符 7"/>
          <p:cNvSpPr>
            <a:spLocks noGrp="1"/>
          </p:cNvSpPr>
          <p:nvPr>
            <p:ph type="dt" sz="half" idx="10"/>
            <p:custDataLst>
              <p:tags r:id="rId1"/>
            </p:custDataLst>
          </p:nvPr>
        </p:nvSpPr>
        <p:spPr/>
        <p:txBody>
          <a:bodyPr wrap="square">
            <a:normAutofit/>
          </a:bodyPr>
          <a:lstStyle/>
          <a:p>
            <a:fld id="{5592522B-0F24-4480-B9DD-A9474A6880D6}" type="datetimeFigureOut">
              <a:rPr lang="zh-CN" altLang="en-US" smtClean="0"/>
              <a:t>2026/10/10</a:t>
            </a:fld>
            <a:endParaRPr lang="zh-CN" altLang="en-US"/>
          </a:p>
        </p:txBody>
      </p:sp>
      <p:sp>
        <p:nvSpPr>
          <p:cNvPr id="9" name="页脚占位符 8"/>
          <p:cNvSpPr>
            <a:spLocks noGrp="1"/>
          </p:cNvSpPr>
          <p:nvPr>
            <p:ph type="ftr" sz="quarter" idx="11"/>
            <p:custDataLst>
              <p:tags r:id="rId2"/>
            </p:custDataLst>
          </p:nvPr>
        </p:nvSpPr>
        <p:spPr/>
        <p:txBody>
          <a:bodyPr/>
          <a:lstStyle/>
          <a:p>
            <a:endParaRPr lang="zh-CN" altLang="en-US"/>
          </a:p>
        </p:txBody>
      </p:sp>
      <p:sp>
        <p:nvSpPr>
          <p:cNvPr id="10" name="灯片编号占位符 9"/>
          <p:cNvSpPr>
            <a:spLocks noGrp="1"/>
          </p:cNvSpPr>
          <p:nvPr>
            <p:ph type="sldNum" sz="quarter" idx="12"/>
            <p:custDataLst>
              <p:tags r:id="rId3"/>
            </p:custDataLst>
          </p:nvPr>
        </p:nvSpPr>
        <p:spPr/>
        <p:txBody>
          <a:bodyPr wrap="square">
            <a:normAutofit/>
          </a:bodyPr>
          <a:lstStyle/>
          <a:p>
            <a:fld id="{BE5F26B5-172A-4DC2-B0B7-181CFC56B87C}" type="slidenum">
              <a:rPr lang="zh-CN" altLang="en-US" smtClean="0"/>
              <a:t>‹#›</a:t>
            </a:fld>
            <a:endParaRPr lang="zh-CN" altLang="en-US"/>
          </a:p>
        </p:txBody>
      </p:sp>
      <p:sp>
        <p:nvSpPr>
          <p:cNvPr id="11" name="副标题 10"/>
          <p:cNvSpPr>
            <a:spLocks noGrp="1"/>
          </p:cNvSpPr>
          <p:nvPr>
            <p:ph type="subTitle" idx="16386" hasCustomPrompt="1"/>
            <p:custDataLst>
              <p:tags r:id="rId4"/>
            </p:custDataLst>
          </p:nvPr>
        </p:nvSpPr>
        <p:spPr>
          <a:xfrm>
            <a:off x="761471" y="2667000"/>
            <a:ext cx="2363258" cy="457200"/>
          </a:xfrm>
          <a:noFill/>
        </p:spPr>
        <p:txBody>
          <a:bodyPr lIns="0" tIns="0" rIns="0" bIns="0" anchor="t">
            <a:normAutofit/>
          </a:bodyPr>
          <a:lstStyle>
            <a:lvl1pPr marL="0" indent="0" algn="ctr">
              <a:lnSpc>
                <a:spcPct val="125000"/>
              </a:lnSpc>
              <a:spcBef>
                <a:spcPct val="0"/>
              </a:spcBef>
              <a:spcAft>
                <a:spcPct val="0"/>
              </a:spcAft>
              <a:buNone/>
              <a:defRPr sz="2400" b="0" spc="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CONTENTS</a:t>
            </a:r>
          </a:p>
        </p:txBody>
      </p:sp>
      <p:sp>
        <p:nvSpPr>
          <p:cNvPr id="12" name="标题 11"/>
          <p:cNvSpPr>
            <a:spLocks noGrp="1"/>
          </p:cNvSpPr>
          <p:nvPr>
            <p:ph type="ctrTitle" idx="16385" hasCustomPrompt="1"/>
            <p:custDataLst>
              <p:tags r:id="rId5"/>
            </p:custDataLst>
          </p:nvPr>
        </p:nvSpPr>
        <p:spPr>
          <a:xfrm>
            <a:off x="760942" y="3175000"/>
            <a:ext cx="2364317" cy="762000"/>
          </a:xfrm>
          <a:noFill/>
        </p:spPr>
        <p:txBody>
          <a:bodyPr lIns="0" tIns="0" rIns="0" bIns="0" anchor="t">
            <a:normAutofit/>
          </a:bodyPr>
          <a:lstStyle>
            <a:lvl1pPr marL="0" indent="0" algn="ctr">
              <a:lnSpc>
                <a:spcPct val="104000"/>
              </a:lnSpc>
              <a:spcBef>
                <a:spcPct val="0"/>
              </a:spcBef>
              <a:spcAft>
                <a:spcPct val="0"/>
              </a:spcAft>
              <a:buNone/>
              <a:defRPr sz="4800" b="1" spc="0">
                <a:solidFill>
                  <a:schemeClr val="tx1"/>
                </a:solidFill>
              </a:defRPr>
            </a:lvl1pPr>
          </a:lstStyle>
          <a:p>
            <a:r>
              <a:rPr lang="zh-CN" altLang="en-US"/>
              <a:t>目录</a:t>
            </a:r>
          </a:p>
        </p:txBody>
      </p:sp>
      <p:sp>
        <p:nvSpPr>
          <p:cNvPr id="13" name="文本占位符 12"/>
          <p:cNvSpPr>
            <a:spLocks noGrp="1"/>
          </p:cNvSpPr>
          <p:nvPr>
            <p:ph type="body" idx="16388" hasCustomPrompt="1"/>
            <p:custDataLst>
              <p:tags r:id="rId6"/>
            </p:custDataLst>
          </p:nvPr>
        </p:nvSpPr>
        <p:spPr>
          <a:xfrm>
            <a:off x="4070350" y="1447800"/>
            <a:ext cx="596900" cy="508000"/>
          </a:xfrm>
          <a:noFill/>
        </p:spPr>
        <p:txBody>
          <a:bodyPr wrap="none" lIns="0" tIns="0" rIns="0" bIns="0" anchor="ctr">
            <a:noAutofit/>
          </a:bodyPr>
          <a:lstStyle>
            <a:lvl1pPr marL="0" indent="0" algn="ctr">
              <a:lnSpc>
                <a:spcPct val="109000"/>
              </a:lnSpc>
              <a:spcBef>
                <a:spcPct val="0"/>
              </a:spcBef>
              <a:spcAft>
                <a:spcPct val="0"/>
              </a:spcAft>
              <a:buNone/>
              <a:defRPr sz="4000" b="0" spc="0">
                <a:solidFill>
                  <a:schemeClr val="accent1"/>
                </a:solidFill>
              </a:defRPr>
            </a:lvl1pPr>
          </a:lstStyle>
          <a:p>
            <a:pPr lvl="0"/>
            <a:r>
              <a:rPr lang="zh-CN" altLang="en-US"/>
              <a:t>01</a:t>
            </a:r>
          </a:p>
        </p:txBody>
      </p:sp>
      <p:sp>
        <p:nvSpPr>
          <p:cNvPr id="14" name="装饰  3"/>
          <p:cNvSpPr>
            <a:spLocks noGrp="1"/>
          </p:cNvSpPr>
          <p:nvPr>
            <p:ph type="body" idx="16397" hasCustomPrompt="1"/>
            <p:custDataLst>
              <p:tags r:id="rId7"/>
            </p:custDataLst>
          </p:nvPr>
        </p:nvSpPr>
        <p:spPr>
          <a:xfrm>
            <a:off x="4851400" y="1371600"/>
            <a:ext cx="25400" cy="762000"/>
          </a:xfrm>
          <a:custGeom>
            <a:avLst/>
            <a:gdLst>
              <a:gd name="connisteX0" fmla="*/ 0 w 25400"/>
              <a:gd name="connsiteY0" fmla="*/ 12700 h 762000"/>
              <a:gd name="connisteX1" fmla="*/ 12700 w 25400"/>
              <a:gd name="connsiteY1" fmla="*/ 0 h 762000"/>
              <a:gd name="connisteX2" fmla="*/ 12700 w 25400"/>
              <a:gd name="connsiteY2" fmla="*/ 0 h 762000"/>
              <a:gd name="connisteX3" fmla="*/ 25400 w 25400"/>
              <a:gd name="connsiteY3" fmla="*/ 12700 h 762000"/>
              <a:gd name="connisteX4" fmla="*/ 25400 w 25400"/>
              <a:gd name="connsiteY4" fmla="*/ 749300 h 762000"/>
              <a:gd name="connisteX5" fmla="*/ 12700 w 25400"/>
              <a:gd name="connsiteY5" fmla="*/ 762000 h 762000"/>
              <a:gd name="connisteX6" fmla="*/ 12700 w 25400"/>
              <a:gd name="connsiteY6" fmla="*/ 762000 h 762000"/>
              <a:gd name="connisteX7" fmla="*/ 0 w 25400"/>
              <a:gd name="connsiteY7" fmla="*/ 749300 h 762000"/>
              <a:gd name="connisteX8" fmla="*/ 0 w 25400"/>
              <a:gd name="connsiteY8" fmla="*/ 12700 h 762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25400" h="762000">
                <a:moveTo>
                  <a:pt x="0" y="12700"/>
                </a:moveTo>
                <a:cubicBezTo>
                  <a:pt x="0" y="5686"/>
                  <a:pt x="5686" y="0"/>
                  <a:pt x="12700" y="0"/>
                </a:cubicBezTo>
                <a:lnTo>
                  <a:pt x="12700" y="0"/>
                </a:lnTo>
                <a:cubicBezTo>
                  <a:pt x="19714" y="0"/>
                  <a:pt x="25400" y="5686"/>
                  <a:pt x="25400" y="12700"/>
                </a:cubicBezTo>
                <a:lnTo>
                  <a:pt x="25400" y="749300"/>
                </a:lnTo>
                <a:cubicBezTo>
                  <a:pt x="25400" y="756314"/>
                  <a:pt x="19714" y="762000"/>
                  <a:pt x="12700" y="762000"/>
                </a:cubicBezTo>
                <a:lnTo>
                  <a:pt x="12700" y="762000"/>
                </a:lnTo>
                <a:cubicBezTo>
                  <a:pt x="5686" y="762000"/>
                  <a:pt x="0" y="756314"/>
                  <a:pt x="0" y="749300"/>
                </a:cubicBezTo>
                <a:lnTo>
                  <a:pt x="0" y="12700"/>
                </a:lnTo>
                <a:close/>
              </a:path>
            </a:pathLst>
          </a:custGeom>
          <a:solidFill>
            <a:schemeClr val="accent1">
              <a:alpha val="50000"/>
            </a:schemeClr>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15" name="文本占位符 14"/>
          <p:cNvSpPr>
            <a:spLocks noGrp="1"/>
          </p:cNvSpPr>
          <p:nvPr>
            <p:ph type="body" idx="16387" hasCustomPrompt="1"/>
            <p:custDataLst>
              <p:tags r:id="rId8"/>
            </p:custDataLst>
          </p:nvPr>
        </p:nvSpPr>
        <p:spPr>
          <a:xfrm>
            <a:off x="5080000" y="1295400"/>
            <a:ext cx="2324100" cy="914400"/>
          </a:xfrm>
          <a:noFill/>
        </p:spPr>
        <p:txBody>
          <a:bodyPr lIns="0" tIns="0" rIns="0" bIns="0" anchor="ctr">
            <a:normAutofit/>
          </a:bodyPr>
          <a:lstStyle>
            <a:lvl1pPr marL="0" indent="0" algn="l">
              <a:lnSpc>
                <a:spcPct val="118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16" name="文本占位符 15"/>
          <p:cNvSpPr>
            <a:spLocks noGrp="1"/>
          </p:cNvSpPr>
          <p:nvPr>
            <p:ph type="body" idx="16390" hasCustomPrompt="1"/>
            <p:custDataLst>
              <p:tags r:id="rId9"/>
            </p:custDataLst>
          </p:nvPr>
        </p:nvSpPr>
        <p:spPr>
          <a:xfrm>
            <a:off x="7994650" y="1447800"/>
            <a:ext cx="596900" cy="508000"/>
          </a:xfrm>
          <a:noFill/>
        </p:spPr>
        <p:txBody>
          <a:bodyPr wrap="none" lIns="0" tIns="0" rIns="0" bIns="0" anchor="ctr">
            <a:noAutofit/>
          </a:bodyPr>
          <a:lstStyle>
            <a:lvl1pPr marL="0" indent="0" algn="ctr">
              <a:lnSpc>
                <a:spcPct val="109000"/>
              </a:lnSpc>
              <a:spcBef>
                <a:spcPct val="0"/>
              </a:spcBef>
              <a:spcAft>
                <a:spcPct val="0"/>
              </a:spcAft>
              <a:buNone/>
              <a:defRPr sz="4000" b="0" spc="0">
                <a:solidFill>
                  <a:schemeClr val="accent1"/>
                </a:solidFill>
              </a:defRPr>
            </a:lvl1pPr>
          </a:lstStyle>
          <a:p>
            <a:pPr lvl="0"/>
            <a:r>
              <a:rPr lang="zh-CN" altLang="en-US"/>
              <a:t>02</a:t>
            </a:r>
          </a:p>
        </p:txBody>
      </p:sp>
      <p:sp>
        <p:nvSpPr>
          <p:cNvPr id="17" name="装饰  6"/>
          <p:cNvSpPr>
            <a:spLocks noGrp="1"/>
          </p:cNvSpPr>
          <p:nvPr>
            <p:ph type="body" idx="16398" hasCustomPrompt="1"/>
            <p:custDataLst>
              <p:tags r:id="rId10"/>
            </p:custDataLst>
          </p:nvPr>
        </p:nvSpPr>
        <p:spPr>
          <a:xfrm>
            <a:off x="8775700" y="1371600"/>
            <a:ext cx="25400" cy="762000"/>
          </a:xfrm>
          <a:custGeom>
            <a:avLst/>
            <a:gdLst>
              <a:gd name="connisteX0" fmla="*/ 0 w 25400"/>
              <a:gd name="connsiteY0" fmla="*/ 12700 h 762000"/>
              <a:gd name="connisteX1" fmla="*/ 12700 w 25400"/>
              <a:gd name="connsiteY1" fmla="*/ 0 h 762000"/>
              <a:gd name="connisteX2" fmla="*/ 12700 w 25400"/>
              <a:gd name="connsiteY2" fmla="*/ 0 h 762000"/>
              <a:gd name="connisteX3" fmla="*/ 25400 w 25400"/>
              <a:gd name="connsiteY3" fmla="*/ 12700 h 762000"/>
              <a:gd name="connisteX4" fmla="*/ 25400 w 25400"/>
              <a:gd name="connsiteY4" fmla="*/ 749300 h 762000"/>
              <a:gd name="connisteX5" fmla="*/ 12700 w 25400"/>
              <a:gd name="connsiteY5" fmla="*/ 762000 h 762000"/>
              <a:gd name="connisteX6" fmla="*/ 12700 w 25400"/>
              <a:gd name="connsiteY6" fmla="*/ 762000 h 762000"/>
              <a:gd name="connisteX7" fmla="*/ 0 w 25400"/>
              <a:gd name="connsiteY7" fmla="*/ 749300 h 762000"/>
              <a:gd name="connisteX8" fmla="*/ 0 w 25400"/>
              <a:gd name="connsiteY8" fmla="*/ 12700 h 762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25400" h="762000">
                <a:moveTo>
                  <a:pt x="0" y="12700"/>
                </a:moveTo>
                <a:cubicBezTo>
                  <a:pt x="0" y="5686"/>
                  <a:pt x="5686" y="0"/>
                  <a:pt x="12700" y="0"/>
                </a:cubicBezTo>
                <a:lnTo>
                  <a:pt x="12700" y="0"/>
                </a:lnTo>
                <a:cubicBezTo>
                  <a:pt x="19714" y="0"/>
                  <a:pt x="25400" y="5686"/>
                  <a:pt x="25400" y="12700"/>
                </a:cubicBezTo>
                <a:lnTo>
                  <a:pt x="25400" y="749300"/>
                </a:lnTo>
                <a:cubicBezTo>
                  <a:pt x="25400" y="756314"/>
                  <a:pt x="19714" y="762000"/>
                  <a:pt x="12700" y="762000"/>
                </a:cubicBezTo>
                <a:lnTo>
                  <a:pt x="12700" y="762000"/>
                </a:lnTo>
                <a:cubicBezTo>
                  <a:pt x="5686" y="762000"/>
                  <a:pt x="0" y="756314"/>
                  <a:pt x="0" y="749300"/>
                </a:cubicBezTo>
                <a:lnTo>
                  <a:pt x="0" y="12700"/>
                </a:lnTo>
                <a:close/>
              </a:path>
            </a:pathLst>
          </a:custGeom>
          <a:solidFill>
            <a:schemeClr val="accent1">
              <a:alpha val="50000"/>
            </a:schemeClr>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18" name="文本占位符 17"/>
          <p:cNvSpPr>
            <a:spLocks noGrp="1"/>
          </p:cNvSpPr>
          <p:nvPr>
            <p:ph type="body" idx="16389" hasCustomPrompt="1"/>
            <p:custDataLst>
              <p:tags r:id="rId11"/>
            </p:custDataLst>
          </p:nvPr>
        </p:nvSpPr>
        <p:spPr>
          <a:xfrm>
            <a:off x="9004300" y="1295400"/>
            <a:ext cx="2324100" cy="914400"/>
          </a:xfrm>
          <a:noFill/>
        </p:spPr>
        <p:txBody>
          <a:bodyPr lIns="0" tIns="0" rIns="0" bIns="0" anchor="ctr">
            <a:normAutofit/>
          </a:bodyPr>
          <a:lstStyle>
            <a:lvl1pPr marL="0" indent="0" algn="l">
              <a:lnSpc>
                <a:spcPct val="118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19" name="文本占位符 18"/>
          <p:cNvSpPr>
            <a:spLocks noGrp="1"/>
          </p:cNvSpPr>
          <p:nvPr>
            <p:ph type="body" idx="16392" hasCustomPrompt="1"/>
            <p:custDataLst>
              <p:tags r:id="rId12"/>
            </p:custDataLst>
          </p:nvPr>
        </p:nvSpPr>
        <p:spPr>
          <a:xfrm>
            <a:off x="4070350" y="3124200"/>
            <a:ext cx="596900" cy="508000"/>
          </a:xfrm>
          <a:noFill/>
        </p:spPr>
        <p:txBody>
          <a:bodyPr wrap="none" lIns="0" tIns="0" rIns="0" bIns="0" anchor="ctr">
            <a:noAutofit/>
          </a:bodyPr>
          <a:lstStyle>
            <a:lvl1pPr marL="0" indent="0" algn="ctr">
              <a:lnSpc>
                <a:spcPct val="109000"/>
              </a:lnSpc>
              <a:spcBef>
                <a:spcPct val="0"/>
              </a:spcBef>
              <a:spcAft>
                <a:spcPct val="0"/>
              </a:spcAft>
              <a:buNone/>
              <a:defRPr sz="4000" b="0" spc="0">
                <a:solidFill>
                  <a:schemeClr val="accent1"/>
                </a:solidFill>
              </a:defRPr>
            </a:lvl1pPr>
          </a:lstStyle>
          <a:p>
            <a:pPr lvl="0"/>
            <a:r>
              <a:rPr lang="zh-CN" altLang="en-US"/>
              <a:t>03</a:t>
            </a:r>
          </a:p>
        </p:txBody>
      </p:sp>
      <p:sp>
        <p:nvSpPr>
          <p:cNvPr id="20" name="装饰  9"/>
          <p:cNvSpPr>
            <a:spLocks noGrp="1"/>
          </p:cNvSpPr>
          <p:nvPr>
            <p:ph type="body" idx="16399" hasCustomPrompt="1"/>
            <p:custDataLst>
              <p:tags r:id="rId13"/>
            </p:custDataLst>
          </p:nvPr>
        </p:nvSpPr>
        <p:spPr>
          <a:xfrm>
            <a:off x="4851400" y="3048000"/>
            <a:ext cx="25400" cy="762000"/>
          </a:xfrm>
          <a:custGeom>
            <a:avLst/>
            <a:gdLst>
              <a:gd name="connisteX0" fmla="*/ 0 w 25400"/>
              <a:gd name="connsiteY0" fmla="*/ 12700 h 762000"/>
              <a:gd name="connisteX1" fmla="*/ 12700 w 25400"/>
              <a:gd name="connsiteY1" fmla="*/ 0 h 762000"/>
              <a:gd name="connisteX2" fmla="*/ 12700 w 25400"/>
              <a:gd name="connsiteY2" fmla="*/ 0 h 762000"/>
              <a:gd name="connisteX3" fmla="*/ 25400 w 25400"/>
              <a:gd name="connsiteY3" fmla="*/ 12700 h 762000"/>
              <a:gd name="connisteX4" fmla="*/ 25400 w 25400"/>
              <a:gd name="connsiteY4" fmla="*/ 749300 h 762000"/>
              <a:gd name="connisteX5" fmla="*/ 12700 w 25400"/>
              <a:gd name="connsiteY5" fmla="*/ 762000 h 762000"/>
              <a:gd name="connisteX6" fmla="*/ 12700 w 25400"/>
              <a:gd name="connsiteY6" fmla="*/ 762000 h 762000"/>
              <a:gd name="connisteX7" fmla="*/ 0 w 25400"/>
              <a:gd name="connsiteY7" fmla="*/ 749300 h 762000"/>
              <a:gd name="connisteX8" fmla="*/ 0 w 25400"/>
              <a:gd name="connsiteY8" fmla="*/ 12700 h 762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25400" h="762000">
                <a:moveTo>
                  <a:pt x="0" y="12700"/>
                </a:moveTo>
                <a:cubicBezTo>
                  <a:pt x="0" y="5686"/>
                  <a:pt x="5686" y="0"/>
                  <a:pt x="12700" y="0"/>
                </a:cubicBezTo>
                <a:lnTo>
                  <a:pt x="12700" y="0"/>
                </a:lnTo>
                <a:cubicBezTo>
                  <a:pt x="19714" y="0"/>
                  <a:pt x="25400" y="5686"/>
                  <a:pt x="25400" y="12700"/>
                </a:cubicBezTo>
                <a:lnTo>
                  <a:pt x="25400" y="749300"/>
                </a:lnTo>
                <a:cubicBezTo>
                  <a:pt x="25400" y="756314"/>
                  <a:pt x="19714" y="762000"/>
                  <a:pt x="12700" y="762000"/>
                </a:cubicBezTo>
                <a:lnTo>
                  <a:pt x="12700" y="762000"/>
                </a:lnTo>
                <a:cubicBezTo>
                  <a:pt x="5686" y="762000"/>
                  <a:pt x="0" y="756314"/>
                  <a:pt x="0" y="749300"/>
                </a:cubicBezTo>
                <a:lnTo>
                  <a:pt x="0" y="12700"/>
                </a:lnTo>
                <a:close/>
              </a:path>
            </a:pathLst>
          </a:custGeom>
          <a:solidFill>
            <a:schemeClr val="accent1">
              <a:alpha val="50000"/>
            </a:schemeClr>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21" name="文本占位符 20"/>
          <p:cNvSpPr>
            <a:spLocks noGrp="1"/>
          </p:cNvSpPr>
          <p:nvPr>
            <p:ph type="body" idx="16391" hasCustomPrompt="1"/>
            <p:custDataLst>
              <p:tags r:id="rId14"/>
            </p:custDataLst>
          </p:nvPr>
        </p:nvSpPr>
        <p:spPr>
          <a:xfrm>
            <a:off x="5080000" y="2971800"/>
            <a:ext cx="2324100" cy="914400"/>
          </a:xfrm>
          <a:noFill/>
        </p:spPr>
        <p:txBody>
          <a:bodyPr lIns="0" tIns="0" rIns="0" bIns="0" anchor="ctr">
            <a:normAutofit/>
          </a:bodyPr>
          <a:lstStyle>
            <a:lvl1pPr marL="0" indent="0" algn="l">
              <a:lnSpc>
                <a:spcPct val="118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22" name="文本占位符 21"/>
          <p:cNvSpPr>
            <a:spLocks noGrp="1"/>
          </p:cNvSpPr>
          <p:nvPr>
            <p:ph type="body" idx="16394" hasCustomPrompt="1"/>
            <p:custDataLst>
              <p:tags r:id="rId15"/>
            </p:custDataLst>
          </p:nvPr>
        </p:nvSpPr>
        <p:spPr>
          <a:xfrm>
            <a:off x="7994650" y="3124200"/>
            <a:ext cx="596900" cy="508000"/>
          </a:xfrm>
          <a:noFill/>
        </p:spPr>
        <p:txBody>
          <a:bodyPr wrap="none" lIns="0" tIns="0" rIns="0" bIns="0" anchor="ctr">
            <a:noAutofit/>
          </a:bodyPr>
          <a:lstStyle>
            <a:lvl1pPr marL="0" indent="0" algn="ctr">
              <a:lnSpc>
                <a:spcPct val="109000"/>
              </a:lnSpc>
              <a:spcBef>
                <a:spcPct val="0"/>
              </a:spcBef>
              <a:spcAft>
                <a:spcPct val="0"/>
              </a:spcAft>
              <a:buNone/>
              <a:defRPr sz="4000" b="0" spc="0">
                <a:solidFill>
                  <a:schemeClr val="accent1"/>
                </a:solidFill>
              </a:defRPr>
            </a:lvl1pPr>
          </a:lstStyle>
          <a:p>
            <a:pPr lvl="0"/>
            <a:r>
              <a:rPr lang="zh-CN" altLang="en-US"/>
              <a:t>04</a:t>
            </a:r>
          </a:p>
        </p:txBody>
      </p:sp>
      <p:sp>
        <p:nvSpPr>
          <p:cNvPr id="23" name="装饰  2"/>
          <p:cNvSpPr>
            <a:spLocks noGrp="1"/>
          </p:cNvSpPr>
          <p:nvPr>
            <p:ph type="body" idx="16400" hasCustomPrompt="1"/>
            <p:custDataLst>
              <p:tags r:id="rId16"/>
            </p:custDataLst>
          </p:nvPr>
        </p:nvSpPr>
        <p:spPr>
          <a:xfrm>
            <a:off x="8775700" y="3048000"/>
            <a:ext cx="25400" cy="762000"/>
          </a:xfrm>
          <a:custGeom>
            <a:avLst/>
            <a:gdLst>
              <a:gd name="connisteX0" fmla="*/ 0 w 25400"/>
              <a:gd name="connsiteY0" fmla="*/ 12700 h 762000"/>
              <a:gd name="connisteX1" fmla="*/ 12700 w 25400"/>
              <a:gd name="connsiteY1" fmla="*/ 0 h 762000"/>
              <a:gd name="connisteX2" fmla="*/ 12700 w 25400"/>
              <a:gd name="connsiteY2" fmla="*/ 0 h 762000"/>
              <a:gd name="connisteX3" fmla="*/ 25400 w 25400"/>
              <a:gd name="connsiteY3" fmla="*/ 12700 h 762000"/>
              <a:gd name="connisteX4" fmla="*/ 25400 w 25400"/>
              <a:gd name="connsiteY4" fmla="*/ 749300 h 762000"/>
              <a:gd name="connisteX5" fmla="*/ 12700 w 25400"/>
              <a:gd name="connsiteY5" fmla="*/ 762000 h 762000"/>
              <a:gd name="connisteX6" fmla="*/ 12700 w 25400"/>
              <a:gd name="connsiteY6" fmla="*/ 762000 h 762000"/>
              <a:gd name="connisteX7" fmla="*/ 0 w 25400"/>
              <a:gd name="connsiteY7" fmla="*/ 749300 h 762000"/>
              <a:gd name="connisteX8" fmla="*/ 0 w 25400"/>
              <a:gd name="connsiteY8" fmla="*/ 12700 h 762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25400" h="762000">
                <a:moveTo>
                  <a:pt x="0" y="12700"/>
                </a:moveTo>
                <a:cubicBezTo>
                  <a:pt x="0" y="5686"/>
                  <a:pt x="5686" y="0"/>
                  <a:pt x="12700" y="0"/>
                </a:cubicBezTo>
                <a:lnTo>
                  <a:pt x="12700" y="0"/>
                </a:lnTo>
                <a:cubicBezTo>
                  <a:pt x="19714" y="0"/>
                  <a:pt x="25400" y="5686"/>
                  <a:pt x="25400" y="12700"/>
                </a:cubicBezTo>
                <a:lnTo>
                  <a:pt x="25400" y="749300"/>
                </a:lnTo>
                <a:cubicBezTo>
                  <a:pt x="25400" y="756314"/>
                  <a:pt x="19714" y="762000"/>
                  <a:pt x="12700" y="762000"/>
                </a:cubicBezTo>
                <a:lnTo>
                  <a:pt x="12700" y="762000"/>
                </a:lnTo>
                <a:cubicBezTo>
                  <a:pt x="5686" y="762000"/>
                  <a:pt x="0" y="756314"/>
                  <a:pt x="0" y="749300"/>
                </a:cubicBezTo>
                <a:lnTo>
                  <a:pt x="0" y="12700"/>
                </a:lnTo>
                <a:close/>
              </a:path>
            </a:pathLst>
          </a:custGeom>
          <a:solidFill>
            <a:schemeClr val="accent1">
              <a:alpha val="50000"/>
            </a:schemeClr>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24" name="文本占位符 23"/>
          <p:cNvSpPr>
            <a:spLocks noGrp="1"/>
          </p:cNvSpPr>
          <p:nvPr>
            <p:ph type="body" idx="16393" hasCustomPrompt="1"/>
            <p:custDataLst>
              <p:tags r:id="rId17"/>
            </p:custDataLst>
          </p:nvPr>
        </p:nvSpPr>
        <p:spPr>
          <a:xfrm>
            <a:off x="9004300" y="2971800"/>
            <a:ext cx="2324100" cy="914400"/>
          </a:xfrm>
          <a:noFill/>
        </p:spPr>
        <p:txBody>
          <a:bodyPr lIns="0" tIns="0" rIns="0" bIns="0" anchor="ctr">
            <a:normAutofit/>
          </a:bodyPr>
          <a:lstStyle>
            <a:lvl1pPr marL="0" indent="0" algn="l">
              <a:lnSpc>
                <a:spcPct val="118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25" name="文本占位符 24"/>
          <p:cNvSpPr>
            <a:spLocks noGrp="1"/>
          </p:cNvSpPr>
          <p:nvPr>
            <p:ph type="body" idx="16396" hasCustomPrompt="1"/>
            <p:custDataLst>
              <p:tags r:id="rId18"/>
            </p:custDataLst>
          </p:nvPr>
        </p:nvSpPr>
        <p:spPr>
          <a:xfrm>
            <a:off x="4070350" y="4800600"/>
            <a:ext cx="596900" cy="508000"/>
          </a:xfrm>
          <a:noFill/>
        </p:spPr>
        <p:txBody>
          <a:bodyPr wrap="none" lIns="0" tIns="0" rIns="0" bIns="0" anchor="ctr">
            <a:noAutofit/>
          </a:bodyPr>
          <a:lstStyle>
            <a:lvl1pPr marL="0" indent="0" algn="ctr">
              <a:lnSpc>
                <a:spcPct val="109000"/>
              </a:lnSpc>
              <a:spcBef>
                <a:spcPct val="0"/>
              </a:spcBef>
              <a:spcAft>
                <a:spcPct val="0"/>
              </a:spcAft>
              <a:buNone/>
              <a:defRPr sz="4000" b="0" spc="0">
                <a:solidFill>
                  <a:schemeClr val="accent1"/>
                </a:solidFill>
              </a:defRPr>
            </a:lvl1pPr>
          </a:lstStyle>
          <a:p>
            <a:pPr lvl="0"/>
            <a:r>
              <a:rPr lang="zh-CN" altLang="en-US"/>
              <a:t>05</a:t>
            </a:r>
          </a:p>
        </p:txBody>
      </p:sp>
      <p:sp>
        <p:nvSpPr>
          <p:cNvPr id="26" name="装饰  5"/>
          <p:cNvSpPr>
            <a:spLocks noGrp="1"/>
          </p:cNvSpPr>
          <p:nvPr>
            <p:ph type="body" idx="16401" hasCustomPrompt="1"/>
            <p:custDataLst>
              <p:tags r:id="rId19"/>
            </p:custDataLst>
          </p:nvPr>
        </p:nvSpPr>
        <p:spPr>
          <a:xfrm>
            <a:off x="4851400" y="4724400"/>
            <a:ext cx="25400" cy="762000"/>
          </a:xfrm>
          <a:custGeom>
            <a:avLst/>
            <a:gdLst>
              <a:gd name="connisteX0" fmla="*/ 0 w 25400"/>
              <a:gd name="connsiteY0" fmla="*/ 12700 h 762000"/>
              <a:gd name="connisteX1" fmla="*/ 12700 w 25400"/>
              <a:gd name="connsiteY1" fmla="*/ 0 h 762000"/>
              <a:gd name="connisteX2" fmla="*/ 12700 w 25400"/>
              <a:gd name="connsiteY2" fmla="*/ 0 h 762000"/>
              <a:gd name="connisteX3" fmla="*/ 25400 w 25400"/>
              <a:gd name="connsiteY3" fmla="*/ 12700 h 762000"/>
              <a:gd name="connisteX4" fmla="*/ 25400 w 25400"/>
              <a:gd name="connsiteY4" fmla="*/ 749300 h 762000"/>
              <a:gd name="connisteX5" fmla="*/ 12700 w 25400"/>
              <a:gd name="connsiteY5" fmla="*/ 762000 h 762000"/>
              <a:gd name="connisteX6" fmla="*/ 12700 w 25400"/>
              <a:gd name="connsiteY6" fmla="*/ 762000 h 762000"/>
              <a:gd name="connisteX7" fmla="*/ 0 w 25400"/>
              <a:gd name="connsiteY7" fmla="*/ 749300 h 762000"/>
              <a:gd name="connisteX8" fmla="*/ 0 w 25400"/>
              <a:gd name="connsiteY8" fmla="*/ 12700 h 762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25400" h="762000">
                <a:moveTo>
                  <a:pt x="0" y="12700"/>
                </a:moveTo>
                <a:cubicBezTo>
                  <a:pt x="0" y="5686"/>
                  <a:pt x="5686" y="0"/>
                  <a:pt x="12700" y="0"/>
                </a:cubicBezTo>
                <a:lnTo>
                  <a:pt x="12700" y="0"/>
                </a:lnTo>
                <a:cubicBezTo>
                  <a:pt x="19714" y="0"/>
                  <a:pt x="25400" y="5686"/>
                  <a:pt x="25400" y="12700"/>
                </a:cubicBezTo>
                <a:lnTo>
                  <a:pt x="25400" y="749300"/>
                </a:lnTo>
                <a:cubicBezTo>
                  <a:pt x="25400" y="756314"/>
                  <a:pt x="19714" y="762000"/>
                  <a:pt x="12700" y="762000"/>
                </a:cubicBezTo>
                <a:lnTo>
                  <a:pt x="12700" y="762000"/>
                </a:lnTo>
                <a:cubicBezTo>
                  <a:pt x="5686" y="762000"/>
                  <a:pt x="0" y="756314"/>
                  <a:pt x="0" y="749300"/>
                </a:cubicBezTo>
                <a:lnTo>
                  <a:pt x="0" y="12700"/>
                </a:lnTo>
                <a:close/>
              </a:path>
            </a:pathLst>
          </a:custGeom>
          <a:solidFill>
            <a:schemeClr val="accent1">
              <a:alpha val="50000"/>
            </a:schemeClr>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27" name="文本占位符 26"/>
          <p:cNvSpPr>
            <a:spLocks noGrp="1"/>
          </p:cNvSpPr>
          <p:nvPr>
            <p:ph type="body" idx="16395" hasCustomPrompt="1"/>
            <p:custDataLst>
              <p:tags r:id="rId20"/>
            </p:custDataLst>
          </p:nvPr>
        </p:nvSpPr>
        <p:spPr>
          <a:xfrm>
            <a:off x="5080000" y="4648200"/>
            <a:ext cx="2324100" cy="914400"/>
          </a:xfrm>
          <a:noFill/>
        </p:spPr>
        <p:txBody>
          <a:bodyPr lIns="0" tIns="0" rIns="0" bIns="0" anchor="ctr">
            <a:normAutofit/>
          </a:bodyPr>
          <a:lstStyle>
            <a:lvl1pPr marL="0" indent="0" algn="l">
              <a:lnSpc>
                <a:spcPct val="118000"/>
              </a:lnSpc>
              <a:spcBef>
                <a:spcPct val="0"/>
              </a:spcBef>
              <a:spcAft>
                <a:spcPct val="0"/>
              </a:spcAft>
              <a:buNone/>
              <a:defRPr sz="2400" b="0" spc="0">
                <a:solidFill>
                  <a:schemeClr val="tx1"/>
                </a:solidFill>
              </a:defRPr>
            </a:lvl1pPr>
          </a:lstStyle>
          <a:p>
            <a:pPr lvl="0"/>
            <a:r>
              <a:rPr lang="zh-CN" altLang="en-US"/>
              <a:t>单击此处添加项标题</a:t>
            </a:r>
          </a:p>
        </p:txBody>
      </p:sp>
    </p:spTree>
    <p:extLst>
      <p:ext uri="{BB962C8B-B14F-4D97-AF65-F5344CB8AC3E}">
        <p14:creationId xmlns:p14="http://schemas.microsoft.com/office/powerpoint/2010/main" val="3433794032"/>
      </p:ext>
    </p:extLst>
  </p:cSld>
  <p:clrMapOvr>
    <a:overrideClrMapping bg1="lt1" tx1="dk1" bg2="lt2" tx2="dk2" accent1="accent1" accent2="accent2" accent3="accent3" accent4="accent4" accent5="accent5" accent6="accent6" hlink="hlink" folHlink="folHlink"/>
  </p:clrMapOvr>
  <p:hf sldNum="0" hdr="0" ftr="0" dt="0"/>
</p:sldLayout>
</file>

<file path=ppt/slideLayouts/slideLayout8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p:txBody>
          <a:bodyPr wrap="square">
            <a:normAutofit/>
          </a:bodyPr>
          <a:lstStyle/>
          <a:p>
            <a:r>
              <a:rPr lang="zh-CN" altLang="en-US" dirty="0"/>
              <a:t>单击此处编辑母版标题样式</a:t>
            </a:r>
          </a:p>
        </p:txBody>
      </p:sp>
      <p:sp>
        <p:nvSpPr>
          <p:cNvPr id="3" name="内容占位符 2"/>
          <p:cNvSpPr>
            <a:spLocks noGrp="1"/>
          </p:cNvSpPr>
          <p:nvPr>
            <p:ph idx="1"/>
            <p:custDataLst>
              <p:tags r:id="rId2"/>
            </p:custDataLst>
          </p:nvPr>
        </p:nvSpPr>
        <p:spPr/>
        <p:txBody>
          <a:bodyPr wrap="square">
            <a:normAutofit/>
          </a:bodyPr>
          <a:lstStyle/>
          <a:p>
            <a:pPr lvl="0"/>
            <a:r>
              <a:rPr lang="zh-CN" altLang="en-US" dirty="0"/>
              <a:t>单击此处编辑母版文本样式</a:t>
            </a:r>
          </a:p>
          <a:p>
            <a:pPr lvl="1"/>
            <a:r>
              <a:rPr lang="zh-CN" altLang="en-US" dirty="0"/>
              <a:t>第二级</a:t>
            </a:r>
          </a:p>
          <a:p>
            <a:pPr lvl="2"/>
            <a:r>
              <a:rPr lang="zh-CN" altLang="en-US" dirty="0">
                <a:sym typeface="+mn-ea"/>
              </a:rPr>
              <a:t>第</a:t>
            </a:r>
            <a:r>
              <a:rPr lang="zh-CN" altLang="en-US" dirty="0"/>
              <a:t>三级</a:t>
            </a:r>
          </a:p>
          <a:p>
            <a:pPr lvl="3"/>
            <a:r>
              <a:rPr lang="zh-CN" altLang="en-US" dirty="0">
                <a:sym typeface="+mn-ea"/>
              </a:rPr>
              <a:t>第</a:t>
            </a:r>
            <a:r>
              <a:rPr lang="zh-CN" altLang="en-US" dirty="0"/>
              <a:t>四级</a:t>
            </a:r>
          </a:p>
          <a:p>
            <a:pPr lvl="4"/>
            <a:r>
              <a:rPr lang="zh-CN" altLang="en-US" dirty="0">
                <a:sym typeface="+mn-ea"/>
              </a:rPr>
              <a:t>第</a:t>
            </a:r>
            <a:r>
              <a:rPr lang="zh-CN" altLang="en-US" dirty="0"/>
              <a:t>五级</a:t>
            </a:r>
          </a:p>
        </p:txBody>
      </p:sp>
      <p:sp>
        <p:nvSpPr>
          <p:cNvPr id="4" name="日期占位符 3"/>
          <p:cNvSpPr>
            <a:spLocks noGrp="1"/>
          </p:cNvSpPr>
          <p:nvPr>
            <p:ph type="dt" sz="half" idx="10"/>
            <p:custDataLst>
              <p:tags r:id="rId3"/>
            </p:custDataLst>
          </p:nvPr>
        </p:nvSpPr>
        <p:spPr/>
        <p:txBody>
          <a:bodyPr wrap="square">
            <a:normAutofit/>
          </a:bodyPr>
          <a:lstStyle/>
          <a:p>
            <a:fld id="{5592522B-0F24-4480-B9DD-A9474A6880D6}" type="datetimeFigureOut">
              <a:rPr lang="zh-CN" altLang="en-US" smtClean="0"/>
              <a:t>2026/10/10</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wrap="square">
            <a:normAutofit/>
          </a:bodyPr>
          <a:lstStyle/>
          <a:p>
            <a:fld id="{BE5F26B5-172A-4DC2-B0B7-181CFC56B87C}" type="slidenum">
              <a:rPr lang="zh-CN" altLang="en-US" smtClean="0"/>
              <a:t>‹#›</a:t>
            </a:fld>
            <a:endParaRPr lang="zh-CN" altLang="en-US"/>
          </a:p>
        </p:txBody>
      </p:sp>
    </p:spTree>
    <p:extLst>
      <p:ext uri="{BB962C8B-B14F-4D97-AF65-F5344CB8AC3E}">
        <p14:creationId xmlns:p14="http://schemas.microsoft.com/office/powerpoint/2010/main" val="2105280362"/>
      </p:ext>
    </p:extLst>
  </p:cSld>
  <p:clrMapOvr>
    <a:masterClrMapping/>
  </p:clrMapOvr>
  <p:hf sldNum="0" hdr="0" ftr="0" dt="0"/>
</p:sldLayout>
</file>

<file path=ppt/slideLayouts/slideLayout84.xml><?xml version="1.0" encoding="utf-8"?>
<p:sldLayout xmlns:a="http://schemas.openxmlformats.org/drawingml/2006/main" xmlns:r="http://schemas.openxmlformats.org/officeDocument/2006/relationships" xmlns:p="http://schemas.openxmlformats.org/presentationml/2006/main" showMasterSp="0" preserve="1" userDrawn="1">
  <p:cSld name="目录">
    <p:spTree>
      <p:nvGrpSpPr>
        <p:cNvPr id="1" name=""/>
        <p:cNvGrpSpPr/>
        <p:nvPr/>
      </p:nvGrpSpPr>
      <p:grpSpPr>
        <a:xfrm>
          <a:off x="0" y="0"/>
          <a:ext cx="0" cy="0"/>
          <a:chOff x="0" y="0"/>
          <a:chExt cx="0" cy="0"/>
        </a:xfrm>
      </p:grpSpPr>
      <p:sp>
        <p:nvSpPr>
          <p:cNvPr id="18" name="矩形 17"/>
          <p:cNvSpPr/>
          <p:nvPr userDrawn="1">
            <p:custDataLst>
              <p:tags r:id="rId1"/>
            </p:custDataLst>
          </p:nvPr>
        </p:nvSpPr>
        <p:spPr>
          <a:xfrm>
            <a:off x="0" y="0"/>
            <a:ext cx="12192000" cy="6857999"/>
          </a:xfrm>
          <a:prstGeom prst="rect">
            <a:avLst/>
          </a:prstGeom>
          <a:gradFill flip="none" rotWithShape="1">
            <a:gsLst>
              <a:gs pos="0">
                <a:schemeClr val="bg1">
                  <a:alpha val="0"/>
                </a:schemeClr>
              </a:gs>
              <a:gs pos="76000">
                <a:schemeClr val="accent2">
                  <a:alpha val="1500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19" name="椭圆 18"/>
          <p:cNvSpPr/>
          <p:nvPr userDrawn="1">
            <p:custDataLst>
              <p:tags r:id="rId2"/>
            </p:custDataLst>
          </p:nvPr>
        </p:nvSpPr>
        <p:spPr>
          <a:xfrm>
            <a:off x="10122177" y="390350"/>
            <a:ext cx="1224507" cy="1224507"/>
          </a:xfrm>
          <a:prstGeom prst="ellipse">
            <a:avLst/>
          </a:prstGeom>
          <a:gradFill>
            <a:gsLst>
              <a:gs pos="100000">
                <a:schemeClr val="accent2">
                  <a:alpha val="70000"/>
                </a:schemeClr>
              </a:gs>
              <a:gs pos="0">
                <a:schemeClr val="accent2">
                  <a:alpha val="0"/>
                </a:schemeClr>
              </a:gs>
            </a:gsLst>
            <a:lin ang="5400000" scaled="1"/>
          </a:gradFill>
          <a:ln>
            <a:noFill/>
          </a:ln>
          <a:effectLst>
            <a:softEdge rad="1651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任意多边形: 形状 20"/>
          <p:cNvSpPr/>
          <p:nvPr userDrawn="1">
            <p:custDataLst>
              <p:tags r:id="rId3"/>
            </p:custDataLst>
          </p:nvPr>
        </p:nvSpPr>
        <p:spPr>
          <a:xfrm>
            <a:off x="10315575" y="527100"/>
            <a:ext cx="1876425" cy="1444245"/>
          </a:xfrm>
          <a:custGeom>
            <a:avLst/>
            <a:gdLst>
              <a:gd name="connsiteX0" fmla="*/ 1762548 w 1762548"/>
              <a:gd name="connsiteY0" fmla="*/ 0 h 1540757"/>
              <a:gd name="connsiteX1" fmla="*/ 1762548 w 1762548"/>
              <a:gd name="connsiteY1" fmla="*/ 1540757 h 1540757"/>
              <a:gd name="connsiteX2" fmla="*/ 0 w 1762548"/>
              <a:gd name="connsiteY2" fmla="*/ 1540757 h 1540757"/>
              <a:gd name="connsiteX3" fmla="*/ 18169 w 1762548"/>
              <a:gd name="connsiteY3" fmla="*/ 1421710 h 1540757"/>
              <a:gd name="connsiteX4" fmla="*/ 1762548 w 1762548"/>
              <a:gd name="connsiteY4" fmla="*/ 0 h 15407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62548" h="1540757">
                <a:moveTo>
                  <a:pt x="1762548" y="0"/>
                </a:moveTo>
                <a:lnTo>
                  <a:pt x="1762548" y="1540757"/>
                </a:lnTo>
                <a:lnTo>
                  <a:pt x="0" y="1540757"/>
                </a:lnTo>
                <a:lnTo>
                  <a:pt x="18169" y="1421710"/>
                </a:lnTo>
                <a:cubicBezTo>
                  <a:pt x="184199" y="610342"/>
                  <a:pt x="902097" y="0"/>
                  <a:pt x="1762548" y="0"/>
                </a:cubicBezTo>
                <a:close/>
              </a:path>
            </a:pathLst>
          </a:custGeom>
          <a:gradFill flip="none" rotWithShape="1">
            <a:gsLst>
              <a:gs pos="71000">
                <a:schemeClr val="bg1">
                  <a:alpha val="68000"/>
                </a:schemeClr>
              </a:gs>
              <a:gs pos="50000">
                <a:schemeClr val="bg1">
                  <a:alpha val="5000"/>
                </a:schemeClr>
              </a:gs>
            </a:gsLst>
            <a:lin ang="13500000" scaled="1"/>
            <a:tileRect/>
          </a:gradFill>
          <a:ln w="6350">
            <a:gradFill flip="none" rotWithShape="1">
              <a:gsLst>
                <a:gs pos="17000">
                  <a:schemeClr val="bg2"/>
                </a:gs>
                <a:gs pos="30000">
                  <a:schemeClr val="bg2">
                    <a:alpha val="0"/>
                  </a:schemeClr>
                </a:gs>
              </a:gsLst>
              <a:lin ang="27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zh-CN" altLang="en-US"/>
          </a:p>
        </p:txBody>
      </p:sp>
      <p:sp>
        <p:nvSpPr>
          <p:cNvPr id="31" name="矩形 30"/>
          <p:cNvSpPr/>
          <p:nvPr userDrawn="1">
            <p:custDataLst>
              <p:tags r:id="rId4"/>
            </p:custDataLst>
          </p:nvPr>
        </p:nvSpPr>
        <p:spPr>
          <a:xfrm>
            <a:off x="0" y="1893811"/>
            <a:ext cx="12192000" cy="4964189"/>
          </a:xfrm>
          <a:prstGeom prst="rect">
            <a:avLst/>
          </a:prstGeom>
          <a:gradFill>
            <a:gsLst>
              <a:gs pos="95000">
                <a:srgbClr val="FEFEFF">
                  <a:alpha val="100000"/>
                </a:srgbClr>
              </a:gs>
              <a:gs pos="0">
                <a:srgbClr val="E6EFFE">
                  <a:alpha val="100000"/>
                  <a:lumMod val="5000"/>
                  <a:lumOff val="95000"/>
                </a:srgb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矩形 31"/>
          <p:cNvSpPr/>
          <p:nvPr userDrawn="1">
            <p:custDataLst>
              <p:tags r:id="rId5"/>
            </p:custDataLst>
          </p:nvPr>
        </p:nvSpPr>
        <p:spPr>
          <a:xfrm>
            <a:off x="0" y="6585002"/>
            <a:ext cx="12192000" cy="272998"/>
          </a:xfrm>
          <a:prstGeom prst="rect">
            <a:avLst/>
          </a:prstGeom>
          <a:gradFill flip="none" rotWithShape="1">
            <a:gsLst>
              <a:gs pos="0">
                <a:schemeClr val="accent2">
                  <a:lumMod val="20000"/>
                  <a:lumOff val="80000"/>
                  <a:alpha val="0"/>
                </a:schemeClr>
              </a:gs>
              <a:gs pos="100000">
                <a:schemeClr val="accent2">
                  <a:lumMod val="20000"/>
                  <a:lumOff val="80000"/>
                </a:schemeClr>
              </a:gs>
            </a:gsLst>
            <a:lin ang="10800000" scaled="1"/>
            <a:tileRect/>
          </a:gradFill>
          <a:ln>
            <a:noFill/>
          </a:ln>
          <a:effectLst>
            <a:softEdge rad="0"/>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2" name="任意多边形: 形状 21"/>
          <p:cNvSpPr/>
          <p:nvPr userDrawn="1">
            <p:custDataLst>
              <p:tags r:id="rId6"/>
            </p:custDataLst>
          </p:nvPr>
        </p:nvSpPr>
        <p:spPr>
          <a:xfrm>
            <a:off x="2" y="2"/>
            <a:ext cx="891201" cy="780696"/>
          </a:xfrm>
          <a:custGeom>
            <a:avLst/>
            <a:gdLst>
              <a:gd name="connsiteX0" fmla="*/ 0 w 1809977"/>
              <a:gd name="connsiteY0" fmla="*/ 0 h 1585549"/>
              <a:gd name="connsiteX1" fmla="*/ 1809977 w 1809977"/>
              <a:gd name="connsiteY1" fmla="*/ 0 h 1585549"/>
              <a:gd name="connsiteX2" fmla="*/ 1801326 w 1809977"/>
              <a:gd name="connsiteY2" fmla="*/ 56684 h 1585549"/>
              <a:gd name="connsiteX3" fmla="*/ 116835 w 1809977"/>
              <a:gd name="connsiteY3" fmla="*/ 1579650 h 1585549"/>
              <a:gd name="connsiteX4" fmla="*/ 0 w 1809977"/>
              <a:gd name="connsiteY4" fmla="*/ 1585549 h 15855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09977" h="1585549">
                <a:moveTo>
                  <a:pt x="0" y="0"/>
                </a:moveTo>
                <a:lnTo>
                  <a:pt x="1809977" y="0"/>
                </a:lnTo>
                <a:lnTo>
                  <a:pt x="1801326" y="56684"/>
                </a:lnTo>
                <a:cubicBezTo>
                  <a:pt x="1635100" y="869008"/>
                  <a:pt x="955821" y="1494446"/>
                  <a:pt x="116835" y="1579650"/>
                </a:cubicBezTo>
                <a:lnTo>
                  <a:pt x="0" y="1585549"/>
                </a:lnTo>
                <a:close/>
              </a:path>
            </a:pathLst>
          </a:custGeom>
          <a:gradFill flip="none" rotWithShape="1">
            <a:gsLst>
              <a:gs pos="20000">
                <a:schemeClr val="accent2">
                  <a:alpha val="0"/>
                </a:schemeClr>
              </a:gs>
              <a:gs pos="100000">
                <a:schemeClr val="accent2">
                  <a:alpha val="30000"/>
                </a:schemeClr>
              </a:gs>
            </a:gsLst>
            <a:lin ang="2700000" scaled="1"/>
            <a:tileRect/>
          </a:gradFill>
          <a:ln>
            <a:noFill/>
          </a:ln>
          <a:effectLst>
            <a:softEdge rad="0"/>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3" name="椭圆 22"/>
          <p:cNvSpPr/>
          <p:nvPr userDrawn="1">
            <p:custDataLst>
              <p:tags r:id="rId7"/>
            </p:custDataLst>
          </p:nvPr>
        </p:nvSpPr>
        <p:spPr>
          <a:xfrm>
            <a:off x="8346055" y="1014463"/>
            <a:ext cx="106363" cy="106363"/>
          </a:xfrm>
          <a:prstGeom prst="ellipse">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椭圆 23"/>
          <p:cNvSpPr/>
          <p:nvPr userDrawn="1">
            <p:custDataLst>
              <p:tags r:id="rId8"/>
            </p:custDataLst>
          </p:nvPr>
        </p:nvSpPr>
        <p:spPr>
          <a:xfrm>
            <a:off x="8708679" y="1014463"/>
            <a:ext cx="106363" cy="106363"/>
          </a:xfrm>
          <a:prstGeom prst="ellipse">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椭圆 24"/>
          <p:cNvSpPr/>
          <p:nvPr userDrawn="1">
            <p:custDataLst>
              <p:tags r:id="rId9"/>
            </p:custDataLst>
          </p:nvPr>
        </p:nvSpPr>
        <p:spPr>
          <a:xfrm>
            <a:off x="8889990" y="1014463"/>
            <a:ext cx="106363" cy="106363"/>
          </a:xfrm>
          <a:prstGeom prst="ellipse">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椭圆 25"/>
          <p:cNvSpPr/>
          <p:nvPr userDrawn="1">
            <p:custDataLst>
              <p:tags r:id="rId10"/>
            </p:custDataLst>
          </p:nvPr>
        </p:nvSpPr>
        <p:spPr>
          <a:xfrm>
            <a:off x="8527367" y="1014463"/>
            <a:ext cx="106363" cy="106363"/>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日期占位符 3"/>
          <p:cNvSpPr>
            <a:spLocks noGrp="1"/>
          </p:cNvSpPr>
          <p:nvPr userDrawn="1">
            <p:ph type="dt" sz="half" idx="10"/>
            <p:custDataLst>
              <p:tags r:id="rId11"/>
            </p:custDataLst>
          </p:nvPr>
        </p:nvSpPr>
        <p:spPr/>
        <p:txBody>
          <a:bodyPr wrap="square">
            <a:normAutofit/>
          </a:bodyPr>
          <a:lstStyle/>
          <a:p>
            <a:fld id="{5592522B-0F24-4480-B9DD-A9474A6880D6}" type="datetimeFigureOut">
              <a:rPr lang="zh-CN" altLang="en-US" smtClean="0"/>
              <a:t>2026/10/10</a:t>
            </a:fld>
            <a:endParaRPr lang="zh-CN" altLang="en-US"/>
          </a:p>
        </p:txBody>
      </p:sp>
      <p:sp>
        <p:nvSpPr>
          <p:cNvPr id="8" name="页脚占位符 4"/>
          <p:cNvSpPr>
            <a:spLocks noGrp="1"/>
          </p:cNvSpPr>
          <p:nvPr userDrawn="1">
            <p:ph type="ftr" sz="quarter" idx="11"/>
            <p:custDataLst>
              <p:tags r:id="rId12"/>
            </p:custDataLst>
          </p:nvPr>
        </p:nvSpPr>
        <p:spPr/>
        <p:txBody>
          <a:bodyPr/>
          <a:lstStyle/>
          <a:p>
            <a:endParaRPr lang="zh-CN" altLang="en-US"/>
          </a:p>
        </p:txBody>
      </p:sp>
      <p:sp>
        <p:nvSpPr>
          <p:cNvPr id="9" name="灯片编号占位符 5"/>
          <p:cNvSpPr>
            <a:spLocks noGrp="1"/>
          </p:cNvSpPr>
          <p:nvPr userDrawn="1">
            <p:ph type="sldNum" sz="quarter" idx="12"/>
            <p:custDataLst>
              <p:tags r:id="rId13"/>
            </p:custDataLst>
          </p:nvPr>
        </p:nvSpPr>
        <p:spPr/>
        <p:txBody>
          <a:bodyPr wrap="square">
            <a:normAutofit/>
          </a:bodyPr>
          <a:lstStyle/>
          <a:p>
            <a:fld id="{BE5F26B5-172A-4DC2-B0B7-181CFC56B87C}" type="slidenum">
              <a:rPr lang="zh-CN" altLang="en-US" smtClean="0"/>
              <a:t>‹#›</a:t>
            </a:fld>
            <a:endParaRPr lang="zh-CN" altLang="en-US"/>
          </a:p>
        </p:txBody>
      </p:sp>
      <p:sp>
        <p:nvSpPr>
          <p:cNvPr id="2" name="标题 1"/>
          <p:cNvSpPr>
            <a:spLocks noGrp="1"/>
          </p:cNvSpPr>
          <p:nvPr userDrawn="1">
            <p:ph type="title" hasCustomPrompt="1"/>
            <p:custDataLst>
              <p:tags r:id="rId14"/>
            </p:custDataLst>
          </p:nvPr>
        </p:nvSpPr>
        <p:spPr>
          <a:xfrm>
            <a:off x="1066800" y="527100"/>
            <a:ext cx="1760105" cy="1081088"/>
          </a:xfrm>
        </p:spPr>
        <p:txBody>
          <a:bodyPr wrap="square" anchor="ctr" anchorCtr="0">
            <a:normAutofit/>
          </a:bodyPr>
          <a:lstStyle>
            <a:lvl1pPr>
              <a:defRPr sz="5400"/>
            </a:lvl1pPr>
          </a:lstStyle>
          <a:p>
            <a:r>
              <a:rPr lang="zh-CN" altLang="en-US" dirty="0"/>
              <a:t>标题</a:t>
            </a:r>
          </a:p>
        </p:txBody>
      </p:sp>
    </p:spTree>
    <p:extLst>
      <p:ext uri="{BB962C8B-B14F-4D97-AF65-F5344CB8AC3E}">
        <p14:creationId xmlns:p14="http://schemas.microsoft.com/office/powerpoint/2010/main" val="2093642713"/>
      </p:ext>
    </p:extLst>
  </p:cSld>
  <p:clrMapOvr>
    <a:masterClrMapping/>
  </p:clrMapOvr>
  <p:hf sldNum="0" hdr="0" ftr="0" dt="0"/>
</p:sldLayout>
</file>

<file path=ppt/slideLayouts/slideLayout8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p:txBody>
          <a:bodyPr vert="horz" wrap="square" lIns="0" tIns="0" rIns="0" bIns="0" rtlCol="0" anchor="ctr">
            <a:normAutofit/>
          </a:bodyPr>
          <a:lstStyle>
            <a:lvl1pPr>
              <a:defRPr lang="zh-CN" altLang="en-US" dirty="0"/>
            </a:lvl1pPr>
          </a:lstStyle>
          <a:p>
            <a:pPr lvl="0"/>
            <a:r>
              <a:rPr lang="zh-CN" altLang="en-US" dirty="0"/>
              <a:t>单击此处编辑母版标题样式</a:t>
            </a:r>
          </a:p>
        </p:txBody>
      </p:sp>
      <p:sp>
        <p:nvSpPr>
          <p:cNvPr id="3" name="内容占位符 2"/>
          <p:cNvSpPr>
            <a:spLocks noGrp="1"/>
          </p:cNvSpPr>
          <p:nvPr>
            <p:ph sz="half" idx="1"/>
            <p:custDataLst>
              <p:tags r:id="rId2"/>
            </p:custDataLst>
          </p:nvPr>
        </p:nvSpPr>
        <p:spPr>
          <a:xfrm>
            <a:off x="695960" y="1301750"/>
            <a:ext cx="5323840" cy="4875850"/>
          </a:xfrm>
        </p:spPr>
        <p:txBody>
          <a:bodyPr wrap="square">
            <a:normAutofit/>
          </a:bodyPr>
          <a:lstStyle/>
          <a:p>
            <a:pPr lvl="0"/>
            <a:r>
              <a:rPr lang="zh-CN" altLang="en-US" dirty="0"/>
              <a:t>单击此处编辑母版文本样式</a:t>
            </a:r>
          </a:p>
          <a:p>
            <a:pPr lvl="1"/>
            <a:r>
              <a:rPr lang="zh-CN" altLang="en-US" dirty="0">
                <a:sym typeface="+mn-ea"/>
              </a:rPr>
              <a:t>第</a:t>
            </a:r>
            <a:r>
              <a:rPr lang="zh-CN" altLang="en-US" dirty="0"/>
              <a:t>二级</a:t>
            </a:r>
          </a:p>
          <a:p>
            <a:pPr lvl="2"/>
            <a:r>
              <a:rPr lang="zh-CN" altLang="en-US" dirty="0">
                <a:sym typeface="+mn-ea"/>
              </a:rPr>
              <a:t>第</a:t>
            </a:r>
            <a:r>
              <a:rPr lang="zh-CN" altLang="en-US" dirty="0"/>
              <a:t>三级</a:t>
            </a:r>
          </a:p>
          <a:p>
            <a:pPr lvl="3"/>
            <a:r>
              <a:rPr lang="zh-CN" altLang="en-US" dirty="0">
                <a:sym typeface="+mn-ea"/>
              </a:rPr>
              <a:t>第</a:t>
            </a:r>
            <a:r>
              <a:rPr lang="zh-CN" altLang="en-US" dirty="0"/>
              <a:t>四级</a:t>
            </a:r>
          </a:p>
          <a:p>
            <a:pPr lvl="4"/>
            <a:r>
              <a:rPr lang="zh-CN" altLang="en-US" dirty="0">
                <a:sym typeface="+mn-ea"/>
              </a:rPr>
              <a:t>第</a:t>
            </a:r>
            <a:r>
              <a:rPr lang="zh-CN" altLang="en-US" dirty="0"/>
              <a:t>五级</a:t>
            </a:r>
          </a:p>
        </p:txBody>
      </p:sp>
      <p:sp>
        <p:nvSpPr>
          <p:cNvPr id="4" name="内容占位符 3"/>
          <p:cNvSpPr>
            <a:spLocks noGrp="1"/>
          </p:cNvSpPr>
          <p:nvPr>
            <p:ph sz="half" idx="2"/>
            <p:custDataLst>
              <p:tags r:id="rId3"/>
            </p:custDataLst>
          </p:nvPr>
        </p:nvSpPr>
        <p:spPr>
          <a:xfrm>
            <a:off x="6172200" y="1301750"/>
            <a:ext cx="5323840" cy="4875850"/>
          </a:xfrm>
        </p:spPr>
        <p:txBody>
          <a:bodyPr wrap="square">
            <a:normAutofit/>
          </a:bodyPr>
          <a:lstStyle/>
          <a:p>
            <a:pPr lvl="0"/>
            <a:r>
              <a:rPr lang="zh-CN" altLang="en-US" dirty="0"/>
              <a:t>单击此处编辑母版文本样式</a:t>
            </a:r>
          </a:p>
          <a:p>
            <a:pPr lvl="1"/>
            <a:r>
              <a:rPr lang="zh-CN" altLang="en-US" dirty="0">
                <a:sym typeface="+mn-ea"/>
              </a:rPr>
              <a:t>第</a:t>
            </a:r>
            <a:r>
              <a:rPr lang="zh-CN" altLang="en-US" dirty="0"/>
              <a:t>二级</a:t>
            </a:r>
          </a:p>
          <a:p>
            <a:pPr lvl="2"/>
            <a:r>
              <a:rPr lang="zh-CN" altLang="en-US" dirty="0">
                <a:sym typeface="+mn-ea"/>
              </a:rPr>
              <a:t>第</a:t>
            </a:r>
            <a:r>
              <a:rPr lang="zh-CN" altLang="en-US" dirty="0"/>
              <a:t>三级</a:t>
            </a:r>
          </a:p>
          <a:p>
            <a:pPr lvl="3"/>
            <a:r>
              <a:rPr lang="zh-CN" altLang="en-US" dirty="0">
                <a:sym typeface="+mn-ea"/>
              </a:rPr>
              <a:t>第</a:t>
            </a:r>
            <a:r>
              <a:rPr lang="zh-CN" altLang="en-US" dirty="0"/>
              <a:t>四级</a:t>
            </a:r>
          </a:p>
          <a:p>
            <a:pPr lvl="4"/>
            <a:r>
              <a:rPr lang="zh-CN" altLang="en-US" dirty="0">
                <a:sym typeface="+mn-ea"/>
              </a:rPr>
              <a:t>第</a:t>
            </a:r>
            <a:r>
              <a:rPr lang="zh-CN" altLang="en-US" dirty="0"/>
              <a:t>五级</a:t>
            </a:r>
          </a:p>
        </p:txBody>
      </p:sp>
      <p:sp>
        <p:nvSpPr>
          <p:cNvPr id="5" name="日期占位符 4"/>
          <p:cNvSpPr>
            <a:spLocks noGrp="1"/>
          </p:cNvSpPr>
          <p:nvPr>
            <p:ph type="dt" sz="half" idx="10"/>
            <p:custDataLst>
              <p:tags r:id="rId4"/>
            </p:custDataLst>
          </p:nvPr>
        </p:nvSpPr>
        <p:spPr/>
        <p:txBody>
          <a:bodyPr wrap="square">
            <a:normAutofit/>
          </a:bodyPr>
          <a:lstStyle/>
          <a:p>
            <a:fld id="{5592522B-0F24-4480-B9DD-A9474A6880D6}" type="datetimeFigureOut">
              <a:rPr lang="zh-CN" altLang="en-US" smtClean="0"/>
              <a:t>2026/10/10</a:t>
            </a:fld>
            <a:endParaRPr lang="zh-CN" altLang="en-US"/>
          </a:p>
        </p:txBody>
      </p:sp>
      <p:sp>
        <p:nvSpPr>
          <p:cNvPr id="6" name="页脚占位符 5"/>
          <p:cNvSpPr>
            <a:spLocks noGrp="1"/>
          </p:cNvSpPr>
          <p:nvPr>
            <p:ph type="ftr" sz="quarter" idx="11"/>
            <p:custDataLst>
              <p:tags r:id="rId5"/>
            </p:custDataLst>
          </p:nvPr>
        </p:nvSpPr>
        <p:spPr/>
        <p:txBody>
          <a:bodyPr/>
          <a:lstStyle/>
          <a:p>
            <a:endParaRPr lang="zh-CN" altLang="en-US"/>
          </a:p>
        </p:txBody>
      </p:sp>
      <p:sp>
        <p:nvSpPr>
          <p:cNvPr id="7" name="灯片编号占位符 6"/>
          <p:cNvSpPr>
            <a:spLocks noGrp="1"/>
          </p:cNvSpPr>
          <p:nvPr>
            <p:ph type="sldNum" sz="quarter" idx="12"/>
            <p:custDataLst>
              <p:tags r:id="rId6"/>
            </p:custDataLst>
          </p:nvPr>
        </p:nvSpPr>
        <p:spPr/>
        <p:txBody>
          <a:bodyPr wrap="square">
            <a:normAutofit/>
          </a:bodyPr>
          <a:lstStyle/>
          <a:p>
            <a:fld id="{BE5F26B5-172A-4DC2-B0B7-181CFC56B87C}" type="slidenum">
              <a:rPr lang="zh-CN" altLang="en-US" smtClean="0"/>
              <a:t>‹#›</a:t>
            </a:fld>
            <a:endParaRPr lang="zh-CN" altLang="en-US"/>
          </a:p>
        </p:txBody>
      </p:sp>
    </p:spTree>
    <p:extLst>
      <p:ext uri="{BB962C8B-B14F-4D97-AF65-F5344CB8AC3E}">
        <p14:creationId xmlns:p14="http://schemas.microsoft.com/office/powerpoint/2010/main" val="912915658"/>
      </p:ext>
    </p:extLst>
  </p:cSld>
  <p:clrMapOvr>
    <a:masterClrMapping/>
  </p:clrMapOvr>
  <p:hf sldNum="0" hdr="0" ftr="0" dt="0"/>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比较">
    <p:spTree>
      <p:nvGrpSpPr>
        <p:cNvPr id="1" name=""/>
        <p:cNvGrpSpPr/>
        <p:nvPr/>
      </p:nvGrpSpPr>
      <p:grpSpPr>
        <a:xfrm>
          <a:off x="0" y="0"/>
          <a:ext cx="0" cy="0"/>
          <a:chOff x="0" y="0"/>
          <a:chExt cx="0" cy="0"/>
        </a:xfrm>
      </p:grpSpPr>
      <p:sp>
        <p:nvSpPr>
          <p:cNvPr id="3" name="文本占位符 2"/>
          <p:cNvSpPr>
            <a:spLocks noGrp="1"/>
          </p:cNvSpPr>
          <p:nvPr>
            <p:ph type="body" idx="1"/>
            <p:custDataLst>
              <p:tags r:id="rId1"/>
            </p:custDataLst>
          </p:nvPr>
        </p:nvSpPr>
        <p:spPr>
          <a:xfrm>
            <a:off x="695960" y="1301750"/>
            <a:ext cx="5323840" cy="411303"/>
          </a:xfrm>
        </p:spPr>
        <p:txBody>
          <a:bodyPr wrap="square" anchor="b">
            <a:normAutofit/>
          </a:bodyPr>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p>
        </p:txBody>
      </p:sp>
      <p:sp>
        <p:nvSpPr>
          <p:cNvPr id="4" name="内容占位符 3"/>
          <p:cNvSpPr>
            <a:spLocks noGrp="1"/>
          </p:cNvSpPr>
          <p:nvPr>
            <p:ph sz="half" idx="2"/>
            <p:custDataLst>
              <p:tags r:id="rId2"/>
            </p:custDataLst>
          </p:nvPr>
        </p:nvSpPr>
        <p:spPr>
          <a:xfrm>
            <a:off x="695960" y="1875099"/>
            <a:ext cx="5323840" cy="4300276"/>
          </a:xfrm>
        </p:spPr>
        <p:txBody>
          <a:bodyPr wrap="square">
            <a:normAutofit/>
          </a:bodyPr>
          <a:lstStyle>
            <a:lvl1pPr>
              <a:defRPr sz="2200"/>
            </a:lvl1pPr>
          </a:lstStyle>
          <a:p>
            <a:pPr lvl="0"/>
            <a:r>
              <a:rPr lang="zh-CN" altLang="en-US" dirty="0"/>
              <a:t>单击此处编辑母版文本样式</a:t>
            </a:r>
          </a:p>
          <a:p>
            <a:pPr lvl="1"/>
            <a:r>
              <a:rPr lang="zh-CN" altLang="en-US" dirty="0">
                <a:sym typeface="+mn-ea"/>
              </a:rPr>
              <a:t>第</a:t>
            </a:r>
            <a:r>
              <a:rPr lang="zh-CN" altLang="en-US" dirty="0"/>
              <a:t>二级</a:t>
            </a:r>
          </a:p>
          <a:p>
            <a:pPr lvl="2"/>
            <a:r>
              <a:rPr lang="zh-CN" altLang="en-US" dirty="0">
                <a:sym typeface="+mn-ea"/>
              </a:rPr>
              <a:t>第</a:t>
            </a:r>
            <a:r>
              <a:rPr lang="zh-CN" altLang="en-US" dirty="0"/>
              <a:t>三级</a:t>
            </a:r>
          </a:p>
          <a:p>
            <a:pPr lvl="3"/>
            <a:r>
              <a:rPr lang="zh-CN" altLang="en-US" dirty="0">
                <a:sym typeface="+mn-ea"/>
              </a:rPr>
              <a:t>第</a:t>
            </a:r>
            <a:r>
              <a:rPr lang="zh-CN" altLang="en-US" dirty="0"/>
              <a:t>四级</a:t>
            </a:r>
          </a:p>
          <a:p>
            <a:pPr lvl="4"/>
            <a:r>
              <a:rPr lang="zh-CN" altLang="en-US" dirty="0">
                <a:sym typeface="+mn-ea"/>
              </a:rPr>
              <a:t>第</a:t>
            </a:r>
            <a:r>
              <a:rPr lang="zh-CN" altLang="en-US" dirty="0"/>
              <a:t>五级</a:t>
            </a:r>
          </a:p>
        </p:txBody>
      </p:sp>
      <p:sp>
        <p:nvSpPr>
          <p:cNvPr id="5" name="文本占位符 4"/>
          <p:cNvSpPr>
            <a:spLocks noGrp="1"/>
          </p:cNvSpPr>
          <p:nvPr>
            <p:ph type="body" sz="quarter" idx="3"/>
            <p:custDataLst>
              <p:tags r:id="rId3"/>
            </p:custDataLst>
          </p:nvPr>
        </p:nvSpPr>
        <p:spPr>
          <a:xfrm>
            <a:off x="6172200" y="1301750"/>
            <a:ext cx="5323840" cy="411303"/>
          </a:xfrm>
        </p:spPr>
        <p:txBody>
          <a:bodyPr wrap="square" anchor="b">
            <a:normAutofit/>
          </a:bodyPr>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p>
        </p:txBody>
      </p:sp>
      <p:sp>
        <p:nvSpPr>
          <p:cNvPr id="6" name="内容占位符 5"/>
          <p:cNvSpPr>
            <a:spLocks noGrp="1"/>
          </p:cNvSpPr>
          <p:nvPr>
            <p:ph sz="quarter" idx="4"/>
            <p:custDataLst>
              <p:tags r:id="rId4"/>
            </p:custDataLst>
          </p:nvPr>
        </p:nvSpPr>
        <p:spPr>
          <a:xfrm>
            <a:off x="6172200" y="1875099"/>
            <a:ext cx="5323840" cy="4300276"/>
          </a:xfrm>
        </p:spPr>
        <p:txBody>
          <a:bodyPr wrap="square">
            <a:normAutofit/>
          </a:bodyPr>
          <a:lstStyle>
            <a:lvl1pPr>
              <a:defRPr sz="2200"/>
            </a:lvl1pPr>
          </a:lstStyle>
          <a:p>
            <a:pPr lvl="0"/>
            <a:r>
              <a:rPr lang="zh-CN" altLang="en-US" dirty="0"/>
              <a:t>单击此处编辑母版文本样式</a:t>
            </a:r>
          </a:p>
          <a:p>
            <a:pPr lvl="1"/>
            <a:r>
              <a:rPr lang="zh-CN" altLang="en-US" dirty="0">
                <a:sym typeface="+mn-ea"/>
              </a:rPr>
              <a:t>第</a:t>
            </a:r>
            <a:r>
              <a:rPr lang="zh-CN" altLang="en-US" dirty="0"/>
              <a:t>二级</a:t>
            </a:r>
          </a:p>
          <a:p>
            <a:pPr lvl="2"/>
            <a:r>
              <a:rPr lang="zh-CN" altLang="en-US" dirty="0">
                <a:sym typeface="+mn-ea"/>
              </a:rPr>
              <a:t>第</a:t>
            </a:r>
            <a:r>
              <a:rPr lang="zh-CN" altLang="en-US" dirty="0"/>
              <a:t>三级</a:t>
            </a:r>
          </a:p>
          <a:p>
            <a:pPr lvl="3"/>
            <a:r>
              <a:rPr lang="zh-CN" altLang="en-US" dirty="0">
                <a:sym typeface="+mn-ea"/>
              </a:rPr>
              <a:t>第</a:t>
            </a:r>
            <a:r>
              <a:rPr lang="zh-CN" altLang="en-US" dirty="0"/>
              <a:t>四级</a:t>
            </a:r>
          </a:p>
          <a:p>
            <a:pPr lvl="4"/>
            <a:r>
              <a:rPr lang="zh-CN" altLang="en-US" dirty="0">
                <a:sym typeface="+mn-ea"/>
              </a:rPr>
              <a:t>第</a:t>
            </a:r>
            <a:r>
              <a:rPr lang="zh-CN" altLang="en-US" dirty="0"/>
              <a:t>五级</a:t>
            </a:r>
          </a:p>
        </p:txBody>
      </p:sp>
      <p:sp>
        <p:nvSpPr>
          <p:cNvPr id="7" name="日期占位符 6"/>
          <p:cNvSpPr>
            <a:spLocks noGrp="1"/>
          </p:cNvSpPr>
          <p:nvPr>
            <p:ph type="dt" sz="half" idx="10"/>
            <p:custDataLst>
              <p:tags r:id="rId5"/>
            </p:custDataLst>
          </p:nvPr>
        </p:nvSpPr>
        <p:spPr/>
        <p:txBody>
          <a:bodyPr wrap="square">
            <a:normAutofit/>
          </a:bodyPr>
          <a:lstStyle/>
          <a:p>
            <a:fld id="{5592522B-0F24-4480-B9DD-A9474A6880D6}" type="datetimeFigureOut">
              <a:rPr lang="zh-CN" altLang="en-US" smtClean="0"/>
              <a:t>2026/10/10</a:t>
            </a:fld>
            <a:endParaRPr lang="zh-CN" altLang="en-US"/>
          </a:p>
        </p:txBody>
      </p:sp>
      <p:sp>
        <p:nvSpPr>
          <p:cNvPr id="8" name="页脚占位符 7"/>
          <p:cNvSpPr>
            <a:spLocks noGrp="1"/>
          </p:cNvSpPr>
          <p:nvPr>
            <p:ph type="ftr" sz="quarter" idx="11"/>
            <p:custDataLst>
              <p:tags r:id="rId6"/>
            </p:custDataLst>
          </p:nvPr>
        </p:nvSpPr>
        <p:spPr/>
        <p:txBody>
          <a:bodyPr/>
          <a:lstStyle/>
          <a:p>
            <a:endParaRPr lang="zh-CN" altLang="en-US"/>
          </a:p>
        </p:txBody>
      </p:sp>
      <p:sp>
        <p:nvSpPr>
          <p:cNvPr id="9" name="灯片编号占位符 8"/>
          <p:cNvSpPr>
            <a:spLocks noGrp="1"/>
          </p:cNvSpPr>
          <p:nvPr>
            <p:ph type="sldNum" sz="quarter" idx="12"/>
            <p:custDataLst>
              <p:tags r:id="rId7"/>
            </p:custDataLst>
          </p:nvPr>
        </p:nvSpPr>
        <p:spPr/>
        <p:txBody>
          <a:bodyPr wrap="square">
            <a:normAutofit/>
          </a:bodyPr>
          <a:lstStyle/>
          <a:p>
            <a:fld id="{BE5F26B5-172A-4DC2-B0B7-181CFC56B87C}" type="slidenum">
              <a:rPr lang="zh-CN" altLang="en-US" smtClean="0"/>
              <a:t>‹#›</a:t>
            </a:fld>
            <a:endParaRPr lang="zh-CN" altLang="en-US"/>
          </a:p>
        </p:txBody>
      </p:sp>
      <p:sp>
        <p:nvSpPr>
          <p:cNvPr id="10" name="标题 9"/>
          <p:cNvSpPr>
            <a:spLocks noGrp="1"/>
          </p:cNvSpPr>
          <p:nvPr>
            <p:ph type="title"/>
            <p:custDataLst>
              <p:tags r:id="rId8"/>
            </p:custDataLst>
          </p:nvPr>
        </p:nvSpPr>
        <p:spPr/>
        <p:txBody>
          <a:bodyPr/>
          <a:lstStyle/>
          <a:p>
            <a:r>
              <a:rPr lang="zh-CN" altLang="en-US"/>
              <a:t>单击此处编辑母版标题样式</a:t>
            </a:r>
          </a:p>
        </p:txBody>
      </p:sp>
    </p:spTree>
    <p:extLst>
      <p:ext uri="{BB962C8B-B14F-4D97-AF65-F5344CB8AC3E}">
        <p14:creationId xmlns:p14="http://schemas.microsoft.com/office/powerpoint/2010/main" val="159031530"/>
      </p:ext>
    </p:extLst>
  </p:cSld>
  <p:clrMapOvr>
    <a:masterClrMapping/>
  </p:clrMapOvr>
  <p:hf sldNum="0" hdr="0" ftr="0" dt="0"/>
</p:sldLayout>
</file>

<file path=ppt/slideLayouts/slideLayout8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p:txBody>
          <a:bodyPr wrap="square">
            <a:normAutofit/>
          </a:bodyPr>
          <a:lstStyle/>
          <a:p>
            <a:r>
              <a:rPr lang="zh-CN" altLang="en-US" dirty="0"/>
              <a:t>单击此处编辑母版标题样式</a:t>
            </a:r>
          </a:p>
        </p:txBody>
      </p:sp>
      <p:sp>
        <p:nvSpPr>
          <p:cNvPr id="3" name="日期占位符 2"/>
          <p:cNvSpPr>
            <a:spLocks noGrp="1"/>
          </p:cNvSpPr>
          <p:nvPr>
            <p:ph type="dt" sz="half" idx="10"/>
            <p:custDataLst>
              <p:tags r:id="rId2"/>
            </p:custDataLst>
          </p:nvPr>
        </p:nvSpPr>
        <p:spPr/>
        <p:txBody>
          <a:bodyPr wrap="square">
            <a:normAutofit/>
          </a:bodyPr>
          <a:lstStyle/>
          <a:p>
            <a:fld id="{5592522B-0F24-4480-B9DD-A9474A6880D6}" type="datetimeFigureOut">
              <a:rPr lang="zh-CN" altLang="en-US" smtClean="0"/>
              <a:t>2026/10/10</a:t>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wrap="square">
            <a:normAutofit/>
          </a:bodyPr>
          <a:lstStyle/>
          <a:p>
            <a:fld id="{BE5F26B5-172A-4DC2-B0B7-181CFC56B87C}" type="slidenum">
              <a:rPr lang="zh-CN" altLang="en-US" smtClean="0"/>
              <a:t>‹#›</a:t>
            </a:fld>
            <a:endParaRPr lang="zh-CN" altLang="en-US"/>
          </a:p>
        </p:txBody>
      </p:sp>
    </p:spTree>
    <p:extLst>
      <p:ext uri="{BB962C8B-B14F-4D97-AF65-F5344CB8AC3E}">
        <p14:creationId xmlns:p14="http://schemas.microsoft.com/office/powerpoint/2010/main" val="1542816524"/>
      </p:ext>
    </p:extLst>
  </p:cSld>
  <p:clrMapOvr>
    <a:masterClrMapping/>
  </p:clrMapOvr>
  <p:hf sldNum="0" hdr="0" ftr="0" dt="0"/>
</p:sldLayout>
</file>

<file path=ppt/slideLayouts/slideLayout8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1"/>
            </p:custDataLst>
          </p:nvPr>
        </p:nvSpPr>
        <p:spPr/>
        <p:txBody>
          <a:bodyPr wrap="square">
            <a:normAutofit/>
          </a:bodyPr>
          <a:lstStyle/>
          <a:p>
            <a:fld id="{5592522B-0F24-4480-B9DD-A9474A6880D6}" type="datetimeFigureOut">
              <a:rPr lang="zh-CN" altLang="en-US" smtClean="0"/>
              <a:t>2026/10/10</a:t>
            </a:fld>
            <a:endParaRPr lang="zh-CN" altLang="en-US" dirty="0"/>
          </a:p>
        </p:txBody>
      </p:sp>
      <p:sp>
        <p:nvSpPr>
          <p:cNvPr id="3" name="页脚占位符 2"/>
          <p:cNvSpPr>
            <a:spLocks noGrp="1"/>
          </p:cNvSpPr>
          <p:nvPr>
            <p:ph type="ftr" sz="quarter" idx="11"/>
            <p:custDataLst>
              <p:tags r:id="rId2"/>
            </p:custDataLst>
          </p:nvPr>
        </p:nvSpPr>
        <p:spPr/>
        <p:txBody>
          <a:bodyPr/>
          <a:lstStyle/>
          <a:p>
            <a:endParaRPr lang="zh-CN" altLang="en-US"/>
          </a:p>
        </p:txBody>
      </p:sp>
      <p:sp>
        <p:nvSpPr>
          <p:cNvPr id="4" name="灯片编号占位符 3"/>
          <p:cNvSpPr>
            <a:spLocks noGrp="1"/>
          </p:cNvSpPr>
          <p:nvPr>
            <p:ph type="sldNum" sz="quarter" idx="12"/>
            <p:custDataLst>
              <p:tags r:id="rId3"/>
            </p:custDataLst>
          </p:nvPr>
        </p:nvSpPr>
        <p:spPr/>
        <p:txBody>
          <a:bodyPr wrap="square">
            <a:normAutofit/>
          </a:bodyPr>
          <a:lstStyle/>
          <a:p>
            <a:fld id="{BE5F26B5-172A-4DC2-B0B7-181CFC56B87C}" type="slidenum">
              <a:rPr lang="zh-CN" altLang="en-US" smtClean="0"/>
              <a:t>‹#›</a:t>
            </a:fld>
            <a:endParaRPr lang="zh-CN" altLang="en-US"/>
          </a:p>
        </p:txBody>
      </p:sp>
    </p:spTree>
    <p:extLst>
      <p:ext uri="{BB962C8B-B14F-4D97-AF65-F5344CB8AC3E}">
        <p14:creationId xmlns:p14="http://schemas.microsoft.com/office/powerpoint/2010/main" val="831619974"/>
      </p:ext>
    </p:extLst>
  </p:cSld>
  <p:clrMapOvr>
    <a:masterClrMapping/>
  </p:clrMapOvr>
  <p:hf sldNum="0" hdr="0" ftr="0" dt="0"/>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仅内容">
    <p:spTree>
      <p:nvGrpSpPr>
        <p:cNvPr id="1" name=""/>
        <p:cNvGrpSpPr/>
        <p:nvPr/>
      </p:nvGrpSpPr>
      <p:grpSpPr>
        <a:xfrm>
          <a:off x="0" y="0"/>
          <a:ext cx="0" cy="0"/>
          <a:chOff x="0" y="0"/>
          <a:chExt cx="0" cy="0"/>
        </a:xfrm>
      </p:grpSpPr>
      <p:sp>
        <p:nvSpPr>
          <p:cNvPr id="3" name="内容占位符 1"/>
          <p:cNvSpPr>
            <a:spLocks noGrp="1"/>
          </p:cNvSpPr>
          <p:nvPr>
            <p:ph idx="1"/>
            <p:custDataLst>
              <p:tags r:id="rId1"/>
            </p:custDataLst>
          </p:nvPr>
        </p:nvSpPr>
        <p:spPr>
          <a:xfrm>
            <a:off x="695960" y="360045"/>
            <a:ext cx="10801985" cy="5817870"/>
          </a:xfrm>
        </p:spPr>
        <p:txBody>
          <a:bodyPr wrap="square">
            <a:normAutofit/>
          </a:bodyPr>
          <a:lstStyle/>
          <a:p>
            <a:pPr lvl="0"/>
            <a:r>
              <a:rPr lang="zh-CN" altLang="en-US" dirty="0"/>
              <a:t>单击此处编辑母版文本样式</a:t>
            </a:r>
          </a:p>
          <a:p>
            <a:pPr lvl="1"/>
            <a:r>
              <a:rPr lang="zh-CN" altLang="en-US" dirty="0">
                <a:sym typeface="+mn-ea"/>
              </a:rPr>
              <a:t>第</a:t>
            </a:r>
            <a:r>
              <a:rPr lang="zh-CN" altLang="en-US" dirty="0"/>
              <a:t>二级</a:t>
            </a:r>
          </a:p>
          <a:p>
            <a:pPr lvl="2"/>
            <a:r>
              <a:rPr lang="zh-CN" altLang="en-US" dirty="0">
                <a:sym typeface="+mn-ea"/>
              </a:rPr>
              <a:t>第</a:t>
            </a:r>
            <a:r>
              <a:rPr lang="zh-CN" altLang="en-US" dirty="0"/>
              <a:t>三级</a:t>
            </a:r>
          </a:p>
          <a:p>
            <a:pPr lvl="3"/>
            <a:r>
              <a:rPr lang="zh-CN" altLang="en-US" dirty="0">
                <a:sym typeface="+mn-ea"/>
              </a:rPr>
              <a:t>第</a:t>
            </a:r>
            <a:r>
              <a:rPr lang="zh-CN" altLang="en-US" dirty="0"/>
              <a:t>四级</a:t>
            </a:r>
          </a:p>
          <a:p>
            <a:pPr lvl="4"/>
            <a:r>
              <a:rPr lang="zh-CN" altLang="en-US" dirty="0">
                <a:sym typeface="+mn-ea"/>
              </a:rPr>
              <a:t>第</a:t>
            </a:r>
            <a:r>
              <a:rPr lang="zh-CN" altLang="en-US" dirty="0"/>
              <a:t>五级</a:t>
            </a:r>
          </a:p>
        </p:txBody>
      </p:sp>
      <p:sp>
        <p:nvSpPr>
          <p:cNvPr id="4" name="日期占位符 2"/>
          <p:cNvSpPr>
            <a:spLocks noGrp="1"/>
          </p:cNvSpPr>
          <p:nvPr>
            <p:ph type="dt" sz="half" idx="10"/>
            <p:custDataLst>
              <p:tags r:id="rId2"/>
            </p:custDataLst>
          </p:nvPr>
        </p:nvSpPr>
        <p:spPr/>
        <p:txBody>
          <a:bodyPr wrap="square">
            <a:normAutofit/>
          </a:bodyPr>
          <a:lstStyle/>
          <a:p>
            <a:fld id="{5592522B-0F24-4480-B9DD-A9474A6880D6}" type="datetimeFigureOut">
              <a:rPr lang="zh-CN" altLang="en-US" smtClean="0"/>
              <a:t>2026/10/10</a:t>
            </a:fld>
            <a:endParaRPr lang="zh-CN" altLang="en-US"/>
          </a:p>
        </p:txBody>
      </p:sp>
      <p:sp>
        <p:nvSpPr>
          <p:cNvPr id="5" name="页脚占位符 3"/>
          <p:cNvSpPr>
            <a:spLocks noGrp="1"/>
          </p:cNvSpPr>
          <p:nvPr>
            <p:ph type="ftr" sz="quarter" idx="11"/>
            <p:custDataLst>
              <p:tags r:id="rId3"/>
            </p:custDataLst>
          </p:nvPr>
        </p:nvSpPr>
        <p:spPr/>
        <p:txBody>
          <a:bodyPr/>
          <a:lstStyle/>
          <a:p>
            <a:endParaRPr lang="zh-CN" altLang="en-US"/>
          </a:p>
        </p:txBody>
      </p:sp>
      <p:sp>
        <p:nvSpPr>
          <p:cNvPr id="6" name="灯片编号占位符 4"/>
          <p:cNvSpPr>
            <a:spLocks noGrp="1"/>
          </p:cNvSpPr>
          <p:nvPr>
            <p:ph type="sldNum" sz="quarter" idx="12"/>
            <p:custDataLst>
              <p:tags r:id="rId4"/>
            </p:custDataLst>
          </p:nvPr>
        </p:nvSpPr>
        <p:spPr/>
        <p:txBody>
          <a:bodyPr wrap="square">
            <a:normAutofit/>
          </a:bodyPr>
          <a:lstStyle/>
          <a:p>
            <a:fld id="{BE5F26B5-172A-4DC2-B0B7-181CFC56B87C}" type="slidenum">
              <a:rPr lang="zh-CN" altLang="en-US" smtClean="0"/>
              <a:t>‹#›</a:t>
            </a:fld>
            <a:endParaRPr lang="zh-CN" altLang="en-US"/>
          </a:p>
        </p:txBody>
      </p:sp>
    </p:spTree>
    <p:extLst>
      <p:ext uri="{BB962C8B-B14F-4D97-AF65-F5344CB8AC3E}">
        <p14:creationId xmlns:p14="http://schemas.microsoft.com/office/powerpoint/2010/main" val="696763332"/>
      </p:ext>
    </p:extLst>
  </p:cSld>
  <p:clrMapOvr>
    <a:masterClrMapping/>
  </p:clrMapOvr>
  <p:hf sldNum="0" hdr="0" ftr="0" dt="0"/>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标题和副标题">
    <p:spTree>
      <p:nvGrpSpPr>
        <p:cNvPr id="1" name=""/>
        <p:cNvGrpSpPr/>
        <p:nvPr/>
      </p:nvGrpSpPr>
      <p:grpSpPr>
        <a:xfrm>
          <a:off x="0" y="0"/>
          <a:ext cx="0" cy="0"/>
          <a:chOff x="0" y="0"/>
          <a:chExt cx="0" cy="0"/>
        </a:xfrm>
      </p:grpSpPr>
      <p:sp>
        <p:nvSpPr>
          <p:cNvPr id="3" name="文本占位符 2"/>
          <p:cNvSpPr>
            <a:spLocks noGrp="1"/>
          </p:cNvSpPr>
          <p:nvPr>
            <p:ph type="body" idx="1" hasCustomPrompt="1"/>
            <p:custDataLst>
              <p:tags r:id="rId1"/>
            </p:custDataLst>
          </p:nvPr>
        </p:nvSpPr>
        <p:spPr>
          <a:xfrm>
            <a:off x="695960" y="1301750"/>
            <a:ext cx="10799088" cy="405553"/>
          </a:xfrm>
        </p:spPr>
        <p:txBody>
          <a:bodyPr wrap="square" anchor="t">
            <a:norm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r>
              <a:rPr lang="zh-CN" altLang="en-US" dirty="0"/>
              <a:t>单击此处编辑副标题</a:t>
            </a:r>
          </a:p>
        </p:txBody>
      </p:sp>
      <p:sp>
        <p:nvSpPr>
          <p:cNvPr id="7" name="日期占位符 3"/>
          <p:cNvSpPr>
            <a:spLocks noGrp="1"/>
          </p:cNvSpPr>
          <p:nvPr>
            <p:ph type="dt" sz="half" idx="10"/>
            <p:custDataLst>
              <p:tags r:id="rId2"/>
            </p:custDataLst>
          </p:nvPr>
        </p:nvSpPr>
        <p:spPr/>
        <p:txBody>
          <a:bodyPr wrap="square">
            <a:normAutofit/>
          </a:bodyPr>
          <a:lstStyle/>
          <a:p>
            <a:fld id="{5592522B-0F24-4480-B9DD-A9474A6880D6}" type="datetimeFigureOut">
              <a:rPr lang="zh-CN" altLang="en-US" smtClean="0"/>
              <a:t>2026/10/10</a:t>
            </a:fld>
            <a:endParaRPr lang="zh-CN" altLang="en-US"/>
          </a:p>
        </p:txBody>
      </p:sp>
      <p:sp>
        <p:nvSpPr>
          <p:cNvPr id="8" name="页脚占位符 4"/>
          <p:cNvSpPr>
            <a:spLocks noGrp="1"/>
          </p:cNvSpPr>
          <p:nvPr>
            <p:ph type="ftr" sz="quarter" idx="11"/>
            <p:custDataLst>
              <p:tags r:id="rId3"/>
            </p:custDataLst>
          </p:nvPr>
        </p:nvSpPr>
        <p:spPr/>
        <p:txBody>
          <a:bodyPr/>
          <a:lstStyle/>
          <a:p>
            <a:endParaRPr lang="zh-CN" altLang="en-US"/>
          </a:p>
        </p:txBody>
      </p:sp>
      <p:sp>
        <p:nvSpPr>
          <p:cNvPr id="9" name="灯片编号占位符 5"/>
          <p:cNvSpPr>
            <a:spLocks noGrp="1"/>
          </p:cNvSpPr>
          <p:nvPr>
            <p:ph type="sldNum" sz="quarter" idx="12"/>
            <p:custDataLst>
              <p:tags r:id="rId4"/>
            </p:custDataLst>
          </p:nvPr>
        </p:nvSpPr>
        <p:spPr/>
        <p:txBody>
          <a:bodyPr wrap="square">
            <a:normAutofit/>
          </a:bodyPr>
          <a:lstStyle/>
          <a:p>
            <a:fld id="{BE5F26B5-172A-4DC2-B0B7-181CFC56B87C}" type="slidenum">
              <a:rPr lang="zh-CN" altLang="en-US" smtClean="0"/>
              <a:t>‹#›</a:t>
            </a:fld>
            <a:endParaRPr lang="zh-CN" altLang="en-US"/>
          </a:p>
        </p:txBody>
      </p:sp>
      <p:sp>
        <p:nvSpPr>
          <p:cNvPr id="4" name="标题 3"/>
          <p:cNvSpPr>
            <a:spLocks noGrp="1"/>
          </p:cNvSpPr>
          <p:nvPr>
            <p:ph type="title"/>
            <p:custDataLst>
              <p:tags r:id="rId5"/>
            </p:custDataLst>
          </p:nvPr>
        </p:nvSpPr>
        <p:spPr/>
        <p:txBody>
          <a:bodyPr/>
          <a:lstStyle/>
          <a:p>
            <a:r>
              <a:rPr lang="zh-CN" altLang="en-US"/>
              <a:t>单击此处编辑母版标题样式</a:t>
            </a:r>
          </a:p>
        </p:txBody>
      </p:sp>
    </p:spTree>
    <p:extLst>
      <p:ext uri="{BB962C8B-B14F-4D97-AF65-F5344CB8AC3E}">
        <p14:creationId xmlns:p14="http://schemas.microsoft.com/office/powerpoint/2010/main" val="3109663366"/>
      </p:ext>
    </p:extLst>
  </p:cSld>
  <p:clrMapOvr>
    <a:masterClrMapping/>
  </p:clrMapOvr>
  <p:hf sldNum="0" hdr="0" ftr="0" dt="0"/>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目录页-1-5-4">
    <p:bg>
      <p:bgRef idx="1001">
        <a:schemeClr val="bg2"/>
      </p:bgRef>
    </p:bg>
    <p:spTree>
      <p:nvGrpSpPr>
        <p:cNvPr id="1" name=""/>
        <p:cNvGrpSpPr/>
        <p:nvPr/>
      </p:nvGrpSpPr>
      <p:grpSpPr>
        <a:xfrm>
          <a:off x="0" y="0"/>
          <a:ext cx="0" cy="0"/>
          <a:chOff x="0" y="0"/>
          <a:chExt cx="0" cy="0"/>
        </a:xfrm>
      </p:grpSpPr>
      <p:sp>
        <p:nvSpPr>
          <p:cNvPr id="8" name="日期占位符 3"/>
          <p:cNvSpPr>
            <a:spLocks noGrp="1"/>
          </p:cNvSpPr>
          <p:nvPr>
            <p:ph type="dt" sz="half" idx="10"/>
            <p:custDataLst>
              <p:tags r:id="rId1"/>
            </p:custDataLst>
          </p:nvPr>
        </p:nvSpPr>
        <p:spPr/>
        <p:txBody>
          <a:bodyPr wrap="square">
            <a:normAutofit/>
          </a:bodyPr>
          <a:lstStyle/>
          <a:p>
            <a:fld id="{5592522B-0F24-4480-B9DD-A9474A6880D6}" type="datetimeFigureOut">
              <a:rPr lang="zh-CN" altLang="en-US" smtClean="0"/>
              <a:t>2026/10/10</a:t>
            </a:fld>
            <a:endParaRPr lang="zh-CN" altLang="en-US"/>
          </a:p>
        </p:txBody>
      </p:sp>
      <p:sp>
        <p:nvSpPr>
          <p:cNvPr id="9" name="页脚占位符 4"/>
          <p:cNvSpPr>
            <a:spLocks noGrp="1"/>
          </p:cNvSpPr>
          <p:nvPr>
            <p:ph type="ftr" sz="quarter" idx="11"/>
            <p:custDataLst>
              <p:tags r:id="rId2"/>
            </p:custDataLst>
          </p:nvPr>
        </p:nvSpPr>
        <p:spPr/>
        <p:txBody>
          <a:bodyPr/>
          <a:lstStyle/>
          <a:p>
            <a:endParaRPr lang="zh-CN" altLang="en-US"/>
          </a:p>
        </p:txBody>
      </p:sp>
      <p:sp>
        <p:nvSpPr>
          <p:cNvPr id="10" name="灯片编号占位符 5"/>
          <p:cNvSpPr>
            <a:spLocks noGrp="1"/>
          </p:cNvSpPr>
          <p:nvPr>
            <p:ph type="sldNum" sz="quarter" idx="12"/>
            <p:custDataLst>
              <p:tags r:id="rId3"/>
            </p:custDataLst>
          </p:nvPr>
        </p:nvSpPr>
        <p:spPr/>
        <p:txBody>
          <a:bodyPr wrap="square">
            <a:normAutofit/>
          </a:bodyPr>
          <a:lstStyle/>
          <a:p>
            <a:fld id="{BE5F26B5-172A-4DC2-B0B7-181CFC56B87C}" type="slidenum">
              <a:rPr lang="zh-CN" altLang="en-US" smtClean="0"/>
              <a:t>‹#›</a:t>
            </a:fld>
            <a:endParaRPr lang="zh-CN" altLang="en-US"/>
          </a:p>
        </p:txBody>
      </p:sp>
      <p:sp>
        <p:nvSpPr>
          <p:cNvPr id="11" name="Subtitle 10"/>
          <p:cNvSpPr>
            <a:spLocks noGrp="1"/>
          </p:cNvSpPr>
          <p:nvPr>
            <p:ph type="subTitle" idx="17826305" hasCustomPrompt="1"/>
            <p:custDataLst>
              <p:tags r:id="rId4"/>
            </p:custDataLst>
          </p:nvPr>
        </p:nvSpPr>
        <p:spPr>
          <a:xfrm>
            <a:off x="761471" y="2667000"/>
            <a:ext cx="2363258" cy="457200"/>
          </a:xfrm>
          <a:noFill/>
        </p:spPr>
        <p:txBody>
          <a:bodyPr lIns="0" tIns="0" rIns="0" bIns="0" anchor="t">
            <a:normAutofit/>
          </a:bodyPr>
          <a:lstStyle>
            <a:lvl1pPr marL="0" indent="0" algn="ctr">
              <a:lnSpc>
                <a:spcPct val="125000"/>
              </a:lnSpc>
              <a:spcBef>
                <a:spcPct val="0"/>
              </a:spcBef>
              <a:spcAft>
                <a:spcPct val="0"/>
              </a:spcAft>
              <a:buNone/>
              <a:defRPr sz="2400" b="0" spc="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CONTENTS</a:t>
            </a:r>
          </a:p>
        </p:txBody>
      </p:sp>
      <p:sp>
        <p:nvSpPr>
          <p:cNvPr id="12" name="Title 11"/>
          <p:cNvSpPr>
            <a:spLocks noGrp="1"/>
          </p:cNvSpPr>
          <p:nvPr>
            <p:ph type="ctrTitle" idx="17826049" hasCustomPrompt="1"/>
            <p:custDataLst>
              <p:tags r:id="rId5"/>
            </p:custDataLst>
          </p:nvPr>
        </p:nvSpPr>
        <p:spPr>
          <a:xfrm>
            <a:off x="760942" y="3175000"/>
            <a:ext cx="2364317" cy="762000"/>
          </a:xfrm>
          <a:noFill/>
        </p:spPr>
        <p:txBody>
          <a:bodyPr lIns="0" tIns="0" rIns="0" bIns="0" anchor="t">
            <a:normAutofit/>
          </a:bodyPr>
          <a:lstStyle>
            <a:lvl1pPr marL="0" indent="0" algn="ctr">
              <a:lnSpc>
                <a:spcPct val="104000"/>
              </a:lnSpc>
              <a:spcBef>
                <a:spcPct val="0"/>
              </a:spcBef>
              <a:spcAft>
                <a:spcPct val="0"/>
              </a:spcAft>
              <a:buNone/>
              <a:defRPr sz="4800" b="1" spc="0">
                <a:solidFill>
                  <a:schemeClr val="tx1"/>
                </a:solidFill>
                <a:latin typeface="黑体" panose="02010609060101010101" charset="-122"/>
                <a:ea typeface="黑体" panose="02010609060101010101" charset="-122"/>
              </a:defRPr>
            </a:lvl1pPr>
          </a:lstStyle>
          <a:p>
            <a:r>
              <a:rPr lang="zh-CN" altLang="en-US"/>
              <a:t>目录</a:t>
            </a:r>
          </a:p>
        </p:txBody>
      </p:sp>
      <p:sp>
        <p:nvSpPr>
          <p:cNvPr id="13" name="Text Placeholder 12"/>
          <p:cNvSpPr>
            <a:spLocks noGrp="1"/>
          </p:cNvSpPr>
          <p:nvPr>
            <p:ph type="body" idx="319883777" hasCustomPrompt="1"/>
            <p:custDataLst>
              <p:tags r:id="rId6"/>
            </p:custDataLst>
          </p:nvPr>
        </p:nvSpPr>
        <p:spPr>
          <a:xfrm>
            <a:off x="4070350" y="2286000"/>
            <a:ext cx="596900" cy="508000"/>
          </a:xfrm>
          <a:noFill/>
        </p:spPr>
        <p:txBody>
          <a:bodyPr wrap="none" lIns="0" tIns="0" rIns="0" bIns="0" anchor="ctr">
            <a:noAutofit/>
          </a:bodyPr>
          <a:lstStyle>
            <a:lvl1pPr marL="0" indent="0" algn="ctr">
              <a:lnSpc>
                <a:spcPct val="109000"/>
              </a:lnSpc>
              <a:spcBef>
                <a:spcPct val="0"/>
              </a:spcBef>
              <a:spcAft>
                <a:spcPct val="0"/>
              </a:spcAft>
              <a:buNone/>
              <a:defRPr sz="4000" b="0" spc="0">
                <a:solidFill>
                  <a:schemeClr val="accent1"/>
                </a:solidFill>
              </a:defRPr>
            </a:lvl1pPr>
          </a:lstStyle>
          <a:p>
            <a:pPr lvl="0"/>
            <a:r>
              <a:rPr lang="zh-CN" altLang="en-US"/>
              <a:t>01</a:t>
            </a:r>
          </a:p>
        </p:txBody>
      </p:sp>
      <p:sp>
        <p:nvSpPr>
          <p:cNvPr id="14" name="装饰  3"/>
          <p:cNvSpPr>
            <a:spLocks noGrp="1"/>
          </p:cNvSpPr>
          <p:nvPr>
            <p:ph type="body" idx="319883522" hasCustomPrompt="1"/>
            <p:custDataLst>
              <p:tags r:id="rId7"/>
            </p:custDataLst>
          </p:nvPr>
        </p:nvSpPr>
        <p:spPr>
          <a:xfrm>
            <a:off x="4851400" y="2209800"/>
            <a:ext cx="25400" cy="762000"/>
          </a:xfrm>
          <a:custGeom>
            <a:avLst/>
            <a:gdLst>
              <a:gd name="connisteX0" fmla="*/ 0 w 25400"/>
              <a:gd name="connsiteY0" fmla="*/ 12700 h 762000"/>
              <a:gd name="connisteX1" fmla="*/ 12700 w 25400"/>
              <a:gd name="connsiteY1" fmla="*/ 0 h 762000"/>
              <a:gd name="connisteX2" fmla="*/ 12700 w 25400"/>
              <a:gd name="connsiteY2" fmla="*/ 0 h 762000"/>
              <a:gd name="connisteX3" fmla="*/ 25400 w 25400"/>
              <a:gd name="connsiteY3" fmla="*/ 12700 h 762000"/>
              <a:gd name="connisteX4" fmla="*/ 25400 w 25400"/>
              <a:gd name="connsiteY4" fmla="*/ 749300 h 762000"/>
              <a:gd name="connisteX5" fmla="*/ 12700 w 25400"/>
              <a:gd name="connsiteY5" fmla="*/ 762000 h 762000"/>
              <a:gd name="connisteX6" fmla="*/ 12700 w 25400"/>
              <a:gd name="connsiteY6" fmla="*/ 762000 h 762000"/>
              <a:gd name="connisteX7" fmla="*/ 0 w 25400"/>
              <a:gd name="connsiteY7" fmla="*/ 749300 h 762000"/>
              <a:gd name="connisteX8" fmla="*/ 0 w 25400"/>
              <a:gd name="connsiteY8" fmla="*/ 12700 h 762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25400" h="762000">
                <a:moveTo>
                  <a:pt x="0" y="12700"/>
                </a:moveTo>
                <a:cubicBezTo>
                  <a:pt x="0" y="5686"/>
                  <a:pt x="5686" y="0"/>
                  <a:pt x="12700" y="0"/>
                </a:cubicBezTo>
                <a:lnTo>
                  <a:pt x="12700" y="0"/>
                </a:lnTo>
                <a:cubicBezTo>
                  <a:pt x="19714" y="0"/>
                  <a:pt x="25400" y="5686"/>
                  <a:pt x="25400" y="12700"/>
                </a:cubicBezTo>
                <a:lnTo>
                  <a:pt x="25400" y="749300"/>
                </a:lnTo>
                <a:cubicBezTo>
                  <a:pt x="25400" y="756314"/>
                  <a:pt x="19714" y="762000"/>
                  <a:pt x="12700" y="762000"/>
                </a:cubicBezTo>
                <a:lnTo>
                  <a:pt x="12700" y="762000"/>
                </a:lnTo>
                <a:cubicBezTo>
                  <a:pt x="5686" y="762000"/>
                  <a:pt x="0" y="756314"/>
                  <a:pt x="0" y="749300"/>
                </a:cubicBezTo>
                <a:lnTo>
                  <a:pt x="0" y="12700"/>
                </a:lnTo>
                <a:close/>
              </a:path>
            </a:pathLst>
          </a:custGeom>
          <a:solidFill>
            <a:schemeClr val="accent1">
              <a:alpha val="50000"/>
            </a:schemeClr>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15" name="Text Placeholder 14"/>
          <p:cNvSpPr>
            <a:spLocks noGrp="1"/>
          </p:cNvSpPr>
          <p:nvPr>
            <p:ph type="body" idx="51446017" hasCustomPrompt="1"/>
            <p:custDataLst>
              <p:tags r:id="rId8"/>
            </p:custDataLst>
          </p:nvPr>
        </p:nvSpPr>
        <p:spPr>
          <a:xfrm>
            <a:off x="5080000" y="2133600"/>
            <a:ext cx="2324100" cy="914400"/>
          </a:xfrm>
          <a:noFill/>
        </p:spPr>
        <p:txBody>
          <a:bodyPr lIns="0" tIns="0" rIns="0" bIns="0" anchor="ctr">
            <a:normAutofit/>
          </a:bodyPr>
          <a:lstStyle>
            <a:lvl1pPr marL="0" indent="0" algn="l">
              <a:lnSpc>
                <a:spcPct val="118000"/>
              </a:lnSpc>
              <a:spcBef>
                <a:spcPct val="0"/>
              </a:spcBef>
              <a:spcAft>
                <a:spcPct val="0"/>
              </a:spcAft>
              <a:buNone/>
              <a:defRPr sz="2400" b="0" spc="0">
                <a:solidFill>
                  <a:schemeClr val="tx1"/>
                </a:solidFill>
                <a:latin typeface="华文中宋" panose="02010600040101010101" charset="-122"/>
                <a:ea typeface="华文中宋" panose="02010600040101010101" charset="-122"/>
              </a:defRPr>
            </a:lvl1pPr>
          </a:lstStyle>
          <a:p>
            <a:pPr lvl="0"/>
            <a:r>
              <a:rPr lang="zh-CN" altLang="en-US"/>
              <a:t>单击此处添加项标题</a:t>
            </a:r>
          </a:p>
        </p:txBody>
      </p:sp>
      <p:sp>
        <p:nvSpPr>
          <p:cNvPr id="16" name="Text Placeholder 15"/>
          <p:cNvSpPr>
            <a:spLocks noGrp="1"/>
          </p:cNvSpPr>
          <p:nvPr>
            <p:ph type="body" idx="319949313" hasCustomPrompt="1"/>
            <p:custDataLst>
              <p:tags r:id="rId9"/>
            </p:custDataLst>
          </p:nvPr>
        </p:nvSpPr>
        <p:spPr>
          <a:xfrm>
            <a:off x="7994650" y="2286000"/>
            <a:ext cx="596900" cy="508000"/>
          </a:xfrm>
          <a:noFill/>
        </p:spPr>
        <p:txBody>
          <a:bodyPr wrap="none" lIns="0" tIns="0" rIns="0" bIns="0" anchor="ctr">
            <a:noAutofit/>
          </a:bodyPr>
          <a:lstStyle>
            <a:lvl1pPr marL="0" indent="0" algn="ctr">
              <a:lnSpc>
                <a:spcPct val="109000"/>
              </a:lnSpc>
              <a:spcBef>
                <a:spcPct val="0"/>
              </a:spcBef>
              <a:spcAft>
                <a:spcPct val="0"/>
              </a:spcAft>
              <a:buNone/>
              <a:defRPr sz="4000" b="0" spc="0">
                <a:solidFill>
                  <a:schemeClr val="accent1"/>
                </a:solidFill>
              </a:defRPr>
            </a:lvl1pPr>
          </a:lstStyle>
          <a:p>
            <a:pPr lvl="0"/>
            <a:r>
              <a:rPr lang="zh-CN" altLang="en-US"/>
              <a:t>02</a:t>
            </a:r>
          </a:p>
        </p:txBody>
      </p:sp>
      <p:sp>
        <p:nvSpPr>
          <p:cNvPr id="17" name="装饰  6"/>
          <p:cNvSpPr>
            <a:spLocks noGrp="1"/>
          </p:cNvSpPr>
          <p:nvPr>
            <p:ph type="body" idx="319949058" hasCustomPrompt="1"/>
            <p:custDataLst>
              <p:tags r:id="rId10"/>
            </p:custDataLst>
          </p:nvPr>
        </p:nvSpPr>
        <p:spPr>
          <a:xfrm>
            <a:off x="8775700" y="2209800"/>
            <a:ext cx="25400" cy="762000"/>
          </a:xfrm>
          <a:custGeom>
            <a:avLst/>
            <a:gdLst>
              <a:gd name="connisteX0" fmla="*/ 0 w 25400"/>
              <a:gd name="connsiteY0" fmla="*/ 12700 h 762000"/>
              <a:gd name="connisteX1" fmla="*/ 12700 w 25400"/>
              <a:gd name="connsiteY1" fmla="*/ 0 h 762000"/>
              <a:gd name="connisteX2" fmla="*/ 12700 w 25400"/>
              <a:gd name="connsiteY2" fmla="*/ 0 h 762000"/>
              <a:gd name="connisteX3" fmla="*/ 25400 w 25400"/>
              <a:gd name="connsiteY3" fmla="*/ 12700 h 762000"/>
              <a:gd name="connisteX4" fmla="*/ 25400 w 25400"/>
              <a:gd name="connsiteY4" fmla="*/ 749300 h 762000"/>
              <a:gd name="connisteX5" fmla="*/ 12700 w 25400"/>
              <a:gd name="connsiteY5" fmla="*/ 762000 h 762000"/>
              <a:gd name="connisteX6" fmla="*/ 12700 w 25400"/>
              <a:gd name="connsiteY6" fmla="*/ 762000 h 762000"/>
              <a:gd name="connisteX7" fmla="*/ 0 w 25400"/>
              <a:gd name="connsiteY7" fmla="*/ 749300 h 762000"/>
              <a:gd name="connisteX8" fmla="*/ 0 w 25400"/>
              <a:gd name="connsiteY8" fmla="*/ 12700 h 762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25400" h="762000">
                <a:moveTo>
                  <a:pt x="0" y="12700"/>
                </a:moveTo>
                <a:cubicBezTo>
                  <a:pt x="0" y="5686"/>
                  <a:pt x="5686" y="0"/>
                  <a:pt x="12700" y="0"/>
                </a:cubicBezTo>
                <a:lnTo>
                  <a:pt x="12700" y="0"/>
                </a:lnTo>
                <a:cubicBezTo>
                  <a:pt x="19714" y="0"/>
                  <a:pt x="25400" y="5686"/>
                  <a:pt x="25400" y="12700"/>
                </a:cubicBezTo>
                <a:lnTo>
                  <a:pt x="25400" y="749300"/>
                </a:lnTo>
                <a:cubicBezTo>
                  <a:pt x="25400" y="756314"/>
                  <a:pt x="19714" y="762000"/>
                  <a:pt x="12700" y="762000"/>
                </a:cubicBezTo>
                <a:lnTo>
                  <a:pt x="12700" y="762000"/>
                </a:lnTo>
                <a:cubicBezTo>
                  <a:pt x="5686" y="762000"/>
                  <a:pt x="0" y="756314"/>
                  <a:pt x="0" y="749300"/>
                </a:cubicBezTo>
                <a:lnTo>
                  <a:pt x="0" y="12700"/>
                </a:lnTo>
                <a:close/>
              </a:path>
            </a:pathLst>
          </a:custGeom>
          <a:solidFill>
            <a:schemeClr val="accent1">
              <a:alpha val="50000"/>
            </a:schemeClr>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18" name="Text Placeholder 17"/>
          <p:cNvSpPr>
            <a:spLocks noGrp="1"/>
          </p:cNvSpPr>
          <p:nvPr>
            <p:ph type="body" idx="51511553" hasCustomPrompt="1"/>
            <p:custDataLst>
              <p:tags r:id="rId11"/>
            </p:custDataLst>
          </p:nvPr>
        </p:nvSpPr>
        <p:spPr>
          <a:xfrm>
            <a:off x="9004300" y="2133600"/>
            <a:ext cx="2324100" cy="914400"/>
          </a:xfrm>
          <a:noFill/>
        </p:spPr>
        <p:txBody>
          <a:bodyPr lIns="0" tIns="0" rIns="0" bIns="0" anchor="ctr">
            <a:normAutofit/>
          </a:bodyPr>
          <a:lstStyle>
            <a:lvl1pPr marL="0" indent="0" algn="l">
              <a:lnSpc>
                <a:spcPct val="118000"/>
              </a:lnSpc>
              <a:spcBef>
                <a:spcPct val="0"/>
              </a:spcBef>
              <a:spcAft>
                <a:spcPct val="0"/>
              </a:spcAft>
              <a:buNone/>
              <a:defRPr sz="2400" b="0" spc="0">
                <a:solidFill>
                  <a:schemeClr val="tx1"/>
                </a:solidFill>
                <a:latin typeface="华文中宋" panose="02010600040101010101" charset="-122"/>
                <a:ea typeface="华文中宋" panose="02010600040101010101" charset="-122"/>
              </a:defRPr>
            </a:lvl1pPr>
          </a:lstStyle>
          <a:p>
            <a:pPr lvl="0"/>
            <a:r>
              <a:rPr lang="zh-CN" altLang="en-US"/>
              <a:t>单击此处添加项标题</a:t>
            </a:r>
          </a:p>
        </p:txBody>
      </p:sp>
      <p:sp>
        <p:nvSpPr>
          <p:cNvPr id="19" name="Text Placeholder 18"/>
          <p:cNvSpPr>
            <a:spLocks noGrp="1"/>
          </p:cNvSpPr>
          <p:nvPr>
            <p:ph type="body" idx="320014849" hasCustomPrompt="1"/>
            <p:custDataLst>
              <p:tags r:id="rId12"/>
            </p:custDataLst>
          </p:nvPr>
        </p:nvSpPr>
        <p:spPr>
          <a:xfrm>
            <a:off x="4070350" y="3962400"/>
            <a:ext cx="596900" cy="508000"/>
          </a:xfrm>
          <a:noFill/>
        </p:spPr>
        <p:txBody>
          <a:bodyPr wrap="none" lIns="0" tIns="0" rIns="0" bIns="0" anchor="ctr">
            <a:noAutofit/>
          </a:bodyPr>
          <a:lstStyle>
            <a:lvl1pPr marL="0" indent="0" algn="ctr">
              <a:lnSpc>
                <a:spcPct val="109000"/>
              </a:lnSpc>
              <a:spcBef>
                <a:spcPct val="0"/>
              </a:spcBef>
              <a:spcAft>
                <a:spcPct val="0"/>
              </a:spcAft>
              <a:buNone/>
              <a:defRPr sz="4000" b="0" spc="0">
                <a:solidFill>
                  <a:schemeClr val="accent1"/>
                </a:solidFill>
              </a:defRPr>
            </a:lvl1pPr>
          </a:lstStyle>
          <a:p>
            <a:pPr lvl="0"/>
            <a:r>
              <a:rPr lang="zh-CN" altLang="en-US"/>
              <a:t>03</a:t>
            </a:r>
          </a:p>
        </p:txBody>
      </p:sp>
      <p:sp>
        <p:nvSpPr>
          <p:cNvPr id="20" name="装饰  9"/>
          <p:cNvSpPr>
            <a:spLocks noGrp="1"/>
          </p:cNvSpPr>
          <p:nvPr>
            <p:ph type="body" idx="320014594" hasCustomPrompt="1"/>
            <p:custDataLst>
              <p:tags r:id="rId13"/>
            </p:custDataLst>
          </p:nvPr>
        </p:nvSpPr>
        <p:spPr>
          <a:xfrm>
            <a:off x="4851400" y="3886200"/>
            <a:ext cx="25400" cy="762000"/>
          </a:xfrm>
          <a:custGeom>
            <a:avLst/>
            <a:gdLst>
              <a:gd name="connisteX0" fmla="*/ 0 w 25400"/>
              <a:gd name="connsiteY0" fmla="*/ 12700 h 762000"/>
              <a:gd name="connisteX1" fmla="*/ 12700 w 25400"/>
              <a:gd name="connsiteY1" fmla="*/ 0 h 762000"/>
              <a:gd name="connisteX2" fmla="*/ 12700 w 25400"/>
              <a:gd name="connsiteY2" fmla="*/ 0 h 762000"/>
              <a:gd name="connisteX3" fmla="*/ 25400 w 25400"/>
              <a:gd name="connsiteY3" fmla="*/ 12700 h 762000"/>
              <a:gd name="connisteX4" fmla="*/ 25400 w 25400"/>
              <a:gd name="connsiteY4" fmla="*/ 749300 h 762000"/>
              <a:gd name="connisteX5" fmla="*/ 12700 w 25400"/>
              <a:gd name="connsiteY5" fmla="*/ 762000 h 762000"/>
              <a:gd name="connisteX6" fmla="*/ 12700 w 25400"/>
              <a:gd name="connsiteY6" fmla="*/ 762000 h 762000"/>
              <a:gd name="connisteX7" fmla="*/ 0 w 25400"/>
              <a:gd name="connsiteY7" fmla="*/ 749300 h 762000"/>
              <a:gd name="connisteX8" fmla="*/ 0 w 25400"/>
              <a:gd name="connsiteY8" fmla="*/ 12700 h 762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25400" h="762000">
                <a:moveTo>
                  <a:pt x="0" y="12700"/>
                </a:moveTo>
                <a:cubicBezTo>
                  <a:pt x="0" y="5686"/>
                  <a:pt x="5686" y="0"/>
                  <a:pt x="12700" y="0"/>
                </a:cubicBezTo>
                <a:lnTo>
                  <a:pt x="12700" y="0"/>
                </a:lnTo>
                <a:cubicBezTo>
                  <a:pt x="19714" y="0"/>
                  <a:pt x="25400" y="5686"/>
                  <a:pt x="25400" y="12700"/>
                </a:cubicBezTo>
                <a:lnTo>
                  <a:pt x="25400" y="749300"/>
                </a:lnTo>
                <a:cubicBezTo>
                  <a:pt x="25400" y="756314"/>
                  <a:pt x="19714" y="762000"/>
                  <a:pt x="12700" y="762000"/>
                </a:cubicBezTo>
                <a:lnTo>
                  <a:pt x="12700" y="762000"/>
                </a:lnTo>
                <a:cubicBezTo>
                  <a:pt x="5686" y="762000"/>
                  <a:pt x="0" y="756314"/>
                  <a:pt x="0" y="749300"/>
                </a:cubicBezTo>
                <a:lnTo>
                  <a:pt x="0" y="12700"/>
                </a:lnTo>
                <a:close/>
              </a:path>
            </a:pathLst>
          </a:custGeom>
          <a:solidFill>
            <a:schemeClr val="accent1">
              <a:alpha val="50000"/>
            </a:schemeClr>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21" name="Text Placeholder 20"/>
          <p:cNvSpPr>
            <a:spLocks noGrp="1"/>
          </p:cNvSpPr>
          <p:nvPr>
            <p:ph type="body" idx="51577089" hasCustomPrompt="1"/>
            <p:custDataLst>
              <p:tags r:id="rId14"/>
            </p:custDataLst>
          </p:nvPr>
        </p:nvSpPr>
        <p:spPr>
          <a:xfrm>
            <a:off x="5080000" y="3810000"/>
            <a:ext cx="2324100" cy="914400"/>
          </a:xfrm>
          <a:noFill/>
        </p:spPr>
        <p:txBody>
          <a:bodyPr lIns="0" tIns="0" rIns="0" bIns="0" anchor="ctr">
            <a:normAutofit/>
          </a:bodyPr>
          <a:lstStyle>
            <a:lvl1pPr marL="0" indent="0" algn="l">
              <a:lnSpc>
                <a:spcPct val="118000"/>
              </a:lnSpc>
              <a:spcBef>
                <a:spcPct val="0"/>
              </a:spcBef>
              <a:spcAft>
                <a:spcPct val="0"/>
              </a:spcAft>
              <a:buNone/>
              <a:defRPr sz="2400" b="0" spc="0">
                <a:solidFill>
                  <a:schemeClr val="tx1"/>
                </a:solidFill>
                <a:latin typeface="华文中宋" panose="02010600040101010101" charset="-122"/>
                <a:ea typeface="华文中宋" panose="02010600040101010101" charset="-122"/>
              </a:defRPr>
            </a:lvl1pPr>
          </a:lstStyle>
          <a:p>
            <a:pPr lvl="0"/>
            <a:r>
              <a:rPr lang="zh-CN" altLang="en-US"/>
              <a:t>单击此处添加项标题</a:t>
            </a:r>
          </a:p>
        </p:txBody>
      </p:sp>
      <p:sp>
        <p:nvSpPr>
          <p:cNvPr id="22" name="Text Placeholder 21"/>
          <p:cNvSpPr>
            <a:spLocks noGrp="1"/>
          </p:cNvSpPr>
          <p:nvPr>
            <p:ph type="body" idx="320080385" hasCustomPrompt="1"/>
            <p:custDataLst>
              <p:tags r:id="rId15"/>
            </p:custDataLst>
          </p:nvPr>
        </p:nvSpPr>
        <p:spPr>
          <a:xfrm>
            <a:off x="7994650" y="3962400"/>
            <a:ext cx="596900" cy="508000"/>
          </a:xfrm>
          <a:noFill/>
        </p:spPr>
        <p:txBody>
          <a:bodyPr wrap="none" lIns="0" tIns="0" rIns="0" bIns="0" anchor="ctr">
            <a:noAutofit/>
          </a:bodyPr>
          <a:lstStyle>
            <a:lvl1pPr marL="0" indent="0" algn="ctr">
              <a:lnSpc>
                <a:spcPct val="109000"/>
              </a:lnSpc>
              <a:spcBef>
                <a:spcPct val="0"/>
              </a:spcBef>
              <a:spcAft>
                <a:spcPct val="0"/>
              </a:spcAft>
              <a:buNone/>
              <a:defRPr sz="4000" b="0" spc="0">
                <a:solidFill>
                  <a:schemeClr val="accent1"/>
                </a:solidFill>
              </a:defRPr>
            </a:lvl1pPr>
          </a:lstStyle>
          <a:p>
            <a:pPr lvl="0"/>
            <a:r>
              <a:rPr lang="zh-CN" altLang="en-US"/>
              <a:t>04</a:t>
            </a:r>
          </a:p>
        </p:txBody>
      </p:sp>
      <p:sp>
        <p:nvSpPr>
          <p:cNvPr id="23" name="装饰  2"/>
          <p:cNvSpPr>
            <a:spLocks noGrp="1"/>
          </p:cNvSpPr>
          <p:nvPr>
            <p:ph type="body" idx="320080130" hasCustomPrompt="1"/>
            <p:custDataLst>
              <p:tags r:id="rId16"/>
            </p:custDataLst>
          </p:nvPr>
        </p:nvSpPr>
        <p:spPr>
          <a:xfrm>
            <a:off x="8775700" y="3886200"/>
            <a:ext cx="25400" cy="762000"/>
          </a:xfrm>
          <a:custGeom>
            <a:avLst/>
            <a:gdLst>
              <a:gd name="connisteX0" fmla="*/ 0 w 25400"/>
              <a:gd name="connsiteY0" fmla="*/ 12700 h 762000"/>
              <a:gd name="connisteX1" fmla="*/ 12700 w 25400"/>
              <a:gd name="connsiteY1" fmla="*/ 0 h 762000"/>
              <a:gd name="connisteX2" fmla="*/ 12700 w 25400"/>
              <a:gd name="connsiteY2" fmla="*/ 0 h 762000"/>
              <a:gd name="connisteX3" fmla="*/ 25400 w 25400"/>
              <a:gd name="connsiteY3" fmla="*/ 12700 h 762000"/>
              <a:gd name="connisteX4" fmla="*/ 25400 w 25400"/>
              <a:gd name="connsiteY4" fmla="*/ 749300 h 762000"/>
              <a:gd name="connisteX5" fmla="*/ 12700 w 25400"/>
              <a:gd name="connsiteY5" fmla="*/ 762000 h 762000"/>
              <a:gd name="connisteX6" fmla="*/ 12700 w 25400"/>
              <a:gd name="connsiteY6" fmla="*/ 762000 h 762000"/>
              <a:gd name="connisteX7" fmla="*/ 0 w 25400"/>
              <a:gd name="connsiteY7" fmla="*/ 749300 h 762000"/>
              <a:gd name="connisteX8" fmla="*/ 0 w 25400"/>
              <a:gd name="connsiteY8" fmla="*/ 12700 h 762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25400" h="762000">
                <a:moveTo>
                  <a:pt x="0" y="12700"/>
                </a:moveTo>
                <a:cubicBezTo>
                  <a:pt x="0" y="5686"/>
                  <a:pt x="5686" y="0"/>
                  <a:pt x="12700" y="0"/>
                </a:cubicBezTo>
                <a:lnTo>
                  <a:pt x="12700" y="0"/>
                </a:lnTo>
                <a:cubicBezTo>
                  <a:pt x="19714" y="0"/>
                  <a:pt x="25400" y="5686"/>
                  <a:pt x="25400" y="12700"/>
                </a:cubicBezTo>
                <a:lnTo>
                  <a:pt x="25400" y="749300"/>
                </a:lnTo>
                <a:cubicBezTo>
                  <a:pt x="25400" y="756314"/>
                  <a:pt x="19714" y="762000"/>
                  <a:pt x="12700" y="762000"/>
                </a:cubicBezTo>
                <a:lnTo>
                  <a:pt x="12700" y="762000"/>
                </a:lnTo>
                <a:cubicBezTo>
                  <a:pt x="5686" y="762000"/>
                  <a:pt x="0" y="756314"/>
                  <a:pt x="0" y="749300"/>
                </a:cubicBezTo>
                <a:lnTo>
                  <a:pt x="0" y="12700"/>
                </a:lnTo>
                <a:close/>
              </a:path>
            </a:pathLst>
          </a:custGeom>
          <a:solidFill>
            <a:schemeClr val="accent1">
              <a:alpha val="50000"/>
            </a:schemeClr>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24" name="Text Placeholder 23"/>
          <p:cNvSpPr>
            <a:spLocks noGrp="1"/>
          </p:cNvSpPr>
          <p:nvPr>
            <p:ph type="body" idx="51642625" hasCustomPrompt="1"/>
            <p:custDataLst>
              <p:tags r:id="rId17"/>
            </p:custDataLst>
          </p:nvPr>
        </p:nvSpPr>
        <p:spPr>
          <a:xfrm>
            <a:off x="9004300" y="3810000"/>
            <a:ext cx="2324100" cy="914400"/>
          </a:xfrm>
          <a:noFill/>
        </p:spPr>
        <p:txBody>
          <a:bodyPr lIns="0" tIns="0" rIns="0" bIns="0" anchor="ctr">
            <a:normAutofit/>
          </a:bodyPr>
          <a:lstStyle>
            <a:lvl1pPr marL="0" indent="0" algn="l">
              <a:lnSpc>
                <a:spcPct val="118000"/>
              </a:lnSpc>
              <a:spcBef>
                <a:spcPct val="0"/>
              </a:spcBef>
              <a:spcAft>
                <a:spcPct val="0"/>
              </a:spcAft>
              <a:buNone/>
              <a:defRPr sz="2400" b="0" spc="0">
                <a:solidFill>
                  <a:schemeClr val="tx1"/>
                </a:solidFill>
                <a:latin typeface="华文中宋" panose="02010600040101010101" charset="-122"/>
                <a:ea typeface="华文中宋" panose="02010600040101010101" charset="-122"/>
              </a:defRPr>
            </a:lvl1pPr>
          </a:lstStyle>
          <a:p>
            <a:pPr lvl="0"/>
            <a:r>
              <a:rPr lang="zh-CN" altLang="en-US"/>
              <a:t>单击此处添加项标题</a:t>
            </a:r>
          </a:p>
        </p:txBody>
      </p:sp>
    </p:spTree>
    <p:extLst>
      <p:ext uri="{BB962C8B-B14F-4D97-AF65-F5344CB8AC3E}">
        <p14:creationId xmlns:p14="http://schemas.microsoft.com/office/powerpoint/2010/main" val="2526315053"/>
      </p:ext>
    </p:extLst>
  </p:cSld>
  <p:clrMapOvr>
    <a:overrideClrMapping bg1="lt1" tx1="dk1" bg2="lt2" tx2="dk2" accent1="accent1" accent2="accent2" accent3="accent3" accent4="accent4" accent5="accent5" accent6="accent6" hlink="hlink" folHlink="folHlink"/>
  </p:clrMapOvr>
  <p:hf sldNum="0" hdr="0" ftr="0" dt="0"/>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正文页-上标下内-装饰无-默认位置-并列-3_34_group1">
    <p:bg>
      <p:bgRef idx="1001">
        <a:schemeClr val="bg2"/>
      </p:bgRef>
    </p:bg>
    <p:spTree>
      <p:nvGrpSpPr>
        <p:cNvPr id="1" name=""/>
        <p:cNvGrpSpPr/>
        <p:nvPr/>
      </p:nvGrpSpPr>
      <p:grpSpPr>
        <a:xfrm>
          <a:off x="0" y="0"/>
          <a:ext cx="0" cy="0"/>
          <a:chOff x="0" y="0"/>
          <a:chExt cx="0" cy="0"/>
        </a:xfrm>
      </p:grpSpPr>
      <p:sp>
        <p:nvSpPr>
          <p:cNvPr id="6" name="标题 5"/>
          <p:cNvSpPr>
            <a:spLocks noGrp="1"/>
          </p:cNvSpPr>
          <p:nvPr>
            <p:ph type="ctrTitle" idx="16385" hasCustomPrompt="1"/>
            <p:custDataLst>
              <p:tags r:id="rId1"/>
            </p:custDataLst>
          </p:nvPr>
        </p:nvSpPr>
        <p:spPr>
          <a:xfrm>
            <a:off x="609600" y="533400"/>
            <a:ext cx="10972800" cy="609600"/>
          </a:xfr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r>
              <a:rPr lang="zh-CN" altLang="en-US"/>
              <a:t>单击此处添加标题</a:t>
            </a:r>
          </a:p>
        </p:txBody>
      </p:sp>
      <p:sp>
        <p:nvSpPr>
          <p:cNvPr id="7" name="装饰  6"/>
          <p:cNvSpPr>
            <a:spLocks noGrp="1"/>
          </p:cNvSpPr>
          <p:nvPr>
            <p:ph type="body" idx="16395" hasCustomPrompt="1"/>
            <p:custDataLst>
              <p:tags r:id="rId2"/>
            </p:custDataLst>
          </p:nvPr>
        </p:nvSpPr>
        <p:spPr>
          <a:xfrm>
            <a:off x="609600" y="1930400"/>
            <a:ext cx="914400" cy="914400"/>
          </a:xfrm>
          <a:custGeom>
            <a:avLst/>
            <a:gdLst>
              <a:gd name="connisteX0" fmla="*/ 0 w 914400"/>
              <a:gd name="connsiteY0" fmla="*/ 457200 h 914400"/>
              <a:gd name="connisteX1" fmla="*/ 457200 w 914400"/>
              <a:gd name="connsiteY1" fmla="*/ 0 h 914400"/>
              <a:gd name="connisteX2" fmla="*/ 457200 w 914400"/>
              <a:gd name="connsiteY2" fmla="*/ 0 h 914400"/>
              <a:gd name="connisteX3" fmla="*/ 914400 w 914400"/>
              <a:gd name="connsiteY3" fmla="*/ 457200 h 914400"/>
              <a:gd name="connisteX4" fmla="*/ 914400 w 914400"/>
              <a:gd name="connsiteY4" fmla="*/ 457200 h 914400"/>
              <a:gd name="connisteX5" fmla="*/ 457200 w 914400"/>
              <a:gd name="connsiteY5" fmla="*/ 914400 h 914400"/>
              <a:gd name="connisteX6" fmla="*/ 457200 w 914400"/>
              <a:gd name="connsiteY6" fmla="*/ 914400 h 914400"/>
              <a:gd name="connisteX7" fmla="*/ 0 w 914400"/>
              <a:gd name="connsiteY7" fmla="*/ 457200 h 914400"/>
              <a:gd name="connisteX8" fmla="*/ 0 w 914400"/>
              <a:gd name="connsiteY8" fmla="*/ 457200 h 914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914400" h="914400">
                <a:moveTo>
                  <a:pt x="0" y="457200"/>
                </a:moveTo>
                <a:cubicBezTo>
                  <a:pt x="0" y="204695"/>
                  <a:pt x="204695" y="0"/>
                  <a:pt x="457200" y="0"/>
                </a:cubicBezTo>
                <a:lnTo>
                  <a:pt x="457200" y="0"/>
                </a:lnTo>
                <a:cubicBezTo>
                  <a:pt x="709705" y="0"/>
                  <a:pt x="914400" y="204695"/>
                  <a:pt x="914400" y="457200"/>
                </a:cubicBezTo>
                <a:lnTo>
                  <a:pt x="914400" y="457200"/>
                </a:lnTo>
                <a:cubicBezTo>
                  <a:pt x="914400" y="709705"/>
                  <a:pt x="709705" y="914400"/>
                  <a:pt x="457200" y="914400"/>
                </a:cubicBezTo>
                <a:lnTo>
                  <a:pt x="457200" y="914400"/>
                </a:lnTo>
                <a:cubicBezTo>
                  <a:pt x="204695" y="914400"/>
                  <a:pt x="0" y="709705"/>
                  <a:pt x="0" y="457200"/>
                </a:cubicBezTo>
                <a:lnTo>
                  <a:pt x="0" y="4572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8" name="图片占位符 7"/>
          <p:cNvSpPr>
            <a:spLocks noGrp="1"/>
          </p:cNvSpPr>
          <p:nvPr>
            <p:ph type="pic" idx="16394" hasCustomPrompt="1"/>
            <p:custDataLst>
              <p:tags r:id="rId3"/>
            </p:custDataLst>
          </p:nvPr>
        </p:nvSpPr>
        <p:spPr>
          <a:xfrm>
            <a:off x="822960" y="2143760"/>
            <a:ext cx="487680" cy="487680"/>
          </a:xfrm>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p>
        </p:txBody>
      </p:sp>
      <p:sp>
        <p:nvSpPr>
          <p:cNvPr id="9" name="文本占位符 8"/>
          <p:cNvSpPr>
            <a:spLocks noGrp="1"/>
          </p:cNvSpPr>
          <p:nvPr>
            <p:ph type="body" idx="16386" hasCustomPrompt="1"/>
            <p:custDataLst>
              <p:tags r:id="rId4"/>
            </p:custDataLst>
          </p:nvPr>
        </p:nvSpPr>
        <p:spPr>
          <a:xfrm>
            <a:off x="1778000" y="1930400"/>
            <a:ext cx="40894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10" name="文本占位符 9"/>
          <p:cNvSpPr>
            <a:spLocks noGrp="1"/>
          </p:cNvSpPr>
          <p:nvPr>
            <p:ph type="body" idx="16387" hasCustomPrompt="1"/>
            <p:custDataLst>
              <p:tags r:id="rId5"/>
            </p:custDataLst>
          </p:nvPr>
        </p:nvSpPr>
        <p:spPr>
          <a:xfrm>
            <a:off x="1778000" y="2438400"/>
            <a:ext cx="4089400" cy="12192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
        <p:nvSpPr>
          <p:cNvPr id="11" name="装饰  0"/>
          <p:cNvSpPr>
            <a:spLocks noGrp="1"/>
          </p:cNvSpPr>
          <p:nvPr>
            <p:ph type="body" idx="16397" hasCustomPrompt="1"/>
            <p:custDataLst>
              <p:tags r:id="rId6"/>
            </p:custDataLst>
          </p:nvPr>
        </p:nvSpPr>
        <p:spPr>
          <a:xfrm>
            <a:off x="6324600" y="1930400"/>
            <a:ext cx="914400" cy="914400"/>
          </a:xfrm>
          <a:custGeom>
            <a:avLst/>
            <a:gdLst>
              <a:gd name="connisteX0" fmla="*/ 0 w 914400"/>
              <a:gd name="connsiteY0" fmla="*/ 457200 h 914400"/>
              <a:gd name="connisteX1" fmla="*/ 457200 w 914400"/>
              <a:gd name="connsiteY1" fmla="*/ 0 h 914400"/>
              <a:gd name="connisteX2" fmla="*/ 457200 w 914400"/>
              <a:gd name="connsiteY2" fmla="*/ 0 h 914400"/>
              <a:gd name="connisteX3" fmla="*/ 914400 w 914400"/>
              <a:gd name="connsiteY3" fmla="*/ 457200 h 914400"/>
              <a:gd name="connisteX4" fmla="*/ 914400 w 914400"/>
              <a:gd name="connsiteY4" fmla="*/ 457200 h 914400"/>
              <a:gd name="connisteX5" fmla="*/ 457200 w 914400"/>
              <a:gd name="connsiteY5" fmla="*/ 914400 h 914400"/>
              <a:gd name="connisteX6" fmla="*/ 457200 w 914400"/>
              <a:gd name="connsiteY6" fmla="*/ 914400 h 914400"/>
              <a:gd name="connisteX7" fmla="*/ 0 w 914400"/>
              <a:gd name="connsiteY7" fmla="*/ 457200 h 914400"/>
              <a:gd name="connisteX8" fmla="*/ 0 w 914400"/>
              <a:gd name="connsiteY8" fmla="*/ 457200 h 914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914400" h="914400">
                <a:moveTo>
                  <a:pt x="0" y="457200"/>
                </a:moveTo>
                <a:cubicBezTo>
                  <a:pt x="0" y="204695"/>
                  <a:pt x="204695" y="0"/>
                  <a:pt x="457200" y="0"/>
                </a:cubicBezTo>
                <a:lnTo>
                  <a:pt x="457200" y="0"/>
                </a:lnTo>
                <a:cubicBezTo>
                  <a:pt x="709705" y="0"/>
                  <a:pt x="914400" y="204695"/>
                  <a:pt x="914400" y="457200"/>
                </a:cubicBezTo>
                <a:lnTo>
                  <a:pt x="914400" y="457200"/>
                </a:lnTo>
                <a:cubicBezTo>
                  <a:pt x="914400" y="709705"/>
                  <a:pt x="709705" y="914400"/>
                  <a:pt x="457200" y="914400"/>
                </a:cubicBezTo>
                <a:lnTo>
                  <a:pt x="457200" y="914400"/>
                </a:lnTo>
                <a:cubicBezTo>
                  <a:pt x="204695" y="914400"/>
                  <a:pt x="0" y="709705"/>
                  <a:pt x="0" y="457200"/>
                </a:cubicBezTo>
                <a:lnTo>
                  <a:pt x="0" y="4572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12" name="图片占位符 11"/>
          <p:cNvSpPr>
            <a:spLocks noGrp="1"/>
          </p:cNvSpPr>
          <p:nvPr>
            <p:ph type="pic" idx="16396" hasCustomPrompt="1"/>
            <p:custDataLst>
              <p:tags r:id="rId7"/>
            </p:custDataLst>
          </p:nvPr>
        </p:nvSpPr>
        <p:spPr>
          <a:xfrm>
            <a:off x="6537960" y="2143760"/>
            <a:ext cx="487680" cy="487680"/>
          </a:xfrm>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p>
        </p:txBody>
      </p:sp>
      <p:sp>
        <p:nvSpPr>
          <p:cNvPr id="13" name="文本占位符 12"/>
          <p:cNvSpPr>
            <a:spLocks noGrp="1"/>
          </p:cNvSpPr>
          <p:nvPr>
            <p:ph type="body" idx="16388" hasCustomPrompt="1"/>
            <p:custDataLst>
              <p:tags r:id="rId8"/>
            </p:custDataLst>
          </p:nvPr>
        </p:nvSpPr>
        <p:spPr>
          <a:xfrm>
            <a:off x="7493000" y="1930400"/>
            <a:ext cx="40894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14" name="文本占位符 13"/>
          <p:cNvSpPr>
            <a:spLocks noGrp="1"/>
          </p:cNvSpPr>
          <p:nvPr>
            <p:ph type="body" idx="16389" hasCustomPrompt="1"/>
            <p:custDataLst>
              <p:tags r:id="rId9"/>
            </p:custDataLst>
          </p:nvPr>
        </p:nvSpPr>
        <p:spPr>
          <a:xfrm>
            <a:off x="7493000" y="2438400"/>
            <a:ext cx="4089400" cy="12192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
        <p:nvSpPr>
          <p:cNvPr id="15" name="装饰  4"/>
          <p:cNvSpPr>
            <a:spLocks noGrp="1"/>
          </p:cNvSpPr>
          <p:nvPr>
            <p:ph type="body" idx="16399" hasCustomPrompt="1"/>
            <p:custDataLst>
              <p:tags r:id="rId10"/>
            </p:custDataLst>
          </p:nvPr>
        </p:nvSpPr>
        <p:spPr>
          <a:xfrm>
            <a:off x="609600" y="4114800"/>
            <a:ext cx="914400" cy="914400"/>
          </a:xfrm>
          <a:custGeom>
            <a:avLst/>
            <a:gdLst>
              <a:gd name="connisteX0" fmla="*/ 0 w 914400"/>
              <a:gd name="connsiteY0" fmla="*/ 457200 h 914400"/>
              <a:gd name="connisteX1" fmla="*/ 457200 w 914400"/>
              <a:gd name="connsiteY1" fmla="*/ 0 h 914400"/>
              <a:gd name="connisteX2" fmla="*/ 457200 w 914400"/>
              <a:gd name="connsiteY2" fmla="*/ 0 h 914400"/>
              <a:gd name="connisteX3" fmla="*/ 914400 w 914400"/>
              <a:gd name="connsiteY3" fmla="*/ 457200 h 914400"/>
              <a:gd name="connisteX4" fmla="*/ 914400 w 914400"/>
              <a:gd name="connsiteY4" fmla="*/ 457200 h 914400"/>
              <a:gd name="connisteX5" fmla="*/ 457200 w 914400"/>
              <a:gd name="connsiteY5" fmla="*/ 914400 h 914400"/>
              <a:gd name="connisteX6" fmla="*/ 457200 w 914400"/>
              <a:gd name="connsiteY6" fmla="*/ 914400 h 914400"/>
              <a:gd name="connisteX7" fmla="*/ 0 w 914400"/>
              <a:gd name="connsiteY7" fmla="*/ 457200 h 914400"/>
              <a:gd name="connisteX8" fmla="*/ 0 w 914400"/>
              <a:gd name="connsiteY8" fmla="*/ 457200 h 914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914400" h="914400">
                <a:moveTo>
                  <a:pt x="0" y="457200"/>
                </a:moveTo>
                <a:cubicBezTo>
                  <a:pt x="0" y="204695"/>
                  <a:pt x="204695" y="0"/>
                  <a:pt x="457200" y="0"/>
                </a:cubicBezTo>
                <a:lnTo>
                  <a:pt x="457200" y="0"/>
                </a:lnTo>
                <a:cubicBezTo>
                  <a:pt x="709705" y="0"/>
                  <a:pt x="914400" y="204695"/>
                  <a:pt x="914400" y="457200"/>
                </a:cubicBezTo>
                <a:lnTo>
                  <a:pt x="914400" y="457200"/>
                </a:lnTo>
                <a:cubicBezTo>
                  <a:pt x="914400" y="709705"/>
                  <a:pt x="709705" y="914400"/>
                  <a:pt x="457200" y="914400"/>
                </a:cubicBezTo>
                <a:lnTo>
                  <a:pt x="457200" y="914400"/>
                </a:lnTo>
                <a:cubicBezTo>
                  <a:pt x="204695" y="914400"/>
                  <a:pt x="0" y="709705"/>
                  <a:pt x="0" y="457200"/>
                </a:cubicBezTo>
                <a:lnTo>
                  <a:pt x="0" y="4572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16" name="图片占位符 15"/>
          <p:cNvSpPr>
            <a:spLocks noGrp="1"/>
          </p:cNvSpPr>
          <p:nvPr>
            <p:ph type="pic" idx="16398" hasCustomPrompt="1"/>
            <p:custDataLst>
              <p:tags r:id="rId11"/>
            </p:custDataLst>
          </p:nvPr>
        </p:nvSpPr>
        <p:spPr>
          <a:xfrm>
            <a:off x="822960" y="4328160"/>
            <a:ext cx="487680" cy="487680"/>
          </a:xfrm>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p>
        </p:txBody>
      </p:sp>
      <p:sp>
        <p:nvSpPr>
          <p:cNvPr id="17" name="文本占位符 16"/>
          <p:cNvSpPr>
            <a:spLocks noGrp="1"/>
          </p:cNvSpPr>
          <p:nvPr>
            <p:ph type="body" idx="16390" hasCustomPrompt="1"/>
            <p:custDataLst>
              <p:tags r:id="rId12"/>
            </p:custDataLst>
          </p:nvPr>
        </p:nvSpPr>
        <p:spPr>
          <a:xfrm>
            <a:off x="1778000" y="4114800"/>
            <a:ext cx="40894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18" name="文本占位符 17"/>
          <p:cNvSpPr>
            <a:spLocks noGrp="1"/>
          </p:cNvSpPr>
          <p:nvPr>
            <p:ph type="body" idx="16391" hasCustomPrompt="1"/>
            <p:custDataLst>
              <p:tags r:id="rId13"/>
            </p:custDataLst>
          </p:nvPr>
        </p:nvSpPr>
        <p:spPr>
          <a:xfrm>
            <a:off x="1778000" y="4622800"/>
            <a:ext cx="4089400" cy="12192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
        <p:nvSpPr>
          <p:cNvPr id="19" name="装饰  8"/>
          <p:cNvSpPr>
            <a:spLocks noGrp="1"/>
          </p:cNvSpPr>
          <p:nvPr>
            <p:ph type="body" idx="16401" hasCustomPrompt="1"/>
            <p:custDataLst>
              <p:tags r:id="rId14"/>
            </p:custDataLst>
          </p:nvPr>
        </p:nvSpPr>
        <p:spPr>
          <a:xfrm>
            <a:off x="6324600" y="4114800"/>
            <a:ext cx="914400" cy="914400"/>
          </a:xfrm>
          <a:custGeom>
            <a:avLst/>
            <a:gdLst>
              <a:gd name="connisteX0" fmla="*/ 0 w 914400"/>
              <a:gd name="connsiteY0" fmla="*/ 457200 h 914400"/>
              <a:gd name="connisteX1" fmla="*/ 457200 w 914400"/>
              <a:gd name="connsiteY1" fmla="*/ 0 h 914400"/>
              <a:gd name="connisteX2" fmla="*/ 457200 w 914400"/>
              <a:gd name="connsiteY2" fmla="*/ 0 h 914400"/>
              <a:gd name="connisteX3" fmla="*/ 914400 w 914400"/>
              <a:gd name="connsiteY3" fmla="*/ 457200 h 914400"/>
              <a:gd name="connisteX4" fmla="*/ 914400 w 914400"/>
              <a:gd name="connsiteY4" fmla="*/ 457200 h 914400"/>
              <a:gd name="connisteX5" fmla="*/ 457200 w 914400"/>
              <a:gd name="connsiteY5" fmla="*/ 914400 h 914400"/>
              <a:gd name="connisteX6" fmla="*/ 457200 w 914400"/>
              <a:gd name="connsiteY6" fmla="*/ 914400 h 914400"/>
              <a:gd name="connisteX7" fmla="*/ 0 w 914400"/>
              <a:gd name="connsiteY7" fmla="*/ 457200 h 914400"/>
              <a:gd name="connisteX8" fmla="*/ 0 w 914400"/>
              <a:gd name="connsiteY8" fmla="*/ 457200 h 914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914400" h="914400">
                <a:moveTo>
                  <a:pt x="0" y="457200"/>
                </a:moveTo>
                <a:cubicBezTo>
                  <a:pt x="0" y="204695"/>
                  <a:pt x="204695" y="0"/>
                  <a:pt x="457200" y="0"/>
                </a:cubicBezTo>
                <a:lnTo>
                  <a:pt x="457200" y="0"/>
                </a:lnTo>
                <a:cubicBezTo>
                  <a:pt x="709705" y="0"/>
                  <a:pt x="914400" y="204695"/>
                  <a:pt x="914400" y="457200"/>
                </a:cubicBezTo>
                <a:lnTo>
                  <a:pt x="914400" y="457200"/>
                </a:lnTo>
                <a:cubicBezTo>
                  <a:pt x="914400" y="709705"/>
                  <a:pt x="709705" y="914400"/>
                  <a:pt x="457200" y="914400"/>
                </a:cubicBezTo>
                <a:lnTo>
                  <a:pt x="457200" y="914400"/>
                </a:lnTo>
                <a:cubicBezTo>
                  <a:pt x="204695" y="914400"/>
                  <a:pt x="0" y="709705"/>
                  <a:pt x="0" y="457200"/>
                </a:cubicBezTo>
                <a:lnTo>
                  <a:pt x="0" y="4572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20" name="图片占位符 19"/>
          <p:cNvSpPr>
            <a:spLocks noGrp="1"/>
          </p:cNvSpPr>
          <p:nvPr>
            <p:ph type="pic" idx="16400" hasCustomPrompt="1"/>
            <p:custDataLst>
              <p:tags r:id="rId15"/>
            </p:custDataLst>
          </p:nvPr>
        </p:nvSpPr>
        <p:spPr>
          <a:xfrm>
            <a:off x="6537960" y="4328160"/>
            <a:ext cx="487680" cy="487680"/>
          </a:xfrm>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p>
        </p:txBody>
      </p:sp>
      <p:sp>
        <p:nvSpPr>
          <p:cNvPr id="21" name="文本占位符 20"/>
          <p:cNvSpPr>
            <a:spLocks noGrp="1"/>
          </p:cNvSpPr>
          <p:nvPr>
            <p:ph type="body" idx="16392" hasCustomPrompt="1"/>
            <p:custDataLst>
              <p:tags r:id="rId16"/>
            </p:custDataLst>
          </p:nvPr>
        </p:nvSpPr>
        <p:spPr>
          <a:xfrm>
            <a:off x="7493000" y="4114800"/>
            <a:ext cx="40894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22" name="文本占位符 21"/>
          <p:cNvSpPr>
            <a:spLocks noGrp="1"/>
          </p:cNvSpPr>
          <p:nvPr>
            <p:ph type="body" idx="16393" hasCustomPrompt="1"/>
            <p:custDataLst>
              <p:tags r:id="rId17"/>
            </p:custDataLst>
          </p:nvPr>
        </p:nvSpPr>
        <p:spPr>
          <a:xfrm>
            <a:off x="7493000" y="4622800"/>
            <a:ext cx="4089400" cy="12192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Tree>
    <p:extLst>
      <p:ext uri="{BB962C8B-B14F-4D97-AF65-F5344CB8AC3E}">
        <p14:creationId xmlns:p14="http://schemas.microsoft.com/office/powerpoint/2010/main" val="1397663251"/>
      </p:ext>
    </p:extLst>
  </p:cSld>
  <p:clrMapOvr>
    <a:overrideClrMapping bg1="lt1" tx1="dk1" bg2="lt2" tx2="dk2" accent1="accent1" accent2="accent2" accent3="accent3" accent4="accent4" accent5="accent5" accent6="accent6" hlink="hlink" folHlink="folHlink"/>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正文页-42_19">
    <p:bg>
      <p:bgRef idx="1001">
        <a:schemeClr val="bg2"/>
      </p:bgRef>
    </p:bg>
    <p:spTree>
      <p:nvGrpSpPr>
        <p:cNvPr id="1" name=""/>
        <p:cNvGrpSpPr/>
        <p:nvPr/>
      </p:nvGrpSpPr>
      <p:grpSpPr>
        <a:xfrm>
          <a:off x="0" y="0"/>
          <a:ext cx="0" cy="0"/>
          <a:chOff x="0" y="0"/>
          <a:chExt cx="0" cy="0"/>
        </a:xfrm>
      </p:grpSpPr>
      <p:sp>
        <p:nvSpPr>
          <p:cNvPr id="6" name="标题 5"/>
          <p:cNvSpPr>
            <a:spLocks noGrp="1"/>
          </p:cNvSpPr>
          <p:nvPr>
            <p:ph type="ctrTitle" idx="16385" hasCustomPrompt="1"/>
            <p:custDataLst>
              <p:tags r:id="rId1"/>
            </p:custDataLst>
          </p:nvPr>
        </p:nvSpPr>
        <p:spPr>
          <a:xfrm>
            <a:off x="609600" y="533400"/>
            <a:ext cx="10972800" cy="609600"/>
          </a:xfr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r>
              <a:rPr lang="zh-CN" altLang="en-US"/>
              <a:t>单击此处添加标题</a:t>
            </a:r>
          </a:p>
        </p:txBody>
      </p:sp>
      <p:sp>
        <p:nvSpPr>
          <p:cNvPr id="7" name="内容占位符 6"/>
          <p:cNvSpPr>
            <a:spLocks noGrp="1"/>
          </p:cNvSpPr>
          <p:nvPr>
            <p:ph idx="16390" hasCustomPrompt="1"/>
            <p:custDataLst>
              <p:tags r:id="rId2"/>
            </p:custDataLst>
          </p:nvPr>
        </p:nvSpPr>
        <p:spPr>
          <a:xfrm>
            <a:off x="609600" y="1524000"/>
            <a:ext cx="10972800" cy="3454400"/>
          </a:xfrm>
          <a:custGeom>
            <a:avLst/>
            <a:gdLst>
              <a:gd name="connisteX0" fmla="*/ 0 w 10972800"/>
              <a:gd name="connsiteY0" fmla="*/ 203200 h 3454400"/>
              <a:gd name="connisteX1" fmla="*/ 203200 w 10972800"/>
              <a:gd name="connsiteY1" fmla="*/ 0 h 3454400"/>
              <a:gd name="connisteX2" fmla="*/ 10769600 w 10972800"/>
              <a:gd name="connsiteY2" fmla="*/ 0 h 3454400"/>
              <a:gd name="connisteX3" fmla="*/ 10972800 w 10972800"/>
              <a:gd name="connsiteY3" fmla="*/ 203200 h 3454400"/>
              <a:gd name="connisteX4" fmla="*/ 10972800 w 10972800"/>
              <a:gd name="connsiteY4" fmla="*/ 3251200 h 3454400"/>
              <a:gd name="connisteX5" fmla="*/ 10769600 w 10972800"/>
              <a:gd name="connsiteY5" fmla="*/ 3454400 h 3454400"/>
              <a:gd name="connisteX6" fmla="*/ 203200 w 10972800"/>
              <a:gd name="connsiteY6" fmla="*/ 3454400 h 3454400"/>
              <a:gd name="connisteX7" fmla="*/ 0 w 10972800"/>
              <a:gd name="connsiteY7" fmla="*/ 3251200 h 3454400"/>
              <a:gd name="connisteX8" fmla="*/ 0 w 10972800"/>
              <a:gd name="connsiteY8" fmla="*/ 203200 h 3454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10972800" h="3454400">
                <a:moveTo>
                  <a:pt x="0" y="203200"/>
                </a:moveTo>
                <a:cubicBezTo>
                  <a:pt x="0" y="90976"/>
                  <a:pt x="90976" y="0"/>
                  <a:pt x="203200" y="0"/>
                </a:cubicBezTo>
                <a:lnTo>
                  <a:pt x="10769600" y="0"/>
                </a:lnTo>
                <a:cubicBezTo>
                  <a:pt x="10881824" y="0"/>
                  <a:pt x="10972800" y="90976"/>
                  <a:pt x="10972800" y="203200"/>
                </a:cubicBezTo>
                <a:lnTo>
                  <a:pt x="10972800" y="3251200"/>
                </a:lnTo>
                <a:cubicBezTo>
                  <a:pt x="10972800" y="3363424"/>
                  <a:pt x="10881824" y="3454400"/>
                  <a:pt x="10769600" y="3454400"/>
                </a:cubicBezTo>
                <a:lnTo>
                  <a:pt x="203200" y="3454400"/>
                </a:lnTo>
                <a:cubicBezTo>
                  <a:pt x="90976" y="3454400"/>
                  <a:pt x="0" y="3363424"/>
                  <a:pt x="0" y="3251200"/>
                </a:cubicBezTo>
                <a:lnTo>
                  <a:pt x="0" y="203200"/>
                </a:lnTo>
                <a:close/>
              </a:path>
            </a:pathLst>
          </a:custGeom>
          <a:solidFill>
            <a:srgbClr val="DDDDDD"/>
          </a:solidFill>
          <a:ln>
            <a:noFill/>
          </a:ln>
        </p:spPr>
        <p:txBody>
          <a:bodyPr>
            <a:norm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8" name="装饰  7"/>
          <p:cNvSpPr>
            <a:spLocks noGrp="1"/>
          </p:cNvSpPr>
          <p:nvPr>
            <p:ph type="body" idx="16391" hasCustomPrompt="1"/>
            <p:custDataLst>
              <p:tags r:id="rId3"/>
            </p:custDataLst>
          </p:nvPr>
        </p:nvSpPr>
        <p:spPr>
          <a:xfrm>
            <a:off x="609600" y="5943600"/>
            <a:ext cx="50800" cy="304800"/>
          </a:xfrm>
          <a:custGeom>
            <a:avLst/>
            <a:gdLst>
              <a:gd name="connisteX0" fmla="*/ 0 w 50800"/>
              <a:gd name="connsiteY0" fmla="*/ 25400 h 304800"/>
              <a:gd name="connisteX1" fmla="*/ 25400 w 50800"/>
              <a:gd name="connsiteY1" fmla="*/ 0 h 304800"/>
              <a:gd name="connisteX2" fmla="*/ 25400 w 50800"/>
              <a:gd name="connsiteY2" fmla="*/ 0 h 304800"/>
              <a:gd name="connisteX3" fmla="*/ 50800 w 50800"/>
              <a:gd name="connsiteY3" fmla="*/ 25400 h 304800"/>
              <a:gd name="connisteX4" fmla="*/ 50800 w 50800"/>
              <a:gd name="connsiteY4" fmla="*/ 279400 h 304800"/>
              <a:gd name="connisteX5" fmla="*/ 25400 w 50800"/>
              <a:gd name="connsiteY5" fmla="*/ 304800 h 304800"/>
              <a:gd name="connisteX6" fmla="*/ 25400 w 50800"/>
              <a:gd name="connsiteY6" fmla="*/ 304800 h 304800"/>
              <a:gd name="connisteX7" fmla="*/ 0 w 50800"/>
              <a:gd name="connsiteY7" fmla="*/ 279400 h 304800"/>
              <a:gd name="connisteX8" fmla="*/ 0 w 50800"/>
              <a:gd name="connsiteY8" fmla="*/ 25400 h 304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50800" h="304800">
                <a:moveTo>
                  <a:pt x="0" y="25400"/>
                </a:moveTo>
                <a:cubicBezTo>
                  <a:pt x="0" y="11372"/>
                  <a:pt x="11372" y="0"/>
                  <a:pt x="25400" y="0"/>
                </a:cubicBezTo>
                <a:lnTo>
                  <a:pt x="25400" y="0"/>
                </a:lnTo>
                <a:cubicBezTo>
                  <a:pt x="39428" y="0"/>
                  <a:pt x="50800" y="11372"/>
                  <a:pt x="50800" y="25400"/>
                </a:cubicBezTo>
                <a:lnTo>
                  <a:pt x="50800" y="279400"/>
                </a:lnTo>
                <a:cubicBezTo>
                  <a:pt x="50800" y="293428"/>
                  <a:pt x="39428" y="304800"/>
                  <a:pt x="25400" y="304800"/>
                </a:cubicBezTo>
                <a:lnTo>
                  <a:pt x="25400" y="304800"/>
                </a:lnTo>
                <a:cubicBezTo>
                  <a:pt x="11372" y="304800"/>
                  <a:pt x="0" y="293428"/>
                  <a:pt x="0" y="279400"/>
                </a:cubicBezTo>
                <a:lnTo>
                  <a:pt x="0" y="254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9" name="文本占位符 8"/>
          <p:cNvSpPr>
            <a:spLocks noGrp="1"/>
          </p:cNvSpPr>
          <p:nvPr>
            <p:ph type="body" idx="16386" hasCustomPrompt="1"/>
            <p:custDataLst>
              <p:tags r:id="rId4"/>
            </p:custDataLst>
          </p:nvPr>
        </p:nvSpPr>
        <p:spPr>
          <a:xfrm>
            <a:off x="762000" y="5943600"/>
            <a:ext cx="2133600" cy="3048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
        <p:nvSpPr>
          <p:cNvPr id="10" name="装饰  9"/>
          <p:cNvSpPr>
            <a:spLocks noGrp="1"/>
          </p:cNvSpPr>
          <p:nvPr>
            <p:ph type="body" idx="16392" hasCustomPrompt="1"/>
            <p:custDataLst>
              <p:tags r:id="rId5"/>
            </p:custDataLst>
          </p:nvPr>
        </p:nvSpPr>
        <p:spPr>
          <a:xfrm>
            <a:off x="3505200" y="5943600"/>
            <a:ext cx="50800" cy="304800"/>
          </a:xfrm>
          <a:custGeom>
            <a:avLst/>
            <a:gdLst>
              <a:gd name="connisteX0" fmla="*/ 0 w 50800"/>
              <a:gd name="connsiteY0" fmla="*/ 25400 h 304800"/>
              <a:gd name="connisteX1" fmla="*/ 25400 w 50800"/>
              <a:gd name="connsiteY1" fmla="*/ 0 h 304800"/>
              <a:gd name="connisteX2" fmla="*/ 25400 w 50800"/>
              <a:gd name="connsiteY2" fmla="*/ 0 h 304800"/>
              <a:gd name="connisteX3" fmla="*/ 50800 w 50800"/>
              <a:gd name="connsiteY3" fmla="*/ 25400 h 304800"/>
              <a:gd name="connisteX4" fmla="*/ 50800 w 50800"/>
              <a:gd name="connsiteY4" fmla="*/ 279400 h 304800"/>
              <a:gd name="connisteX5" fmla="*/ 25400 w 50800"/>
              <a:gd name="connsiteY5" fmla="*/ 304800 h 304800"/>
              <a:gd name="connisteX6" fmla="*/ 25400 w 50800"/>
              <a:gd name="connsiteY6" fmla="*/ 304800 h 304800"/>
              <a:gd name="connisteX7" fmla="*/ 0 w 50800"/>
              <a:gd name="connsiteY7" fmla="*/ 279400 h 304800"/>
              <a:gd name="connisteX8" fmla="*/ 0 w 50800"/>
              <a:gd name="connsiteY8" fmla="*/ 25400 h 304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50800" h="304800">
                <a:moveTo>
                  <a:pt x="0" y="25400"/>
                </a:moveTo>
                <a:cubicBezTo>
                  <a:pt x="0" y="11372"/>
                  <a:pt x="11372" y="0"/>
                  <a:pt x="25400" y="0"/>
                </a:cubicBezTo>
                <a:lnTo>
                  <a:pt x="25400" y="0"/>
                </a:lnTo>
                <a:cubicBezTo>
                  <a:pt x="39428" y="0"/>
                  <a:pt x="50800" y="11372"/>
                  <a:pt x="50800" y="25400"/>
                </a:cubicBezTo>
                <a:lnTo>
                  <a:pt x="50800" y="279400"/>
                </a:lnTo>
                <a:cubicBezTo>
                  <a:pt x="50800" y="293428"/>
                  <a:pt x="39428" y="304800"/>
                  <a:pt x="25400" y="304800"/>
                </a:cubicBezTo>
                <a:lnTo>
                  <a:pt x="25400" y="304800"/>
                </a:lnTo>
                <a:cubicBezTo>
                  <a:pt x="11372" y="304800"/>
                  <a:pt x="0" y="293428"/>
                  <a:pt x="0" y="279400"/>
                </a:cubicBezTo>
                <a:lnTo>
                  <a:pt x="0" y="254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11" name="文本占位符 10"/>
          <p:cNvSpPr>
            <a:spLocks noGrp="1"/>
          </p:cNvSpPr>
          <p:nvPr>
            <p:ph type="body" idx="16387" hasCustomPrompt="1"/>
            <p:custDataLst>
              <p:tags r:id="rId6"/>
            </p:custDataLst>
          </p:nvPr>
        </p:nvSpPr>
        <p:spPr>
          <a:xfrm>
            <a:off x="3657600" y="5943600"/>
            <a:ext cx="2133600" cy="3048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
        <p:nvSpPr>
          <p:cNvPr id="12" name="装饰  1"/>
          <p:cNvSpPr>
            <a:spLocks noGrp="1"/>
          </p:cNvSpPr>
          <p:nvPr>
            <p:ph type="body" idx="16393" hasCustomPrompt="1"/>
            <p:custDataLst>
              <p:tags r:id="rId7"/>
            </p:custDataLst>
          </p:nvPr>
        </p:nvSpPr>
        <p:spPr>
          <a:xfrm>
            <a:off x="6400800" y="5943600"/>
            <a:ext cx="50800" cy="304800"/>
          </a:xfrm>
          <a:custGeom>
            <a:avLst/>
            <a:gdLst>
              <a:gd name="connisteX0" fmla="*/ 0 w 50800"/>
              <a:gd name="connsiteY0" fmla="*/ 25400 h 304800"/>
              <a:gd name="connisteX1" fmla="*/ 25400 w 50800"/>
              <a:gd name="connsiteY1" fmla="*/ 0 h 304800"/>
              <a:gd name="connisteX2" fmla="*/ 25400 w 50800"/>
              <a:gd name="connsiteY2" fmla="*/ 0 h 304800"/>
              <a:gd name="connisteX3" fmla="*/ 50800 w 50800"/>
              <a:gd name="connsiteY3" fmla="*/ 25400 h 304800"/>
              <a:gd name="connisteX4" fmla="*/ 50800 w 50800"/>
              <a:gd name="connsiteY4" fmla="*/ 279400 h 304800"/>
              <a:gd name="connisteX5" fmla="*/ 25400 w 50800"/>
              <a:gd name="connsiteY5" fmla="*/ 304800 h 304800"/>
              <a:gd name="connisteX6" fmla="*/ 25400 w 50800"/>
              <a:gd name="connsiteY6" fmla="*/ 304800 h 304800"/>
              <a:gd name="connisteX7" fmla="*/ 0 w 50800"/>
              <a:gd name="connsiteY7" fmla="*/ 279400 h 304800"/>
              <a:gd name="connisteX8" fmla="*/ 0 w 50800"/>
              <a:gd name="connsiteY8" fmla="*/ 25400 h 304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50800" h="304800">
                <a:moveTo>
                  <a:pt x="0" y="25400"/>
                </a:moveTo>
                <a:cubicBezTo>
                  <a:pt x="0" y="11372"/>
                  <a:pt x="11372" y="0"/>
                  <a:pt x="25400" y="0"/>
                </a:cubicBezTo>
                <a:lnTo>
                  <a:pt x="25400" y="0"/>
                </a:lnTo>
                <a:cubicBezTo>
                  <a:pt x="39428" y="0"/>
                  <a:pt x="50800" y="11372"/>
                  <a:pt x="50800" y="25400"/>
                </a:cubicBezTo>
                <a:lnTo>
                  <a:pt x="50800" y="279400"/>
                </a:lnTo>
                <a:cubicBezTo>
                  <a:pt x="50800" y="293428"/>
                  <a:pt x="39428" y="304800"/>
                  <a:pt x="25400" y="304800"/>
                </a:cubicBezTo>
                <a:lnTo>
                  <a:pt x="25400" y="304800"/>
                </a:lnTo>
                <a:cubicBezTo>
                  <a:pt x="11372" y="304800"/>
                  <a:pt x="0" y="293428"/>
                  <a:pt x="0" y="279400"/>
                </a:cubicBezTo>
                <a:lnTo>
                  <a:pt x="0" y="254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13" name="文本占位符 12"/>
          <p:cNvSpPr>
            <a:spLocks noGrp="1"/>
          </p:cNvSpPr>
          <p:nvPr>
            <p:ph type="body" idx="16388" hasCustomPrompt="1"/>
            <p:custDataLst>
              <p:tags r:id="rId8"/>
            </p:custDataLst>
          </p:nvPr>
        </p:nvSpPr>
        <p:spPr>
          <a:xfrm>
            <a:off x="6553200" y="5943600"/>
            <a:ext cx="2133600" cy="3048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
        <p:nvSpPr>
          <p:cNvPr id="14" name="装饰  3"/>
          <p:cNvSpPr>
            <a:spLocks noGrp="1"/>
          </p:cNvSpPr>
          <p:nvPr>
            <p:ph type="body" idx="16394" hasCustomPrompt="1"/>
            <p:custDataLst>
              <p:tags r:id="rId9"/>
            </p:custDataLst>
          </p:nvPr>
        </p:nvSpPr>
        <p:spPr>
          <a:xfrm>
            <a:off x="9296400" y="5943600"/>
            <a:ext cx="50800" cy="304800"/>
          </a:xfrm>
          <a:custGeom>
            <a:avLst/>
            <a:gdLst>
              <a:gd name="connisteX0" fmla="*/ 0 w 50800"/>
              <a:gd name="connsiteY0" fmla="*/ 25400 h 304800"/>
              <a:gd name="connisteX1" fmla="*/ 25400 w 50800"/>
              <a:gd name="connsiteY1" fmla="*/ 0 h 304800"/>
              <a:gd name="connisteX2" fmla="*/ 25400 w 50800"/>
              <a:gd name="connsiteY2" fmla="*/ 0 h 304800"/>
              <a:gd name="connisteX3" fmla="*/ 50800 w 50800"/>
              <a:gd name="connsiteY3" fmla="*/ 25400 h 304800"/>
              <a:gd name="connisteX4" fmla="*/ 50800 w 50800"/>
              <a:gd name="connsiteY4" fmla="*/ 279400 h 304800"/>
              <a:gd name="connisteX5" fmla="*/ 25400 w 50800"/>
              <a:gd name="connsiteY5" fmla="*/ 304800 h 304800"/>
              <a:gd name="connisteX6" fmla="*/ 25400 w 50800"/>
              <a:gd name="connsiteY6" fmla="*/ 304800 h 304800"/>
              <a:gd name="connisteX7" fmla="*/ 0 w 50800"/>
              <a:gd name="connsiteY7" fmla="*/ 279400 h 304800"/>
              <a:gd name="connisteX8" fmla="*/ 0 w 50800"/>
              <a:gd name="connsiteY8" fmla="*/ 25400 h 304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50800" h="304800">
                <a:moveTo>
                  <a:pt x="0" y="25400"/>
                </a:moveTo>
                <a:cubicBezTo>
                  <a:pt x="0" y="11372"/>
                  <a:pt x="11372" y="0"/>
                  <a:pt x="25400" y="0"/>
                </a:cubicBezTo>
                <a:lnTo>
                  <a:pt x="25400" y="0"/>
                </a:lnTo>
                <a:cubicBezTo>
                  <a:pt x="39428" y="0"/>
                  <a:pt x="50800" y="11372"/>
                  <a:pt x="50800" y="25400"/>
                </a:cubicBezTo>
                <a:lnTo>
                  <a:pt x="50800" y="279400"/>
                </a:lnTo>
                <a:cubicBezTo>
                  <a:pt x="50800" y="293428"/>
                  <a:pt x="39428" y="304800"/>
                  <a:pt x="25400" y="304800"/>
                </a:cubicBezTo>
                <a:lnTo>
                  <a:pt x="25400" y="304800"/>
                </a:lnTo>
                <a:cubicBezTo>
                  <a:pt x="11372" y="304800"/>
                  <a:pt x="0" y="293428"/>
                  <a:pt x="0" y="279400"/>
                </a:cubicBezTo>
                <a:lnTo>
                  <a:pt x="0" y="254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15" name="文本占位符 14"/>
          <p:cNvSpPr>
            <a:spLocks noGrp="1"/>
          </p:cNvSpPr>
          <p:nvPr>
            <p:ph type="body" idx="16389" hasCustomPrompt="1"/>
            <p:custDataLst>
              <p:tags r:id="rId10"/>
            </p:custDataLst>
          </p:nvPr>
        </p:nvSpPr>
        <p:spPr>
          <a:xfrm>
            <a:off x="9448800" y="5943600"/>
            <a:ext cx="2133600" cy="3048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Tree>
    <p:extLst>
      <p:ext uri="{BB962C8B-B14F-4D97-AF65-F5344CB8AC3E}">
        <p14:creationId xmlns:p14="http://schemas.microsoft.com/office/powerpoint/2010/main" val="2257407030"/>
      </p:ext>
    </p:extLst>
  </p:cSld>
  <p:clrMapOvr>
    <a:overrideClrMapping bg1="lt1" tx1="dk1" bg2="lt2" tx2="dk2" accent1="accent1" accent2="accent2" accent3="accent3" accent4="accent4" accent5="accent5" accent6="accent6" hlink="hlink" folHlink="folHlink"/>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334775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26" Type="http://schemas.openxmlformats.org/officeDocument/2006/relationships/slideLayout" Target="../slideLayouts/slideLayout33.xml"/><Relationship Id="rId21" Type="http://schemas.openxmlformats.org/officeDocument/2006/relationships/slideLayout" Target="../slideLayouts/slideLayout28.xml"/><Relationship Id="rId42" Type="http://schemas.openxmlformats.org/officeDocument/2006/relationships/slideLayout" Target="../slideLayouts/slideLayout49.xml"/><Relationship Id="rId47" Type="http://schemas.openxmlformats.org/officeDocument/2006/relationships/slideLayout" Target="../slideLayouts/slideLayout54.xml"/><Relationship Id="rId63" Type="http://schemas.openxmlformats.org/officeDocument/2006/relationships/slideLayout" Target="../slideLayouts/slideLayout70.xml"/><Relationship Id="rId68" Type="http://schemas.openxmlformats.org/officeDocument/2006/relationships/slideLayout" Target="../slideLayouts/slideLayout75.xml"/><Relationship Id="rId84" Type="http://schemas.openxmlformats.org/officeDocument/2006/relationships/slideLayout" Target="../slideLayouts/slideLayout91.xml"/><Relationship Id="rId89" Type="http://schemas.openxmlformats.org/officeDocument/2006/relationships/tags" Target="../tags/tag2.xml"/><Relationship Id="rId16" Type="http://schemas.openxmlformats.org/officeDocument/2006/relationships/slideLayout" Target="../slideLayouts/slideLayout23.xml"/><Relationship Id="rId11" Type="http://schemas.openxmlformats.org/officeDocument/2006/relationships/slideLayout" Target="../slideLayouts/slideLayout18.xml"/><Relationship Id="rId32" Type="http://schemas.openxmlformats.org/officeDocument/2006/relationships/slideLayout" Target="../slideLayouts/slideLayout39.xml"/><Relationship Id="rId37" Type="http://schemas.openxmlformats.org/officeDocument/2006/relationships/slideLayout" Target="../slideLayouts/slideLayout44.xml"/><Relationship Id="rId53" Type="http://schemas.openxmlformats.org/officeDocument/2006/relationships/slideLayout" Target="../slideLayouts/slideLayout60.xml"/><Relationship Id="rId58" Type="http://schemas.openxmlformats.org/officeDocument/2006/relationships/slideLayout" Target="../slideLayouts/slideLayout65.xml"/><Relationship Id="rId74" Type="http://schemas.openxmlformats.org/officeDocument/2006/relationships/slideLayout" Target="../slideLayouts/slideLayout81.xml"/><Relationship Id="rId79" Type="http://schemas.openxmlformats.org/officeDocument/2006/relationships/slideLayout" Target="../slideLayouts/slideLayout86.xml"/><Relationship Id="rId5" Type="http://schemas.openxmlformats.org/officeDocument/2006/relationships/slideLayout" Target="../slideLayouts/slideLayout12.xml"/><Relationship Id="rId90" Type="http://schemas.openxmlformats.org/officeDocument/2006/relationships/tags" Target="../tags/tag3.xml"/><Relationship Id="rId95" Type="http://schemas.openxmlformats.org/officeDocument/2006/relationships/tags" Target="../tags/tag8.xml"/><Relationship Id="rId22" Type="http://schemas.openxmlformats.org/officeDocument/2006/relationships/slideLayout" Target="../slideLayouts/slideLayout29.xml"/><Relationship Id="rId27" Type="http://schemas.openxmlformats.org/officeDocument/2006/relationships/slideLayout" Target="../slideLayouts/slideLayout34.xml"/><Relationship Id="rId43" Type="http://schemas.openxmlformats.org/officeDocument/2006/relationships/slideLayout" Target="../slideLayouts/slideLayout50.xml"/><Relationship Id="rId48" Type="http://schemas.openxmlformats.org/officeDocument/2006/relationships/slideLayout" Target="../slideLayouts/slideLayout55.xml"/><Relationship Id="rId64" Type="http://schemas.openxmlformats.org/officeDocument/2006/relationships/slideLayout" Target="../slideLayouts/slideLayout71.xml"/><Relationship Id="rId69" Type="http://schemas.openxmlformats.org/officeDocument/2006/relationships/slideLayout" Target="../slideLayouts/slideLayout76.xml"/><Relationship Id="rId80" Type="http://schemas.openxmlformats.org/officeDocument/2006/relationships/slideLayout" Target="../slideLayouts/slideLayout87.xml"/><Relationship Id="rId85" Type="http://schemas.openxmlformats.org/officeDocument/2006/relationships/slideLayout" Target="../slideLayouts/slideLayout92.xml"/><Relationship Id="rId3" Type="http://schemas.openxmlformats.org/officeDocument/2006/relationships/slideLayout" Target="../slideLayouts/slideLayout10.xml"/><Relationship Id="rId12" Type="http://schemas.openxmlformats.org/officeDocument/2006/relationships/slideLayout" Target="../slideLayouts/slideLayout19.xml"/><Relationship Id="rId17" Type="http://schemas.openxmlformats.org/officeDocument/2006/relationships/slideLayout" Target="../slideLayouts/slideLayout24.xml"/><Relationship Id="rId25" Type="http://schemas.openxmlformats.org/officeDocument/2006/relationships/slideLayout" Target="../slideLayouts/slideLayout32.xml"/><Relationship Id="rId33" Type="http://schemas.openxmlformats.org/officeDocument/2006/relationships/slideLayout" Target="../slideLayouts/slideLayout40.xml"/><Relationship Id="rId38" Type="http://schemas.openxmlformats.org/officeDocument/2006/relationships/slideLayout" Target="../slideLayouts/slideLayout45.xml"/><Relationship Id="rId46" Type="http://schemas.openxmlformats.org/officeDocument/2006/relationships/slideLayout" Target="../slideLayouts/slideLayout53.xml"/><Relationship Id="rId59" Type="http://schemas.openxmlformats.org/officeDocument/2006/relationships/slideLayout" Target="../slideLayouts/slideLayout66.xml"/><Relationship Id="rId67" Type="http://schemas.openxmlformats.org/officeDocument/2006/relationships/slideLayout" Target="../slideLayouts/slideLayout74.xml"/><Relationship Id="rId20" Type="http://schemas.openxmlformats.org/officeDocument/2006/relationships/slideLayout" Target="../slideLayouts/slideLayout27.xml"/><Relationship Id="rId41" Type="http://schemas.openxmlformats.org/officeDocument/2006/relationships/slideLayout" Target="../slideLayouts/slideLayout48.xml"/><Relationship Id="rId54" Type="http://schemas.openxmlformats.org/officeDocument/2006/relationships/slideLayout" Target="../slideLayouts/slideLayout61.xml"/><Relationship Id="rId62" Type="http://schemas.openxmlformats.org/officeDocument/2006/relationships/slideLayout" Target="../slideLayouts/slideLayout69.xml"/><Relationship Id="rId70" Type="http://schemas.openxmlformats.org/officeDocument/2006/relationships/slideLayout" Target="../slideLayouts/slideLayout77.xml"/><Relationship Id="rId75" Type="http://schemas.openxmlformats.org/officeDocument/2006/relationships/slideLayout" Target="../slideLayouts/slideLayout82.xml"/><Relationship Id="rId83" Type="http://schemas.openxmlformats.org/officeDocument/2006/relationships/slideLayout" Target="../slideLayouts/slideLayout90.xml"/><Relationship Id="rId88" Type="http://schemas.openxmlformats.org/officeDocument/2006/relationships/theme" Target="../theme/theme2.xml"/><Relationship Id="rId91" Type="http://schemas.openxmlformats.org/officeDocument/2006/relationships/tags" Target="../tags/tag4.xml"/><Relationship Id="rId96" Type="http://schemas.openxmlformats.org/officeDocument/2006/relationships/tags" Target="../tags/tag9.xml"/><Relationship Id="rId1" Type="http://schemas.openxmlformats.org/officeDocument/2006/relationships/slideLayout" Target="../slideLayouts/slideLayout8.xml"/><Relationship Id="rId6" Type="http://schemas.openxmlformats.org/officeDocument/2006/relationships/slideLayout" Target="../slideLayouts/slideLayout13.xml"/><Relationship Id="rId15" Type="http://schemas.openxmlformats.org/officeDocument/2006/relationships/slideLayout" Target="../slideLayouts/slideLayout22.xml"/><Relationship Id="rId23" Type="http://schemas.openxmlformats.org/officeDocument/2006/relationships/slideLayout" Target="../slideLayouts/slideLayout30.xml"/><Relationship Id="rId28" Type="http://schemas.openxmlformats.org/officeDocument/2006/relationships/slideLayout" Target="../slideLayouts/slideLayout35.xml"/><Relationship Id="rId36" Type="http://schemas.openxmlformats.org/officeDocument/2006/relationships/slideLayout" Target="../slideLayouts/slideLayout43.xml"/><Relationship Id="rId49" Type="http://schemas.openxmlformats.org/officeDocument/2006/relationships/slideLayout" Target="../slideLayouts/slideLayout56.xml"/><Relationship Id="rId57" Type="http://schemas.openxmlformats.org/officeDocument/2006/relationships/slideLayout" Target="../slideLayouts/slideLayout64.xml"/><Relationship Id="rId10" Type="http://schemas.openxmlformats.org/officeDocument/2006/relationships/slideLayout" Target="../slideLayouts/slideLayout17.xml"/><Relationship Id="rId31" Type="http://schemas.openxmlformats.org/officeDocument/2006/relationships/slideLayout" Target="../slideLayouts/slideLayout38.xml"/><Relationship Id="rId44" Type="http://schemas.openxmlformats.org/officeDocument/2006/relationships/slideLayout" Target="../slideLayouts/slideLayout51.xml"/><Relationship Id="rId52" Type="http://schemas.openxmlformats.org/officeDocument/2006/relationships/slideLayout" Target="../slideLayouts/slideLayout59.xml"/><Relationship Id="rId60" Type="http://schemas.openxmlformats.org/officeDocument/2006/relationships/slideLayout" Target="../slideLayouts/slideLayout67.xml"/><Relationship Id="rId65" Type="http://schemas.openxmlformats.org/officeDocument/2006/relationships/slideLayout" Target="../slideLayouts/slideLayout72.xml"/><Relationship Id="rId73" Type="http://schemas.openxmlformats.org/officeDocument/2006/relationships/slideLayout" Target="../slideLayouts/slideLayout80.xml"/><Relationship Id="rId78" Type="http://schemas.openxmlformats.org/officeDocument/2006/relationships/slideLayout" Target="../slideLayouts/slideLayout85.xml"/><Relationship Id="rId81" Type="http://schemas.openxmlformats.org/officeDocument/2006/relationships/slideLayout" Target="../slideLayouts/slideLayout88.xml"/><Relationship Id="rId86" Type="http://schemas.openxmlformats.org/officeDocument/2006/relationships/slideLayout" Target="../slideLayouts/slideLayout93.xml"/><Relationship Id="rId94" Type="http://schemas.openxmlformats.org/officeDocument/2006/relationships/tags" Target="../tags/tag7.xml"/><Relationship Id="rId4" Type="http://schemas.openxmlformats.org/officeDocument/2006/relationships/slideLayout" Target="../slideLayouts/slideLayout11.xml"/><Relationship Id="rId9" Type="http://schemas.openxmlformats.org/officeDocument/2006/relationships/slideLayout" Target="../slideLayouts/slideLayout16.xml"/><Relationship Id="rId13" Type="http://schemas.openxmlformats.org/officeDocument/2006/relationships/slideLayout" Target="../slideLayouts/slideLayout20.xml"/><Relationship Id="rId18" Type="http://schemas.openxmlformats.org/officeDocument/2006/relationships/slideLayout" Target="../slideLayouts/slideLayout25.xml"/><Relationship Id="rId39" Type="http://schemas.openxmlformats.org/officeDocument/2006/relationships/slideLayout" Target="../slideLayouts/slideLayout46.xml"/><Relationship Id="rId34" Type="http://schemas.openxmlformats.org/officeDocument/2006/relationships/slideLayout" Target="../slideLayouts/slideLayout41.xml"/><Relationship Id="rId50" Type="http://schemas.openxmlformats.org/officeDocument/2006/relationships/slideLayout" Target="../slideLayouts/slideLayout57.xml"/><Relationship Id="rId55" Type="http://schemas.openxmlformats.org/officeDocument/2006/relationships/slideLayout" Target="../slideLayouts/slideLayout62.xml"/><Relationship Id="rId76" Type="http://schemas.openxmlformats.org/officeDocument/2006/relationships/slideLayout" Target="../slideLayouts/slideLayout83.xml"/><Relationship Id="rId97" Type="http://schemas.openxmlformats.org/officeDocument/2006/relationships/tags" Target="../tags/tag10.xml"/><Relationship Id="rId7" Type="http://schemas.openxmlformats.org/officeDocument/2006/relationships/slideLayout" Target="../slideLayouts/slideLayout14.xml"/><Relationship Id="rId71" Type="http://schemas.openxmlformats.org/officeDocument/2006/relationships/slideLayout" Target="../slideLayouts/slideLayout78.xml"/><Relationship Id="rId92" Type="http://schemas.openxmlformats.org/officeDocument/2006/relationships/tags" Target="../tags/tag5.xml"/><Relationship Id="rId2" Type="http://schemas.openxmlformats.org/officeDocument/2006/relationships/slideLayout" Target="../slideLayouts/slideLayout9.xml"/><Relationship Id="rId29" Type="http://schemas.openxmlformats.org/officeDocument/2006/relationships/slideLayout" Target="../slideLayouts/slideLayout36.xml"/><Relationship Id="rId24" Type="http://schemas.openxmlformats.org/officeDocument/2006/relationships/slideLayout" Target="../slideLayouts/slideLayout31.xml"/><Relationship Id="rId40" Type="http://schemas.openxmlformats.org/officeDocument/2006/relationships/slideLayout" Target="../slideLayouts/slideLayout47.xml"/><Relationship Id="rId45" Type="http://schemas.openxmlformats.org/officeDocument/2006/relationships/slideLayout" Target="../slideLayouts/slideLayout52.xml"/><Relationship Id="rId66" Type="http://schemas.openxmlformats.org/officeDocument/2006/relationships/slideLayout" Target="../slideLayouts/slideLayout73.xml"/><Relationship Id="rId87" Type="http://schemas.openxmlformats.org/officeDocument/2006/relationships/slideLayout" Target="../slideLayouts/slideLayout94.xml"/><Relationship Id="rId61" Type="http://schemas.openxmlformats.org/officeDocument/2006/relationships/slideLayout" Target="../slideLayouts/slideLayout68.xml"/><Relationship Id="rId82" Type="http://schemas.openxmlformats.org/officeDocument/2006/relationships/slideLayout" Target="../slideLayouts/slideLayout89.xml"/><Relationship Id="rId19" Type="http://schemas.openxmlformats.org/officeDocument/2006/relationships/slideLayout" Target="../slideLayouts/slideLayout26.xml"/><Relationship Id="rId14" Type="http://schemas.openxmlformats.org/officeDocument/2006/relationships/slideLayout" Target="../slideLayouts/slideLayout21.xml"/><Relationship Id="rId30" Type="http://schemas.openxmlformats.org/officeDocument/2006/relationships/slideLayout" Target="../slideLayouts/slideLayout37.xml"/><Relationship Id="rId35" Type="http://schemas.openxmlformats.org/officeDocument/2006/relationships/slideLayout" Target="../slideLayouts/slideLayout42.xml"/><Relationship Id="rId56" Type="http://schemas.openxmlformats.org/officeDocument/2006/relationships/slideLayout" Target="../slideLayouts/slideLayout63.xml"/><Relationship Id="rId77" Type="http://schemas.openxmlformats.org/officeDocument/2006/relationships/slideLayout" Target="../slideLayouts/slideLayout84.xml"/><Relationship Id="rId8" Type="http://schemas.openxmlformats.org/officeDocument/2006/relationships/slideLayout" Target="../slideLayouts/slideLayout15.xml"/><Relationship Id="rId51" Type="http://schemas.openxmlformats.org/officeDocument/2006/relationships/slideLayout" Target="../slideLayouts/slideLayout58.xml"/><Relationship Id="rId72" Type="http://schemas.openxmlformats.org/officeDocument/2006/relationships/slideLayout" Target="../slideLayouts/slideLayout79.xml"/><Relationship Id="rId93" Type="http://schemas.openxmlformats.org/officeDocument/2006/relationships/tags" Target="../tags/tag6.xml"/><Relationship Id="rId98" Type="http://schemas.openxmlformats.org/officeDocument/2006/relationships/tags" Target="../tags/tag1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61" r:id="rId6"/>
    <p:sldLayoutId id="2147483749" r:id="rId7"/>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8" name="矩形 7"/>
          <p:cNvSpPr/>
          <p:nvPr userDrawn="1">
            <p:custDataLst>
              <p:tags r:id="rId90"/>
            </p:custDataLst>
          </p:nvPr>
        </p:nvSpPr>
        <p:spPr>
          <a:xfrm>
            <a:off x="0" y="0"/>
            <a:ext cx="12192000" cy="6837002"/>
          </a:xfrm>
          <a:prstGeom prst="rect">
            <a:avLst/>
          </a:prstGeom>
          <a:gradFill flip="none" rotWithShape="1">
            <a:gsLst>
              <a:gs pos="0">
                <a:schemeClr val="bg1">
                  <a:alpha val="0"/>
                </a:schemeClr>
              </a:gs>
              <a:gs pos="100000">
                <a:schemeClr val="bg1">
                  <a:alpha val="30000"/>
                </a:schemeClr>
              </a:gs>
            </a:gsLst>
            <a:lin ang="189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椭圆 8"/>
          <p:cNvSpPr/>
          <p:nvPr userDrawn="1">
            <p:custDataLst>
              <p:tags r:id="rId91"/>
            </p:custDataLst>
          </p:nvPr>
        </p:nvSpPr>
        <p:spPr>
          <a:xfrm>
            <a:off x="10287000" y="5548630"/>
            <a:ext cx="1010285" cy="1010285"/>
          </a:xfrm>
          <a:prstGeom prst="ellipse">
            <a:avLst/>
          </a:prstGeom>
          <a:gradFill>
            <a:gsLst>
              <a:gs pos="100000">
                <a:schemeClr val="accent2">
                  <a:alpha val="50000"/>
                </a:schemeClr>
              </a:gs>
              <a:gs pos="0">
                <a:schemeClr val="accent2">
                  <a:alpha val="0"/>
                </a:schemeClr>
              </a:gs>
            </a:gsLst>
            <a:lin ang="5400000" scaled="1"/>
          </a:gradFill>
          <a:ln>
            <a:noFill/>
          </a:ln>
          <a:effectLst>
            <a:softEdge rad="762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任意多边形: 形状 10"/>
          <p:cNvSpPr/>
          <p:nvPr userDrawn="1">
            <p:custDataLst>
              <p:tags r:id="rId92"/>
            </p:custDataLst>
          </p:nvPr>
        </p:nvSpPr>
        <p:spPr>
          <a:xfrm>
            <a:off x="10435590" y="5506085"/>
            <a:ext cx="1756410" cy="1351915"/>
          </a:xfrm>
          <a:custGeom>
            <a:avLst/>
            <a:gdLst>
              <a:gd name="connsiteX0" fmla="*/ 1762548 w 1762548"/>
              <a:gd name="connsiteY0" fmla="*/ 0 h 1540757"/>
              <a:gd name="connsiteX1" fmla="*/ 1762548 w 1762548"/>
              <a:gd name="connsiteY1" fmla="*/ 1540757 h 1540757"/>
              <a:gd name="connsiteX2" fmla="*/ 0 w 1762548"/>
              <a:gd name="connsiteY2" fmla="*/ 1540757 h 1540757"/>
              <a:gd name="connsiteX3" fmla="*/ 18169 w 1762548"/>
              <a:gd name="connsiteY3" fmla="*/ 1421710 h 1540757"/>
              <a:gd name="connsiteX4" fmla="*/ 1762548 w 1762548"/>
              <a:gd name="connsiteY4" fmla="*/ 0 h 15407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62548" h="1540757">
                <a:moveTo>
                  <a:pt x="1762548" y="0"/>
                </a:moveTo>
                <a:lnTo>
                  <a:pt x="1762548" y="1540757"/>
                </a:lnTo>
                <a:lnTo>
                  <a:pt x="0" y="1540757"/>
                </a:lnTo>
                <a:lnTo>
                  <a:pt x="18169" y="1421710"/>
                </a:lnTo>
                <a:cubicBezTo>
                  <a:pt x="184199" y="610342"/>
                  <a:pt x="902097" y="0"/>
                  <a:pt x="1762548" y="0"/>
                </a:cubicBezTo>
                <a:close/>
              </a:path>
            </a:pathLst>
          </a:custGeom>
          <a:gradFill flip="none" rotWithShape="1">
            <a:gsLst>
              <a:gs pos="83000">
                <a:schemeClr val="bg1">
                  <a:alpha val="50000"/>
                </a:schemeClr>
              </a:gs>
              <a:gs pos="39000">
                <a:schemeClr val="bg1">
                  <a:alpha val="5000"/>
                </a:schemeClr>
              </a:gs>
            </a:gsLst>
            <a:lin ang="13500000" scaled="1"/>
            <a:tileRect/>
          </a:gradFill>
          <a:ln w="6350">
            <a:gradFill flip="none" rotWithShape="1">
              <a:gsLst>
                <a:gs pos="17000">
                  <a:schemeClr val="bg1"/>
                </a:gs>
                <a:gs pos="43000">
                  <a:schemeClr val="bg1">
                    <a:alpha val="0"/>
                  </a:schemeClr>
                </a:gs>
              </a:gsLst>
              <a:lin ang="27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4" name="日期占位符 3"/>
          <p:cNvSpPr>
            <a:spLocks noGrp="1"/>
          </p:cNvSpPr>
          <p:nvPr>
            <p:ph type="dt" sz="half" idx="2"/>
            <p:custDataLst>
              <p:tags r:id="rId93"/>
            </p:custDataLst>
          </p:nvPr>
        </p:nvSpPr>
        <p:spPr>
          <a:xfrm>
            <a:off x="695960" y="6356350"/>
            <a:ext cx="2743200" cy="365125"/>
          </a:xfrm>
          <a:prstGeom prst="rect">
            <a:avLst/>
          </a:prstGeom>
        </p:spPr>
        <p:txBody>
          <a:bodyPr vert="horz" wrap="square" lIns="91440" tIns="45720" rIns="91440" bIns="45720" rtlCol="0" anchor="ctr">
            <a:normAutofit/>
          </a:bodyPr>
          <a:lstStyle>
            <a:lvl1pPr algn="l">
              <a:defRPr sz="1200">
                <a:solidFill>
                  <a:schemeClr val="tx1">
                    <a:tint val="75000"/>
                  </a:schemeClr>
                </a:solidFill>
              </a:defRPr>
            </a:lvl1pPr>
          </a:lstStyle>
          <a:p>
            <a:fld id="{5592522B-0F24-4480-B9DD-A9474A6880D6}" type="datetimeFigureOut">
              <a:rPr lang="zh-CN" altLang="en-US" smtClean="0"/>
              <a:t>2026/10/10</a:t>
            </a:fld>
            <a:endParaRPr lang="zh-CN" altLang="en-US"/>
          </a:p>
        </p:txBody>
      </p:sp>
      <p:sp>
        <p:nvSpPr>
          <p:cNvPr id="5" name="页脚占位符 4"/>
          <p:cNvSpPr>
            <a:spLocks noGrp="1"/>
          </p:cNvSpPr>
          <p:nvPr>
            <p:ph type="ftr" sz="quarter" idx="3"/>
            <p:custDataLst>
              <p:tags r:id="rId94"/>
            </p:custDataLst>
          </p:nvPr>
        </p:nvSpPr>
        <p:spPr>
          <a:xfrm>
            <a:off x="4038600" y="6356350"/>
            <a:ext cx="4114800" cy="365125"/>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95"/>
            </p:custDataLst>
          </p:nvPr>
        </p:nvSpPr>
        <p:spPr>
          <a:xfrm>
            <a:off x="8753983" y="6356350"/>
            <a:ext cx="2743200" cy="365125"/>
          </a:xfrm>
          <a:prstGeom prst="rect">
            <a:avLst/>
          </a:prstGeom>
        </p:spPr>
        <p:txBody>
          <a:bodyPr vert="horz" wrap="square" lIns="91440" tIns="45720" rIns="91440" bIns="45720" rtlCol="0" anchor="ctr">
            <a:normAutofit/>
          </a:bodyPr>
          <a:lstStyle>
            <a:lvl1pPr algn="r">
              <a:defRPr sz="1200">
                <a:solidFill>
                  <a:schemeClr val="tx1">
                    <a:tint val="75000"/>
                  </a:schemeClr>
                </a:solidFill>
              </a:defRPr>
            </a:lvl1pPr>
          </a:lstStyle>
          <a:p>
            <a:fld id="{BE5F26B5-172A-4DC2-B0B7-181CFC56B87C}" type="slidenum">
              <a:rPr lang="zh-CN" altLang="en-US" smtClean="0"/>
              <a:t>‹#›</a:t>
            </a:fld>
            <a:endParaRPr lang="zh-CN" altLang="en-US"/>
          </a:p>
        </p:txBody>
      </p:sp>
      <p:sp>
        <p:nvSpPr>
          <p:cNvPr id="2" name="标题占位符 1"/>
          <p:cNvSpPr>
            <a:spLocks noGrp="1"/>
          </p:cNvSpPr>
          <p:nvPr>
            <p:ph type="title"/>
            <p:custDataLst>
              <p:tags r:id="rId96"/>
            </p:custDataLst>
          </p:nvPr>
        </p:nvSpPr>
        <p:spPr>
          <a:xfrm>
            <a:off x="695960" y="360000"/>
            <a:ext cx="10800000" cy="720000"/>
          </a:xfrm>
          <a:prstGeom prst="rect">
            <a:avLst/>
          </a:prstGeom>
        </p:spPr>
        <p:txBody>
          <a:bodyPr vert="horz" wrap="square" lIns="0" tIns="0" rIns="0" bIns="0" rtlCol="0" anchor="b" anchorCtr="0">
            <a:normAutofit/>
          </a:bodyPr>
          <a:lstStyle/>
          <a:p>
            <a:r>
              <a:rPr lang="zh-CN" altLang="en-US" dirty="0"/>
              <a:t>单击此处编辑母版标题样式</a:t>
            </a:r>
          </a:p>
        </p:txBody>
      </p:sp>
      <p:sp>
        <p:nvSpPr>
          <p:cNvPr id="3" name="文本占位符 2"/>
          <p:cNvSpPr>
            <a:spLocks noGrp="1"/>
          </p:cNvSpPr>
          <p:nvPr>
            <p:ph type="body" idx="1"/>
            <p:custDataLst>
              <p:tags r:id="rId97"/>
            </p:custDataLst>
          </p:nvPr>
        </p:nvSpPr>
        <p:spPr>
          <a:xfrm>
            <a:off x="695960" y="1301749"/>
            <a:ext cx="10800000" cy="4873625"/>
          </a:xfrm>
          <a:prstGeom prst="rect">
            <a:avLst/>
          </a:prstGeom>
        </p:spPr>
        <p:txBody>
          <a:bodyPr vert="horz" wrap="square" lIns="0" tIns="0" rIns="0" bIns="0" rtlCol="0">
            <a:normAutofit/>
          </a:bodyPr>
          <a:lstStyle/>
          <a:p>
            <a:pPr lvl="0"/>
            <a:r>
              <a:rPr lang="zh-CN" altLang="en-US" dirty="0"/>
              <a:t>单击此处编辑母版文本样式</a:t>
            </a:r>
          </a:p>
          <a:p>
            <a:pPr lvl="1"/>
            <a:r>
              <a:rPr lang="zh-CN" altLang="en-US" dirty="0"/>
              <a:t>第二级</a:t>
            </a:r>
          </a:p>
          <a:p>
            <a:pPr lvl="2"/>
            <a:r>
              <a:rPr lang="zh-CN" altLang="en-US" dirty="0">
                <a:sym typeface="+mn-ea"/>
              </a:rPr>
              <a:t>第</a:t>
            </a:r>
            <a:r>
              <a:rPr lang="zh-CN" altLang="en-US" dirty="0"/>
              <a:t>三级</a:t>
            </a:r>
          </a:p>
          <a:p>
            <a:pPr lvl="3"/>
            <a:r>
              <a:rPr lang="zh-CN" altLang="en-US" dirty="0">
                <a:sym typeface="+mn-ea"/>
              </a:rPr>
              <a:t>第</a:t>
            </a:r>
            <a:r>
              <a:rPr lang="zh-CN" altLang="en-US" dirty="0"/>
              <a:t>四级</a:t>
            </a:r>
          </a:p>
          <a:p>
            <a:pPr lvl="4"/>
            <a:r>
              <a:rPr lang="zh-CN" altLang="en-US" dirty="0">
                <a:sym typeface="+mn-ea"/>
              </a:rPr>
              <a:t>第</a:t>
            </a:r>
            <a:r>
              <a:rPr lang="zh-CN" altLang="en-US" dirty="0"/>
              <a:t>五级</a:t>
            </a:r>
          </a:p>
        </p:txBody>
      </p:sp>
      <p:sp>
        <p:nvSpPr>
          <p:cNvPr id="7" name="KSO_TEMPLATE" hidden="1"/>
          <p:cNvSpPr/>
          <p:nvPr userDrawn="1">
            <p:custDataLst>
              <p:tags r:id="rId98"/>
            </p:custDataLst>
          </p:nvPr>
        </p:nvSpPr>
        <p:spPr>
          <a:xfrm>
            <a:off x="0" y="0"/>
            <a:ext cx="0" cy="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ustDataLst>
      <p:tags r:id="rId89"/>
    </p:custDataLst>
    <p:extLst>
      <p:ext uri="{BB962C8B-B14F-4D97-AF65-F5344CB8AC3E}">
        <p14:creationId xmlns:p14="http://schemas.microsoft.com/office/powerpoint/2010/main" val="163342424"/>
      </p:ext>
    </p:extLst>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 id="2147483675" r:id="rId13"/>
    <p:sldLayoutId id="2147483676" r:id="rId14"/>
    <p:sldLayoutId id="2147483677" r:id="rId15"/>
    <p:sldLayoutId id="2147483678" r:id="rId16"/>
    <p:sldLayoutId id="2147483679" r:id="rId17"/>
    <p:sldLayoutId id="2147483680" r:id="rId18"/>
    <p:sldLayoutId id="2147483681" r:id="rId19"/>
    <p:sldLayoutId id="2147483682" r:id="rId20"/>
    <p:sldLayoutId id="2147483683" r:id="rId21"/>
    <p:sldLayoutId id="2147483684" r:id="rId22"/>
    <p:sldLayoutId id="2147483685" r:id="rId23"/>
    <p:sldLayoutId id="2147483686" r:id="rId24"/>
    <p:sldLayoutId id="2147483687" r:id="rId25"/>
    <p:sldLayoutId id="2147483688" r:id="rId26"/>
    <p:sldLayoutId id="2147483689" r:id="rId27"/>
    <p:sldLayoutId id="2147483690" r:id="rId28"/>
    <p:sldLayoutId id="2147483691" r:id="rId29"/>
    <p:sldLayoutId id="2147483692" r:id="rId30"/>
    <p:sldLayoutId id="2147483693" r:id="rId31"/>
    <p:sldLayoutId id="2147483694" r:id="rId32"/>
    <p:sldLayoutId id="2147483695" r:id="rId33"/>
    <p:sldLayoutId id="2147483696" r:id="rId34"/>
    <p:sldLayoutId id="2147483697" r:id="rId35"/>
    <p:sldLayoutId id="2147483698" r:id="rId36"/>
    <p:sldLayoutId id="2147483699" r:id="rId37"/>
    <p:sldLayoutId id="2147483700" r:id="rId38"/>
    <p:sldLayoutId id="2147483701" r:id="rId39"/>
    <p:sldLayoutId id="2147483702" r:id="rId40"/>
    <p:sldLayoutId id="2147483703" r:id="rId41"/>
    <p:sldLayoutId id="2147483704" r:id="rId42"/>
    <p:sldLayoutId id="2147483705" r:id="rId43"/>
    <p:sldLayoutId id="2147483706" r:id="rId44"/>
    <p:sldLayoutId id="2147483707" r:id="rId45"/>
    <p:sldLayoutId id="2147483708" r:id="rId46"/>
    <p:sldLayoutId id="2147483709" r:id="rId47"/>
    <p:sldLayoutId id="2147483710" r:id="rId48"/>
    <p:sldLayoutId id="2147483711" r:id="rId49"/>
    <p:sldLayoutId id="2147483712" r:id="rId50"/>
    <p:sldLayoutId id="2147483713" r:id="rId51"/>
    <p:sldLayoutId id="2147483714" r:id="rId52"/>
    <p:sldLayoutId id="2147483715" r:id="rId53"/>
    <p:sldLayoutId id="2147483716" r:id="rId54"/>
    <p:sldLayoutId id="2147483717" r:id="rId55"/>
    <p:sldLayoutId id="2147483718" r:id="rId56"/>
    <p:sldLayoutId id="2147483719" r:id="rId57"/>
    <p:sldLayoutId id="2147483720" r:id="rId58"/>
    <p:sldLayoutId id="2147483721" r:id="rId59"/>
    <p:sldLayoutId id="2147483722" r:id="rId60"/>
    <p:sldLayoutId id="2147483723" r:id="rId61"/>
    <p:sldLayoutId id="2147483724" r:id="rId62"/>
    <p:sldLayoutId id="2147483725" r:id="rId63"/>
    <p:sldLayoutId id="2147483726" r:id="rId64"/>
    <p:sldLayoutId id="2147483727" r:id="rId65"/>
    <p:sldLayoutId id="2147483728" r:id="rId66"/>
    <p:sldLayoutId id="2147483729" r:id="rId67"/>
    <p:sldLayoutId id="2147483730" r:id="rId68"/>
    <p:sldLayoutId id="2147483731" r:id="rId69"/>
    <p:sldLayoutId id="2147483732" r:id="rId70"/>
    <p:sldLayoutId id="2147483733" r:id="rId71"/>
    <p:sldLayoutId id="2147483734" r:id="rId72"/>
    <p:sldLayoutId id="2147483735" r:id="rId73"/>
    <p:sldLayoutId id="2147483736" r:id="rId74"/>
    <p:sldLayoutId id="2147483737" r:id="rId75"/>
    <p:sldLayoutId id="2147483738" r:id="rId76"/>
    <p:sldLayoutId id="2147483739" r:id="rId77"/>
    <p:sldLayoutId id="2147483740" r:id="rId78"/>
    <p:sldLayoutId id="2147483741" r:id="rId79"/>
    <p:sldLayoutId id="2147483742" r:id="rId80"/>
    <p:sldLayoutId id="2147483743" r:id="rId81"/>
    <p:sldLayoutId id="2147483744" r:id="rId82"/>
    <p:sldLayoutId id="2147483745" r:id="rId83"/>
    <p:sldLayoutId id="2147483746" r:id="rId84"/>
    <p:sldLayoutId id="2147483747" r:id="rId85"/>
    <p:sldLayoutId id="2147483748" r:id="rId86"/>
    <p:sldLayoutId id="2147483750" r:id="rId87"/>
  </p:sldLayoutIdLst>
  <p:hf sldNum="0" hdr="0" ftr="0" dt="0"/>
  <p:txStyles>
    <p:titleStyle>
      <a:lvl1pPr algn="l" defTabSz="914400" rtl="0" eaLnBrk="1" latinLnBrk="0" hangingPunct="1">
        <a:lnSpc>
          <a:spcPct val="100000"/>
        </a:lnSpc>
        <a:spcBef>
          <a:spcPct val="0"/>
        </a:spcBef>
        <a:buNone/>
        <a:defRPr sz="3200" b="1" kern="1200">
          <a:solidFill>
            <a:schemeClr val="tx2"/>
          </a:solidFill>
          <a:latin typeface="+mj-lt"/>
          <a:ea typeface="+mj-ea"/>
          <a:cs typeface="+mj-cs"/>
        </a:defRPr>
      </a:lvl1pPr>
    </p:titleStyle>
    <p:bodyStyle>
      <a:lvl1pPr marL="228600" indent="-228600" algn="l" defTabSz="914400" rtl="0" eaLnBrk="1" latinLnBrk="0" hangingPunct="1">
        <a:lnSpc>
          <a:spcPct val="130000"/>
        </a:lnSpc>
        <a:spcBef>
          <a:spcPts val="1000"/>
        </a:spcBef>
        <a:buFont typeface="Arial" panose="020B0604020202020204" pitchFamily="34" charset="0"/>
        <a:buChar char="•"/>
        <a:defRPr sz="2400" kern="1200">
          <a:solidFill>
            <a:schemeClr val="tx1"/>
          </a:solidFill>
          <a:latin typeface="+mn-lt"/>
          <a:ea typeface="+mn-ea"/>
          <a:cs typeface="+mn-cs"/>
        </a:defRPr>
      </a:lvl1pPr>
      <a:lvl2pPr marL="538480" indent="-206375" algn="l" defTabSz="914400" rtl="0" eaLnBrk="1" latinLnBrk="0" hangingPunct="1">
        <a:lnSpc>
          <a:spcPct val="130000"/>
        </a:lnSpc>
        <a:spcBef>
          <a:spcPts val="0"/>
        </a:spcBef>
        <a:buFont typeface="Arial" panose="020B0604020202020204" pitchFamily="34" charset="0"/>
        <a:buChar char="•"/>
        <a:defRPr sz="2000" kern="1200">
          <a:solidFill>
            <a:schemeClr val="tx1">
              <a:lumMod val="65000"/>
              <a:lumOff val="35000"/>
            </a:schemeClr>
          </a:solidFill>
          <a:latin typeface="+mn-lt"/>
          <a:ea typeface="+mn-ea"/>
          <a:cs typeface="+mn-cs"/>
        </a:defRPr>
      </a:lvl2pPr>
      <a:lvl3pPr marL="798830" indent="-161925" algn="l" defTabSz="914400" rtl="0" eaLnBrk="1" latinLnBrk="0" hangingPunct="1">
        <a:lnSpc>
          <a:spcPct val="130000"/>
        </a:lnSpc>
        <a:spcBef>
          <a:spcPts val="0"/>
        </a:spcBef>
        <a:buFont typeface="Arial" panose="020B0604020202020204" pitchFamily="34" charset="0"/>
        <a:buChar char="•"/>
        <a:defRPr sz="1800" kern="1200">
          <a:solidFill>
            <a:schemeClr val="tx1">
              <a:lumMod val="65000"/>
              <a:lumOff val="35000"/>
            </a:schemeClr>
          </a:solidFill>
          <a:latin typeface="+mn-lt"/>
          <a:ea typeface="+mn-ea"/>
          <a:cs typeface="+mn-cs"/>
        </a:defRPr>
      </a:lvl3pPr>
      <a:lvl4pPr marL="1030605" indent="-149225" algn="l" defTabSz="914400" rtl="0" eaLnBrk="1" latinLnBrk="0" hangingPunct="1">
        <a:lnSpc>
          <a:spcPct val="130000"/>
        </a:lnSpc>
        <a:spcBef>
          <a:spcPts val="0"/>
        </a:spcBef>
        <a:buFont typeface="Arial" panose="020B0604020202020204" pitchFamily="34" charset="0"/>
        <a:buChar char="•"/>
        <a:defRPr sz="1600" kern="1200">
          <a:solidFill>
            <a:schemeClr val="tx1">
              <a:lumMod val="65000"/>
              <a:lumOff val="35000"/>
            </a:schemeClr>
          </a:solidFill>
          <a:latin typeface="+mn-lt"/>
          <a:ea typeface="+mn-ea"/>
          <a:cs typeface="+mn-cs"/>
        </a:defRPr>
      </a:lvl4pPr>
      <a:lvl5pPr marL="1235075" indent="-127000" algn="l" defTabSz="914400" rtl="0" eaLnBrk="1" latinLnBrk="0" hangingPunct="1">
        <a:lnSpc>
          <a:spcPct val="130000"/>
        </a:lnSpc>
        <a:spcBef>
          <a:spcPts val="0"/>
        </a:spcBef>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1195.xml"/><Relationship Id="rId1" Type="http://schemas.openxmlformats.org/officeDocument/2006/relationships/tags" Target="../tags/tag1194.xml"/></Relationships>
</file>

<file path=ppt/slides/_rels/slide2.xml.rels><?xml version="1.0" encoding="UTF-8" standalone="yes"?>
<Relationships xmlns="http://schemas.openxmlformats.org/package/2006/relationships"><Relationship Id="rId8" Type="http://schemas.openxmlformats.org/officeDocument/2006/relationships/tags" Target="../tags/tag1203.xml"/><Relationship Id="rId13" Type="http://schemas.openxmlformats.org/officeDocument/2006/relationships/tags" Target="../tags/tag1208.xml"/><Relationship Id="rId18" Type="http://schemas.openxmlformats.org/officeDocument/2006/relationships/slideLayout" Target="../slideLayouts/slideLayout2.xml"/><Relationship Id="rId3" Type="http://schemas.openxmlformats.org/officeDocument/2006/relationships/tags" Target="../tags/tag1198.xml"/><Relationship Id="rId7" Type="http://schemas.openxmlformats.org/officeDocument/2006/relationships/tags" Target="../tags/tag1202.xml"/><Relationship Id="rId12" Type="http://schemas.openxmlformats.org/officeDocument/2006/relationships/tags" Target="../tags/tag1207.xml"/><Relationship Id="rId17" Type="http://schemas.openxmlformats.org/officeDocument/2006/relationships/tags" Target="../tags/tag1212.xml"/><Relationship Id="rId2" Type="http://schemas.openxmlformats.org/officeDocument/2006/relationships/tags" Target="../tags/tag1197.xml"/><Relationship Id="rId16" Type="http://schemas.openxmlformats.org/officeDocument/2006/relationships/tags" Target="../tags/tag1211.xml"/><Relationship Id="rId1" Type="http://schemas.openxmlformats.org/officeDocument/2006/relationships/tags" Target="../tags/tag1196.xml"/><Relationship Id="rId6" Type="http://schemas.openxmlformats.org/officeDocument/2006/relationships/tags" Target="../tags/tag1201.xml"/><Relationship Id="rId11" Type="http://schemas.openxmlformats.org/officeDocument/2006/relationships/tags" Target="../tags/tag1206.xml"/><Relationship Id="rId5" Type="http://schemas.openxmlformats.org/officeDocument/2006/relationships/tags" Target="../tags/tag1200.xml"/><Relationship Id="rId15" Type="http://schemas.openxmlformats.org/officeDocument/2006/relationships/tags" Target="../tags/tag1210.xml"/><Relationship Id="rId10" Type="http://schemas.openxmlformats.org/officeDocument/2006/relationships/tags" Target="../tags/tag1205.xml"/><Relationship Id="rId4" Type="http://schemas.openxmlformats.org/officeDocument/2006/relationships/tags" Target="../tags/tag1199.xml"/><Relationship Id="rId9" Type="http://schemas.openxmlformats.org/officeDocument/2006/relationships/tags" Target="../tags/tag1204.xml"/><Relationship Id="rId14" Type="http://schemas.openxmlformats.org/officeDocument/2006/relationships/tags" Target="../tags/tag1209.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tags" Target="../tags/tag1214.xml"/><Relationship Id="rId1" Type="http://schemas.openxmlformats.org/officeDocument/2006/relationships/tags" Target="../tags/tag1213.xml"/></Relationships>
</file>

<file path=ppt/slides/_rels/slide4.xml.rels><?xml version="1.0" encoding="UTF-8" standalone="yes"?>
<Relationships xmlns="http://schemas.openxmlformats.org/package/2006/relationships"><Relationship Id="rId3" Type="http://schemas.openxmlformats.org/officeDocument/2006/relationships/tags" Target="../tags/tag1217.xml"/><Relationship Id="rId2" Type="http://schemas.openxmlformats.org/officeDocument/2006/relationships/tags" Target="../tags/tag1216.xml"/><Relationship Id="rId1" Type="http://schemas.openxmlformats.org/officeDocument/2006/relationships/tags" Target="../tags/tag1215.xml"/><Relationship Id="rId6" Type="http://schemas.openxmlformats.org/officeDocument/2006/relationships/notesSlide" Target="../notesSlides/notesSlide1.xml"/><Relationship Id="rId5" Type="http://schemas.openxmlformats.org/officeDocument/2006/relationships/slideLayout" Target="../slideLayouts/slideLayout4.xml"/><Relationship Id="rId4" Type="http://schemas.openxmlformats.org/officeDocument/2006/relationships/tags" Target="../tags/tag1218.xml"/></Relationships>
</file>

<file path=ppt/slides/_rels/slide5.xml.rels><?xml version="1.0" encoding="UTF-8" standalone="yes"?>
<Relationships xmlns="http://schemas.openxmlformats.org/package/2006/relationships"><Relationship Id="rId8" Type="http://schemas.openxmlformats.org/officeDocument/2006/relationships/tags" Target="../tags/tag1226.xml"/><Relationship Id="rId13" Type="http://schemas.openxmlformats.org/officeDocument/2006/relationships/image" Target="../media/image14.png"/><Relationship Id="rId3" Type="http://schemas.openxmlformats.org/officeDocument/2006/relationships/tags" Target="../tags/tag1221.xml"/><Relationship Id="rId7" Type="http://schemas.openxmlformats.org/officeDocument/2006/relationships/tags" Target="../tags/tag1225.xml"/><Relationship Id="rId12" Type="http://schemas.openxmlformats.org/officeDocument/2006/relationships/notesSlide" Target="../notesSlides/notesSlide2.xml"/><Relationship Id="rId2" Type="http://schemas.openxmlformats.org/officeDocument/2006/relationships/tags" Target="../tags/tag1220.xml"/><Relationship Id="rId16" Type="http://schemas.openxmlformats.org/officeDocument/2006/relationships/image" Target="../media/image17.png"/><Relationship Id="rId1" Type="http://schemas.openxmlformats.org/officeDocument/2006/relationships/tags" Target="../tags/tag1219.xml"/><Relationship Id="rId6" Type="http://schemas.openxmlformats.org/officeDocument/2006/relationships/tags" Target="../tags/tag1224.xml"/><Relationship Id="rId11" Type="http://schemas.openxmlformats.org/officeDocument/2006/relationships/slideLayout" Target="../slideLayouts/slideLayout4.xml"/><Relationship Id="rId5" Type="http://schemas.openxmlformats.org/officeDocument/2006/relationships/tags" Target="../tags/tag1223.xml"/><Relationship Id="rId15" Type="http://schemas.openxmlformats.org/officeDocument/2006/relationships/image" Target="../media/image16.png"/><Relationship Id="rId10" Type="http://schemas.openxmlformats.org/officeDocument/2006/relationships/tags" Target="../tags/tag1228.xml"/><Relationship Id="rId4" Type="http://schemas.openxmlformats.org/officeDocument/2006/relationships/tags" Target="../tags/tag1222.xml"/><Relationship Id="rId9" Type="http://schemas.openxmlformats.org/officeDocument/2006/relationships/tags" Target="../tags/tag1227.xml"/><Relationship Id="rId14" Type="http://schemas.openxmlformats.org/officeDocument/2006/relationships/image" Target="../media/image15.png"/></Relationships>
</file>

<file path=ppt/slides/_rels/slide6.xml.rels><?xml version="1.0" encoding="UTF-8" standalone="yes"?>
<Relationships xmlns="http://schemas.openxmlformats.org/package/2006/relationships"><Relationship Id="rId8" Type="http://schemas.openxmlformats.org/officeDocument/2006/relationships/tags" Target="../tags/tag1236.xml"/><Relationship Id="rId13" Type="http://schemas.openxmlformats.org/officeDocument/2006/relationships/tags" Target="../tags/tag1241.xml"/><Relationship Id="rId18" Type="http://schemas.openxmlformats.org/officeDocument/2006/relationships/slideLayout" Target="../slideLayouts/slideLayout4.xml"/><Relationship Id="rId3" Type="http://schemas.openxmlformats.org/officeDocument/2006/relationships/tags" Target="../tags/tag1231.xml"/><Relationship Id="rId21" Type="http://schemas.openxmlformats.org/officeDocument/2006/relationships/image" Target="../media/image19.png"/><Relationship Id="rId7" Type="http://schemas.openxmlformats.org/officeDocument/2006/relationships/tags" Target="../tags/tag1235.xml"/><Relationship Id="rId12" Type="http://schemas.openxmlformats.org/officeDocument/2006/relationships/tags" Target="../tags/tag1240.xml"/><Relationship Id="rId17" Type="http://schemas.openxmlformats.org/officeDocument/2006/relationships/tags" Target="../tags/tag1245.xml"/><Relationship Id="rId2" Type="http://schemas.openxmlformats.org/officeDocument/2006/relationships/tags" Target="../tags/tag1230.xml"/><Relationship Id="rId16" Type="http://schemas.openxmlformats.org/officeDocument/2006/relationships/tags" Target="../tags/tag1244.xml"/><Relationship Id="rId20" Type="http://schemas.openxmlformats.org/officeDocument/2006/relationships/image" Target="../media/image18.png"/><Relationship Id="rId1" Type="http://schemas.openxmlformats.org/officeDocument/2006/relationships/tags" Target="../tags/tag1229.xml"/><Relationship Id="rId6" Type="http://schemas.openxmlformats.org/officeDocument/2006/relationships/tags" Target="../tags/tag1234.xml"/><Relationship Id="rId11" Type="http://schemas.openxmlformats.org/officeDocument/2006/relationships/tags" Target="../tags/tag1239.xml"/><Relationship Id="rId5" Type="http://schemas.openxmlformats.org/officeDocument/2006/relationships/tags" Target="../tags/tag1233.xml"/><Relationship Id="rId15" Type="http://schemas.openxmlformats.org/officeDocument/2006/relationships/tags" Target="../tags/tag1243.xml"/><Relationship Id="rId10" Type="http://schemas.openxmlformats.org/officeDocument/2006/relationships/tags" Target="../tags/tag1238.xml"/><Relationship Id="rId19" Type="http://schemas.openxmlformats.org/officeDocument/2006/relationships/notesSlide" Target="../notesSlides/notesSlide3.xml"/><Relationship Id="rId4" Type="http://schemas.openxmlformats.org/officeDocument/2006/relationships/tags" Target="../tags/tag1232.xml"/><Relationship Id="rId9" Type="http://schemas.openxmlformats.org/officeDocument/2006/relationships/tags" Target="../tags/tag1237.xml"/><Relationship Id="rId14" Type="http://schemas.openxmlformats.org/officeDocument/2006/relationships/tags" Target="../tags/tag1242.xml"/></Relationships>
</file>

<file path=ppt/slides/_rels/slide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4.xml"/><Relationship Id="rId1" Type="http://schemas.openxmlformats.org/officeDocument/2006/relationships/vmlDrawing" Target="../drawings/vmlDrawing1.vml"/><Relationship Id="rId4" Type="http://schemas.openxmlformats.org/officeDocument/2006/relationships/image" Target="../media/image21.wmf"/></Relationships>
</file>

<file path=ppt/slides/_rels/slide9.xml.rels><?xml version="1.0" encoding="UTF-8" standalone="yes"?>
<Relationships xmlns="http://schemas.openxmlformats.org/package/2006/relationships"><Relationship Id="rId8" Type="http://schemas.openxmlformats.org/officeDocument/2006/relationships/tags" Target="../tags/tag1253.xml"/><Relationship Id="rId13" Type="http://schemas.openxmlformats.org/officeDocument/2006/relationships/tags" Target="../tags/tag1258.xml"/><Relationship Id="rId18" Type="http://schemas.openxmlformats.org/officeDocument/2006/relationships/tags" Target="../tags/tag1263.xml"/><Relationship Id="rId3" Type="http://schemas.openxmlformats.org/officeDocument/2006/relationships/tags" Target="../tags/tag1248.xml"/><Relationship Id="rId21" Type="http://schemas.openxmlformats.org/officeDocument/2006/relationships/image" Target="../media/image22.jpeg"/><Relationship Id="rId7" Type="http://schemas.openxmlformats.org/officeDocument/2006/relationships/tags" Target="../tags/tag1252.xml"/><Relationship Id="rId12" Type="http://schemas.openxmlformats.org/officeDocument/2006/relationships/tags" Target="../tags/tag1257.xml"/><Relationship Id="rId17" Type="http://schemas.openxmlformats.org/officeDocument/2006/relationships/tags" Target="../tags/tag1262.xml"/><Relationship Id="rId2" Type="http://schemas.openxmlformats.org/officeDocument/2006/relationships/tags" Target="../tags/tag1247.xml"/><Relationship Id="rId16" Type="http://schemas.openxmlformats.org/officeDocument/2006/relationships/tags" Target="../tags/tag1261.xml"/><Relationship Id="rId20" Type="http://schemas.openxmlformats.org/officeDocument/2006/relationships/notesSlide" Target="../notesSlides/notesSlide4.xml"/><Relationship Id="rId1" Type="http://schemas.openxmlformats.org/officeDocument/2006/relationships/tags" Target="../tags/tag1246.xml"/><Relationship Id="rId6" Type="http://schemas.openxmlformats.org/officeDocument/2006/relationships/tags" Target="../tags/tag1251.xml"/><Relationship Id="rId11" Type="http://schemas.openxmlformats.org/officeDocument/2006/relationships/tags" Target="../tags/tag1256.xml"/><Relationship Id="rId24" Type="http://schemas.openxmlformats.org/officeDocument/2006/relationships/image" Target="../media/image25.jpeg"/><Relationship Id="rId5" Type="http://schemas.openxmlformats.org/officeDocument/2006/relationships/tags" Target="../tags/tag1250.xml"/><Relationship Id="rId15" Type="http://schemas.openxmlformats.org/officeDocument/2006/relationships/tags" Target="../tags/tag1260.xml"/><Relationship Id="rId23" Type="http://schemas.openxmlformats.org/officeDocument/2006/relationships/image" Target="../media/image24.jpeg"/><Relationship Id="rId10" Type="http://schemas.openxmlformats.org/officeDocument/2006/relationships/tags" Target="../tags/tag1255.xml"/><Relationship Id="rId19" Type="http://schemas.openxmlformats.org/officeDocument/2006/relationships/slideLayout" Target="../slideLayouts/slideLayout4.xml"/><Relationship Id="rId4" Type="http://schemas.openxmlformats.org/officeDocument/2006/relationships/tags" Target="../tags/tag1249.xml"/><Relationship Id="rId9" Type="http://schemas.openxmlformats.org/officeDocument/2006/relationships/tags" Target="../tags/tag1254.xml"/><Relationship Id="rId14" Type="http://schemas.openxmlformats.org/officeDocument/2006/relationships/tags" Target="../tags/tag1259.xml"/><Relationship Id="rId22" Type="http://schemas.openxmlformats.org/officeDocument/2006/relationships/image" Target="../media/image23.jpeg"/></Relationships>
</file>

<file path=ppt/slides/_rels/slide10.xml.rels><?xml version="1.0" encoding="UTF-8" standalone="yes"?>
<Relationships xmlns="http://schemas.openxmlformats.org/package/2006/relationships"><Relationship Id="rId8" Type="http://schemas.openxmlformats.org/officeDocument/2006/relationships/tags" Target="../tags/tag1271.xml"/><Relationship Id="rId13" Type="http://schemas.openxmlformats.org/officeDocument/2006/relationships/image" Target="../media/image26.png"/><Relationship Id="rId3" Type="http://schemas.openxmlformats.org/officeDocument/2006/relationships/tags" Target="../tags/tag1266.xml"/><Relationship Id="rId7" Type="http://schemas.openxmlformats.org/officeDocument/2006/relationships/tags" Target="../tags/tag1270.xml"/><Relationship Id="rId12" Type="http://schemas.openxmlformats.org/officeDocument/2006/relationships/notesSlide" Target="../notesSlides/notesSlide5.xml"/><Relationship Id="rId2" Type="http://schemas.openxmlformats.org/officeDocument/2006/relationships/tags" Target="../tags/tag1265.xml"/><Relationship Id="rId1" Type="http://schemas.openxmlformats.org/officeDocument/2006/relationships/tags" Target="../tags/tag1264.xml"/><Relationship Id="rId6" Type="http://schemas.openxmlformats.org/officeDocument/2006/relationships/tags" Target="../tags/tag1269.xml"/><Relationship Id="rId11" Type="http://schemas.openxmlformats.org/officeDocument/2006/relationships/slideLayout" Target="../slideLayouts/slideLayout4.xml"/><Relationship Id="rId5" Type="http://schemas.openxmlformats.org/officeDocument/2006/relationships/tags" Target="../tags/tag1268.xml"/><Relationship Id="rId10" Type="http://schemas.openxmlformats.org/officeDocument/2006/relationships/tags" Target="../tags/tag1273.xml"/><Relationship Id="rId4" Type="http://schemas.openxmlformats.org/officeDocument/2006/relationships/tags" Target="../tags/tag1267.xml"/><Relationship Id="rId9" Type="http://schemas.openxmlformats.org/officeDocument/2006/relationships/tags" Target="../tags/tag1272.xml"/></Relationships>
</file>

<file path=ppt/slides/_rels/slide11.xml.rels><?xml version="1.0" encoding="UTF-8" standalone="yes"?>
<Relationships xmlns="http://schemas.openxmlformats.org/package/2006/relationships"><Relationship Id="rId8" Type="http://schemas.openxmlformats.org/officeDocument/2006/relationships/tags" Target="../tags/tag1281.xml"/><Relationship Id="rId13" Type="http://schemas.openxmlformats.org/officeDocument/2006/relationships/tags" Target="../tags/tag1286.xml"/><Relationship Id="rId18" Type="http://schemas.openxmlformats.org/officeDocument/2006/relationships/tags" Target="../tags/tag1291.xml"/><Relationship Id="rId3" Type="http://schemas.openxmlformats.org/officeDocument/2006/relationships/tags" Target="../tags/tag1276.xml"/><Relationship Id="rId7" Type="http://schemas.openxmlformats.org/officeDocument/2006/relationships/tags" Target="../tags/tag1280.xml"/><Relationship Id="rId12" Type="http://schemas.openxmlformats.org/officeDocument/2006/relationships/tags" Target="../tags/tag1285.xml"/><Relationship Id="rId17" Type="http://schemas.openxmlformats.org/officeDocument/2006/relationships/tags" Target="../tags/tag1290.xml"/><Relationship Id="rId2" Type="http://schemas.openxmlformats.org/officeDocument/2006/relationships/tags" Target="../tags/tag1275.xml"/><Relationship Id="rId16" Type="http://schemas.openxmlformats.org/officeDocument/2006/relationships/tags" Target="../tags/tag1289.xml"/><Relationship Id="rId20" Type="http://schemas.openxmlformats.org/officeDocument/2006/relationships/notesSlide" Target="../notesSlides/notesSlide6.xml"/><Relationship Id="rId1" Type="http://schemas.openxmlformats.org/officeDocument/2006/relationships/tags" Target="../tags/tag1274.xml"/><Relationship Id="rId6" Type="http://schemas.openxmlformats.org/officeDocument/2006/relationships/tags" Target="../tags/tag1279.xml"/><Relationship Id="rId11" Type="http://schemas.openxmlformats.org/officeDocument/2006/relationships/tags" Target="../tags/tag1284.xml"/><Relationship Id="rId5" Type="http://schemas.openxmlformats.org/officeDocument/2006/relationships/tags" Target="../tags/tag1278.xml"/><Relationship Id="rId15" Type="http://schemas.openxmlformats.org/officeDocument/2006/relationships/tags" Target="../tags/tag1288.xml"/><Relationship Id="rId10" Type="http://schemas.openxmlformats.org/officeDocument/2006/relationships/tags" Target="../tags/tag1283.xml"/><Relationship Id="rId19" Type="http://schemas.openxmlformats.org/officeDocument/2006/relationships/slideLayout" Target="../slideLayouts/slideLayout52.xml"/><Relationship Id="rId4" Type="http://schemas.openxmlformats.org/officeDocument/2006/relationships/tags" Target="../tags/tag1277.xml"/><Relationship Id="rId9" Type="http://schemas.openxmlformats.org/officeDocument/2006/relationships/tags" Target="../tags/tag1282.xml"/><Relationship Id="rId14" Type="http://schemas.openxmlformats.org/officeDocument/2006/relationships/tags" Target="../tags/tag1287.xml"/></Relationships>
</file>

<file path=ppt/slides/_rels/slide12.xml.rels><?xml version="1.0" encoding="UTF-8" standalone="yes"?>
<Relationships xmlns="http://schemas.openxmlformats.org/package/2006/relationships"><Relationship Id="rId8" Type="http://schemas.openxmlformats.org/officeDocument/2006/relationships/tags" Target="../tags/tag1299.xml"/><Relationship Id="rId13" Type="http://schemas.openxmlformats.org/officeDocument/2006/relationships/image" Target="../media/image28.jpeg"/><Relationship Id="rId3" Type="http://schemas.openxmlformats.org/officeDocument/2006/relationships/tags" Target="../tags/tag1294.xml"/><Relationship Id="rId7" Type="http://schemas.openxmlformats.org/officeDocument/2006/relationships/tags" Target="../tags/tag1298.xml"/><Relationship Id="rId12" Type="http://schemas.openxmlformats.org/officeDocument/2006/relationships/image" Target="../media/image27.jpeg"/><Relationship Id="rId2" Type="http://schemas.openxmlformats.org/officeDocument/2006/relationships/tags" Target="../tags/tag1293.xml"/><Relationship Id="rId1" Type="http://schemas.openxmlformats.org/officeDocument/2006/relationships/tags" Target="../tags/tag1292.xml"/><Relationship Id="rId6" Type="http://schemas.openxmlformats.org/officeDocument/2006/relationships/tags" Target="../tags/tag1297.xml"/><Relationship Id="rId11" Type="http://schemas.openxmlformats.org/officeDocument/2006/relationships/slideLayout" Target="../slideLayouts/slideLayout4.xml"/><Relationship Id="rId5" Type="http://schemas.openxmlformats.org/officeDocument/2006/relationships/tags" Target="../tags/tag1296.xml"/><Relationship Id="rId10" Type="http://schemas.openxmlformats.org/officeDocument/2006/relationships/tags" Target="../tags/tag1301.xml"/><Relationship Id="rId4" Type="http://schemas.openxmlformats.org/officeDocument/2006/relationships/tags" Target="../tags/tag1295.xml"/><Relationship Id="rId9" Type="http://schemas.openxmlformats.org/officeDocument/2006/relationships/tags" Target="../tags/tag1300.xml"/></Relationships>
</file>

<file path=ppt/slides/_rels/slide13.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tags" Target="../tags/tag1303.xml"/><Relationship Id="rId7" Type="http://schemas.openxmlformats.org/officeDocument/2006/relationships/oleObject" Target="../embeddings/oleObject2.bin"/><Relationship Id="rId2" Type="http://schemas.openxmlformats.org/officeDocument/2006/relationships/tags" Target="../tags/tag1302.xml"/><Relationship Id="rId1" Type="http://schemas.openxmlformats.org/officeDocument/2006/relationships/vmlDrawing" Target="../drawings/vmlDrawing2.vml"/><Relationship Id="rId6" Type="http://schemas.openxmlformats.org/officeDocument/2006/relationships/image" Target="../media/image32.jpeg"/><Relationship Id="rId5" Type="http://schemas.openxmlformats.org/officeDocument/2006/relationships/image" Target="../media/image31.jpeg"/><Relationship Id="rId10" Type="http://schemas.openxmlformats.org/officeDocument/2006/relationships/image" Target="../media/image30.png"/><Relationship Id="rId4" Type="http://schemas.openxmlformats.org/officeDocument/2006/relationships/slideLayout" Target="../slideLayouts/slideLayout4.xml"/><Relationship Id="rId9" Type="http://schemas.openxmlformats.org/officeDocument/2006/relationships/oleObject" Target="../embeddings/oleObject3.bin"/></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1305.xml"/><Relationship Id="rId1" Type="http://schemas.openxmlformats.org/officeDocument/2006/relationships/tags" Target="../tags/tag1304.xml"/><Relationship Id="rId6" Type="http://schemas.openxmlformats.org/officeDocument/2006/relationships/image" Target="../media/image35.jpeg"/><Relationship Id="rId5" Type="http://schemas.openxmlformats.org/officeDocument/2006/relationships/image" Target="../media/image34.jpeg"/><Relationship Id="rId4" Type="http://schemas.openxmlformats.org/officeDocument/2006/relationships/image" Target="../media/image33.png"/></Relationships>
</file>

<file path=ppt/slides/_rels/slide15.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7.xml"/><Relationship Id="rId1" Type="http://schemas.openxmlformats.org/officeDocument/2006/relationships/slideLayout" Target="../slideLayouts/slideLayout7.xml"/><Relationship Id="rId5" Type="http://schemas.openxmlformats.org/officeDocument/2006/relationships/image" Target="../media/image39.jpeg"/><Relationship Id="rId4" Type="http://schemas.openxmlformats.org/officeDocument/2006/relationships/image" Target="../media/image38.jpeg"/></Relationships>
</file>

<file path=ppt/slides/_rels/slide17.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notesSlide" Target="../notesSlides/notesSlide8.xml"/><Relationship Id="rId1" Type="http://schemas.openxmlformats.org/officeDocument/2006/relationships/slideLayout" Target="../slideLayouts/slideLayout7.xml"/><Relationship Id="rId5" Type="http://schemas.openxmlformats.org/officeDocument/2006/relationships/image" Target="../media/image42.jpeg"/><Relationship Id="rId4" Type="http://schemas.openxmlformats.org/officeDocument/2006/relationships/image" Target="../media/image41.jpeg"/></Relationships>
</file>

<file path=ppt/slides/_rels/slide18.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tags" Target="../tags/tag1307.xml"/><Relationship Id="rId1" Type="http://schemas.openxmlformats.org/officeDocument/2006/relationships/tags" Target="../tags/tag1306.xml"/></Relationships>
</file>

<file path=ppt/slides/_rels/slide20.xml.rels><?xml version="1.0" encoding="UTF-8" standalone="yes"?>
<Relationships xmlns="http://schemas.openxmlformats.org/package/2006/relationships"><Relationship Id="rId8" Type="http://schemas.openxmlformats.org/officeDocument/2006/relationships/tags" Target="../tags/tag1315.xml"/><Relationship Id="rId13" Type="http://schemas.openxmlformats.org/officeDocument/2006/relationships/image" Target="../media/image44.png"/><Relationship Id="rId3" Type="http://schemas.openxmlformats.org/officeDocument/2006/relationships/tags" Target="../tags/tag1310.xml"/><Relationship Id="rId7" Type="http://schemas.openxmlformats.org/officeDocument/2006/relationships/tags" Target="../tags/tag1314.xml"/><Relationship Id="rId12" Type="http://schemas.openxmlformats.org/officeDocument/2006/relationships/slideLayout" Target="../slideLayouts/slideLayout51.xml"/><Relationship Id="rId2" Type="http://schemas.openxmlformats.org/officeDocument/2006/relationships/tags" Target="../tags/tag1309.xml"/><Relationship Id="rId16" Type="http://schemas.openxmlformats.org/officeDocument/2006/relationships/image" Target="../media/image47.svg"/><Relationship Id="rId1" Type="http://schemas.openxmlformats.org/officeDocument/2006/relationships/tags" Target="../tags/tag1308.xml"/><Relationship Id="rId6" Type="http://schemas.openxmlformats.org/officeDocument/2006/relationships/tags" Target="../tags/tag1313.xml"/><Relationship Id="rId11" Type="http://schemas.openxmlformats.org/officeDocument/2006/relationships/tags" Target="../tags/tag1318.xml"/><Relationship Id="rId5" Type="http://schemas.openxmlformats.org/officeDocument/2006/relationships/tags" Target="../tags/tag1312.xml"/><Relationship Id="rId15" Type="http://schemas.openxmlformats.org/officeDocument/2006/relationships/image" Target="../media/image46.png"/><Relationship Id="rId10" Type="http://schemas.openxmlformats.org/officeDocument/2006/relationships/tags" Target="../tags/tag1317.xml"/><Relationship Id="rId4" Type="http://schemas.openxmlformats.org/officeDocument/2006/relationships/tags" Target="../tags/tag1311.xml"/><Relationship Id="rId9" Type="http://schemas.openxmlformats.org/officeDocument/2006/relationships/tags" Target="../tags/tag1316.xml"/><Relationship Id="rId14" Type="http://schemas.openxmlformats.org/officeDocument/2006/relationships/image" Target="../media/image45.svg"/></Relationships>
</file>

<file path=ppt/slides/_rels/slide21.xml.rels><?xml version="1.0" encoding="UTF-8" standalone="yes"?>
<Relationships xmlns="http://schemas.openxmlformats.org/package/2006/relationships"><Relationship Id="rId3" Type="http://schemas.openxmlformats.org/officeDocument/2006/relationships/image" Target="../media/image48.jpeg"/><Relationship Id="rId2" Type="http://schemas.openxmlformats.org/officeDocument/2006/relationships/notesSlide" Target="../notesSlides/notesSlide10.xml"/><Relationship Id="rId1" Type="http://schemas.openxmlformats.org/officeDocument/2006/relationships/slideLayout" Target="../slideLayouts/slideLayout94.xml"/><Relationship Id="rId5" Type="http://schemas.openxmlformats.org/officeDocument/2006/relationships/image" Target="../media/image50.jpeg"/><Relationship Id="rId4" Type="http://schemas.openxmlformats.org/officeDocument/2006/relationships/image" Target="../media/image49.jpe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9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94.xml"/></Relationships>
</file>

<file path=ppt/slides/_rels/slide24.xml.rels><?xml version="1.0" encoding="UTF-8" standalone="yes"?>
<Relationships xmlns="http://schemas.openxmlformats.org/package/2006/relationships"><Relationship Id="rId8" Type="http://schemas.openxmlformats.org/officeDocument/2006/relationships/tags" Target="../tags/tag1326.xml"/><Relationship Id="rId13" Type="http://schemas.openxmlformats.org/officeDocument/2006/relationships/tags" Target="../tags/tag1331.xml"/><Relationship Id="rId18" Type="http://schemas.openxmlformats.org/officeDocument/2006/relationships/tags" Target="../tags/tag1336.xml"/><Relationship Id="rId26" Type="http://schemas.openxmlformats.org/officeDocument/2006/relationships/image" Target="../media/image53.jpeg"/><Relationship Id="rId3" Type="http://schemas.openxmlformats.org/officeDocument/2006/relationships/tags" Target="../tags/tag1321.xml"/><Relationship Id="rId21" Type="http://schemas.openxmlformats.org/officeDocument/2006/relationships/tags" Target="../tags/tag1339.xml"/><Relationship Id="rId7" Type="http://schemas.openxmlformats.org/officeDocument/2006/relationships/tags" Target="../tags/tag1325.xml"/><Relationship Id="rId12" Type="http://schemas.openxmlformats.org/officeDocument/2006/relationships/tags" Target="../tags/tag1330.xml"/><Relationship Id="rId17" Type="http://schemas.openxmlformats.org/officeDocument/2006/relationships/tags" Target="../tags/tag1335.xml"/><Relationship Id="rId25" Type="http://schemas.openxmlformats.org/officeDocument/2006/relationships/image" Target="../media/image52.jpeg"/><Relationship Id="rId2" Type="http://schemas.openxmlformats.org/officeDocument/2006/relationships/tags" Target="../tags/tag1320.xml"/><Relationship Id="rId16" Type="http://schemas.openxmlformats.org/officeDocument/2006/relationships/tags" Target="../tags/tag1334.xml"/><Relationship Id="rId20" Type="http://schemas.openxmlformats.org/officeDocument/2006/relationships/tags" Target="../tags/tag1338.xml"/><Relationship Id="rId1" Type="http://schemas.openxmlformats.org/officeDocument/2006/relationships/tags" Target="../tags/tag1319.xml"/><Relationship Id="rId6" Type="http://schemas.openxmlformats.org/officeDocument/2006/relationships/tags" Target="../tags/tag1324.xml"/><Relationship Id="rId11" Type="http://schemas.openxmlformats.org/officeDocument/2006/relationships/tags" Target="../tags/tag1329.xml"/><Relationship Id="rId24" Type="http://schemas.openxmlformats.org/officeDocument/2006/relationships/image" Target="../media/image51.jpeg"/><Relationship Id="rId5" Type="http://schemas.openxmlformats.org/officeDocument/2006/relationships/tags" Target="../tags/tag1323.xml"/><Relationship Id="rId15" Type="http://schemas.openxmlformats.org/officeDocument/2006/relationships/tags" Target="../tags/tag1333.xml"/><Relationship Id="rId23" Type="http://schemas.openxmlformats.org/officeDocument/2006/relationships/slideLayout" Target="../slideLayouts/slideLayout4.xml"/><Relationship Id="rId28" Type="http://schemas.openxmlformats.org/officeDocument/2006/relationships/image" Target="../media/image55.png"/><Relationship Id="rId10" Type="http://schemas.openxmlformats.org/officeDocument/2006/relationships/tags" Target="../tags/tag1328.xml"/><Relationship Id="rId19" Type="http://schemas.openxmlformats.org/officeDocument/2006/relationships/tags" Target="../tags/tag1337.xml"/><Relationship Id="rId4" Type="http://schemas.openxmlformats.org/officeDocument/2006/relationships/tags" Target="../tags/tag1322.xml"/><Relationship Id="rId9" Type="http://schemas.openxmlformats.org/officeDocument/2006/relationships/tags" Target="../tags/tag1327.xml"/><Relationship Id="rId14" Type="http://schemas.openxmlformats.org/officeDocument/2006/relationships/tags" Target="../tags/tag1332.xml"/><Relationship Id="rId22" Type="http://schemas.openxmlformats.org/officeDocument/2006/relationships/tags" Target="../tags/tag1340.xml"/><Relationship Id="rId27" Type="http://schemas.openxmlformats.org/officeDocument/2006/relationships/image" Target="../media/image54.png"/></Relationships>
</file>

<file path=ppt/slides/_rels/slide25.xml.rels><?xml version="1.0" encoding="UTF-8" standalone="yes"?>
<Relationships xmlns="http://schemas.openxmlformats.org/package/2006/relationships"><Relationship Id="rId8" Type="http://schemas.openxmlformats.org/officeDocument/2006/relationships/tags" Target="../tags/tag1348.xml"/><Relationship Id="rId13" Type="http://schemas.openxmlformats.org/officeDocument/2006/relationships/slideLayout" Target="../slideLayouts/slideLayout51.xml"/><Relationship Id="rId3" Type="http://schemas.openxmlformats.org/officeDocument/2006/relationships/tags" Target="../tags/tag1343.xml"/><Relationship Id="rId7" Type="http://schemas.openxmlformats.org/officeDocument/2006/relationships/tags" Target="../tags/tag1347.xml"/><Relationship Id="rId12" Type="http://schemas.openxmlformats.org/officeDocument/2006/relationships/tags" Target="../tags/tag1352.xml"/><Relationship Id="rId2" Type="http://schemas.openxmlformats.org/officeDocument/2006/relationships/tags" Target="../tags/tag1342.xml"/><Relationship Id="rId1" Type="http://schemas.openxmlformats.org/officeDocument/2006/relationships/tags" Target="../tags/tag1341.xml"/><Relationship Id="rId6" Type="http://schemas.openxmlformats.org/officeDocument/2006/relationships/tags" Target="../tags/tag1346.xml"/><Relationship Id="rId11" Type="http://schemas.openxmlformats.org/officeDocument/2006/relationships/tags" Target="../tags/tag1351.xml"/><Relationship Id="rId5" Type="http://schemas.openxmlformats.org/officeDocument/2006/relationships/tags" Target="../tags/tag1345.xml"/><Relationship Id="rId10" Type="http://schemas.openxmlformats.org/officeDocument/2006/relationships/tags" Target="../tags/tag1350.xml"/><Relationship Id="rId4" Type="http://schemas.openxmlformats.org/officeDocument/2006/relationships/tags" Target="../tags/tag1344.xml"/><Relationship Id="rId9" Type="http://schemas.openxmlformats.org/officeDocument/2006/relationships/tags" Target="../tags/tag1349.xml"/><Relationship Id="rId14" Type="http://schemas.openxmlformats.org/officeDocument/2006/relationships/image" Target="../media/image56.png"/></Relationships>
</file>

<file path=ppt/slides/_rels/slide26.xml.rels><?xml version="1.0" encoding="UTF-8" standalone="yes"?>
<Relationships xmlns="http://schemas.openxmlformats.org/package/2006/relationships"><Relationship Id="rId8" Type="http://schemas.openxmlformats.org/officeDocument/2006/relationships/notesSlide" Target="../notesSlides/notesSlide13.xml"/><Relationship Id="rId13" Type="http://schemas.openxmlformats.org/officeDocument/2006/relationships/oleObject" Target="../embeddings/oleObject5.bin"/><Relationship Id="rId3" Type="http://schemas.openxmlformats.org/officeDocument/2006/relationships/tags" Target="../tags/tag1354.xml"/><Relationship Id="rId7" Type="http://schemas.openxmlformats.org/officeDocument/2006/relationships/slideLayout" Target="../slideLayouts/slideLayout4.xml"/><Relationship Id="rId12" Type="http://schemas.openxmlformats.org/officeDocument/2006/relationships/image" Target="../media/image370.png"/><Relationship Id="rId2" Type="http://schemas.openxmlformats.org/officeDocument/2006/relationships/tags" Target="../tags/tag1353.xml"/><Relationship Id="rId16" Type="http://schemas.openxmlformats.org/officeDocument/2006/relationships/image" Target="../media/image59.emf"/><Relationship Id="rId1" Type="http://schemas.openxmlformats.org/officeDocument/2006/relationships/vmlDrawing" Target="../drawings/vmlDrawing3.vml"/><Relationship Id="rId6" Type="http://schemas.openxmlformats.org/officeDocument/2006/relationships/tags" Target="../tags/tag1357.xml"/><Relationship Id="rId11" Type="http://schemas.openxmlformats.org/officeDocument/2006/relationships/image" Target="../media/image57.emf"/><Relationship Id="rId5" Type="http://schemas.openxmlformats.org/officeDocument/2006/relationships/tags" Target="../tags/tag1356.xml"/><Relationship Id="rId15" Type="http://schemas.openxmlformats.org/officeDocument/2006/relationships/oleObject" Target="../embeddings/oleObject6.bin"/><Relationship Id="rId10" Type="http://schemas.openxmlformats.org/officeDocument/2006/relationships/oleObject" Target="../embeddings/oleObject4.bin"/><Relationship Id="rId4" Type="http://schemas.openxmlformats.org/officeDocument/2006/relationships/tags" Target="../tags/tag1355.xml"/><Relationship Id="rId9" Type="http://schemas.openxmlformats.org/officeDocument/2006/relationships/image" Target="../media/image60.png"/><Relationship Id="rId14" Type="http://schemas.openxmlformats.org/officeDocument/2006/relationships/image" Target="../media/image58.emf"/></Relationships>
</file>

<file path=ppt/slides/_rels/slide27.xml.rels><?xml version="1.0" encoding="UTF-8" standalone="yes"?>
<Relationships xmlns="http://schemas.openxmlformats.org/package/2006/relationships"><Relationship Id="rId8" Type="http://schemas.openxmlformats.org/officeDocument/2006/relationships/image" Target="../media/image60.png"/><Relationship Id="rId13" Type="http://schemas.openxmlformats.org/officeDocument/2006/relationships/oleObject" Target="../embeddings/oleObject9.bin"/><Relationship Id="rId3" Type="http://schemas.openxmlformats.org/officeDocument/2006/relationships/tags" Target="../tags/tag1359.xml"/><Relationship Id="rId7" Type="http://schemas.openxmlformats.org/officeDocument/2006/relationships/notesSlide" Target="../notesSlides/notesSlide14.xml"/><Relationship Id="rId12" Type="http://schemas.openxmlformats.org/officeDocument/2006/relationships/image" Target="../media/image61.emf"/><Relationship Id="rId2" Type="http://schemas.openxmlformats.org/officeDocument/2006/relationships/tags" Target="../tags/tag1358.xml"/><Relationship Id="rId1" Type="http://schemas.openxmlformats.org/officeDocument/2006/relationships/vmlDrawing" Target="../drawings/vmlDrawing4.vml"/><Relationship Id="rId6" Type="http://schemas.openxmlformats.org/officeDocument/2006/relationships/slideLayout" Target="../slideLayouts/slideLayout4.xml"/><Relationship Id="rId11" Type="http://schemas.openxmlformats.org/officeDocument/2006/relationships/oleObject" Target="../embeddings/oleObject8.bin"/><Relationship Id="rId5" Type="http://schemas.openxmlformats.org/officeDocument/2006/relationships/tags" Target="../tags/tag1361.xml"/><Relationship Id="rId10" Type="http://schemas.openxmlformats.org/officeDocument/2006/relationships/image" Target="../media/image59.emf"/><Relationship Id="rId4" Type="http://schemas.openxmlformats.org/officeDocument/2006/relationships/tags" Target="../tags/tag1360.xml"/><Relationship Id="rId9" Type="http://schemas.openxmlformats.org/officeDocument/2006/relationships/oleObject" Target="../embeddings/oleObject7.bin"/><Relationship Id="rId14" Type="http://schemas.openxmlformats.org/officeDocument/2006/relationships/image" Target="../media/image62.emf"/></Relationships>
</file>

<file path=ppt/slides/_rels/slide28.xml.rels><?xml version="1.0" encoding="UTF-8" standalone="yes"?>
<Relationships xmlns="http://schemas.openxmlformats.org/package/2006/relationships"><Relationship Id="rId8" Type="http://schemas.openxmlformats.org/officeDocument/2006/relationships/image" Target="../media/image60.png"/><Relationship Id="rId13" Type="http://schemas.openxmlformats.org/officeDocument/2006/relationships/oleObject" Target="../embeddings/oleObject12.bin"/><Relationship Id="rId18" Type="http://schemas.openxmlformats.org/officeDocument/2006/relationships/image" Target="../media/image66.emf"/><Relationship Id="rId3" Type="http://schemas.openxmlformats.org/officeDocument/2006/relationships/tags" Target="../tags/tag1363.xml"/><Relationship Id="rId7" Type="http://schemas.openxmlformats.org/officeDocument/2006/relationships/notesSlide" Target="../notesSlides/notesSlide15.xml"/><Relationship Id="rId12" Type="http://schemas.openxmlformats.org/officeDocument/2006/relationships/image" Target="../media/image63.emf"/><Relationship Id="rId17" Type="http://schemas.openxmlformats.org/officeDocument/2006/relationships/oleObject" Target="../embeddings/oleObject14.bin"/><Relationship Id="rId2" Type="http://schemas.openxmlformats.org/officeDocument/2006/relationships/tags" Target="../tags/tag1362.xml"/><Relationship Id="rId16" Type="http://schemas.openxmlformats.org/officeDocument/2006/relationships/image" Target="../media/image65.emf"/><Relationship Id="rId20" Type="http://schemas.openxmlformats.org/officeDocument/2006/relationships/image" Target="../media/image67.emf"/><Relationship Id="rId1" Type="http://schemas.openxmlformats.org/officeDocument/2006/relationships/vmlDrawing" Target="../drawings/vmlDrawing5.vml"/><Relationship Id="rId6" Type="http://schemas.openxmlformats.org/officeDocument/2006/relationships/slideLayout" Target="../slideLayouts/slideLayout4.xml"/><Relationship Id="rId11" Type="http://schemas.openxmlformats.org/officeDocument/2006/relationships/oleObject" Target="../embeddings/oleObject11.bin"/><Relationship Id="rId5" Type="http://schemas.openxmlformats.org/officeDocument/2006/relationships/tags" Target="../tags/tag1365.xml"/><Relationship Id="rId15" Type="http://schemas.openxmlformats.org/officeDocument/2006/relationships/oleObject" Target="../embeddings/oleObject13.bin"/><Relationship Id="rId10" Type="http://schemas.openxmlformats.org/officeDocument/2006/relationships/image" Target="../media/image59.emf"/><Relationship Id="rId19" Type="http://schemas.openxmlformats.org/officeDocument/2006/relationships/oleObject" Target="../embeddings/oleObject15.bin"/><Relationship Id="rId4" Type="http://schemas.openxmlformats.org/officeDocument/2006/relationships/tags" Target="../tags/tag1364.xml"/><Relationship Id="rId9" Type="http://schemas.openxmlformats.org/officeDocument/2006/relationships/oleObject" Target="../embeddings/oleObject10.bin"/><Relationship Id="rId14" Type="http://schemas.openxmlformats.org/officeDocument/2006/relationships/image" Target="../media/image64.emf"/></Relationships>
</file>

<file path=ppt/slides/_rels/slide29.xml.rels><?xml version="1.0" encoding="UTF-8" standalone="yes"?>
<Relationships xmlns="http://schemas.openxmlformats.org/package/2006/relationships"><Relationship Id="rId8" Type="http://schemas.openxmlformats.org/officeDocument/2006/relationships/oleObject" Target="../embeddings/oleObject16.bin"/><Relationship Id="rId3" Type="http://schemas.openxmlformats.org/officeDocument/2006/relationships/tags" Target="../tags/tag1367.xml"/><Relationship Id="rId7" Type="http://schemas.openxmlformats.org/officeDocument/2006/relationships/notesSlide" Target="../notesSlides/notesSlide16.xml"/><Relationship Id="rId2" Type="http://schemas.openxmlformats.org/officeDocument/2006/relationships/tags" Target="../tags/tag1366.xml"/><Relationship Id="rId1" Type="http://schemas.openxmlformats.org/officeDocument/2006/relationships/vmlDrawing" Target="../drawings/vmlDrawing6.vml"/><Relationship Id="rId6" Type="http://schemas.openxmlformats.org/officeDocument/2006/relationships/slideLayout" Target="../slideLayouts/slideLayout4.xml"/><Relationship Id="rId5" Type="http://schemas.openxmlformats.org/officeDocument/2006/relationships/tags" Target="../tags/tag1369.xml"/><Relationship Id="rId10" Type="http://schemas.openxmlformats.org/officeDocument/2006/relationships/image" Target="../media/image68.png"/><Relationship Id="rId4" Type="http://schemas.openxmlformats.org/officeDocument/2006/relationships/tags" Target="../tags/tag1368.xml"/><Relationship Id="rId9" Type="http://schemas.openxmlformats.org/officeDocument/2006/relationships/image" Target="../media/image59.emf"/></Relationships>
</file>

<file path=ppt/slides/_rels/slide30.xml.rels><?xml version="1.0" encoding="UTF-8" standalone="yes"?>
<Relationships xmlns="http://schemas.openxmlformats.org/package/2006/relationships"><Relationship Id="rId8" Type="http://schemas.openxmlformats.org/officeDocument/2006/relationships/image" Target="../media/image69.jpeg"/><Relationship Id="rId3" Type="http://schemas.openxmlformats.org/officeDocument/2006/relationships/tags" Target="../tags/tag1372.xml"/><Relationship Id="rId7" Type="http://schemas.openxmlformats.org/officeDocument/2006/relationships/slideLayout" Target="../slideLayouts/slideLayout4.xml"/><Relationship Id="rId2" Type="http://schemas.openxmlformats.org/officeDocument/2006/relationships/tags" Target="../tags/tag1371.xml"/><Relationship Id="rId1" Type="http://schemas.openxmlformats.org/officeDocument/2006/relationships/tags" Target="../tags/tag1370.xml"/><Relationship Id="rId6" Type="http://schemas.openxmlformats.org/officeDocument/2006/relationships/tags" Target="../tags/tag1375.xml"/><Relationship Id="rId5" Type="http://schemas.openxmlformats.org/officeDocument/2006/relationships/tags" Target="../tags/tag1374.xml"/><Relationship Id="rId4" Type="http://schemas.openxmlformats.org/officeDocument/2006/relationships/tags" Target="../tags/tag1373.xml"/><Relationship Id="rId9" Type="http://schemas.openxmlformats.org/officeDocument/2006/relationships/image" Target="../media/image70.png"/></Relationships>
</file>

<file path=ppt/slides/_rels/slide31.xml.rels><?xml version="1.0" encoding="UTF-8" standalone="yes"?>
<Relationships xmlns="http://schemas.openxmlformats.org/package/2006/relationships"><Relationship Id="rId8" Type="http://schemas.openxmlformats.org/officeDocument/2006/relationships/tags" Target="../tags/tag1383.xml"/><Relationship Id="rId13" Type="http://schemas.openxmlformats.org/officeDocument/2006/relationships/image" Target="../media/image71.png"/><Relationship Id="rId3" Type="http://schemas.openxmlformats.org/officeDocument/2006/relationships/tags" Target="../tags/tag1378.xml"/><Relationship Id="rId7" Type="http://schemas.openxmlformats.org/officeDocument/2006/relationships/tags" Target="../tags/tag1382.xml"/><Relationship Id="rId12" Type="http://schemas.openxmlformats.org/officeDocument/2006/relationships/slideLayout" Target="../slideLayouts/slideLayout50.xml"/><Relationship Id="rId2" Type="http://schemas.openxmlformats.org/officeDocument/2006/relationships/tags" Target="../tags/tag1377.xml"/><Relationship Id="rId1" Type="http://schemas.openxmlformats.org/officeDocument/2006/relationships/tags" Target="../tags/tag1376.xml"/><Relationship Id="rId6" Type="http://schemas.openxmlformats.org/officeDocument/2006/relationships/tags" Target="../tags/tag1381.xml"/><Relationship Id="rId11" Type="http://schemas.openxmlformats.org/officeDocument/2006/relationships/tags" Target="../tags/tag1386.xml"/><Relationship Id="rId5" Type="http://schemas.openxmlformats.org/officeDocument/2006/relationships/tags" Target="../tags/tag1380.xml"/><Relationship Id="rId10" Type="http://schemas.openxmlformats.org/officeDocument/2006/relationships/tags" Target="../tags/tag1385.xml"/><Relationship Id="rId4" Type="http://schemas.openxmlformats.org/officeDocument/2006/relationships/tags" Target="../tags/tag1379.xml"/><Relationship Id="rId9" Type="http://schemas.openxmlformats.org/officeDocument/2006/relationships/tags" Target="../tags/tag1384.xml"/></Relationships>
</file>

<file path=ppt/slides/_rels/slide32.xml.rels><?xml version="1.0" encoding="UTF-8" standalone="yes"?>
<Relationships xmlns="http://schemas.openxmlformats.org/package/2006/relationships"><Relationship Id="rId8" Type="http://schemas.openxmlformats.org/officeDocument/2006/relationships/tags" Target="../tags/tag1394.xml"/><Relationship Id="rId13" Type="http://schemas.openxmlformats.org/officeDocument/2006/relationships/slideLayout" Target="../slideLayouts/slideLayout4.xml"/><Relationship Id="rId3" Type="http://schemas.openxmlformats.org/officeDocument/2006/relationships/tags" Target="../tags/tag1389.xml"/><Relationship Id="rId7" Type="http://schemas.openxmlformats.org/officeDocument/2006/relationships/tags" Target="../tags/tag1393.xml"/><Relationship Id="rId12" Type="http://schemas.openxmlformats.org/officeDocument/2006/relationships/tags" Target="../tags/tag1398.xml"/><Relationship Id="rId2" Type="http://schemas.openxmlformats.org/officeDocument/2006/relationships/tags" Target="../tags/tag1388.xml"/><Relationship Id="rId1" Type="http://schemas.openxmlformats.org/officeDocument/2006/relationships/tags" Target="../tags/tag1387.xml"/><Relationship Id="rId6" Type="http://schemas.openxmlformats.org/officeDocument/2006/relationships/tags" Target="../tags/tag1392.xml"/><Relationship Id="rId11" Type="http://schemas.openxmlformats.org/officeDocument/2006/relationships/tags" Target="../tags/tag1397.xml"/><Relationship Id="rId5" Type="http://schemas.openxmlformats.org/officeDocument/2006/relationships/tags" Target="../tags/tag1391.xml"/><Relationship Id="rId10" Type="http://schemas.openxmlformats.org/officeDocument/2006/relationships/tags" Target="../tags/tag1396.xml"/><Relationship Id="rId4" Type="http://schemas.openxmlformats.org/officeDocument/2006/relationships/tags" Target="../tags/tag1390.xml"/><Relationship Id="rId9" Type="http://schemas.openxmlformats.org/officeDocument/2006/relationships/tags" Target="../tags/tag1395.xml"/><Relationship Id="rId14" Type="http://schemas.openxmlformats.org/officeDocument/2006/relationships/image" Target="../media/image72.png"/></Relationships>
</file>

<file path=ppt/slides/_rels/slide33.xml.rels><?xml version="1.0" encoding="UTF-8" standalone="yes"?>
<Relationships xmlns="http://schemas.openxmlformats.org/package/2006/relationships"><Relationship Id="rId8" Type="http://schemas.openxmlformats.org/officeDocument/2006/relationships/tags" Target="../tags/tag1406.xml"/><Relationship Id="rId3" Type="http://schemas.openxmlformats.org/officeDocument/2006/relationships/tags" Target="../tags/tag1401.xml"/><Relationship Id="rId7" Type="http://schemas.openxmlformats.org/officeDocument/2006/relationships/tags" Target="../tags/tag1405.xml"/><Relationship Id="rId12" Type="http://schemas.openxmlformats.org/officeDocument/2006/relationships/image" Target="../media/image73.jpeg"/><Relationship Id="rId2" Type="http://schemas.openxmlformats.org/officeDocument/2006/relationships/tags" Target="../tags/tag1400.xml"/><Relationship Id="rId1" Type="http://schemas.openxmlformats.org/officeDocument/2006/relationships/tags" Target="../tags/tag1399.xml"/><Relationship Id="rId6" Type="http://schemas.openxmlformats.org/officeDocument/2006/relationships/tags" Target="../tags/tag1404.xml"/><Relationship Id="rId11" Type="http://schemas.openxmlformats.org/officeDocument/2006/relationships/notesSlide" Target="../notesSlides/notesSlide17.xml"/><Relationship Id="rId5" Type="http://schemas.openxmlformats.org/officeDocument/2006/relationships/tags" Target="../tags/tag1403.xml"/><Relationship Id="rId10" Type="http://schemas.openxmlformats.org/officeDocument/2006/relationships/slideLayout" Target="../slideLayouts/slideLayout4.xml"/><Relationship Id="rId4" Type="http://schemas.openxmlformats.org/officeDocument/2006/relationships/tags" Target="../tags/tag1402.xml"/><Relationship Id="rId9" Type="http://schemas.openxmlformats.org/officeDocument/2006/relationships/tags" Target="../tags/tag1407.xml"/></Relationships>
</file>

<file path=ppt/slides/_rels/slide34.xml.rels><?xml version="1.0" encoding="UTF-8" standalone="yes"?>
<Relationships xmlns="http://schemas.openxmlformats.org/package/2006/relationships"><Relationship Id="rId8" Type="http://schemas.openxmlformats.org/officeDocument/2006/relationships/tags" Target="../tags/tag1415.xml"/><Relationship Id="rId13" Type="http://schemas.openxmlformats.org/officeDocument/2006/relationships/image" Target="../media/image75.png"/><Relationship Id="rId3" Type="http://schemas.openxmlformats.org/officeDocument/2006/relationships/tags" Target="../tags/tag1410.xml"/><Relationship Id="rId7" Type="http://schemas.openxmlformats.org/officeDocument/2006/relationships/tags" Target="../tags/tag1414.xml"/><Relationship Id="rId12" Type="http://schemas.openxmlformats.org/officeDocument/2006/relationships/image" Target="../media/image74.png"/><Relationship Id="rId2" Type="http://schemas.openxmlformats.org/officeDocument/2006/relationships/tags" Target="../tags/tag1409.xml"/><Relationship Id="rId1" Type="http://schemas.openxmlformats.org/officeDocument/2006/relationships/tags" Target="../tags/tag1408.xml"/><Relationship Id="rId6" Type="http://schemas.openxmlformats.org/officeDocument/2006/relationships/tags" Target="../tags/tag1413.xml"/><Relationship Id="rId11" Type="http://schemas.openxmlformats.org/officeDocument/2006/relationships/slideLayout" Target="../slideLayouts/slideLayout4.xml"/><Relationship Id="rId5" Type="http://schemas.openxmlformats.org/officeDocument/2006/relationships/tags" Target="../tags/tag1412.xml"/><Relationship Id="rId10" Type="http://schemas.openxmlformats.org/officeDocument/2006/relationships/tags" Target="../tags/tag1417.xml"/><Relationship Id="rId4" Type="http://schemas.openxmlformats.org/officeDocument/2006/relationships/tags" Target="../tags/tag1411.xml"/><Relationship Id="rId9" Type="http://schemas.openxmlformats.org/officeDocument/2006/relationships/tags" Target="../tags/tag1416.xml"/></Relationships>
</file>

<file path=ppt/slides/_rels/slide35.xml.rels><?xml version="1.0" encoding="UTF-8" standalone="yes"?>
<Relationships xmlns="http://schemas.openxmlformats.org/package/2006/relationships"><Relationship Id="rId8" Type="http://schemas.openxmlformats.org/officeDocument/2006/relationships/tags" Target="../tags/tag1425.xml"/><Relationship Id="rId3" Type="http://schemas.openxmlformats.org/officeDocument/2006/relationships/tags" Target="../tags/tag1420.xml"/><Relationship Id="rId7" Type="http://schemas.openxmlformats.org/officeDocument/2006/relationships/tags" Target="../tags/tag1424.xml"/><Relationship Id="rId12" Type="http://schemas.openxmlformats.org/officeDocument/2006/relationships/image" Target="../media/image77.jpeg"/><Relationship Id="rId2" Type="http://schemas.openxmlformats.org/officeDocument/2006/relationships/tags" Target="../tags/tag1419.xml"/><Relationship Id="rId1" Type="http://schemas.openxmlformats.org/officeDocument/2006/relationships/tags" Target="../tags/tag1418.xml"/><Relationship Id="rId6" Type="http://schemas.openxmlformats.org/officeDocument/2006/relationships/tags" Target="../tags/tag1423.xml"/><Relationship Id="rId11" Type="http://schemas.openxmlformats.org/officeDocument/2006/relationships/image" Target="../media/image76.jpeg"/><Relationship Id="rId5" Type="http://schemas.openxmlformats.org/officeDocument/2006/relationships/tags" Target="../tags/tag1422.xml"/><Relationship Id="rId10" Type="http://schemas.openxmlformats.org/officeDocument/2006/relationships/notesSlide" Target="../notesSlides/notesSlide18.xml"/><Relationship Id="rId4" Type="http://schemas.openxmlformats.org/officeDocument/2006/relationships/tags" Target="../tags/tag1421.xml"/><Relationship Id="rId9"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8" Type="http://schemas.openxmlformats.org/officeDocument/2006/relationships/tags" Target="../tags/tag1433.xml"/><Relationship Id="rId13" Type="http://schemas.openxmlformats.org/officeDocument/2006/relationships/tags" Target="../tags/tag1438.xml"/><Relationship Id="rId18" Type="http://schemas.openxmlformats.org/officeDocument/2006/relationships/slideLayout" Target="../slideLayouts/slideLayout4.xml"/><Relationship Id="rId3" Type="http://schemas.openxmlformats.org/officeDocument/2006/relationships/tags" Target="../tags/tag1428.xml"/><Relationship Id="rId7" Type="http://schemas.openxmlformats.org/officeDocument/2006/relationships/tags" Target="../tags/tag1432.xml"/><Relationship Id="rId12" Type="http://schemas.openxmlformats.org/officeDocument/2006/relationships/tags" Target="../tags/tag1437.xml"/><Relationship Id="rId17" Type="http://schemas.openxmlformats.org/officeDocument/2006/relationships/tags" Target="../tags/tag1442.xml"/><Relationship Id="rId2" Type="http://schemas.openxmlformats.org/officeDocument/2006/relationships/tags" Target="../tags/tag1427.xml"/><Relationship Id="rId16" Type="http://schemas.openxmlformats.org/officeDocument/2006/relationships/tags" Target="../tags/tag1441.xml"/><Relationship Id="rId1" Type="http://schemas.openxmlformats.org/officeDocument/2006/relationships/tags" Target="../tags/tag1426.xml"/><Relationship Id="rId6" Type="http://schemas.openxmlformats.org/officeDocument/2006/relationships/tags" Target="../tags/tag1431.xml"/><Relationship Id="rId11" Type="http://schemas.openxmlformats.org/officeDocument/2006/relationships/tags" Target="../tags/tag1436.xml"/><Relationship Id="rId5" Type="http://schemas.openxmlformats.org/officeDocument/2006/relationships/tags" Target="../tags/tag1430.xml"/><Relationship Id="rId15" Type="http://schemas.openxmlformats.org/officeDocument/2006/relationships/tags" Target="../tags/tag1440.xml"/><Relationship Id="rId10" Type="http://schemas.openxmlformats.org/officeDocument/2006/relationships/tags" Target="../tags/tag1435.xml"/><Relationship Id="rId4" Type="http://schemas.openxmlformats.org/officeDocument/2006/relationships/tags" Target="../tags/tag1429.xml"/><Relationship Id="rId9" Type="http://schemas.openxmlformats.org/officeDocument/2006/relationships/tags" Target="../tags/tag1434.xml"/><Relationship Id="rId14" Type="http://schemas.openxmlformats.org/officeDocument/2006/relationships/tags" Target="../tags/tag1439.xml"/></Relationships>
</file>

<file path=ppt/slides/_rels/slide37.xml.rels><?xml version="1.0" encoding="UTF-8" standalone="yes"?>
<Relationships xmlns="http://schemas.openxmlformats.org/package/2006/relationships"><Relationship Id="rId8" Type="http://schemas.openxmlformats.org/officeDocument/2006/relationships/tags" Target="../tags/tag1450.xml"/><Relationship Id="rId13" Type="http://schemas.openxmlformats.org/officeDocument/2006/relationships/image" Target="../media/image78.png"/><Relationship Id="rId3" Type="http://schemas.openxmlformats.org/officeDocument/2006/relationships/tags" Target="../tags/tag1445.xml"/><Relationship Id="rId7" Type="http://schemas.openxmlformats.org/officeDocument/2006/relationships/tags" Target="../tags/tag1449.xml"/><Relationship Id="rId12" Type="http://schemas.openxmlformats.org/officeDocument/2006/relationships/slideLayout" Target="../slideLayouts/slideLayout50.xml"/><Relationship Id="rId2" Type="http://schemas.openxmlformats.org/officeDocument/2006/relationships/tags" Target="../tags/tag1444.xml"/><Relationship Id="rId1" Type="http://schemas.openxmlformats.org/officeDocument/2006/relationships/tags" Target="../tags/tag1443.xml"/><Relationship Id="rId6" Type="http://schemas.openxmlformats.org/officeDocument/2006/relationships/tags" Target="../tags/tag1448.xml"/><Relationship Id="rId11" Type="http://schemas.openxmlformats.org/officeDocument/2006/relationships/tags" Target="../tags/tag1453.xml"/><Relationship Id="rId5" Type="http://schemas.openxmlformats.org/officeDocument/2006/relationships/tags" Target="../tags/tag1447.xml"/><Relationship Id="rId10" Type="http://schemas.openxmlformats.org/officeDocument/2006/relationships/tags" Target="../tags/tag1452.xml"/><Relationship Id="rId4" Type="http://schemas.openxmlformats.org/officeDocument/2006/relationships/tags" Target="../tags/tag1446.xml"/><Relationship Id="rId9" Type="http://schemas.openxmlformats.org/officeDocument/2006/relationships/tags" Target="../tags/tag1451.xml"/></Relationships>
</file>

<file path=ppt/slides/_rels/slide38.xml.rels><?xml version="1.0" encoding="UTF-8" standalone="yes"?>
<Relationships xmlns="http://schemas.openxmlformats.org/package/2006/relationships"><Relationship Id="rId8" Type="http://schemas.openxmlformats.org/officeDocument/2006/relationships/tags" Target="../tags/tag1461.xml"/><Relationship Id="rId13" Type="http://schemas.openxmlformats.org/officeDocument/2006/relationships/image" Target="../media/image79.png"/><Relationship Id="rId3" Type="http://schemas.openxmlformats.org/officeDocument/2006/relationships/tags" Target="../tags/tag1456.xml"/><Relationship Id="rId7" Type="http://schemas.openxmlformats.org/officeDocument/2006/relationships/tags" Target="../tags/tag1460.xml"/><Relationship Id="rId12" Type="http://schemas.openxmlformats.org/officeDocument/2006/relationships/slideLayout" Target="../slideLayouts/slideLayout50.xml"/><Relationship Id="rId2" Type="http://schemas.openxmlformats.org/officeDocument/2006/relationships/tags" Target="../tags/tag1455.xml"/><Relationship Id="rId1" Type="http://schemas.openxmlformats.org/officeDocument/2006/relationships/tags" Target="../tags/tag1454.xml"/><Relationship Id="rId6" Type="http://schemas.openxmlformats.org/officeDocument/2006/relationships/tags" Target="../tags/tag1459.xml"/><Relationship Id="rId11" Type="http://schemas.openxmlformats.org/officeDocument/2006/relationships/tags" Target="../tags/tag1464.xml"/><Relationship Id="rId5" Type="http://schemas.openxmlformats.org/officeDocument/2006/relationships/tags" Target="../tags/tag1458.xml"/><Relationship Id="rId10" Type="http://schemas.openxmlformats.org/officeDocument/2006/relationships/tags" Target="../tags/tag1463.xml"/><Relationship Id="rId4" Type="http://schemas.openxmlformats.org/officeDocument/2006/relationships/tags" Target="../tags/tag1457.xml"/><Relationship Id="rId9" Type="http://schemas.openxmlformats.org/officeDocument/2006/relationships/tags" Target="../tags/tag1462.xml"/></Relationships>
</file>

<file path=ppt/slides/_rels/slide39.xml.rels><?xml version="1.0" encoding="UTF-8" standalone="yes"?>
<Relationships xmlns="http://schemas.openxmlformats.org/package/2006/relationships"><Relationship Id="rId8" Type="http://schemas.openxmlformats.org/officeDocument/2006/relationships/tags" Target="../tags/tag1472.xml"/><Relationship Id="rId13" Type="http://schemas.openxmlformats.org/officeDocument/2006/relationships/image" Target="../media/image80.png"/><Relationship Id="rId3" Type="http://schemas.openxmlformats.org/officeDocument/2006/relationships/tags" Target="../tags/tag1467.xml"/><Relationship Id="rId7" Type="http://schemas.openxmlformats.org/officeDocument/2006/relationships/tags" Target="../tags/tag1471.xml"/><Relationship Id="rId12" Type="http://schemas.openxmlformats.org/officeDocument/2006/relationships/slideLayout" Target="../slideLayouts/slideLayout50.xml"/><Relationship Id="rId2" Type="http://schemas.openxmlformats.org/officeDocument/2006/relationships/tags" Target="../tags/tag1466.xml"/><Relationship Id="rId1" Type="http://schemas.openxmlformats.org/officeDocument/2006/relationships/tags" Target="../tags/tag1465.xml"/><Relationship Id="rId6" Type="http://schemas.openxmlformats.org/officeDocument/2006/relationships/tags" Target="../tags/tag1470.xml"/><Relationship Id="rId11" Type="http://schemas.openxmlformats.org/officeDocument/2006/relationships/tags" Target="../tags/tag1475.xml"/><Relationship Id="rId5" Type="http://schemas.openxmlformats.org/officeDocument/2006/relationships/tags" Target="../tags/tag1469.xml"/><Relationship Id="rId10" Type="http://schemas.openxmlformats.org/officeDocument/2006/relationships/tags" Target="../tags/tag1474.xml"/><Relationship Id="rId4" Type="http://schemas.openxmlformats.org/officeDocument/2006/relationships/tags" Target="../tags/tag1468.xml"/><Relationship Id="rId9" Type="http://schemas.openxmlformats.org/officeDocument/2006/relationships/tags" Target="../tags/tag1473.xml"/></Relationships>
</file>

<file path=ppt/slides/_rels/slide40.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tags" Target="../tags/tag1477.xml"/><Relationship Id="rId1" Type="http://schemas.openxmlformats.org/officeDocument/2006/relationships/tags" Target="../tags/tag1476.xml"/></Relationships>
</file>

<file path=ppt/slides/_rels/slide42.xml.rels><?xml version="1.0" encoding="UTF-8" standalone="yes"?>
<Relationships xmlns="http://schemas.openxmlformats.org/package/2006/relationships"><Relationship Id="rId8" Type="http://schemas.openxmlformats.org/officeDocument/2006/relationships/tags" Target="../tags/tag1485.xml"/><Relationship Id="rId13" Type="http://schemas.openxmlformats.org/officeDocument/2006/relationships/image" Target="../media/image44.png"/><Relationship Id="rId3" Type="http://schemas.openxmlformats.org/officeDocument/2006/relationships/tags" Target="../tags/tag1480.xml"/><Relationship Id="rId7" Type="http://schemas.openxmlformats.org/officeDocument/2006/relationships/tags" Target="../tags/tag1484.xml"/><Relationship Id="rId12" Type="http://schemas.openxmlformats.org/officeDocument/2006/relationships/slideLayout" Target="../slideLayouts/slideLayout49.xml"/><Relationship Id="rId2" Type="http://schemas.openxmlformats.org/officeDocument/2006/relationships/tags" Target="../tags/tag1479.xml"/><Relationship Id="rId16" Type="http://schemas.openxmlformats.org/officeDocument/2006/relationships/image" Target="../media/image47.svg"/><Relationship Id="rId1" Type="http://schemas.openxmlformats.org/officeDocument/2006/relationships/tags" Target="../tags/tag1478.xml"/><Relationship Id="rId6" Type="http://schemas.openxmlformats.org/officeDocument/2006/relationships/tags" Target="../tags/tag1483.xml"/><Relationship Id="rId11" Type="http://schemas.openxmlformats.org/officeDocument/2006/relationships/tags" Target="../tags/tag1488.xml"/><Relationship Id="rId5" Type="http://schemas.openxmlformats.org/officeDocument/2006/relationships/tags" Target="../tags/tag1482.xml"/><Relationship Id="rId15" Type="http://schemas.openxmlformats.org/officeDocument/2006/relationships/image" Target="../media/image46.png"/><Relationship Id="rId10" Type="http://schemas.openxmlformats.org/officeDocument/2006/relationships/tags" Target="../tags/tag1487.xml"/><Relationship Id="rId4" Type="http://schemas.openxmlformats.org/officeDocument/2006/relationships/tags" Target="../tags/tag1481.xml"/><Relationship Id="rId9" Type="http://schemas.openxmlformats.org/officeDocument/2006/relationships/tags" Target="../tags/tag1486.xml"/><Relationship Id="rId14" Type="http://schemas.openxmlformats.org/officeDocument/2006/relationships/image" Target="../media/image45.svg"/></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94.xml"/></Relationships>
</file>

<file path=ppt/slides/_rels/slide44.xml.rels><?xml version="1.0" encoding="UTF-8" standalone="yes"?>
<Relationships xmlns="http://schemas.openxmlformats.org/package/2006/relationships"><Relationship Id="rId8" Type="http://schemas.openxmlformats.org/officeDocument/2006/relationships/tags" Target="../tags/tag1496.xml"/><Relationship Id="rId13" Type="http://schemas.openxmlformats.org/officeDocument/2006/relationships/image" Target="../media/image82.jpeg"/><Relationship Id="rId3" Type="http://schemas.openxmlformats.org/officeDocument/2006/relationships/tags" Target="../tags/tag1491.xml"/><Relationship Id="rId7" Type="http://schemas.openxmlformats.org/officeDocument/2006/relationships/tags" Target="../tags/tag1495.xml"/><Relationship Id="rId12" Type="http://schemas.openxmlformats.org/officeDocument/2006/relationships/notesSlide" Target="../notesSlides/notesSlide20.xml"/><Relationship Id="rId2" Type="http://schemas.openxmlformats.org/officeDocument/2006/relationships/tags" Target="../tags/tag1490.xml"/><Relationship Id="rId1" Type="http://schemas.openxmlformats.org/officeDocument/2006/relationships/tags" Target="../tags/tag1489.xml"/><Relationship Id="rId6" Type="http://schemas.openxmlformats.org/officeDocument/2006/relationships/tags" Target="../tags/tag1494.xml"/><Relationship Id="rId11" Type="http://schemas.openxmlformats.org/officeDocument/2006/relationships/slideLayout" Target="../slideLayouts/slideLayout4.xml"/><Relationship Id="rId5" Type="http://schemas.openxmlformats.org/officeDocument/2006/relationships/tags" Target="../tags/tag1493.xml"/><Relationship Id="rId10" Type="http://schemas.openxmlformats.org/officeDocument/2006/relationships/tags" Target="../tags/tag1498.xml"/><Relationship Id="rId4" Type="http://schemas.openxmlformats.org/officeDocument/2006/relationships/tags" Target="../tags/tag1492.xml"/><Relationship Id="rId9" Type="http://schemas.openxmlformats.org/officeDocument/2006/relationships/tags" Target="../tags/tag1497.xml"/><Relationship Id="rId14" Type="http://schemas.openxmlformats.org/officeDocument/2006/relationships/image" Target="../media/image83.jpeg"/></Relationships>
</file>

<file path=ppt/slides/_rels/slide45.xml.rels><?xml version="1.0" encoding="UTF-8" standalone="yes"?>
<Relationships xmlns="http://schemas.openxmlformats.org/package/2006/relationships"><Relationship Id="rId8" Type="http://schemas.openxmlformats.org/officeDocument/2006/relationships/tags" Target="../tags/tag1506.xml"/><Relationship Id="rId13" Type="http://schemas.openxmlformats.org/officeDocument/2006/relationships/tags" Target="../tags/tag1511.xml"/><Relationship Id="rId18" Type="http://schemas.openxmlformats.org/officeDocument/2006/relationships/image" Target="../media/image86.png"/><Relationship Id="rId3" Type="http://schemas.openxmlformats.org/officeDocument/2006/relationships/tags" Target="../tags/tag1501.xml"/><Relationship Id="rId7" Type="http://schemas.openxmlformats.org/officeDocument/2006/relationships/tags" Target="../tags/tag1505.xml"/><Relationship Id="rId12" Type="http://schemas.openxmlformats.org/officeDocument/2006/relationships/tags" Target="../tags/tag1510.xml"/><Relationship Id="rId17" Type="http://schemas.openxmlformats.org/officeDocument/2006/relationships/image" Target="../media/image85.png"/><Relationship Id="rId2" Type="http://schemas.openxmlformats.org/officeDocument/2006/relationships/tags" Target="../tags/tag1500.xml"/><Relationship Id="rId16" Type="http://schemas.openxmlformats.org/officeDocument/2006/relationships/image" Target="../media/image84.png"/><Relationship Id="rId1" Type="http://schemas.openxmlformats.org/officeDocument/2006/relationships/tags" Target="../tags/tag1499.xml"/><Relationship Id="rId6" Type="http://schemas.openxmlformats.org/officeDocument/2006/relationships/tags" Target="../tags/tag1504.xml"/><Relationship Id="rId11" Type="http://schemas.openxmlformats.org/officeDocument/2006/relationships/tags" Target="../tags/tag1509.xml"/><Relationship Id="rId5" Type="http://schemas.openxmlformats.org/officeDocument/2006/relationships/tags" Target="../tags/tag1503.xml"/><Relationship Id="rId15" Type="http://schemas.openxmlformats.org/officeDocument/2006/relationships/slideLayout" Target="../slideLayouts/slideLayout48.xml"/><Relationship Id="rId10" Type="http://schemas.openxmlformats.org/officeDocument/2006/relationships/tags" Target="../tags/tag1508.xml"/><Relationship Id="rId4" Type="http://schemas.openxmlformats.org/officeDocument/2006/relationships/tags" Target="../tags/tag1502.xml"/><Relationship Id="rId9" Type="http://schemas.openxmlformats.org/officeDocument/2006/relationships/tags" Target="../tags/tag1507.xml"/><Relationship Id="rId14" Type="http://schemas.openxmlformats.org/officeDocument/2006/relationships/tags" Target="../tags/tag151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8" Type="http://schemas.openxmlformats.org/officeDocument/2006/relationships/tags" Target="../tags/tag1520.xml"/><Relationship Id="rId3" Type="http://schemas.openxmlformats.org/officeDocument/2006/relationships/tags" Target="../tags/tag1515.xml"/><Relationship Id="rId7" Type="http://schemas.openxmlformats.org/officeDocument/2006/relationships/tags" Target="../tags/tag1519.xml"/><Relationship Id="rId2" Type="http://schemas.openxmlformats.org/officeDocument/2006/relationships/tags" Target="../tags/tag1514.xml"/><Relationship Id="rId1" Type="http://schemas.openxmlformats.org/officeDocument/2006/relationships/tags" Target="../tags/tag1513.xml"/><Relationship Id="rId6" Type="http://schemas.openxmlformats.org/officeDocument/2006/relationships/tags" Target="../tags/tag1518.xml"/><Relationship Id="rId11" Type="http://schemas.openxmlformats.org/officeDocument/2006/relationships/image" Target="../media/image87.png"/><Relationship Id="rId5" Type="http://schemas.openxmlformats.org/officeDocument/2006/relationships/tags" Target="../tags/tag1517.xml"/><Relationship Id="rId10" Type="http://schemas.openxmlformats.org/officeDocument/2006/relationships/notesSlide" Target="../notesSlides/notesSlide22.xml"/><Relationship Id="rId4" Type="http://schemas.openxmlformats.org/officeDocument/2006/relationships/tags" Target="../tags/tag1516.xml"/><Relationship Id="rId9"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8" Type="http://schemas.openxmlformats.org/officeDocument/2006/relationships/tags" Target="../tags/tag1528.xml"/><Relationship Id="rId3" Type="http://schemas.openxmlformats.org/officeDocument/2006/relationships/tags" Target="../tags/tag1523.xml"/><Relationship Id="rId7" Type="http://schemas.openxmlformats.org/officeDocument/2006/relationships/tags" Target="../tags/tag1527.xml"/><Relationship Id="rId12" Type="http://schemas.openxmlformats.org/officeDocument/2006/relationships/image" Target="../media/image89.jpeg"/><Relationship Id="rId2" Type="http://schemas.openxmlformats.org/officeDocument/2006/relationships/tags" Target="../tags/tag1522.xml"/><Relationship Id="rId1" Type="http://schemas.openxmlformats.org/officeDocument/2006/relationships/tags" Target="../tags/tag1521.xml"/><Relationship Id="rId6" Type="http://schemas.openxmlformats.org/officeDocument/2006/relationships/tags" Target="../tags/tag1526.xml"/><Relationship Id="rId11" Type="http://schemas.openxmlformats.org/officeDocument/2006/relationships/image" Target="../media/image88.png"/><Relationship Id="rId5" Type="http://schemas.openxmlformats.org/officeDocument/2006/relationships/tags" Target="../tags/tag1525.xml"/><Relationship Id="rId10" Type="http://schemas.openxmlformats.org/officeDocument/2006/relationships/notesSlide" Target="../notesSlides/notesSlide23.xml"/><Relationship Id="rId4" Type="http://schemas.openxmlformats.org/officeDocument/2006/relationships/tags" Target="../tags/tag1524.xml"/><Relationship Id="rId9"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4.xml"/><Relationship Id="rId1" Type="http://schemas.openxmlformats.org/officeDocument/2006/relationships/tags" Target="../tags/tag1529.xml"/></Relationships>
</file>

<file path=ppt/slides/_rels/slide50.xml.rels><?xml version="1.0" encoding="UTF-8" standalone="yes"?>
<Relationships xmlns="http://schemas.openxmlformats.org/package/2006/relationships"><Relationship Id="rId8" Type="http://schemas.openxmlformats.org/officeDocument/2006/relationships/slideLayout" Target="../slideLayouts/slideLayout4.xml"/><Relationship Id="rId3" Type="http://schemas.openxmlformats.org/officeDocument/2006/relationships/tags" Target="../tags/tag1532.xml"/><Relationship Id="rId7" Type="http://schemas.openxmlformats.org/officeDocument/2006/relationships/tags" Target="../tags/tag1536.xml"/><Relationship Id="rId2" Type="http://schemas.openxmlformats.org/officeDocument/2006/relationships/tags" Target="../tags/tag1531.xml"/><Relationship Id="rId1" Type="http://schemas.openxmlformats.org/officeDocument/2006/relationships/tags" Target="../tags/tag1530.xml"/><Relationship Id="rId6" Type="http://schemas.openxmlformats.org/officeDocument/2006/relationships/tags" Target="../tags/tag1535.xml"/><Relationship Id="rId11" Type="http://schemas.openxmlformats.org/officeDocument/2006/relationships/image" Target="../media/image91.png"/><Relationship Id="rId5" Type="http://schemas.openxmlformats.org/officeDocument/2006/relationships/tags" Target="../tags/tag1534.xml"/><Relationship Id="rId10" Type="http://schemas.openxmlformats.org/officeDocument/2006/relationships/image" Target="../media/image90.jpeg"/><Relationship Id="rId4" Type="http://schemas.openxmlformats.org/officeDocument/2006/relationships/tags" Target="../tags/tag1533.xml"/><Relationship Id="rId9" Type="http://schemas.openxmlformats.org/officeDocument/2006/relationships/notesSlide" Target="../notesSlides/notesSlide25.xml"/></Relationships>
</file>

<file path=ppt/slides/_rels/slide51.xml.rels><?xml version="1.0" encoding="UTF-8" standalone="yes"?>
<Relationships xmlns="http://schemas.openxmlformats.org/package/2006/relationships"><Relationship Id="rId8" Type="http://schemas.openxmlformats.org/officeDocument/2006/relationships/tags" Target="../tags/tag1544.xml"/><Relationship Id="rId13" Type="http://schemas.openxmlformats.org/officeDocument/2006/relationships/tags" Target="../tags/tag1549.xml"/><Relationship Id="rId3" Type="http://schemas.openxmlformats.org/officeDocument/2006/relationships/tags" Target="../tags/tag1539.xml"/><Relationship Id="rId7" Type="http://schemas.openxmlformats.org/officeDocument/2006/relationships/tags" Target="../tags/tag1543.xml"/><Relationship Id="rId12" Type="http://schemas.openxmlformats.org/officeDocument/2006/relationships/tags" Target="../tags/tag1548.xml"/><Relationship Id="rId2" Type="http://schemas.openxmlformats.org/officeDocument/2006/relationships/tags" Target="../tags/tag1538.xml"/><Relationship Id="rId16" Type="http://schemas.openxmlformats.org/officeDocument/2006/relationships/slideLayout" Target="../slideLayouts/slideLayout4.xml"/><Relationship Id="rId1" Type="http://schemas.openxmlformats.org/officeDocument/2006/relationships/tags" Target="../tags/tag1537.xml"/><Relationship Id="rId6" Type="http://schemas.openxmlformats.org/officeDocument/2006/relationships/tags" Target="../tags/tag1542.xml"/><Relationship Id="rId11" Type="http://schemas.openxmlformats.org/officeDocument/2006/relationships/tags" Target="../tags/tag1547.xml"/><Relationship Id="rId5" Type="http://schemas.openxmlformats.org/officeDocument/2006/relationships/tags" Target="../tags/tag1541.xml"/><Relationship Id="rId15" Type="http://schemas.openxmlformats.org/officeDocument/2006/relationships/tags" Target="../tags/tag1551.xml"/><Relationship Id="rId10" Type="http://schemas.openxmlformats.org/officeDocument/2006/relationships/tags" Target="../tags/tag1546.xml"/><Relationship Id="rId4" Type="http://schemas.openxmlformats.org/officeDocument/2006/relationships/tags" Target="../tags/tag1540.xml"/><Relationship Id="rId9" Type="http://schemas.openxmlformats.org/officeDocument/2006/relationships/tags" Target="../tags/tag1545.xml"/><Relationship Id="rId14" Type="http://schemas.openxmlformats.org/officeDocument/2006/relationships/tags" Target="../tags/tag1550.xml"/></Relationships>
</file>

<file path=ppt/slides/_rels/slide52.xml.rels><?xml version="1.0" encoding="UTF-8" standalone="yes"?>
<Relationships xmlns="http://schemas.openxmlformats.org/package/2006/relationships"><Relationship Id="rId8" Type="http://schemas.openxmlformats.org/officeDocument/2006/relationships/tags" Target="../tags/tag1559.xml"/><Relationship Id="rId13" Type="http://schemas.openxmlformats.org/officeDocument/2006/relationships/tags" Target="../tags/tag1564.xml"/><Relationship Id="rId18" Type="http://schemas.openxmlformats.org/officeDocument/2006/relationships/image" Target="../media/image92.jpeg"/><Relationship Id="rId3" Type="http://schemas.openxmlformats.org/officeDocument/2006/relationships/tags" Target="../tags/tag1554.xml"/><Relationship Id="rId7" Type="http://schemas.openxmlformats.org/officeDocument/2006/relationships/tags" Target="../tags/tag1558.xml"/><Relationship Id="rId12" Type="http://schemas.openxmlformats.org/officeDocument/2006/relationships/tags" Target="../tags/tag1563.xml"/><Relationship Id="rId17" Type="http://schemas.openxmlformats.org/officeDocument/2006/relationships/slideLayout" Target="../slideLayouts/slideLayout48.xml"/><Relationship Id="rId2" Type="http://schemas.openxmlformats.org/officeDocument/2006/relationships/tags" Target="../tags/tag1553.xml"/><Relationship Id="rId16" Type="http://schemas.openxmlformats.org/officeDocument/2006/relationships/tags" Target="../tags/tag1567.xml"/><Relationship Id="rId1" Type="http://schemas.openxmlformats.org/officeDocument/2006/relationships/tags" Target="../tags/tag1552.xml"/><Relationship Id="rId6" Type="http://schemas.openxmlformats.org/officeDocument/2006/relationships/tags" Target="../tags/tag1557.xml"/><Relationship Id="rId11" Type="http://schemas.openxmlformats.org/officeDocument/2006/relationships/tags" Target="../tags/tag1562.xml"/><Relationship Id="rId5" Type="http://schemas.openxmlformats.org/officeDocument/2006/relationships/tags" Target="../tags/tag1556.xml"/><Relationship Id="rId15" Type="http://schemas.openxmlformats.org/officeDocument/2006/relationships/tags" Target="../tags/tag1566.xml"/><Relationship Id="rId10" Type="http://schemas.openxmlformats.org/officeDocument/2006/relationships/tags" Target="../tags/tag1561.xml"/><Relationship Id="rId19" Type="http://schemas.openxmlformats.org/officeDocument/2006/relationships/image" Target="../media/image93.jpeg"/><Relationship Id="rId4" Type="http://schemas.openxmlformats.org/officeDocument/2006/relationships/tags" Target="../tags/tag1555.xml"/><Relationship Id="rId9" Type="http://schemas.openxmlformats.org/officeDocument/2006/relationships/tags" Target="../tags/tag1560.xml"/><Relationship Id="rId14" Type="http://schemas.openxmlformats.org/officeDocument/2006/relationships/tags" Target="../tags/tag1565.xml"/></Relationships>
</file>

<file path=ppt/slides/_rels/slide53.xml.rels><?xml version="1.0" encoding="UTF-8" standalone="yes"?>
<Relationships xmlns="http://schemas.openxmlformats.org/package/2006/relationships"><Relationship Id="rId8" Type="http://schemas.openxmlformats.org/officeDocument/2006/relationships/tags" Target="../tags/tag1575.xml"/><Relationship Id="rId13" Type="http://schemas.openxmlformats.org/officeDocument/2006/relationships/tags" Target="../tags/tag1580.xml"/><Relationship Id="rId18" Type="http://schemas.openxmlformats.org/officeDocument/2006/relationships/image" Target="../media/image96.jpeg"/><Relationship Id="rId3" Type="http://schemas.openxmlformats.org/officeDocument/2006/relationships/tags" Target="../tags/tag1570.xml"/><Relationship Id="rId7" Type="http://schemas.openxmlformats.org/officeDocument/2006/relationships/tags" Target="../tags/tag1574.xml"/><Relationship Id="rId12" Type="http://schemas.openxmlformats.org/officeDocument/2006/relationships/tags" Target="../tags/tag1579.xml"/><Relationship Id="rId17" Type="http://schemas.openxmlformats.org/officeDocument/2006/relationships/image" Target="../media/image95.jpeg"/><Relationship Id="rId2" Type="http://schemas.openxmlformats.org/officeDocument/2006/relationships/tags" Target="../tags/tag1569.xml"/><Relationship Id="rId16" Type="http://schemas.openxmlformats.org/officeDocument/2006/relationships/image" Target="../media/image94.jpeg"/><Relationship Id="rId1" Type="http://schemas.openxmlformats.org/officeDocument/2006/relationships/tags" Target="../tags/tag1568.xml"/><Relationship Id="rId6" Type="http://schemas.openxmlformats.org/officeDocument/2006/relationships/tags" Target="../tags/tag1573.xml"/><Relationship Id="rId11" Type="http://schemas.openxmlformats.org/officeDocument/2006/relationships/tags" Target="../tags/tag1578.xml"/><Relationship Id="rId5" Type="http://schemas.openxmlformats.org/officeDocument/2006/relationships/tags" Target="../tags/tag1572.xml"/><Relationship Id="rId15" Type="http://schemas.openxmlformats.org/officeDocument/2006/relationships/slideLayout" Target="../slideLayouts/slideLayout45.xml"/><Relationship Id="rId10" Type="http://schemas.openxmlformats.org/officeDocument/2006/relationships/tags" Target="../tags/tag1577.xml"/><Relationship Id="rId4" Type="http://schemas.openxmlformats.org/officeDocument/2006/relationships/tags" Target="../tags/tag1571.xml"/><Relationship Id="rId9" Type="http://schemas.openxmlformats.org/officeDocument/2006/relationships/tags" Target="../tags/tag1576.xml"/><Relationship Id="rId14" Type="http://schemas.openxmlformats.org/officeDocument/2006/relationships/tags" Target="../tags/tag1581.xml"/></Relationships>
</file>

<file path=ppt/slides/_rels/slide54.xml.rels><?xml version="1.0" encoding="UTF-8" standalone="yes"?>
<Relationships xmlns="http://schemas.openxmlformats.org/package/2006/relationships"><Relationship Id="rId8" Type="http://schemas.openxmlformats.org/officeDocument/2006/relationships/image" Target="../media/image97.png"/><Relationship Id="rId3" Type="http://schemas.openxmlformats.org/officeDocument/2006/relationships/tags" Target="../tags/tag1584.xml"/><Relationship Id="rId7" Type="http://schemas.openxmlformats.org/officeDocument/2006/relationships/slideLayout" Target="../slideLayouts/slideLayout44.xml"/><Relationship Id="rId2" Type="http://schemas.openxmlformats.org/officeDocument/2006/relationships/tags" Target="../tags/tag1583.xml"/><Relationship Id="rId1" Type="http://schemas.openxmlformats.org/officeDocument/2006/relationships/tags" Target="../tags/tag1582.xml"/><Relationship Id="rId6" Type="http://schemas.openxmlformats.org/officeDocument/2006/relationships/tags" Target="../tags/tag1587.xml"/><Relationship Id="rId5" Type="http://schemas.openxmlformats.org/officeDocument/2006/relationships/tags" Target="../tags/tag1586.xml"/><Relationship Id="rId4" Type="http://schemas.openxmlformats.org/officeDocument/2006/relationships/tags" Target="../tags/tag1585.xml"/></Relationships>
</file>

<file path=ppt/slides/_rels/slide55.xml.rels><?xml version="1.0" encoding="UTF-8" standalone="yes"?>
<Relationships xmlns="http://schemas.openxmlformats.org/package/2006/relationships"><Relationship Id="rId8" Type="http://schemas.openxmlformats.org/officeDocument/2006/relationships/image" Target="../media/image98.png"/><Relationship Id="rId3" Type="http://schemas.openxmlformats.org/officeDocument/2006/relationships/tags" Target="../tags/tag1590.xml"/><Relationship Id="rId7" Type="http://schemas.openxmlformats.org/officeDocument/2006/relationships/slideLayout" Target="../slideLayouts/slideLayout43.xml"/><Relationship Id="rId2" Type="http://schemas.openxmlformats.org/officeDocument/2006/relationships/tags" Target="../tags/tag1589.xml"/><Relationship Id="rId1" Type="http://schemas.openxmlformats.org/officeDocument/2006/relationships/tags" Target="../tags/tag1588.xml"/><Relationship Id="rId6" Type="http://schemas.openxmlformats.org/officeDocument/2006/relationships/tags" Target="../tags/tag1593.xml"/><Relationship Id="rId5" Type="http://schemas.openxmlformats.org/officeDocument/2006/relationships/tags" Target="../tags/tag1592.xml"/><Relationship Id="rId4" Type="http://schemas.openxmlformats.org/officeDocument/2006/relationships/tags" Target="../tags/tag1591.xml"/></Relationships>
</file>

<file path=ppt/slides/_rels/slide56.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1595.xml"/><Relationship Id="rId1" Type="http://schemas.openxmlformats.org/officeDocument/2006/relationships/tags" Target="../tags/tag1594.xml"/></Relationships>
</file>

<file path=ppt/slides/_rels/slide57.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tags" Target="../tags/tag1597.xml"/><Relationship Id="rId1" Type="http://schemas.openxmlformats.org/officeDocument/2006/relationships/tags" Target="../tags/tag1596.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8" Type="http://schemas.openxmlformats.org/officeDocument/2006/relationships/tags" Target="../tags/tag1605.xml"/><Relationship Id="rId13" Type="http://schemas.openxmlformats.org/officeDocument/2006/relationships/tags" Target="../tags/tag1610.xml"/><Relationship Id="rId18" Type="http://schemas.openxmlformats.org/officeDocument/2006/relationships/image" Target="../media/image99.png"/><Relationship Id="rId3" Type="http://schemas.openxmlformats.org/officeDocument/2006/relationships/tags" Target="../tags/tag1600.xml"/><Relationship Id="rId7" Type="http://schemas.openxmlformats.org/officeDocument/2006/relationships/tags" Target="../tags/tag1604.xml"/><Relationship Id="rId12" Type="http://schemas.openxmlformats.org/officeDocument/2006/relationships/tags" Target="../tags/tag1609.xml"/><Relationship Id="rId17" Type="http://schemas.openxmlformats.org/officeDocument/2006/relationships/notesSlide" Target="../notesSlides/notesSlide27.xml"/><Relationship Id="rId2" Type="http://schemas.openxmlformats.org/officeDocument/2006/relationships/tags" Target="../tags/tag1599.xml"/><Relationship Id="rId16" Type="http://schemas.openxmlformats.org/officeDocument/2006/relationships/slideLayout" Target="../slideLayouts/slideLayout7.xml"/><Relationship Id="rId1" Type="http://schemas.openxmlformats.org/officeDocument/2006/relationships/tags" Target="../tags/tag1598.xml"/><Relationship Id="rId6" Type="http://schemas.openxmlformats.org/officeDocument/2006/relationships/tags" Target="../tags/tag1603.xml"/><Relationship Id="rId11" Type="http://schemas.openxmlformats.org/officeDocument/2006/relationships/tags" Target="../tags/tag1608.xml"/><Relationship Id="rId5" Type="http://schemas.openxmlformats.org/officeDocument/2006/relationships/tags" Target="../tags/tag1602.xml"/><Relationship Id="rId15" Type="http://schemas.openxmlformats.org/officeDocument/2006/relationships/tags" Target="../tags/tag1612.xml"/><Relationship Id="rId10" Type="http://schemas.openxmlformats.org/officeDocument/2006/relationships/tags" Target="../tags/tag1607.xml"/><Relationship Id="rId4" Type="http://schemas.openxmlformats.org/officeDocument/2006/relationships/tags" Target="../tags/tag1601.xml"/><Relationship Id="rId9" Type="http://schemas.openxmlformats.org/officeDocument/2006/relationships/tags" Target="../tags/tag1606.xml"/><Relationship Id="rId14" Type="http://schemas.openxmlformats.org/officeDocument/2006/relationships/tags" Target="../tags/tag1611.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8" Type="http://schemas.openxmlformats.org/officeDocument/2006/relationships/tags" Target="../tags/tag1620.xml"/><Relationship Id="rId13" Type="http://schemas.openxmlformats.org/officeDocument/2006/relationships/image" Target="../media/image101.jpeg"/><Relationship Id="rId3" Type="http://schemas.openxmlformats.org/officeDocument/2006/relationships/tags" Target="../tags/tag1615.xml"/><Relationship Id="rId7" Type="http://schemas.openxmlformats.org/officeDocument/2006/relationships/tags" Target="../tags/tag1619.xml"/><Relationship Id="rId12" Type="http://schemas.openxmlformats.org/officeDocument/2006/relationships/image" Target="../media/image100.jpeg"/><Relationship Id="rId2" Type="http://schemas.openxmlformats.org/officeDocument/2006/relationships/tags" Target="../tags/tag1614.xml"/><Relationship Id="rId1" Type="http://schemas.openxmlformats.org/officeDocument/2006/relationships/tags" Target="../tags/tag1613.xml"/><Relationship Id="rId6" Type="http://schemas.openxmlformats.org/officeDocument/2006/relationships/tags" Target="../tags/tag1618.xml"/><Relationship Id="rId11" Type="http://schemas.openxmlformats.org/officeDocument/2006/relationships/notesSlide" Target="../notesSlides/notesSlide29.xml"/><Relationship Id="rId5" Type="http://schemas.openxmlformats.org/officeDocument/2006/relationships/tags" Target="../tags/tag1617.xml"/><Relationship Id="rId10" Type="http://schemas.openxmlformats.org/officeDocument/2006/relationships/slideLayout" Target="../slideLayouts/slideLayout7.xml"/><Relationship Id="rId4" Type="http://schemas.openxmlformats.org/officeDocument/2006/relationships/tags" Target="../tags/tag1616.xml"/><Relationship Id="rId9" Type="http://schemas.openxmlformats.org/officeDocument/2006/relationships/tags" Target="../tags/tag1621.xml"/><Relationship Id="rId14" Type="http://schemas.openxmlformats.org/officeDocument/2006/relationships/image" Target="../media/image102.jpeg"/></Relationships>
</file>

<file path=ppt/slides/_rels/slide62.xml.rels><?xml version="1.0" encoding="UTF-8" standalone="yes"?>
<Relationships xmlns="http://schemas.openxmlformats.org/package/2006/relationships"><Relationship Id="rId3" Type="http://schemas.openxmlformats.org/officeDocument/2006/relationships/image" Target="../media/image103.png"/><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8" Type="http://schemas.openxmlformats.org/officeDocument/2006/relationships/tags" Target="../tags/tag1629.xml"/><Relationship Id="rId13" Type="http://schemas.openxmlformats.org/officeDocument/2006/relationships/tags" Target="../tags/tag1634.xml"/><Relationship Id="rId3" Type="http://schemas.openxmlformats.org/officeDocument/2006/relationships/tags" Target="../tags/tag1624.xml"/><Relationship Id="rId7" Type="http://schemas.openxmlformats.org/officeDocument/2006/relationships/tags" Target="../tags/tag1628.xml"/><Relationship Id="rId12" Type="http://schemas.openxmlformats.org/officeDocument/2006/relationships/tags" Target="../tags/tag1633.xml"/><Relationship Id="rId2" Type="http://schemas.openxmlformats.org/officeDocument/2006/relationships/tags" Target="../tags/tag1623.xml"/><Relationship Id="rId1" Type="http://schemas.openxmlformats.org/officeDocument/2006/relationships/tags" Target="../tags/tag1622.xml"/><Relationship Id="rId6" Type="http://schemas.openxmlformats.org/officeDocument/2006/relationships/tags" Target="../tags/tag1627.xml"/><Relationship Id="rId11" Type="http://schemas.openxmlformats.org/officeDocument/2006/relationships/tags" Target="../tags/tag1632.xml"/><Relationship Id="rId5" Type="http://schemas.openxmlformats.org/officeDocument/2006/relationships/tags" Target="../tags/tag1626.xml"/><Relationship Id="rId10" Type="http://schemas.openxmlformats.org/officeDocument/2006/relationships/tags" Target="../tags/tag1631.xml"/><Relationship Id="rId4" Type="http://schemas.openxmlformats.org/officeDocument/2006/relationships/tags" Target="../tags/tag1625.xml"/><Relationship Id="rId9" Type="http://schemas.openxmlformats.org/officeDocument/2006/relationships/tags" Target="../tags/tag1630.xml"/><Relationship Id="rId14" Type="http://schemas.openxmlformats.org/officeDocument/2006/relationships/slideLayout" Target="../slideLayouts/slideLayout4.xml"/></Relationships>
</file>

<file path=ppt/slides/_rels/slide64.xml.rels><?xml version="1.0" encoding="UTF-8" standalone="yes"?>
<Relationships xmlns="http://schemas.openxmlformats.org/package/2006/relationships"><Relationship Id="rId8" Type="http://schemas.openxmlformats.org/officeDocument/2006/relationships/tags" Target="../tags/tag1642.xml"/><Relationship Id="rId3" Type="http://schemas.openxmlformats.org/officeDocument/2006/relationships/tags" Target="../tags/tag1637.xml"/><Relationship Id="rId7" Type="http://schemas.openxmlformats.org/officeDocument/2006/relationships/tags" Target="../tags/tag1641.xml"/><Relationship Id="rId2" Type="http://schemas.openxmlformats.org/officeDocument/2006/relationships/tags" Target="../tags/tag1636.xml"/><Relationship Id="rId1" Type="http://schemas.openxmlformats.org/officeDocument/2006/relationships/tags" Target="../tags/tag1635.xml"/><Relationship Id="rId6" Type="http://schemas.openxmlformats.org/officeDocument/2006/relationships/tags" Target="../tags/tag1640.xml"/><Relationship Id="rId5" Type="http://schemas.openxmlformats.org/officeDocument/2006/relationships/tags" Target="../tags/tag1639.xml"/><Relationship Id="rId4" Type="http://schemas.openxmlformats.org/officeDocument/2006/relationships/tags" Target="../tags/tag1638.xml"/><Relationship Id="rId9" Type="http://schemas.openxmlformats.org/officeDocument/2006/relationships/slideLayout" Target="../slideLayouts/slideLayout4.xml"/></Relationships>
</file>

<file path=ppt/slides/_rels/slide65.xml.rels><?xml version="1.0" encoding="UTF-8" standalone="yes"?>
<Relationships xmlns="http://schemas.openxmlformats.org/package/2006/relationships"><Relationship Id="rId8" Type="http://schemas.openxmlformats.org/officeDocument/2006/relationships/tags" Target="../tags/tag1650.xml"/><Relationship Id="rId13" Type="http://schemas.openxmlformats.org/officeDocument/2006/relationships/slideLayout" Target="../slideLayouts/slideLayout4.xml"/><Relationship Id="rId3" Type="http://schemas.openxmlformats.org/officeDocument/2006/relationships/tags" Target="../tags/tag1645.xml"/><Relationship Id="rId7" Type="http://schemas.openxmlformats.org/officeDocument/2006/relationships/tags" Target="../tags/tag1649.xml"/><Relationship Id="rId12" Type="http://schemas.openxmlformats.org/officeDocument/2006/relationships/tags" Target="../tags/tag1654.xml"/><Relationship Id="rId2" Type="http://schemas.openxmlformats.org/officeDocument/2006/relationships/tags" Target="../tags/tag1644.xml"/><Relationship Id="rId1" Type="http://schemas.openxmlformats.org/officeDocument/2006/relationships/tags" Target="../tags/tag1643.xml"/><Relationship Id="rId6" Type="http://schemas.openxmlformats.org/officeDocument/2006/relationships/tags" Target="../tags/tag1648.xml"/><Relationship Id="rId11" Type="http://schemas.openxmlformats.org/officeDocument/2006/relationships/tags" Target="../tags/tag1653.xml"/><Relationship Id="rId5" Type="http://schemas.openxmlformats.org/officeDocument/2006/relationships/tags" Target="../tags/tag1647.xml"/><Relationship Id="rId10" Type="http://schemas.openxmlformats.org/officeDocument/2006/relationships/tags" Target="../tags/tag1652.xml"/><Relationship Id="rId4" Type="http://schemas.openxmlformats.org/officeDocument/2006/relationships/tags" Target="../tags/tag1646.xml"/><Relationship Id="rId9" Type="http://schemas.openxmlformats.org/officeDocument/2006/relationships/tags" Target="../tags/tag1651.xml"/><Relationship Id="rId14" Type="http://schemas.openxmlformats.org/officeDocument/2006/relationships/image" Target="../media/image104.png"/></Relationships>
</file>

<file path=ppt/slides/_rels/slide66.xml.rels><?xml version="1.0" encoding="UTF-8" standalone="yes"?>
<Relationships xmlns="http://schemas.openxmlformats.org/package/2006/relationships"><Relationship Id="rId8" Type="http://schemas.openxmlformats.org/officeDocument/2006/relationships/tags" Target="../tags/tag1662.xml"/><Relationship Id="rId13" Type="http://schemas.openxmlformats.org/officeDocument/2006/relationships/tags" Target="../tags/tag1667.xml"/><Relationship Id="rId3" Type="http://schemas.openxmlformats.org/officeDocument/2006/relationships/tags" Target="../tags/tag1657.xml"/><Relationship Id="rId7" Type="http://schemas.openxmlformats.org/officeDocument/2006/relationships/tags" Target="../tags/tag1661.xml"/><Relationship Id="rId12" Type="http://schemas.openxmlformats.org/officeDocument/2006/relationships/tags" Target="../tags/tag1666.xml"/><Relationship Id="rId2" Type="http://schemas.openxmlformats.org/officeDocument/2006/relationships/tags" Target="../tags/tag1656.xml"/><Relationship Id="rId1" Type="http://schemas.openxmlformats.org/officeDocument/2006/relationships/tags" Target="../tags/tag1655.xml"/><Relationship Id="rId6" Type="http://schemas.openxmlformats.org/officeDocument/2006/relationships/tags" Target="../tags/tag1660.xml"/><Relationship Id="rId11" Type="http://schemas.openxmlformats.org/officeDocument/2006/relationships/tags" Target="../tags/tag1665.xml"/><Relationship Id="rId5" Type="http://schemas.openxmlformats.org/officeDocument/2006/relationships/tags" Target="../tags/tag1659.xml"/><Relationship Id="rId15" Type="http://schemas.openxmlformats.org/officeDocument/2006/relationships/image" Target="../media/image105.png"/><Relationship Id="rId10" Type="http://schemas.openxmlformats.org/officeDocument/2006/relationships/tags" Target="../tags/tag1664.xml"/><Relationship Id="rId4" Type="http://schemas.openxmlformats.org/officeDocument/2006/relationships/tags" Target="../tags/tag1658.xml"/><Relationship Id="rId9" Type="http://schemas.openxmlformats.org/officeDocument/2006/relationships/tags" Target="../tags/tag1663.xml"/><Relationship Id="rId14" Type="http://schemas.openxmlformats.org/officeDocument/2006/relationships/slideLayout" Target="../slideLayouts/slideLayout4.xml"/></Relationships>
</file>

<file path=ppt/slides/_rels/slide67.xml.rels><?xml version="1.0" encoding="UTF-8" standalone="yes"?>
<Relationships xmlns="http://schemas.openxmlformats.org/package/2006/relationships"><Relationship Id="rId8" Type="http://schemas.openxmlformats.org/officeDocument/2006/relationships/tags" Target="../tags/tag1675.xml"/><Relationship Id="rId13" Type="http://schemas.openxmlformats.org/officeDocument/2006/relationships/tags" Target="../tags/tag1680.xml"/><Relationship Id="rId3" Type="http://schemas.openxmlformats.org/officeDocument/2006/relationships/tags" Target="../tags/tag1670.xml"/><Relationship Id="rId7" Type="http://schemas.openxmlformats.org/officeDocument/2006/relationships/tags" Target="../tags/tag1674.xml"/><Relationship Id="rId12" Type="http://schemas.openxmlformats.org/officeDocument/2006/relationships/tags" Target="../tags/tag1679.xml"/><Relationship Id="rId2" Type="http://schemas.openxmlformats.org/officeDocument/2006/relationships/tags" Target="../tags/tag1669.xml"/><Relationship Id="rId1" Type="http://schemas.openxmlformats.org/officeDocument/2006/relationships/tags" Target="../tags/tag1668.xml"/><Relationship Id="rId6" Type="http://schemas.openxmlformats.org/officeDocument/2006/relationships/tags" Target="../tags/tag1673.xml"/><Relationship Id="rId11" Type="http://schemas.openxmlformats.org/officeDocument/2006/relationships/tags" Target="../tags/tag1678.xml"/><Relationship Id="rId5" Type="http://schemas.openxmlformats.org/officeDocument/2006/relationships/tags" Target="../tags/tag1672.xml"/><Relationship Id="rId10" Type="http://schemas.openxmlformats.org/officeDocument/2006/relationships/tags" Target="../tags/tag1677.xml"/><Relationship Id="rId4" Type="http://schemas.openxmlformats.org/officeDocument/2006/relationships/tags" Target="../tags/tag1671.xml"/><Relationship Id="rId9" Type="http://schemas.openxmlformats.org/officeDocument/2006/relationships/tags" Target="../tags/tag1676.xml"/><Relationship Id="rId14" Type="http://schemas.openxmlformats.org/officeDocument/2006/relationships/slideLayout" Target="../slideLayouts/slideLayout4.xml"/></Relationships>
</file>

<file path=ppt/slides/_rels/slide68.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1682.xml"/><Relationship Id="rId1" Type="http://schemas.openxmlformats.org/officeDocument/2006/relationships/tags" Target="../tags/tag1681.xml"/><Relationship Id="rId4" Type="http://schemas.openxmlformats.org/officeDocument/2006/relationships/image" Target="../media/image106.png"/></Relationships>
</file>

<file path=ppt/slides/_rels/slide69.xml.rels><?xml version="1.0" encoding="UTF-8" standalone="yes"?>
<Relationships xmlns="http://schemas.openxmlformats.org/package/2006/relationships"><Relationship Id="rId8" Type="http://schemas.openxmlformats.org/officeDocument/2006/relationships/tags" Target="../tags/tag1690.xml"/><Relationship Id="rId13" Type="http://schemas.openxmlformats.org/officeDocument/2006/relationships/tags" Target="../tags/tag1695.xml"/><Relationship Id="rId3" Type="http://schemas.openxmlformats.org/officeDocument/2006/relationships/tags" Target="../tags/tag1685.xml"/><Relationship Id="rId7" Type="http://schemas.openxmlformats.org/officeDocument/2006/relationships/tags" Target="../tags/tag1689.xml"/><Relationship Id="rId12" Type="http://schemas.openxmlformats.org/officeDocument/2006/relationships/tags" Target="../tags/tag1694.xml"/><Relationship Id="rId2" Type="http://schemas.openxmlformats.org/officeDocument/2006/relationships/tags" Target="../tags/tag1684.xml"/><Relationship Id="rId1" Type="http://schemas.openxmlformats.org/officeDocument/2006/relationships/tags" Target="../tags/tag1683.xml"/><Relationship Id="rId6" Type="http://schemas.openxmlformats.org/officeDocument/2006/relationships/tags" Target="../tags/tag1688.xml"/><Relationship Id="rId11" Type="http://schemas.openxmlformats.org/officeDocument/2006/relationships/tags" Target="../tags/tag1693.xml"/><Relationship Id="rId5" Type="http://schemas.openxmlformats.org/officeDocument/2006/relationships/tags" Target="../tags/tag1687.xml"/><Relationship Id="rId10" Type="http://schemas.openxmlformats.org/officeDocument/2006/relationships/tags" Target="../tags/tag1692.xml"/><Relationship Id="rId4" Type="http://schemas.openxmlformats.org/officeDocument/2006/relationships/tags" Target="../tags/tag1686.xml"/><Relationship Id="rId9" Type="http://schemas.openxmlformats.org/officeDocument/2006/relationships/tags" Target="../tags/tag1691.xml"/><Relationship Id="rId14" Type="http://schemas.openxmlformats.org/officeDocument/2006/relationships/slideLayout" Target="../slideLayouts/slideLayout4.xml"/></Relationships>
</file>

<file path=ppt/slides/_rels/slide70.xml.rels><?xml version="1.0" encoding="UTF-8" standalone="yes"?>
<Relationships xmlns="http://schemas.openxmlformats.org/package/2006/relationships"><Relationship Id="rId8" Type="http://schemas.openxmlformats.org/officeDocument/2006/relationships/tags" Target="../tags/tag1703.xml"/><Relationship Id="rId3" Type="http://schemas.openxmlformats.org/officeDocument/2006/relationships/tags" Target="../tags/tag1698.xml"/><Relationship Id="rId7" Type="http://schemas.openxmlformats.org/officeDocument/2006/relationships/tags" Target="../tags/tag1702.xml"/><Relationship Id="rId2" Type="http://schemas.openxmlformats.org/officeDocument/2006/relationships/tags" Target="../tags/tag1697.xml"/><Relationship Id="rId1" Type="http://schemas.openxmlformats.org/officeDocument/2006/relationships/tags" Target="../tags/tag1696.xml"/><Relationship Id="rId6" Type="http://schemas.openxmlformats.org/officeDocument/2006/relationships/tags" Target="../tags/tag1701.xml"/><Relationship Id="rId5" Type="http://schemas.openxmlformats.org/officeDocument/2006/relationships/tags" Target="../tags/tag1700.xml"/><Relationship Id="rId4" Type="http://schemas.openxmlformats.org/officeDocument/2006/relationships/tags" Target="../tags/tag1699.xml"/><Relationship Id="rId9" Type="http://schemas.openxmlformats.org/officeDocument/2006/relationships/slideLayout" Target="../slideLayouts/slideLayout4.xml"/></Relationships>
</file>

<file path=ppt/slides/_rels/slide71.xml.rels><?xml version="1.0" encoding="UTF-8" standalone="yes"?>
<Relationships xmlns="http://schemas.openxmlformats.org/package/2006/relationships"><Relationship Id="rId8" Type="http://schemas.openxmlformats.org/officeDocument/2006/relationships/tags" Target="../tags/tag1711.xml"/><Relationship Id="rId3" Type="http://schemas.openxmlformats.org/officeDocument/2006/relationships/tags" Target="../tags/tag1706.xml"/><Relationship Id="rId7" Type="http://schemas.openxmlformats.org/officeDocument/2006/relationships/tags" Target="../tags/tag1710.xml"/><Relationship Id="rId2" Type="http://schemas.openxmlformats.org/officeDocument/2006/relationships/tags" Target="../tags/tag1705.xml"/><Relationship Id="rId1" Type="http://schemas.openxmlformats.org/officeDocument/2006/relationships/tags" Target="../tags/tag1704.xml"/><Relationship Id="rId6" Type="http://schemas.openxmlformats.org/officeDocument/2006/relationships/tags" Target="../tags/tag1709.xml"/><Relationship Id="rId5" Type="http://schemas.openxmlformats.org/officeDocument/2006/relationships/tags" Target="../tags/tag1708.xml"/><Relationship Id="rId4" Type="http://schemas.openxmlformats.org/officeDocument/2006/relationships/tags" Target="../tags/tag1707.xml"/><Relationship Id="rId9" Type="http://schemas.openxmlformats.org/officeDocument/2006/relationships/slideLayout" Target="../slideLayouts/slideLayout4.xml"/></Relationships>
</file>

<file path=ppt/slides/_rels/slide72.xml.rels><?xml version="1.0" encoding="UTF-8" standalone="yes"?>
<Relationships xmlns="http://schemas.openxmlformats.org/package/2006/relationships"><Relationship Id="rId8" Type="http://schemas.openxmlformats.org/officeDocument/2006/relationships/tags" Target="../tags/tag1719.xml"/><Relationship Id="rId3" Type="http://schemas.openxmlformats.org/officeDocument/2006/relationships/tags" Target="../tags/tag1714.xml"/><Relationship Id="rId7" Type="http://schemas.openxmlformats.org/officeDocument/2006/relationships/tags" Target="../tags/tag1718.xml"/><Relationship Id="rId2" Type="http://schemas.openxmlformats.org/officeDocument/2006/relationships/tags" Target="../tags/tag1713.xml"/><Relationship Id="rId1" Type="http://schemas.openxmlformats.org/officeDocument/2006/relationships/tags" Target="../tags/tag1712.xml"/><Relationship Id="rId6" Type="http://schemas.openxmlformats.org/officeDocument/2006/relationships/tags" Target="../tags/tag1717.xml"/><Relationship Id="rId5" Type="http://schemas.openxmlformats.org/officeDocument/2006/relationships/tags" Target="../tags/tag1716.xml"/><Relationship Id="rId4" Type="http://schemas.openxmlformats.org/officeDocument/2006/relationships/tags" Target="../tags/tag1715.xml"/><Relationship Id="rId9" Type="http://schemas.openxmlformats.org/officeDocument/2006/relationships/slideLayout" Target="../slideLayouts/slideLayout4.xml"/></Relationships>
</file>

<file path=ppt/slides/_rels/slide73.xml.rels><?xml version="1.0" encoding="UTF-8" standalone="yes"?>
<Relationships xmlns="http://schemas.openxmlformats.org/package/2006/relationships"><Relationship Id="rId8" Type="http://schemas.openxmlformats.org/officeDocument/2006/relationships/tags" Target="../tags/tag1727.xml"/><Relationship Id="rId3" Type="http://schemas.openxmlformats.org/officeDocument/2006/relationships/tags" Target="../tags/tag1722.xml"/><Relationship Id="rId7" Type="http://schemas.openxmlformats.org/officeDocument/2006/relationships/tags" Target="../tags/tag1726.xml"/><Relationship Id="rId2" Type="http://schemas.openxmlformats.org/officeDocument/2006/relationships/tags" Target="../tags/tag1721.xml"/><Relationship Id="rId1" Type="http://schemas.openxmlformats.org/officeDocument/2006/relationships/tags" Target="../tags/tag1720.xml"/><Relationship Id="rId6" Type="http://schemas.openxmlformats.org/officeDocument/2006/relationships/tags" Target="../tags/tag1725.xml"/><Relationship Id="rId5" Type="http://schemas.openxmlformats.org/officeDocument/2006/relationships/tags" Target="../tags/tag1724.xml"/><Relationship Id="rId4" Type="http://schemas.openxmlformats.org/officeDocument/2006/relationships/tags" Target="../tags/tag1723.xml"/><Relationship Id="rId9" Type="http://schemas.openxmlformats.org/officeDocument/2006/relationships/slideLayout" Target="../slideLayouts/slideLayout4.xml"/></Relationships>
</file>

<file path=ppt/slides/_rels/slide74.xml.rels><?xml version="1.0" encoding="UTF-8" standalone="yes"?>
<Relationships xmlns="http://schemas.openxmlformats.org/package/2006/relationships"><Relationship Id="rId8" Type="http://schemas.openxmlformats.org/officeDocument/2006/relationships/slideLayout" Target="../slideLayouts/slideLayout4.xml"/><Relationship Id="rId3" Type="http://schemas.openxmlformats.org/officeDocument/2006/relationships/tags" Target="../tags/tag1730.xml"/><Relationship Id="rId7" Type="http://schemas.openxmlformats.org/officeDocument/2006/relationships/tags" Target="../tags/tag1734.xml"/><Relationship Id="rId2" Type="http://schemas.openxmlformats.org/officeDocument/2006/relationships/tags" Target="../tags/tag1729.xml"/><Relationship Id="rId1" Type="http://schemas.openxmlformats.org/officeDocument/2006/relationships/tags" Target="../tags/tag1728.xml"/><Relationship Id="rId6" Type="http://schemas.openxmlformats.org/officeDocument/2006/relationships/tags" Target="../tags/tag1733.xml"/><Relationship Id="rId5" Type="http://schemas.openxmlformats.org/officeDocument/2006/relationships/tags" Target="../tags/tag1732.xml"/><Relationship Id="rId4" Type="http://schemas.openxmlformats.org/officeDocument/2006/relationships/tags" Target="../tags/tag1731.xml"/><Relationship Id="rId9" Type="http://schemas.openxmlformats.org/officeDocument/2006/relationships/image" Target="../media/image107.png"/></Relationships>
</file>

<file path=ppt/slides/_rels/slide75.xml.rels><?xml version="1.0" encoding="UTF-8" standalone="yes"?>
<Relationships xmlns="http://schemas.openxmlformats.org/package/2006/relationships"><Relationship Id="rId8" Type="http://schemas.openxmlformats.org/officeDocument/2006/relationships/tags" Target="../tags/tag1742.xml"/><Relationship Id="rId13" Type="http://schemas.openxmlformats.org/officeDocument/2006/relationships/tags" Target="../tags/tag1747.xml"/><Relationship Id="rId3" Type="http://schemas.openxmlformats.org/officeDocument/2006/relationships/tags" Target="../tags/tag1737.xml"/><Relationship Id="rId7" Type="http://schemas.openxmlformats.org/officeDocument/2006/relationships/tags" Target="../tags/tag1741.xml"/><Relationship Id="rId12" Type="http://schemas.openxmlformats.org/officeDocument/2006/relationships/tags" Target="../tags/tag1746.xml"/><Relationship Id="rId2" Type="http://schemas.openxmlformats.org/officeDocument/2006/relationships/tags" Target="../tags/tag1736.xml"/><Relationship Id="rId1" Type="http://schemas.openxmlformats.org/officeDocument/2006/relationships/tags" Target="../tags/tag1735.xml"/><Relationship Id="rId6" Type="http://schemas.openxmlformats.org/officeDocument/2006/relationships/tags" Target="../tags/tag1740.xml"/><Relationship Id="rId11" Type="http://schemas.openxmlformats.org/officeDocument/2006/relationships/tags" Target="../tags/tag1745.xml"/><Relationship Id="rId5" Type="http://schemas.openxmlformats.org/officeDocument/2006/relationships/tags" Target="../tags/tag1739.xml"/><Relationship Id="rId10" Type="http://schemas.openxmlformats.org/officeDocument/2006/relationships/tags" Target="../tags/tag1744.xml"/><Relationship Id="rId4" Type="http://schemas.openxmlformats.org/officeDocument/2006/relationships/tags" Target="../tags/tag1738.xml"/><Relationship Id="rId9" Type="http://schemas.openxmlformats.org/officeDocument/2006/relationships/tags" Target="../tags/tag1743.xml"/><Relationship Id="rId14" Type="http://schemas.openxmlformats.org/officeDocument/2006/relationships/slideLayout" Target="../slideLayouts/slideLayout4.xml"/></Relationships>
</file>

<file path=ppt/slides/_rels/slide76.xml.rels><?xml version="1.0" encoding="UTF-8" standalone="yes"?>
<Relationships xmlns="http://schemas.openxmlformats.org/package/2006/relationships"><Relationship Id="rId8" Type="http://schemas.openxmlformats.org/officeDocument/2006/relationships/tags" Target="../tags/tag1755.xml"/><Relationship Id="rId3" Type="http://schemas.openxmlformats.org/officeDocument/2006/relationships/tags" Target="../tags/tag1750.xml"/><Relationship Id="rId7" Type="http://schemas.openxmlformats.org/officeDocument/2006/relationships/tags" Target="../tags/tag1754.xml"/><Relationship Id="rId2" Type="http://schemas.openxmlformats.org/officeDocument/2006/relationships/tags" Target="../tags/tag1749.xml"/><Relationship Id="rId1" Type="http://schemas.openxmlformats.org/officeDocument/2006/relationships/tags" Target="../tags/tag1748.xml"/><Relationship Id="rId6" Type="http://schemas.openxmlformats.org/officeDocument/2006/relationships/tags" Target="../tags/tag1753.xml"/><Relationship Id="rId5" Type="http://schemas.openxmlformats.org/officeDocument/2006/relationships/tags" Target="../tags/tag1752.xml"/><Relationship Id="rId4" Type="http://schemas.openxmlformats.org/officeDocument/2006/relationships/tags" Target="../tags/tag1751.xml"/><Relationship Id="rId9" Type="http://schemas.openxmlformats.org/officeDocument/2006/relationships/slideLayout" Target="../slideLayouts/slideLayout4.xml"/></Relationships>
</file>

<file path=ppt/slides/_rels/slide77.xml.rels><?xml version="1.0" encoding="UTF-8" standalone="yes"?>
<Relationships xmlns="http://schemas.openxmlformats.org/package/2006/relationships"><Relationship Id="rId8" Type="http://schemas.openxmlformats.org/officeDocument/2006/relationships/tags" Target="../tags/tag1763.xml"/><Relationship Id="rId3" Type="http://schemas.openxmlformats.org/officeDocument/2006/relationships/tags" Target="../tags/tag1758.xml"/><Relationship Id="rId7" Type="http://schemas.openxmlformats.org/officeDocument/2006/relationships/tags" Target="../tags/tag1762.xml"/><Relationship Id="rId2" Type="http://schemas.openxmlformats.org/officeDocument/2006/relationships/tags" Target="../tags/tag1757.xml"/><Relationship Id="rId1" Type="http://schemas.openxmlformats.org/officeDocument/2006/relationships/tags" Target="../tags/tag1756.xml"/><Relationship Id="rId6" Type="http://schemas.openxmlformats.org/officeDocument/2006/relationships/tags" Target="../tags/tag1761.xml"/><Relationship Id="rId5" Type="http://schemas.openxmlformats.org/officeDocument/2006/relationships/tags" Target="../tags/tag1760.xml"/><Relationship Id="rId4" Type="http://schemas.openxmlformats.org/officeDocument/2006/relationships/tags" Target="../tags/tag1759.xml"/><Relationship Id="rId9" Type="http://schemas.openxmlformats.org/officeDocument/2006/relationships/slideLayout" Target="../slideLayouts/slideLayout4.xml"/></Relationships>
</file>

<file path=ppt/slides/_rels/slide78.xml.rels><?xml version="1.0" encoding="UTF-8" standalone="yes"?>
<Relationships xmlns="http://schemas.openxmlformats.org/package/2006/relationships"><Relationship Id="rId8" Type="http://schemas.openxmlformats.org/officeDocument/2006/relationships/tags" Target="../tags/tag1771.xml"/><Relationship Id="rId3" Type="http://schemas.openxmlformats.org/officeDocument/2006/relationships/tags" Target="../tags/tag1766.xml"/><Relationship Id="rId7" Type="http://schemas.openxmlformats.org/officeDocument/2006/relationships/tags" Target="../tags/tag1770.xml"/><Relationship Id="rId2" Type="http://schemas.openxmlformats.org/officeDocument/2006/relationships/tags" Target="../tags/tag1765.xml"/><Relationship Id="rId1" Type="http://schemas.openxmlformats.org/officeDocument/2006/relationships/tags" Target="../tags/tag1764.xml"/><Relationship Id="rId6" Type="http://schemas.openxmlformats.org/officeDocument/2006/relationships/tags" Target="../tags/tag1769.xml"/><Relationship Id="rId5" Type="http://schemas.openxmlformats.org/officeDocument/2006/relationships/tags" Target="../tags/tag1768.xml"/><Relationship Id="rId4" Type="http://schemas.openxmlformats.org/officeDocument/2006/relationships/tags" Target="../tags/tag1767.xml"/><Relationship Id="rId9" Type="http://schemas.openxmlformats.org/officeDocument/2006/relationships/slideLayout" Target="../slideLayouts/slideLayout4.xml"/></Relationships>
</file>

<file path=ppt/slides/_rels/slide79.xml.rels><?xml version="1.0" encoding="UTF-8" standalone="yes"?>
<Relationships xmlns="http://schemas.openxmlformats.org/package/2006/relationships"><Relationship Id="rId8" Type="http://schemas.openxmlformats.org/officeDocument/2006/relationships/slideLayout" Target="../slideLayouts/slideLayout4.xml"/><Relationship Id="rId3" Type="http://schemas.openxmlformats.org/officeDocument/2006/relationships/tags" Target="../tags/tag1774.xml"/><Relationship Id="rId7" Type="http://schemas.openxmlformats.org/officeDocument/2006/relationships/tags" Target="../tags/tag1778.xml"/><Relationship Id="rId2" Type="http://schemas.openxmlformats.org/officeDocument/2006/relationships/tags" Target="../tags/tag1773.xml"/><Relationship Id="rId1" Type="http://schemas.openxmlformats.org/officeDocument/2006/relationships/tags" Target="../tags/tag1772.xml"/><Relationship Id="rId6" Type="http://schemas.openxmlformats.org/officeDocument/2006/relationships/tags" Target="../tags/tag1777.xml"/><Relationship Id="rId5" Type="http://schemas.openxmlformats.org/officeDocument/2006/relationships/tags" Target="../tags/tag1776.xml"/><Relationship Id="rId4" Type="http://schemas.openxmlformats.org/officeDocument/2006/relationships/tags" Target="../tags/tag1775.xml"/><Relationship Id="rId9" Type="http://schemas.openxmlformats.org/officeDocument/2006/relationships/image" Target="../media/image108.png"/></Relationships>
</file>

<file path=ppt/slides/_rels/slide80.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tags" Target="../tags/tag177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p:cNvSpPr>
            <a:spLocks noGrp="1"/>
          </p:cNvSpPr>
          <p:nvPr>
            <p:ph type="ctrTitle"/>
            <p:custDataLst>
              <p:tags r:id="rId2"/>
            </p:custDataLst>
          </p:nvPr>
        </p:nvSpPr>
        <p:spPr>
          <a:xfrm>
            <a:off x="1388188" y="1673489"/>
            <a:ext cx="9415624" cy="2387600"/>
          </a:xfrm>
        </p:spPr>
        <p:txBody>
          <a:bodyPr>
            <a:normAutofit/>
          </a:bodyPr>
          <a:lstStyle/>
          <a:p>
            <a:pPr algn="ctr"/>
            <a:r>
              <a:rPr lang="zh-CN" altLang="en-US" sz="6600" dirty="0"/>
              <a:t>人工智能导论 </a:t>
            </a:r>
            <a:br>
              <a:rPr lang="en-US" altLang="zh-CN" sz="4400" dirty="0"/>
            </a:br>
            <a:br>
              <a:rPr lang="en-US" altLang="zh-CN" sz="4400" dirty="0"/>
            </a:br>
            <a:r>
              <a:rPr lang="zh-CN" altLang="en-US" sz="4400" dirty="0"/>
              <a:t>第</a:t>
            </a:r>
            <a:r>
              <a:rPr lang="en-US" altLang="zh-CN" sz="4400" dirty="0"/>
              <a:t>2</a:t>
            </a:r>
            <a:r>
              <a:rPr lang="zh-CN" altLang="en-US" sz="4400" dirty="0"/>
              <a:t>章 机器学习</a:t>
            </a:r>
          </a:p>
        </p:txBody>
      </p:sp>
    </p:spTree>
    <p:custDataLst>
      <p:tags r:id="rId1"/>
    </p:custData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圆角 8"/>
          <p:cNvSpPr/>
          <p:nvPr>
            <p:custDataLst>
              <p:tags r:id="rId2"/>
            </p:custDataLst>
          </p:nvPr>
        </p:nvSpPr>
        <p:spPr>
          <a:xfrm>
            <a:off x="4976396" y="785160"/>
            <a:ext cx="5148000" cy="1077724"/>
          </a:xfrm>
          <a:prstGeom prst="roundRect">
            <a:avLst>
              <a:gd name="adj" fmla="val 6375"/>
            </a:avLst>
          </a:prstGeom>
          <a:solidFill>
            <a:schemeClr val="accent1">
              <a:alpha val="15000"/>
            </a:schemeClr>
          </a:solidFill>
          <a:ln>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l">
              <a:buClrTx/>
              <a:buSzTx/>
              <a:buFontTx/>
            </a:pPr>
            <a:endParaRPr lang="zh-CN" altLang="en-US" dirty="0">
              <a:solidFill>
                <a:schemeClr val="bg1"/>
              </a:solidFill>
              <a:latin typeface="+mn-ea"/>
              <a:sym typeface="+mn-ea"/>
            </a:endParaRPr>
          </a:p>
        </p:txBody>
      </p:sp>
      <p:cxnSp>
        <p:nvCxnSpPr>
          <p:cNvPr id="11" name="直接连接符 10"/>
          <p:cNvCxnSpPr/>
          <p:nvPr>
            <p:custDataLst>
              <p:tags r:id="rId3"/>
            </p:custDataLst>
          </p:nvPr>
        </p:nvCxnSpPr>
        <p:spPr>
          <a:xfrm rot="16200000">
            <a:off x="6120831" y="1324023"/>
            <a:ext cx="360000" cy="0"/>
          </a:xfrm>
          <a:prstGeom prst="line">
            <a:avLst/>
          </a:prstGeom>
          <a:ln w="25400" cap="rnd">
            <a:solidFill>
              <a:schemeClr val="accent1">
                <a:lumMod val="40000"/>
                <a:lumOff val="60000"/>
                <a:alpha val="80000"/>
              </a:schemeClr>
            </a:solidFill>
          </a:ln>
        </p:spPr>
        <p:style>
          <a:lnRef idx="1">
            <a:schemeClr val="accent1"/>
          </a:lnRef>
          <a:fillRef idx="0">
            <a:schemeClr val="accent1"/>
          </a:fillRef>
          <a:effectRef idx="0">
            <a:schemeClr val="accent1"/>
          </a:effectRef>
          <a:fontRef idx="minor">
            <a:schemeClr val="tx1"/>
          </a:fontRef>
        </p:style>
      </p:cxnSp>
      <p:sp>
        <p:nvSpPr>
          <p:cNvPr id="12" name="矩形: 圆角 11"/>
          <p:cNvSpPr/>
          <p:nvPr>
            <p:custDataLst>
              <p:tags r:id="rId4"/>
            </p:custDataLst>
          </p:nvPr>
        </p:nvSpPr>
        <p:spPr>
          <a:xfrm>
            <a:off x="4976396" y="3485117"/>
            <a:ext cx="5148000" cy="1077724"/>
          </a:xfrm>
          <a:prstGeom prst="roundRect">
            <a:avLst>
              <a:gd name="adj" fmla="val 6375"/>
            </a:avLst>
          </a:prstGeom>
          <a:solidFill>
            <a:schemeClr val="accent1">
              <a:alpha val="15000"/>
            </a:schemeClr>
          </a:solidFill>
          <a:ln>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l">
              <a:buClrTx/>
              <a:buSzTx/>
              <a:buFontTx/>
            </a:pPr>
            <a:endParaRPr lang="zh-CN" altLang="en-US" dirty="0">
              <a:solidFill>
                <a:schemeClr val="bg1"/>
              </a:solidFill>
              <a:latin typeface="+mn-ea"/>
              <a:sym typeface="+mn-ea"/>
            </a:endParaRPr>
          </a:p>
        </p:txBody>
      </p:sp>
      <p:cxnSp>
        <p:nvCxnSpPr>
          <p:cNvPr id="15" name="直接连接符 14"/>
          <p:cNvCxnSpPr/>
          <p:nvPr>
            <p:custDataLst>
              <p:tags r:id="rId5"/>
            </p:custDataLst>
          </p:nvPr>
        </p:nvCxnSpPr>
        <p:spPr>
          <a:xfrm rot="16200000">
            <a:off x="6120831" y="4023979"/>
            <a:ext cx="360000" cy="0"/>
          </a:xfrm>
          <a:prstGeom prst="line">
            <a:avLst/>
          </a:prstGeom>
          <a:ln w="25400" cap="rnd">
            <a:solidFill>
              <a:schemeClr val="accent1">
                <a:lumMod val="40000"/>
                <a:lumOff val="60000"/>
                <a:alpha val="80000"/>
              </a:schemeClr>
            </a:solidFill>
          </a:ln>
        </p:spPr>
        <p:style>
          <a:lnRef idx="1">
            <a:schemeClr val="accent1"/>
          </a:lnRef>
          <a:fillRef idx="0">
            <a:schemeClr val="accent1"/>
          </a:fillRef>
          <a:effectRef idx="0">
            <a:schemeClr val="accent1"/>
          </a:effectRef>
          <a:fontRef idx="minor">
            <a:schemeClr val="tx1"/>
          </a:fontRef>
        </p:style>
      </p:cxnSp>
      <p:sp>
        <p:nvSpPr>
          <p:cNvPr id="16" name="矩形: 圆角 15"/>
          <p:cNvSpPr/>
          <p:nvPr>
            <p:custDataLst>
              <p:tags r:id="rId6"/>
            </p:custDataLst>
          </p:nvPr>
        </p:nvSpPr>
        <p:spPr>
          <a:xfrm>
            <a:off x="4983923" y="2221745"/>
            <a:ext cx="5148000" cy="1077724"/>
          </a:xfrm>
          <a:prstGeom prst="roundRect">
            <a:avLst>
              <a:gd name="adj" fmla="val 6375"/>
            </a:avLst>
          </a:prstGeom>
          <a:solidFill>
            <a:schemeClr val="accent1">
              <a:alpha val="15000"/>
            </a:schemeClr>
          </a:solidFill>
          <a:ln>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l">
              <a:buClrTx/>
              <a:buSzTx/>
              <a:buFontTx/>
            </a:pPr>
            <a:endParaRPr lang="zh-CN" altLang="en-US" dirty="0">
              <a:solidFill>
                <a:schemeClr val="bg1"/>
              </a:solidFill>
              <a:latin typeface="+mn-ea"/>
              <a:sym typeface="+mn-ea"/>
            </a:endParaRPr>
          </a:p>
        </p:txBody>
      </p:sp>
      <p:cxnSp>
        <p:nvCxnSpPr>
          <p:cNvPr id="17" name="直接连接符 16"/>
          <p:cNvCxnSpPr/>
          <p:nvPr>
            <p:custDataLst>
              <p:tags r:id="rId7"/>
            </p:custDataLst>
          </p:nvPr>
        </p:nvCxnSpPr>
        <p:spPr>
          <a:xfrm rot="16200000">
            <a:off x="6128358" y="2760608"/>
            <a:ext cx="360000" cy="0"/>
          </a:xfrm>
          <a:prstGeom prst="line">
            <a:avLst/>
          </a:prstGeom>
          <a:ln w="25400" cap="rnd">
            <a:solidFill>
              <a:schemeClr val="accent1">
                <a:lumMod val="40000"/>
                <a:lumOff val="60000"/>
                <a:alpha val="80000"/>
              </a:schemeClr>
            </a:solidFill>
          </a:ln>
        </p:spPr>
        <p:style>
          <a:lnRef idx="1">
            <a:schemeClr val="accent1"/>
          </a:lnRef>
          <a:fillRef idx="0">
            <a:schemeClr val="accent1"/>
          </a:fillRef>
          <a:effectRef idx="0">
            <a:schemeClr val="accent1"/>
          </a:effectRef>
          <a:fontRef idx="minor">
            <a:schemeClr val="tx1"/>
          </a:fontRef>
        </p:style>
      </p:cxnSp>
      <p:sp>
        <p:nvSpPr>
          <p:cNvPr id="18" name="矩形: 圆角 17"/>
          <p:cNvSpPr/>
          <p:nvPr>
            <p:custDataLst>
              <p:tags r:id="rId8"/>
            </p:custDataLst>
          </p:nvPr>
        </p:nvSpPr>
        <p:spPr>
          <a:xfrm>
            <a:off x="4983923" y="4921702"/>
            <a:ext cx="5148000" cy="1077724"/>
          </a:xfrm>
          <a:prstGeom prst="roundRect">
            <a:avLst>
              <a:gd name="adj" fmla="val 6375"/>
            </a:avLst>
          </a:prstGeom>
          <a:solidFill>
            <a:schemeClr val="accent1">
              <a:alpha val="15000"/>
            </a:schemeClr>
          </a:solidFill>
          <a:ln>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l">
              <a:buClrTx/>
              <a:buSzTx/>
              <a:buFontTx/>
            </a:pPr>
            <a:endParaRPr lang="zh-CN" altLang="en-US" dirty="0">
              <a:solidFill>
                <a:schemeClr val="bg1"/>
              </a:solidFill>
              <a:latin typeface="+mn-ea"/>
              <a:sym typeface="+mn-ea"/>
            </a:endParaRPr>
          </a:p>
        </p:txBody>
      </p:sp>
      <p:cxnSp>
        <p:nvCxnSpPr>
          <p:cNvPr id="19" name="直接连接符 18"/>
          <p:cNvCxnSpPr/>
          <p:nvPr>
            <p:custDataLst>
              <p:tags r:id="rId9"/>
            </p:custDataLst>
          </p:nvPr>
        </p:nvCxnSpPr>
        <p:spPr>
          <a:xfrm rot="16200000">
            <a:off x="6128358" y="5460564"/>
            <a:ext cx="360000" cy="0"/>
          </a:xfrm>
          <a:prstGeom prst="line">
            <a:avLst/>
          </a:prstGeom>
          <a:ln w="25400" cap="rnd">
            <a:solidFill>
              <a:schemeClr val="accent1">
                <a:lumMod val="40000"/>
                <a:lumOff val="60000"/>
                <a:alpha val="80000"/>
              </a:schemeClr>
            </a:solidFill>
          </a:ln>
        </p:spPr>
        <p:style>
          <a:lnRef idx="1">
            <a:schemeClr val="accent1"/>
          </a:lnRef>
          <a:fillRef idx="0">
            <a:schemeClr val="accent1"/>
          </a:fillRef>
          <a:effectRef idx="0">
            <a:schemeClr val="accent1"/>
          </a:effectRef>
          <a:fontRef idx="minor">
            <a:schemeClr val="tx1"/>
          </a:fontRef>
        </p:style>
      </p:cxnSp>
      <p:sp>
        <p:nvSpPr>
          <p:cNvPr id="20" name="项标题"/>
          <p:cNvSpPr txBox="1"/>
          <p:nvPr>
            <p:custDataLst>
              <p:tags r:id="rId10"/>
            </p:custDataLst>
          </p:nvPr>
        </p:nvSpPr>
        <p:spPr>
          <a:xfrm>
            <a:off x="6742141" y="933962"/>
            <a:ext cx="3226086" cy="780120"/>
          </a:xfrm>
          <a:prstGeom prst="rect">
            <a:avLst/>
          </a:prstGeom>
          <a:noFill/>
        </p:spPr>
        <p:txBody>
          <a:bodyPr wrap="square" lIns="0" tIns="0" rIns="0" bIns="0" rtlCol="0" anchor="ctr" anchorCtr="0">
            <a:noAutofit/>
          </a:bodyPr>
          <a:lstStyle/>
          <a:p>
            <a:pPr>
              <a:lnSpc>
                <a:spcPct val="120000"/>
              </a:lnSpc>
            </a:pPr>
            <a:r>
              <a:rPr lang="zh-CN" altLang="en-US" sz="2400" b="1" spc="300" dirty="0">
                <a:solidFill>
                  <a:schemeClr val="tx2"/>
                </a:solidFill>
                <a:latin typeface="+mn-ea"/>
              </a:rPr>
              <a:t>机器学习概述</a:t>
            </a:r>
          </a:p>
        </p:txBody>
      </p:sp>
      <p:sp>
        <p:nvSpPr>
          <p:cNvPr id="21" name="序号"/>
          <p:cNvSpPr txBox="1"/>
          <p:nvPr>
            <p:custDataLst>
              <p:tags r:id="rId11"/>
            </p:custDataLst>
          </p:nvPr>
        </p:nvSpPr>
        <p:spPr>
          <a:xfrm>
            <a:off x="5127873" y="785160"/>
            <a:ext cx="925900" cy="1077724"/>
          </a:xfrm>
          <a:prstGeom prst="rect">
            <a:avLst/>
          </a:prstGeom>
          <a:noFill/>
        </p:spPr>
        <p:txBody>
          <a:bodyPr wrap="none" lIns="0" tIns="0" rIns="0" bIns="0" rtlCol="0" anchor="ctr" anchorCtr="0">
            <a:noAutofit/>
          </a:bodyPr>
          <a:lstStyle/>
          <a:p>
            <a:pPr algn="ctr">
              <a:lnSpc>
                <a:spcPct val="100000"/>
              </a:lnSpc>
            </a:pPr>
            <a:r>
              <a:rPr lang="en-US" sz="3600" b="1" dirty="0">
                <a:gradFill flip="none" rotWithShape="1">
                  <a:gsLst>
                    <a:gs pos="19000">
                      <a:schemeClr val="accent1"/>
                    </a:gs>
                    <a:gs pos="74000">
                      <a:schemeClr val="accent2"/>
                    </a:gs>
                  </a:gsLst>
                  <a:lin ang="2700000" scaled="1"/>
                  <a:tileRect/>
                </a:gradFill>
                <a:latin typeface="+mn-ea"/>
              </a:rPr>
              <a:t>01</a:t>
            </a:r>
          </a:p>
        </p:txBody>
      </p:sp>
      <p:sp>
        <p:nvSpPr>
          <p:cNvPr id="39" name="项标题"/>
          <p:cNvSpPr txBox="1"/>
          <p:nvPr>
            <p:custDataLst>
              <p:tags r:id="rId12"/>
            </p:custDataLst>
          </p:nvPr>
        </p:nvSpPr>
        <p:spPr>
          <a:xfrm>
            <a:off x="6742141" y="3633919"/>
            <a:ext cx="3226086" cy="780120"/>
          </a:xfrm>
          <a:prstGeom prst="rect">
            <a:avLst/>
          </a:prstGeom>
          <a:noFill/>
        </p:spPr>
        <p:txBody>
          <a:bodyPr wrap="square" lIns="0" tIns="0" rIns="0" bIns="0" rtlCol="0" anchor="ctr" anchorCtr="0">
            <a:noAutofit/>
          </a:bodyPr>
          <a:lstStyle/>
          <a:p>
            <a:pPr>
              <a:lnSpc>
                <a:spcPct val="120000"/>
              </a:lnSpc>
            </a:pPr>
            <a:r>
              <a:rPr lang="zh-CN" altLang="en-US" sz="2400" b="1" spc="300" dirty="0">
                <a:solidFill>
                  <a:schemeClr val="tx2"/>
                </a:solidFill>
                <a:latin typeface="+mn-ea"/>
              </a:rPr>
              <a:t>无监督学习</a:t>
            </a:r>
          </a:p>
        </p:txBody>
      </p:sp>
      <p:sp>
        <p:nvSpPr>
          <p:cNvPr id="40" name="序号"/>
          <p:cNvSpPr txBox="1"/>
          <p:nvPr>
            <p:custDataLst>
              <p:tags r:id="rId13"/>
            </p:custDataLst>
          </p:nvPr>
        </p:nvSpPr>
        <p:spPr>
          <a:xfrm>
            <a:off x="5127873" y="3485117"/>
            <a:ext cx="925900" cy="1077724"/>
          </a:xfrm>
          <a:prstGeom prst="rect">
            <a:avLst/>
          </a:prstGeom>
          <a:noFill/>
        </p:spPr>
        <p:txBody>
          <a:bodyPr wrap="none" lIns="0" tIns="0" rIns="0" bIns="0" rtlCol="0" anchor="ctr" anchorCtr="0">
            <a:noAutofit/>
          </a:bodyPr>
          <a:lstStyle/>
          <a:p>
            <a:pPr algn="ctr">
              <a:lnSpc>
                <a:spcPct val="100000"/>
              </a:lnSpc>
            </a:pPr>
            <a:r>
              <a:rPr lang="en-US" sz="3600" b="1" dirty="0">
                <a:gradFill flip="none" rotWithShape="1">
                  <a:gsLst>
                    <a:gs pos="19000">
                      <a:schemeClr val="accent1"/>
                    </a:gs>
                    <a:gs pos="74000">
                      <a:schemeClr val="accent2"/>
                    </a:gs>
                  </a:gsLst>
                  <a:lin ang="2700000" scaled="1"/>
                  <a:tileRect/>
                </a:gradFill>
                <a:latin typeface="+mn-ea"/>
              </a:rPr>
              <a:t>03</a:t>
            </a:r>
          </a:p>
        </p:txBody>
      </p:sp>
      <p:sp>
        <p:nvSpPr>
          <p:cNvPr id="41" name="项标题"/>
          <p:cNvSpPr txBox="1"/>
          <p:nvPr>
            <p:custDataLst>
              <p:tags r:id="rId14"/>
            </p:custDataLst>
          </p:nvPr>
        </p:nvSpPr>
        <p:spPr>
          <a:xfrm>
            <a:off x="6749668" y="2370547"/>
            <a:ext cx="3226086" cy="780120"/>
          </a:xfrm>
          <a:prstGeom prst="rect">
            <a:avLst/>
          </a:prstGeom>
          <a:noFill/>
        </p:spPr>
        <p:txBody>
          <a:bodyPr wrap="square" lIns="0" tIns="0" rIns="0" bIns="0" rtlCol="0" anchor="ctr" anchorCtr="0">
            <a:noAutofit/>
          </a:bodyPr>
          <a:lstStyle/>
          <a:p>
            <a:pPr>
              <a:lnSpc>
                <a:spcPct val="120000"/>
              </a:lnSpc>
            </a:pPr>
            <a:r>
              <a:rPr lang="zh-CN" altLang="en-US" sz="2400" b="1" spc="300" dirty="0">
                <a:solidFill>
                  <a:schemeClr val="tx2"/>
                </a:solidFill>
                <a:latin typeface="+mn-ea"/>
              </a:rPr>
              <a:t>监督学习</a:t>
            </a:r>
          </a:p>
        </p:txBody>
      </p:sp>
      <p:sp>
        <p:nvSpPr>
          <p:cNvPr id="42" name="序号"/>
          <p:cNvSpPr txBox="1"/>
          <p:nvPr>
            <p:custDataLst>
              <p:tags r:id="rId15"/>
            </p:custDataLst>
          </p:nvPr>
        </p:nvSpPr>
        <p:spPr>
          <a:xfrm>
            <a:off x="5135400" y="2221745"/>
            <a:ext cx="925900" cy="1077724"/>
          </a:xfrm>
          <a:prstGeom prst="rect">
            <a:avLst/>
          </a:prstGeom>
          <a:noFill/>
        </p:spPr>
        <p:txBody>
          <a:bodyPr wrap="none" lIns="0" tIns="0" rIns="0" bIns="0" rtlCol="0" anchor="ctr" anchorCtr="0">
            <a:noAutofit/>
          </a:bodyPr>
          <a:lstStyle/>
          <a:p>
            <a:pPr algn="ctr">
              <a:lnSpc>
                <a:spcPct val="100000"/>
              </a:lnSpc>
            </a:pPr>
            <a:r>
              <a:rPr lang="en-US" sz="3600" b="1" dirty="0">
                <a:gradFill flip="none" rotWithShape="1">
                  <a:gsLst>
                    <a:gs pos="19000">
                      <a:schemeClr val="accent1"/>
                    </a:gs>
                    <a:gs pos="74000">
                      <a:schemeClr val="accent2"/>
                    </a:gs>
                  </a:gsLst>
                  <a:lin ang="2700000" scaled="1"/>
                  <a:tileRect/>
                </a:gradFill>
                <a:latin typeface="+mn-ea"/>
              </a:rPr>
              <a:t>02</a:t>
            </a:r>
          </a:p>
        </p:txBody>
      </p:sp>
      <p:sp>
        <p:nvSpPr>
          <p:cNvPr id="43" name="项标题"/>
          <p:cNvSpPr txBox="1"/>
          <p:nvPr>
            <p:custDataLst>
              <p:tags r:id="rId16"/>
            </p:custDataLst>
          </p:nvPr>
        </p:nvSpPr>
        <p:spPr>
          <a:xfrm>
            <a:off x="6749668" y="5070504"/>
            <a:ext cx="3226086" cy="780120"/>
          </a:xfrm>
          <a:prstGeom prst="rect">
            <a:avLst/>
          </a:prstGeom>
          <a:noFill/>
        </p:spPr>
        <p:txBody>
          <a:bodyPr wrap="square" lIns="0" tIns="0" rIns="0" bIns="0" rtlCol="0" anchor="ctr" anchorCtr="0">
            <a:noAutofit/>
          </a:bodyPr>
          <a:lstStyle/>
          <a:p>
            <a:pPr>
              <a:lnSpc>
                <a:spcPct val="120000"/>
              </a:lnSpc>
            </a:pPr>
            <a:r>
              <a:rPr lang="zh-CN" altLang="en-US" sz="2400" b="1" spc="300" dirty="0">
                <a:solidFill>
                  <a:schemeClr val="tx2"/>
                </a:solidFill>
                <a:latin typeface="+mn-ea"/>
              </a:rPr>
              <a:t>课后习题</a:t>
            </a:r>
          </a:p>
        </p:txBody>
      </p:sp>
      <p:sp>
        <p:nvSpPr>
          <p:cNvPr id="44" name="序号"/>
          <p:cNvSpPr txBox="1"/>
          <p:nvPr>
            <p:custDataLst>
              <p:tags r:id="rId17"/>
            </p:custDataLst>
          </p:nvPr>
        </p:nvSpPr>
        <p:spPr>
          <a:xfrm>
            <a:off x="5135400" y="4921702"/>
            <a:ext cx="925900" cy="1077724"/>
          </a:xfrm>
          <a:prstGeom prst="rect">
            <a:avLst/>
          </a:prstGeom>
          <a:noFill/>
        </p:spPr>
        <p:txBody>
          <a:bodyPr wrap="none" lIns="0" tIns="0" rIns="0" bIns="0" rtlCol="0" anchor="ctr" anchorCtr="0">
            <a:noAutofit/>
          </a:bodyPr>
          <a:lstStyle/>
          <a:p>
            <a:pPr algn="ctr">
              <a:lnSpc>
                <a:spcPct val="100000"/>
              </a:lnSpc>
            </a:pPr>
            <a:r>
              <a:rPr lang="en-US" sz="3600" b="1" dirty="0">
                <a:gradFill flip="none" rotWithShape="1">
                  <a:gsLst>
                    <a:gs pos="19000">
                      <a:schemeClr val="accent1"/>
                    </a:gs>
                    <a:gs pos="74000">
                      <a:schemeClr val="accent2"/>
                    </a:gs>
                  </a:gsLst>
                  <a:lin ang="2700000" scaled="1"/>
                  <a:tileRect/>
                </a:gradFill>
                <a:latin typeface="+mn-ea"/>
              </a:rPr>
              <a:t>04</a:t>
            </a:r>
          </a:p>
        </p:txBody>
      </p:sp>
    </p:spTree>
    <p:custDataLst>
      <p:tags r:id="rId1"/>
    </p:custData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p:cNvSpPr>
            <a:spLocks noGrp="1"/>
          </p:cNvSpPr>
          <p:nvPr>
            <p:ph type="title"/>
            <p:custDataLst>
              <p:tags r:id="rId2"/>
            </p:custDataLst>
          </p:nvPr>
        </p:nvSpPr>
        <p:spPr>
          <a:xfrm>
            <a:off x="5132246" y="2864881"/>
            <a:ext cx="6621730" cy="1325563"/>
          </a:xfrm>
        </p:spPr>
        <p:txBody>
          <a:bodyPr>
            <a:normAutofit/>
          </a:bodyPr>
          <a:lstStyle/>
          <a:p>
            <a:pPr algn="ctr"/>
            <a:r>
              <a:rPr lang="en-US" altLang="zh-CN" dirty="0"/>
              <a:t>2.1 </a:t>
            </a:r>
            <a:r>
              <a:rPr lang="zh-CN" altLang="en-US" dirty="0"/>
              <a:t>机器学习概述</a:t>
            </a:r>
          </a:p>
        </p:txBody>
      </p:sp>
    </p:spTree>
    <p:custDataLst>
      <p:tags r:id="rId1"/>
    </p:custData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标题 11"/>
          <p:cNvSpPr>
            <a:spLocks noGrp="1"/>
          </p:cNvSpPr>
          <p:nvPr>
            <p:ph type="title"/>
            <p:custDataLst>
              <p:tags r:id="rId2"/>
            </p:custDataLst>
          </p:nvPr>
        </p:nvSpPr>
        <p:spPr/>
        <p:txBody>
          <a:bodyPr>
            <a:normAutofit fontScale="90000"/>
          </a:bodyPr>
          <a:lstStyle/>
          <a:p>
            <a:r>
              <a:rPr lang="zh-CN" altLang="en-US" dirty="0"/>
              <a:t>定义</a:t>
            </a:r>
          </a:p>
        </p:txBody>
      </p:sp>
      <p:sp>
        <p:nvSpPr>
          <p:cNvPr id="3" name="标题 6"/>
          <p:cNvSpPr>
            <a:spLocks noGrp="1"/>
          </p:cNvSpPr>
          <p:nvPr>
            <p:custDataLst>
              <p:tags r:id="rId3"/>
            </p:custDataLst>
          </p:nvPr>
        </p:nvSpPr>
        <p:spPr>
          <a:xfrm>
            <a:off x="242709" y="2209800"/>
            <a:ext cx="4051803" cy="2773269"/>
          </a:xfrm>
          <a:prstGeom prst="rect">
            <a:avLst/>
          </a:prstGeom>
          <a:solidFill>
            <a:schemeClr val="accent1">
              <a:alpha val="85000"/>
            </a:schemeClr>
          </a:solidFill>
        </p:spPr>
        <p:txBody>
          <a:bodyPr vert="horz" lIns="539750" tIns="360045" rIns="539750" bIns="360045" rtlCol="0" anchor="ctr" anchorCtr="0">
            <a:normAutofit/>
          </a:bodyPr>
          <a:lstStyle>
            <a:lvl1pPr algn="l" defTabSz="914400" rtl="0" eaLnBrk="1" fontAlgn="base" latinLnBrk="0" hangingPunct="1">
              <a:lnSpc>
                <a:spcPct val="100000"/>
              </a:lnSpc>
              <a:spcBef>
                <a:spcPct val="0"/>
              </a:spcBef>
              <a:buNone/>
              <a:defRPr sz="3200" b="1" u="none" strike="noStrike" kern="1200" cap="none" spc="300" normalizeH="0" baseline="0">
                <a:solidFill>
                  <a:schemeClr val="tx1">
                    <a:lumMod val="85000"/>
                    <a:lumOff val="15000"/>
                  </a:schemeClr>
                </a:solidFill>
                <a:uFillTx/>
                <a:latin typeface="+mj-ea"/>
                <a:ea typeface="+mj-ea"/>
                <a:cs typeface="+mj-cs"/>
              </a:defRPr>
            </a:lvl1pPr>
          </a:lstStyle>
          <a:p>
            <a:pPr algn="ctr"/>
            <a:r>
              <a:rPr lang="zh-CN" altLang="en-US" sz="4400" dirty="0">
                <a:solidFill>
                  <a:srgbClr val="FFFFFF"/>
                </a:solidFill>
              </a:rPr>
              <a:t>机器学习的定义</a:t>
            </a:r>
          </a:p>
        </p:txBody>
      </p:sp>
      <p:sp>
        <p:nvSpPr>
          <p:cNvPr id="5" name="矩形 4"/>
          <p:cNvSpPr/>
          <p:nvPr>
            <p:custDataLst>
              <p:tags r:id="rId4"/>
            </p:custDataLst>
          </p:nvPr>
        </p:nvSpPr>
        <p:spPr>
          <a:xfrm>
            <a:off x="4569213" y="1921886"/>
            <a:ext cx="7380078" cy="3183314"/>
          </a:xfrm>
          <a:prstGeom prst="rect">
            <a:avLst/>
          </a:prstGeom>
          <a:noFill/>
        </p:spPr>
        <p:txBody>
          <a:bodyPr wrap="square" lIns="0" tIns="0" rIns="0" bIns="0" rtlCol="0" anchor="ctr" anchorCtr="0">
            <a:normAutofit lnSpcReduction="10000"/>
          </a:bodyPr>
          <a:lstStyle/>
          <a:p>
            <a:pPr>
              <a:spcBef>
                <a:spcPct val="0"/>
              </a:spcBef>
              <a:spcAft>
                <a:spcPct val="0"/>
              </a:spcAft>
            </a:pPr>
            <a:r>
              <a:rPr lang="zh-CN" altLang="en-US" sz="3600" b="1" dirty="0">
                <a:solidFill>
                  <a:schemeClr val="accent1"/>
                </a:solidFill>
                <a:latin typeface="+mn-ea"/>
                <a:cs typeface="+mn-ea"/>
                <a:sym typeface="+mn-ea"/>
              </a:rPr>
              <a:t>机器学习可被定义为使用经验来提高性能或做出准确预测的计算方法。</a:t>
            </a:r>
            <a:endParaRPr lang="en-US" altLang="zh-CN" sz="3600" b="1" dirty="0">
              <a:solidFill>
                <a:schemeClr val="accent1"/>
              </a:solidFill>
              <a:latin typeface="+mn-ea"/>
              <a:cs typeface="+mn-ea"/>
              <a:sym typeface="+mn-ea"/>
            </a:endParaRPr>
          </a:p>
          <a:p>
            <a:pPr>
              <a:spcBef>
                <a:spcPct val="0"/>
              </a:spcBef>
              <a:spcAft>
                <a:spcPct val="0"/>
              </a:spcAft>
            </a:pPr>
            <a:endParaRPr lang="en-US" altLang="zh-CN" sz="3600" b="1" dirty="0">
              <a:solidFill>
                <a:schemeClr val="accent1"/>
              </a:solidFill>
              <a:latin typeface="+mn-ea"/>
              <a:cs typeface="+mn-ea"/>
              <a:sym typeface="+mn-ea"/>
            </a:endParaRPr>
          </a:p>
          <a:p>
            <a:pPr>
              <a:spcBef>
                <a:spcPct val="0"/>
              </a:spcBef>
              <a:spcAft>
                <a:spcPct val="0"/>
              </a:spcAft>
            </a:pPr>
            <a:r>
              <a:rPr lang="zh-CN" altLang="en-US" sz="3600" b="1" dirty="0">
                <a:solidFill>
                  <a:schemeClr val="accent1"/>
                </a:solidFill>
                <a:latin typeface="+mn-ea"/>
                <a:cs typeface="+mn-ea"/>
                <a:sym typeface="+mn-ea"/>
              </a:rPr>
              <a:t>通俗地讲，即通过收集数据集并基于该数据集构建统计模型来解决实际问题的过程。</a:t>
            </a:r>
          </a:p>
        </p:txBody>
      </p:sp>
    </p:spTree>
    <p:custDataLst>
      <p:tags r:id="rId1"/>
    </p:custData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标题 11"/>
          <p:cNvSpPr>
            <a:spLocks noGrp="1"/>
          </p:cNvSpPr>
          <p:nvPr>
            <p:ph type="title"/>
            <p:custDataLst>
              <p:tags r:id="rId2"/>
            </p:custDataLst>
          </p:nvPr>
        </p:nvSpPr>
        <p:spPr/>
        <p:txBody>
          <a:bodyPr anchor="ctr">
            <a:normAutofit fontScale="90000"/>
          </a:bodyPr>
          <a:lstStyle/>
          <a:p>
            <a:r>
              <a:rPr lang="zh-CN" altLang="en-US" dirty="0"/>
              <a:t>标准机器学习任务</a:t>
            </a:r>
          </a:p>
        </p:txBody>
      </p:sp>
      <p:sp>
        <p:nvSpPr>
          <p:cNvPr id="11" name="矩形 10"/>
          <p:cNvSpPr/>
          <p:nvPr>
            <p:custDataLst>
              <p:tags r:id="rId3"/>
            </p:custDataLst>
          </p:nvPr>
        </p:nvSpPr>
        <p:spPr>
          <a:xfrm>
            <a:off x="132207" y="5068639"/>
            <a:ext cx="2719161" cy="1088378"/>
          </a:xfrm>
          <a:prstGeom prst="rect">
            <a:avLst/>
          </a:prstGeom>
          <a:noFill/>
        </p:spPr>
        <p:txBody>
          <a:bodyPr wrap="square" lIns="0" tIns="0" rIns="0" bIns="0" rtlCol="0" anchor="ctr" anchorCtr="0">
            <a:noAutofit/>
          </a:bodyPr>
          <a:lstStyle/>
          <a:p>
            <a:pPr algn="just">
              <a:lnSpc>
                <a:spcPct val="150000"/>
              </a:lnSpc>
              <a:spcBef>
                <a:spcPct val="0"/>
              </a:spcBef>
              <a:spcAft>
                <a:spcPct val="0"/>
              </a:spcAft>
            </a:pPr>
            <a:r>
              <a:rPr lang="zh-CN" altLang="en-US" sz="2000" kern="0" dirty="0">
                <a:solidFill>
                  <a:schemeClr val="tx1">
                    <a:lumMod val="85000"/>
                    <a:lumOff val="15000"/>
                  </a:schemeClr>
                </a:solidFill>
                <a:latin typeface="+mn-ea"/>
                <a:cs typeface="+mn-ea"/>
              </a:rPr>
              <a:t>分类任务是将实例数据分配到合适的类别中。</a:t>
            </a:r>
          </a:p>
        </p:txBody>
      </p:sp>
      <p:sp>
        <p:nvSpPr>
          <p:cNvPr id="13" name="矩形 12"/>
          <p:cNvSpPr/>
          <p:nvPr>
            <p:custDataLst>
              <p:tags r:id="rId4"/>
            </p:custDataLst>
          </p:nvPr>
        </p:nvSpPr>
        <p:spPr>
          <a:xfrm>
            <a:off x="410558" y="4552813"/>
            <a:ext cx="2160245" cy="421000"/>
          </a:xfrm>
          <a:prstGeom prst="rect">
            <a:avLst/>
          </a:prstGeom>
          <a:noFill/>
        </p:spPr>
        <p:txBody>
          <a:bodyPr wrap="square" lIns="0" tIns="0" rIns="0" bIns="0" rtlCol="0" anchor="ctr">
            <a:noAutofit/>
          </a:bodyPr>
          <a:lstStyle/>
          <a:p>
            <a:pPr algn="ctr">
              <a:spcBef>
                <a:spcPct val="0"/>
              </a:spcBef>
              <a:spcAft>
                <a:spcPct val="0"/>
              </a:spcAft>
            </a:pPr>
            <a:r>
              <a:rPr lang="zh-CN" altLang="en-US" sz="2000" b="1" kern="0" dirty="0">
                <a:solidFill>
                  <a:schemeClr val="accent1"/>
                </a:solidFill>
                <a:latin typeface="+mn-ea"/>
                <a:cs typeface="+mn-ea"/>
              </a:rPr>
              <a:t>分类</a:t>
            </a:r>
          </a:p>
        </p:txBody>
      </p:sp>
      <p:sp>
        <p:nvSpPr>
          <p:cNvPr id="15" name="矩形 14"/>
          <p:cNvSpPr/>
          <p:nvPr>
            <p:custDataLst>
              <p:tags r:id="rId5"/>
            </p:custDataLst>
          </p:nvPr>
        </p:nvSpPr>
        <p:spPr>
          <a:xfrm>
            <a:off x="3014287" y="5065847"/>
            <a:ext cx="2719161" cy="1088378"/>
          </a:xfrm>
          <a:prstGeom prst="rect">
            <a:avLst/>
          </a:prstGeom>
          <a:noFill/>
        </p:spPr>
        <p:txBody>
          <a:bodyPr wrap="square" lIns="0" tIns="0" rIns="0" bIns="0" rtlCol="0" anchor="ctr" anchorCtr="0">
            <a:noAutofit/>
          </a:bodyPr>
          <a:lstStyle/>
          <a:p>
            <a:pPr algn="just">
              <a:lnSpc>
                <a:spcPct val="150000"/>
              </a:lnSpc>
              <a:spcBef>
                <a:spcPct val="0"/>
              </a:spcBef>
              <a:spcAft>
                <a:spcPct val="0"/>
              </a:spcAft>
            </a:pPr>
            <a:r>
              <a:rPr lang="zh-CN" altLang="en-US" sz="2000" kern="0" dirty="0">
                <a:solidFill>
                  <a:schemeClr val="tx1">
                    <a:lumMod val="85000"/>
                    <a:lumOff val="15000"/>
                  </a:schemeClr>
                </a:solidFill>
                <a:latin typeface="+mn-ea"/>
                <a:cs typeface="+mn-ea"/>
              </a:rPr>
              <a:t>回归任务是预测连续值输出，如价格或温度。</a:t>
            </a:r>
          </a:p>
        </p:txBody>
      </p:sp>
      <p:sp>
        <p:nvSpPr>
          <p:cNvPr id="16" name="矩形 15"/>
          <p:cNvSpPr/>
          <p:nvPr>
            <p:custDataLst>
              <p:tags r:id="rId6"/>
            </p:custDataLst>
          </p:nvPr>
        </p:nvSpPr>
        <p:spPr>
          <a:xfrm>
            <a:off x="3293746" y="4571541"/>
            <a:ext cx="2160245" cy="421000"/>
          </a:xfrm>
          <a:prstGeom prst="rect">
            <a:avLst/>
          </a:prstGeom>
          <a:noFill/>
        </p:spPr>
        <p:txBody>
          <a:bodyPr wrap="square" lIns="0" tIns="0" rIns="0" bIns="0" rtlCol="0" anchor="ctr">
            <a:noAutofit/>
          </a:bodyPr>
          <a:lstStyle/>
          <a:p>
            <a:pPr algn="ctr">
              <a:spcBef>
                <a:spcPct val="0"/>
              </a:spcBef>
              <a:spcAft>
                <a:spcPct val="0"/>
              </a:spcAft>
            </a:pPr>
            <a:r>
              <a:rPr lang="zh-CN" altLang="en-US" sz="2000" b="1" kern="0" dirty="0">
                <a:solidFill>
                  <a:schemeClr val="accent1"/>
                </a:solidFill>
                <a:latin typeface="+mn-ea"/>
                <a:cs typeface="+mn-ea"/>
              </a:rPr>
              <a:t>回归</a:t>
            </a:r>
          </a:p>
        </p:txBody>
      </p:sp>
      <p:sp>
        <p:nvSpPr>
          <p:cNvPr id="21" name="矩形 20"/>
          <p:cNvSpPr/>
          <p:nvPr>
            <p:custDataLst>
              <p:tags r:id="rId7"/>
            </p:custDataLst>
          </p:nvPr>
        </p:nvSpPr>
        <p:spPr>
          <a:xfrm>
            <a:off x="6372306" y="5271974"/>
            <a:ext cx="2473727" cy="1088378"/>
          </a:xfrm>
          <a:prstGeom prst="rect">
            <a:avLst/>
          </a:prstGeom>
          <a:noFill/>
        </p:spPr>
        <p:txBody>
          <a:bodyPr wrap="square" lIns="0" tIns="0" rIns="0" bIns="0" rtlCol="0" anchor="ctr" anchorCtr="0">
            <a:noAutofit/>
          </a:bodyPr>
          <a:lstStyle/>
          <a:p>
            <a:pPr algn="just">
              <a:lnSpc>
                <a:spcPct val="150000"/>
              </a:lnSpc>
              <a:spcBef>
                <a:spcPct val="0"/>
              </a:spcBef>
              <a:spcAft>
                <a:spcPct val="0"/>
              </a:spcAft>
            </a:pPr>
            <a:r>
              <a:rPr lang="zh-CN" altLang="en-US" sz="2000" kern="0" dirty="0">
                <a:solidFill>
                  <a:schemeClr val="tx1">
                    <a:lumMod val="85000"/>
                    <a:lumOff val="15000"/>
                  </a:schemeClr>
                </a:solidFill>
                <a:latin typeface="+mn-ea"/>
                <a:cs typeface="+mn-ea"/>
              </a:rPr>
              <a:t>聚类任务是将数据集中的实例划分为多个群组或簇。</a:t>
            </a:r>
          </a:p>
        </p:txBody>
      </p:sp>
      <p:sp>
        <p:nvSpPr>
          <p:cNvPr id="22" name="矩形 21"/>
          <p:cNvSpPr/>
          <p:nvPr>
            <p:custDataLst>
              <p:tags r:id="rId8"/>
            </p:custDataLst>
          </p:nvPr>
        </p:nvSpPr>
        <p:spPr>
          <a:xfrm>
            <a:off x="6517014" y="4550021"/>
            <a:ext cx="2160245" cy="421000"/>
          </a:xfrm>
          <a:prstGeom prst="rect">
            <a:avLst/>
          </a:prstGeom>
          <a:noFill/>
        </p:spPr>
        <p:txBody>
          <a:bodyPr wrap="square" lIns="0" tIns="0" rIns="0" bIns="0" rtlCol="0" anchor="ctr">
            <a:noAutofit/>
          </a:bodyPr>
          <a:lstStyle/>
          <a:p>
            <a:pPr algn="ctr">
              <a:spcBef>
                <a:spcPct val="0"/>
              </a:spcBef>
              <a:spcAft>
                <a:spcPct val="0"/>
              </a:spcAft>
            </a:pPr>
            <a:r>
              <a:rPr lang="zh-CN" altLang="en-US" sz="2000" b="1" kern="0">
                <a:solidFill>
                  <a:schemeClr val="accent1"/>
                </a:solidFill>
                <a:latin typeface="+mn-ea"/>
                <a:cs typeface="+mn-ea"/>
              </a:rPr>
              <a:t>聚类</a:t>
            </a:r>
          </a:p>
        </p:txBody>
      </p:sp>
      <p:sp>
        <p:nvSpPr>
          <p:cNvPr id="24" name="矩形 23"/>
          <p:cNvSpPr/>
          <p:nvPr>
            <p:custDataLst>
              <p:tags r:id="rId9"/>
            </p:custDataLst>
          </p:nvPr>
        </p:nvSpPr>
        <p:spPr>
          <a:xfrm>
            <a:off x="9484891" y="5288052"/>
            <a:ext cx="2574902" cy="1088378"/>
          </a:xfrm>
          <a:prstGeom prst="rect">
            <a:avLst/>
          </a:prstGeom>
          <a:noFill/>
        </p:spPr>
        <p:txBody>
          <a:bodyPr wrap="square" lIns="0" tIns="0" rIns="0" bIns="0" rtlCol="0" anchor="ctr" anchorCtr="0">
            <a:noAutofit/>
          </a:bodyPr>
          <a:lstStyle/>
          <a:p>
            <a:pPr algn="just">
              <a:lnSpc>
                <a:spcPct val="150000"/>
              </a:lnSpc>
              <a:spcBef>
                <a:spcPct val="0"/>
              </a:spcBef>
              <a:spcAft>
                <a:spcPct val="0"/>
              </a:spcAft>
            </a:pPr>
            <a:r>
              <a:rPr lang="zh-CN" altLang="en-US" sz="2000" kern="0" dirty="0">
                <a:solidFill>
                  <a:schemeClr val="tx1">
                    <a:lumMod val="85000"/>
                    <a:lumOff val="15000"/>
                  </a:schemeClr>
                </a:solidFill>
                <a:latin typeface="+mn-ea"/>
                <a:cs typeface="+mn-ea"/>
              </a:rPr>
              <a:t>降维任务是减少数据集中的变量数量，同时保留重要信息。</a:t>
            </a:r>
          </a:p>
        </p:txBody>
      </p:sp>
      <p:sp>
        <p:nvSpPr>
          <p:cNvPr id="25" name="矩形 24"/>
          <p:cNvSpPr/>
          <p:nvPr>
            <p:custDataLst>
              <p:tags r:id="rId10"/>
            </p:custDataLst>
          </p:nvPr>
        </p:nvSpPr>
        <p:spPr>
          <a:xfrm>
            <a:off x="9603000" y="4571541"/>
            <a:ext cx="2160246" cy="421000"/>
          </a:xfrm>
          <a:prstGeom prst="rect">
            <a:avLst/>
          </a:prstGeom>
          <a:noFill/>
        </p:spPr>
        <p:txBody>
          <a:bodyPr wrap="square" lIns="0" tIns="0" rIns="0" bIns="0" rtlCol="0" anchor="ctr">
            <a:noAutofit/>
          </a:bodyPr>
          <a:lstStyle/>
          <a:p>
            <a:pPr algn="ctr">
              <a:spcBef>
                <a:spcPct val="0"/>
              </a:spcBef>
              <a:spcAft>
                <a:spcPct val="0"/>
              </a:spcAft>
            </a:pPr>
            <a:r>
              <a:rPr lang="zh-CN" altLang="en-US" sz="2000" b="1" kern="0" dirty="0">
                <a:solidFill>
                  <a:schemeClr val="accent1"/>
                </a:solidFill>
                <a:latin typeface="+mn-ea"/>
                <a:cs typeface="+mn-ea"/>
              </a:rPr>
              <a:t>降维或流形学习</a:t>
            </a:r>
          </a:p>
        </p:txBody>
      </p:sp>
      <p:pic>
        <p:nvPicPr>
          <p:cNvPr id="1028" name="Picture 4" descr="从零开始学机器学习——了解分类算法- 努力的小雨- 博客园"/>
          <p:cNvPicPr>
            <a:picLocks noChangeAspect="1" noChangeArrowheads="1"/>
          </p:cNvPicPr>
          <p:nvPr/>
        </p:nvPicPr>
        <p:blipFill rotWithShape="1">
          <a:blip r:embed="rId13">
            <a:extLst>
              <a:ext uri="{28A0092B-C50C-407E-A947-70E740481C1C}">
                <a14:useLocalDpi xmlns:a14="http://schemas.microsoft.com/office/drawing/2010/main" val="0"/>
              </a:ext>
            </a:extLst>
          </a:blip>
          <a:srcRect l="52134" t="2699" r="2184" b="15073"/>
          <a:stretch>
            <a:fillRect/>
          </a:stretch>
        </p:blipFill>
        <p:spPr bwMode="auto">
          <a:xfrm>
            <a:off x="203483" y="1586026"/>
            <a:ext cx="2286722" cy="2793428"/>
          </a:xfrm>
          <a:prstGeom prst="rect">
            <a:avLst/>
          </a:prstGeom>
          <a:solidFill>
            <a:srgbClr val="FFFFFF">
              <a:shade val="85000"/>
            </a:srgbClr>
          </a:solidFill>
          <a:ln w="88900" cap="sq">
            <a:solidFill>
              <a:srgbClr val="FFFFFF"/>
            </a:solidFill>
            <a:miter lim="800000"/>
            <a:headEnd/>
            <a:tailEnd/>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2" name="图片 1"/>
          <p:cNvPicPr>
            <a:picLocks noChangeAspect="1"/>
          </p:cNvPicPr>
          <p:nvPr/>
        </p:nvPicPr>
        <p:blipFill>
          <a:blip r:embed="rId14"/>
          <a:srcRect l="1705" t="3163" r="46646" b="13927"/>
          <a:stretch>
            <a:fillRect/>
          </a:stretch>
        </p:blipFill>
        <p:spPr>
          <a:xfrm>
            <a:off x="2937013" y="1569948"/>
            <a:ext cx="2749652" cy="2793600"/>
          </a:xfrm>
          <a:prstGeom prst="rect">
            <a:avLst/>
          </a:prstGeom>
          <a:solidFill>
            <a:srgbClr val="FFFFFF">
              <a:shade val="85000"/>
            </a:srgbClr>
          </a:solidFill>
          <a:ln w="88900" cap="sq">
            <a:solidFill>
              <a:srgbClr val="FFFFFF"/>
            </a:solidFill>
            <a:miter lim="800000"/>
            <a:headEnd/>
            <a:tailEnd/>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3" name="图片 2"/>
          <p:cNvPicPr>
            <a:picLocks noChangeAspect="1"/>
          </p:cNvPicPr>
          <p:nvPr/>
        </p:nvPicPr>
        <p:blipFill>
          <a:blip r:embed="rId15"/>
          <a:stretch>
            <a:fillRect/>
          </a:stretch>
        </p:blipFill>
        <p:spPr>
          <a:xfrm>
            <a:off x="6058527" y="1586026"/>
            <a:ext cx="2776710" cy="2793600"/>
          </a:xfrm>
          <a:prstGeom prst="rect">
            <a:avLst/>
          </a:prstGeom>
          <a:solidFill>
            <a:srgbClr val="FFFFFF">
              <a:shade val="85000"/>
            </a:srgbClr>
          </a:solidFill>
          <a:ln w="88900" cap="sq">
            <a:solidFill>
              <a:srgbClr val="FFFFFF"/>
            </a:solidFill>
            <a:miter lim="800000"/>
            <a:headEnd/>
            <a:tailEnd/>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4" name="图片 3"/>
          <p:cNvPicPr>
            <a:picLocks noChangeAspect="1"/>
          </p:cNvPicPr>
          <p:nvPr/>
        </p:nvPicPr>
        <p:blipFill>
          <a:blip r:embed="rId16"/>
          <a:stretch>
            <a:fillRect/>
          </a:stretch>
        </p:blipFill>
        <p:spPr>
          <a:xfrm>
            <a:off x="9254987" y="1569948"/>
            <a:ext cx="2804257" cy="2804654"/>
          </a:xfrm>
          <a:prstGeom prst="rect">
            <a:avLst/>
          </a:prstGeom>
          <a:solidFill>
            <a:srgbClr val="FFFFFF">
              <a:shade val="85000"/>
            </a:srgbClr>
          </a:solidFill>
          <a:ln w="88900" cap="sq">
            <a:solidFill>
              <a:srgbClr val="FFFFFF"/>
            </a:solidFill>
            <a:miter lim="800000"/>
            <a:headEnd/>
            <a:tailEnd/>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custDataLst>
      <p:tags r:id="rId1"/>
    </p:custData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标题 11"/>
          <p:cNvSpPr>
            <a:spLocks noGrp="1"/>
          </p:cNvSpPr>
          <p:nvPr>
            <p:ph type="title"/>
            <p:custDataLst>
              <p:tags r:id="rId2"/>
            </p:custDataLst>
          </p:nvPr>
        </p:nvSpPr>
        <p:spPr/>
        <p:txBody>
          <a:bodyPr anchor="ctr">
            <a:normAutofit fontScale="90000"/>
          </a:bodyPr>
          <a:lstStyle/>
          <a:p>
            <a:r>
              <a:rPr lang="en-US" altLang="zh-CN" dirty="0"/>
              <a:t>2.1.1 </a:t>
            </a:r>
            <a:r>
              <a:rPr lang="zh-CN" altLang="en-US" dirty="0"/>
              <a:t>机器学习相关概念</a:t>
            </a:r>
          </a:p>
        </p:txBody>
      </p:sp>
      <p:cxnSp>
        <p:nvCxnSpPr>
          <p:cNvPr id="5" name="直接连接符 4"/>
          <p:cNvCxnSpPr/>
          <p:nvPr>
            <p:custDataLst>
              <p:tags r:id="rId3"/>
            </p:custDataLst>
          </p:nvPr>
        </p:nvCxnSpPr>
        <p:spPr>
          <a:xfrm>
            <a:off x="324703" y="2248947"/>
            <a:ext cx="0" cy="510536"/>
          </a:xfrm>
          <a:prstGeom prst="line">
            <a:avLst/>
          </a:prstGeom>
          <a:solidFill>
            <a:srgbClr val="00993F"/>
          </a:solidFill>
          <a:ln w="12700">
            <a:solidFill>
              <a:schemeClr val="tx1">
                <a:alpha val="40000"/>
              </a:schemeClr>
            </a:solidFill>
            <a:prstDash val="sysDot"/>
          </a:ln>
        </p:spPr>
        <p:style>
          <a:lnRef idx="1">
            <a:srgbClr val="376FFF"/>
          </a:lnRef>
          <a:fillRef idx="0">
            <a:srgbClr val="376FFF"/>
          </a:fillRef>
          <a:effectRef idx="0">
            <a:srgbClr val="376FFF"/>
          </a:effectRef>
          <a:fontRef idx="minor">
            <a:srgbClr val="000000"/>
          </a:fontRef>
        </p:style>
      </p:cxnSp>
      <p:sp>
        <p:nvSpPr>
          <p:cNvPr id="6" name="椭圆 5"/>
          <p:cNvSpPr/>
          <p:nvPr>
            <p:custDataLst>
              <p:tags r:id="rId4"/>
            </p:custDataLst>
          </p:nvPr>
        </p:nvSpPr>
        <p:spPr>
          <a:xfrm>
            <a:off x="85945" y="1676817"/>
            <a:ext cx="743635" cy="476881"/>
          </a:xfrm>
          <a:prstGeom prst="ellipse">
            <a:avLst/>
          </a:prstGeom>
          <a:solidFill>
            <a:schemeClr val="accent1"/>
          </a:solidFill>
          <a:ln>
            <a:noFill/>
          </a:ln>
        </p:spPr>
        <p:style>
          <a:lnRef idx="2">
            <a:srgbClr val="376FFF">
              <a:shade val="50000"/>
            </a:srgbClr>
          </a:lnRef>
          <a:fillRef idx="1">
            <a:srgbClr val="376FFF"/>
          </a:fillRef>
          <a:effectRef idx="0">
            <a:srgbClr val="376FFF"/>
          </a:effectRef>
          <a:fontRef idx="minor">
            <a:srgbClr val="FFFFFF"/>
          </a:fontRef>
        </p:style>
        <p:txBody>
          <a:bodyPr wrap="none" lIns="0" tIns="0" rIns="0" bIns="0" rtlCol="0" anchor="ctr">
            <a:noAutofit/>
          </a:bodyPr>
          <a:lstStyle/>
          <a:p>
            <a:pPr algn="ctr">
              <a:spcBef>
                <a:spcPct val="0"/>
              </a:spcBef>
              <a:spcAft>
                <a:spcPct val="0"/>
              </a:spcAft>
            </a:pPr>
            <a:r>
              <a:rPr lang="en-US" altLang="zh-CN" sz="2400" b="1">
                <a:solidFill>
                  <a:srgbClr val="FFFFFF"/>
                </a:solidFill>
                <a:cs typeface="+mn-ea"/>
                <a:sym typeface="+mn-ea"/>
              </a:rPr>
              <a:t>01</a:t>
            </a:r>
            <a:endParaRPr lang="en-US" altLang="zh-CN" sz="2400" b="1" dirty="0">
              <a:solidFill>
                <a:srgbClr val="FFFFFF"/>
              </a:solidFill>
              <a:cs typeface="+mn-ea"/>
              <a:sym typeface="+mn-ea"/>
            </a:endParaRPr>
          </a:p>
        </p:txBody>
      </p:sp>
      <p:sp>
        <p:nvSpPr>
          <p:cNvPr id="7" name="矩形 6"/>
          <p:cNvSpPr/>
          <p:nvPr>
            <p:custDataLst>
              <p:tags r:id="rId5"/>
            </p:custDataLst>
          </p:nvPr>
        </p:nvSpPr>
        <p:spPr bwMode="auto">
          <a:xfrm>
            <a:off x="948269" y="1606332"/>
            <a:ext cx="3935586" cy="288923"/>
          </a:xfrm>
          <a:prstGeom prst="rect">
            <a:avLst/>
          </a:prstGeom>
          <a:noFill/>
          <a:ln>
            <a:noFill/>
          </a:ln>
        </p:spPr>
        <p:txBody>
          <a:bodyPr wrap="square" lIns="0" tIns="0" rIns="0" bIns="0" rtlCol="0" anchor="b" anchorCtr="0">
            <a:noAutofit/>
          </a:bodyPr>
          <a:lstStyle/>
          <a:p>
            <a:pPr lvl="0" algn="l">
              <a:spcBef>
                <a:spcPct val="0"/>
              </a:spcBef>
              <a:spcAft>
                <a:spcPct val="0"/>
              </a:spcAft>
              <a:buClrTx/>
              <a:buSzTx/>
              <a:buFontTx/>
            </a:pPr>
            <a:r>
              <a:rPr lang="zh-CN" altLang="en-US" sz="2400" b="1" dirty="0">
                <a:solidFill>
                  <a:schemeClr val="accent1"/>
                </a:solidFill>
                <a:uFillTx/>
                <a:latin typeface="+mn-ea"/>
                <a:cs typeface="+mn-ea"/>
                <a:sym typeface="+mn-ea"/>
              </a:rPr>
              <a:t>样本</a:t>
            </a:r>
          </a:p>
        </p:txBody>
      </p:sp>
      <p:sp>
        <p:nvSpPr>
          <p:cNvPr id="8" name="矩形 7"/>
          <p:cNvSpPr/>
          <p:nvPr>
            <p:custDataLst>
              <p:tags r:id="rId6"/>
            </p:custDataLst>
          </p:nvPr>
        </p:nvSpPr>
        <p:spPr>
          <a:xfrm>
            <a:off x="946364" y="1925735"/>
            <a:ext cx="6949298" cy="810889"/>
          </a:xfrm>
          <a:prstGeom prst="rect">
            <a:avLst/>
          </a:prstGeom>
          <a:ln>
            <a:noFill/>
            <a:prstDash val="sysDash"/>
          </a:ln>
        </p:spPr>
        <p:txBody>
          <a:bodyPr vert="horz" wrap="square" lIns="0" tIns="0" rIns="0" bIns="0" rtlCol="0" anchor="t" anchorCtr="0">
            <a:noAutofit/>
          </a:bodyPr>
          <a:lstStyle/>
          <a:p>
            <a:pPr>
              <a:lnSpc>
                <a:spcPct val="150000"/>
              </a:lnSpc>
              <a:spcBef>
                <a:spcPct val="0"/>
              </a:spcBef>
              <a:spcAft>
                <a:spcPct val="0"/>
              </a:spcAft>
            </a:pPr>
            <a:r>
              <a:rPr lang="zh-CN" altLang="en-US" sz="2400" dirty="0">
                <a:ln>
                  <a:noFill/>
                  <a:prstDash val="sysDot"/>
                </a:ln>
                <a:solidFill>
                  <a:schemeClr val="tx1">
                    <a:lumMod val="85000"/>
                    <a:lumOff val="15000"/>
                  </a:schemeClr>
                </a:solidFill>
                <a:latin typeface="+mn-ea"/>
                <a:cs typeface="+mn-ea"/>
              </a:rPr>
              <a:t>样本是数据集中的单个数据点，用于训练和测试。</a:t>
            </a:r>
          </a:p>
        </p:txBody>
      </p:sp>
      <p:sp>
        <p:nvSpPr>
          <p:cNvPr id="9" name="椭圆 8"/>
          <p:cNvSpPr/>
          <p:nvPr>
            <p:custDataLst>
              <p:tags r:id="rId7"/>
            </p:custDataLst>
          </p:nvPr>
        </p:nvSpPr>
        <p:spPr>
          <a:xfrm>
            <a:off x="85945" y="2855368"/>
            <a:ext cx="743635" cy="476881"/>
          </a:xfrm>
          <a:prstGeom prst="ellipse">
            <a:avLst/>
          </a:prstGeom>
          <a:solidFill>
            <a:schemeClr val="accent1"/>
          </a:solidFill>
          <a:ln>
            <a:noFill/>
          </a:ln>
        </p:spPr>
        <p:style>
          <a:lnRef idx="2">
            <a:srgbClr val="376FFF">
              <a:shade val="50000"/>
            </a:srgbClr>
          </a:lnRef>
          <a:fillRef idx="1">
            <a:srgbClr val="376FFF"/>
          </a:fillRef>
          <a:effectRef idx="0">
            <a:srgbClr val="376FFF"/>
          </a:effectRef>
          <a:fontRef idx="minor">
            <a:srgbClr val="FFFFFF"/>
          </a:fontRef>
        </p:style>
        <p:txBody>
          <a:bodyPr wrap="none" lIns="0" tIns="0" rIns="0" bIns="0" rtlCol="0" anchor="ctr">
            <a:noAutofit/>
          </a:bodyPr>
          <a:lstStyle/>
          <a:p>
            <a:pPr algn="ctr">
              <a:spcBef>
                <a:spcPct val="0"/>
              </a:spcBef>
              <a:spcAft>
                <a:spcPct val="0"/>
              </a:spcAft>
            </a:pPr>
            <a:r>
              <a:rPr lang="en-US" altLang="zh-CN" sz="2400" b="1">
                <a:solidFill>
                  <a:srgbClr val="FFFFFF"/>
                </a:solidFill>
                <a:cs typeface="+mn-ea"/>
                <a:sym typeface="+mn-ea"/>
              </a:rPr>
              <a:t>02</a:t>
            </a:r>
            <a:endParaRPr lang="en-US" altLang="zh-CN" sz="2400" b="1" dirty="0">
              <a:solidFill>
                <a:srgbClr val="FFFFFF"/>
              </a:solidFill>
              <a:cs typeface="+mn-ea"/>
              <a:sym typeface="+mn-ea"/>
            </a:endParaRPr>
          </a:p>
        </p:txBody>
      </p:sp>
      <p:sp>
        <p:nvSpPr>
          <p:cNvPr id="10" name="矩形 9"/>
          <p:cNvSpPr/>
          <p:nvPr>
            <p:custDataLst>
              <p:tags r:id="rId8"/>
            </p:custDataLst>
          </p:nvPr>
        </p:nvSpPr>
        <p:spPr bwMode="auto">
          <a:xfrm>
            <a:off x="948269" y="2776628"/>
            <a:ext cx="3932789" cy="288923"/>
          </a:xfrm>
          <a:prstGeom prst="rect">
            <a:avLst/>
          </a:prstGeom>
          <a:noFill/>
          <a:ln>
            <a:noFill/>
          </a:ln>
        </p:spPr>
        <p:txBody>
          <a:bodyPr wrap="square" lIns="0" tIns="0" rIns="0" bIns="0" rtlCol="0" anchor="b" anchorCtr="0">
            <a:noAutofit/>
          </a:bodyPr>
          <a:lstStyle/>
          <a:p>
            <a:pPr lvl="0" algn="l">
              <a:spcBef>
                <a:spcPct val="0"/>
              </a:spcBef>
              <a:spcAft>
                <a:spcPct val="0"/>
              </a:spcAft>
              <a:buClrTx/>
              <a:buSzTx/>
              <a:buFontTx/>
            </a:pPr>
            <a:r>
              <a:rPr lang="zh-CN" altLang="en-US" sz="2400" b="1" dirty="0">
                <a:solidFill>
                  <a:schemeClr val="accent1"/>
                </a:solidFill>
                <a:uFillTx/>
                <a:latin typeface="+mn-ea"/>
                <a:cs typeface="+mn-ea"/>
                <a:sym typeface="+mn-ea"/>
              </a:rPr>
              <a:t>特征</a:t>
            </a:r>
          </a:p>
        </p:txBody>
      </p:sp>
      <p:sp>
        <p:nvSpPr>
          <p:cNvPr id="14" name="矩形 13"/>
          <p:cNvSpPr/>
          <p:nvPr>
            <p:custDataLst>
              <p:tags r:id="rId9"/>
            </p:custDataLst>
          </p:nvPr>
        </p:nvSpPr>
        <p:spPr>
          <a:xfrm>
            <a:off x="946364" y="3095396"/>
            <a:ext cx="6542896" cy="810889"/>
          </a:xfrm>
          <a:prstGeom prst="rect">
            <a:avLst/>
          </a:prstGeom>
          <a:ln>
            <a:noFill/>
            <a:prstDash val="sysDash"/>
          </a:ln>
        </p:spPr>
        <p:txBody>
          <a:bodyPr vert="horz" wrap="square" lIns="0" tIns="0" rIns="0" bIns="0" rtlCol="0" anchor="t" anchorCtr="0">
            <a:noAutofit/>
          </a:bodyPr>
          <a:lstStyle/>
          <a:p>
            <a:pPr indent="-228600">
              <a:lnSpc>
                <a:spcPct val="150000"/>
              </a:lnSpc>
              <a:spcBef>
                <a:spcPct val="0"/>
              </a:spcBef>
              <a:spcAft>
                <a:spcPct val="0"/>
              </a:spcAft>
            </a:pPr>
            <a:r>
              <a:rPr lang="zh-CN" altLang="en-US" sz="2400" dirty="0">
                <a:ln>
                  <a:noFill/>
                  <a:prstDash val="sysDot"/>
                </a:ln>
                <a:solidFill>
                  <a:schemeClr val="tx1">
                    <a:lumMod val="85000"/>
                    <a:lumOff val="15000"/>
                  </a:schemeClr>
                </a:solidFill>
                <a:latin typeface="+mn-ea"/>
                <a:cs typeface="+mn-ea"/>
                <a:sym typeface="+mn-ea"/>
              </a:rPr>
              <a:t>特征是样本的属性或度量，用于描述样本的特征。</a:t>
            </a:r>
          </a:p>
        </p:txBody>
      </p:sp>
      <p:sp>
        <p:nvSpPr>
          <p:cNvPr id="17" name="椭圆 16"/>
          <p:cNvSpPr/>
          <p:nvPr>
            <p:custDataLst>
              <p:tags r:id="rId10"/>
            </p:custDataLst>
          </p:nvPr>
        </p:nvSpPr>
        <p:spPr>
          <a:xfrm>
            <a:off x="85945" y="4033284"/>
            <a:ext cx="743635" cy="476881"/>
          </a:xfrm>
          <a:prstGeom prst="ellipse">
            <a:avLst/>
          </a:prstGeom>
          <a:solidFill>
            <a:schemeClr val="accent1"/>
          </a:solidFill>
          <a:ln>
            <a:noFill/>
          </a:ln>
        </p:spPr>
        <p:style>
          <a:lnRef idx="2">
            <a:srgbClr val="376FFF">
              <a:shade val="50000"/>
            </a:srgbClr>
          </a:lnRef>
          <a:fillRef idx="1">
            <a:srgbClr val="376FFF"/>
          </a:fillRef>
          <a:effectRef idx="0">
            <a:srgbClr val="376FFF"/>
          </a:effectRef>
          <a:fontRef idx="minor">
            <a:srgbClr val="FFFFFF"/>
          </a:fontRef>
        </p:style>
        <p:txBody>
          <a:bodyPr wrap="none" lIns="0" tIns="0" rIns="0" bIns="0" rtlCol="0" anchor="ctr">
            <a:noAutofit/>
          </a:bodyPr>
          <a:lstStyle/>
          <a:p>
            <a:pPr algn="ctr">
              <a:spcBef>
                <a:spcPct val="0"/>
              </a:spcBef>
              <a:spcAft>
                <a:spcPct val="0"/>
              </a:spcAft>
            </a:pPr>
            <a:r>
              <a:rPr lang="en-US" altLang="zh-CN" sz="2400" b="1">
                <a:solidFill>
                  <a:srgbClr val="FFFFFF"/>
                </a:solidFill>
                <a:cs typeface="+mn-ea"/>
                <a:sym typeface="+mn-ea"/>
              </a:rPr>
              <a:t>03</a:t>
            </a:r>
            <a:endParaRPr lang="en-US" altLang="zh-CN" sz="2400" b="1" dirty="0">
              <a:solidFill>
                <a:srgbClr val="FFFFFF"/>
              </a:solidFill>
              <a:cs typeface="+mn-ea"/>
              <a:sym typeface="+mn-ea"/>
            </a:endParaRPr>
          </a:p>
        </p:txBody>
      </p:sp>
      <p:sp>
        <p:nvSpPr>
          <p:cNvPr id="18" name="矩形 17"/>
          <p:cNvSpPr/>
          <p:nvPr>
            <p:custDataLst>
              <p:tags r:id="rId11"/>
            </p:custDataLst>
          </p:nvPr>
        </p:nvSpPr>
        <p:spPr bwMode="auto">
          <a:xfrm>
            <a:off x="948269" y="3946925"/>
            <a:ext cx="3932789" cy="288923"/>
          </a:xfrm>
          <a:prstGeom prst="rect">
            <a:avLst/>
          </a:prstGeom>
          <a:noFill/>
          <a:ln>
            <a:noFill/>
          </a:ln>
        </p:spPr>
        <p:txBody>
          <a:bodyPr wrap="square" lIns="0" tIns="0" rIns="0" bIns="0" rtlCol="0" anchor="b" anchorCtr="0">
            <a:noAutofit/>
          </a:bodyPr>
          <a:lstStyle/>
          <a:p>
            <a:pPr lvl="0" algn="l">
              <a:spcBef>
                <a:spcPct val="0"/>
              </a:spcBef>
              <a:spcAft>
                <a:spcPct val="0"/>
              </a:spcAft>
              <a:buClrTx/>
              <a:buSzTx/>
              <a:buFontTx/>
            </a:pPr>
            <a:r>
              <a:rPr lang="zh-CN" altLang="en-US" sz="2400" b="1" dirty="0">
                <a:solidFill>
                  <a:schemeClr val="accent1"/>
                </a:solidFill>
                <a:uFillTx/>
                <a:latin typeface="+mn-ea"/>
                <a:cs typeface="+mn-ea"/>
                <a:sym typeface="+mn-ea"/>
              </a:rPr>
              <a:t>标签</a:t>
            </a:r>
          </a:p>
        </p:txBody>
      </p:sp>
      <p:sp>
        <p:nvSpPr>
          <p:cNvPr id="19" name="矩形 18"/>
          <p:cNvSpPr/>
          <p:nvPr>
            <p:custDataLst>
              <p:tags r:id="rId12"/>
            </p:custDataLst>
          </p:nvPr>
        </p:nvSpPr>
        <p:spPr>
          <a:xfrm>
            <a:off x="946364" y="4265692"/>
            <a:ext cx="6542892" cy="810889"/>
          </a:xfrm>
          <a:prstGeom prst="rect">
            <a:avLst/>
          </a:prstGeom>
          <a:ln>
            <a:noFill/>
            <a:prstDash val="sysDash"/>
          </a:ln>
        </p:spPr>
        <p:txBody>
          <a:bodyPr vert="horz" wrap="square" lIns="0" tIns="0" rIns="0" bIns="0" rtlCol="0" anchor="t" anchorCtr="0">
            <a:noAutofit/>
          </a:bodyPr>
          <a:lstStyle/>
          <a:p>
            <a:pPr indent="-228600">
              <a:lnSpc>
                <a:spcPct val="150000"/>
              </a:lnSpc>
              <a:spcBef>
                <a:spcPct val="0"/>
              </a:spcBef>
              <a:spcAft>
                <a:spcPct val="0"/>
              </a:spcAft>
            </a:pPr>
            <a:r>
              <a:rPr lang="zh-CN" altLang="en-US" sz="2400" dirty="0">
                <a:ln>
                  <a:noFill/>
                  <a:prstDash val="sysDot"/>
                </a:ln>
                <a:solidFill>
                  <a:schemeClr val="tx1">
                    <a:lumMod val="85000"/>
                    <a:lumOff val="15000"/>
                  </a:schemeClr>
                </a:solidFill>
                <a:latin typeface="+mn-ea"/>
                <a:cs typeface="+mn-ea"/>
              </a:rPr>
              <a:t>标签是样本的目标输出，用于监督学习中的训练。</a:t>
            </a:r>
          </a:p>
        </p:txBody>
      </p:sp>
      <p:sp>
        <p:nvSpPr>
          <p:cNvPr id="20" name="椭圆 19"/>
          <p:cNvSpPr/>
          <p:nvPr>
            <p:custDataLst>
              <p:tags r:id="rId13"/>
            </p:custDataLst>
          </p:nvPr>
        </p:nvSpPr>
        <p:spPr>
          <a:xfrm>
            <a:off x="85945" y="5211835"/>
            <a:ext cx="743635" cy="476881"/>
          </a:xfrm>
          <a:prstGeom prst="ellipse">
            <a:avLst/>
          </a:prstGeom>
          <a:solidFill>
            <a:schemeClr val="accent1"/>
          </a:solidFill>
          <a:ln>
            <a:noFill/>
          </a:ln>
        </p:spPr>
        <p:style>
          <a:lnRef idx="2">
            <a:srgbClr val="376FFF">
              <a:shade val="50000"/>
            </a:srgbClr>
          </a:lnRef>
          <a:fillRef idx="1">
            <a:srgbClr val="376FFF"/>
          </a:fillRef>
          <a:effectRef idx="0">
            <a:srgbClr val="376FFF"/>
          </a:effectRef>
          <a:fontRef idx="minor">
            <a:srgbClr val="FFFFFF"/>
          </a:fontRef>
        </p:style>
        <p:txBody>
          <a:bodyPr wrap="none" lIns="0" tIns="0" rIns="0" bIns="0" rtlCol="0" anchor="ctr">
            <a:noAutofit/>
          </a:bodyPr>
          <a:lstStyle/>
          <a:p>
            <a:pPr algn="ctr">
              <a:spcBef>
                <a:spcPct val="0"/>
              </a:spcBef>
              <a:spcAft>
                <a:spcPct val="0"/>
              </a:spcAft>
            </a:pPr>
            <a:r>
              <a:rPr lang="en-US" altLang="zh-CN" sz="2400" b="1">
                <a:solidFill>
                  <a:srgbClr val="FFFFFF"/>
                </a:solidFill>
                <a:cs typeface="+mn-ea"/>
                <a:sym typeface="+mn-ea"/>
              </a:rPr>
              <a:t>04</a:t>
            </a:r>
            <a:endParaRPr lang="en-US" altLang="zh-CN" sz="2400" b="1" dirty="0">
              <a:solidFill>
                <a:srgbClr val="FFFFFF"/>
              </a:solidFill>
              <a:cs typeface="+mn-ea"/>
              <a:sym typeface="+mn-ea"/>
            </a:endParaRPr>
          </a:p>
        </p:txBody>
      </p:sp>
      <p:sp>
        <p:nvSpPr>
          <p:cNvPr id="23" name="矩形 22"/>
          <p:cNvSpPr/>
          <p:nvPr>
            <p:custDataLst>
              <p:tags r:id="rId14"/>
            </p:custDataLst>
          </p:nvPr>
        </p:nvSpPr>
        <p:spPr bwMode="auto">
          <a:xfrm>
            <a:off x="948269" y="5117221"/>
            <a:ext cx="3935586" cy="288923"/>
          </a:xfrm>
          <a:prstGeom prst="rect">
            <a:avLst/>
          </a:prstGeom>
          <a:noFill/>
          <a:ln>
            <a:noFill/>
          </a:ln>
        </p:spPr>
        <p:txBody>
          <a:bodyPr wrap="square" lIns="0" tIns="0" rIns="0" bIns="0" rtlCol="0" anchor="b" anchorCtr="0">
            <a:noAutofit/>
          </a:bodyPr>
          <a:lstStyle/>
          <a:p>
            <a:pPr lvl="0" algn="l">
              <a:spcBef>
                <a:spcPct val="0"/>
              </a:spcBef>
              <a:spcAft>
                <a:spcPct val="0"/>
              </a:spcAft>
              <a:buClrTx/>
              <a:buSzTx/>
              <a:buFontTx/>
            </a:pPr>
            <a:r>
              <a:rPr lang="zh-CN" altLang="en-US" sz="2400" b="1">
                <a:solidFill>
                  <a:schemeClr val="accent1"/>
                </a:solidFill>
                <a:uFillTx/>
                <a:latin typeface="+mn-ea"/>
                <a:cs typeface="+mn-ea"/>
                <a:sym typeface="+mn-ea"/>
              </a:rPr>
              <a:t>超参数</a:t>
            </a:r>
          </a:p>
        </p:txBody>
      </p:sp>
      <p:sp>
        <p:nvSpPr>
          <p:cNvPr id="26" name="矩形 25"/>
          <p:cNvSpPr/>
          <p:nvPr>
            <p:custDataLst>
              <p:tags r:id="rId15"/>
            </p:custDataLst>
          </p:nvPr>
        </p:nvSpPr>
        <p:spPr>
          <a:xfrm>
            <a:off x="946363" y="5435989"/>
            <a:ext cx="6784473" cy="810889"/>
          </a:xfrm>
          <a:prstGeom prst="rect">
            <a:avLst/>
          </a:prstGeom>
          <a:ln>
            <a:noFill/>
            <a:prstDash val="sysDash"/>
          </a:ln>
        </p:spPr>
        <p:txBody>
          <a:bodyPr vert="horz" wrap="square" lIns="0" tIns="0" rIns="0" bIns="0" rtlCol="0" anchor="t" anchorCtr="0">
            <a:noAutofit/>
          </a:bodyPr>
          <a:lstStyle/>
          <a:p>
            <a:pPr indent="-228600">
              <a:lnSpc>
                <a:spcPct val="150000"/>
              </a:lnSpc>
              <a:spcBef>
                <a:spcPct val="0"/>
              </a:spcBef>
              <a:spcAft>
                <a:spcPct val="0"/>
              </a:spcAft>
            </a:pPr>
            <a:r>
              <a:rPr lang="zh-CN" altLang="en-US" sz="2400" dirty="0">
                <a:ln>
                  <a:noFill/>
                  <a:prstDash val="sysDot"/>
                </a:ln>
                <a:solidFill>
                  <a:schemeClr val="tx1">
                    <a:lumMod val="85000"/>
                    <a:lumOff val="15000"/>
                  </a:schemeClr>
                </a:solidFill>
                <a:latin typeface="+mn-ea"/>
                <a:cs typeface="+mn-ea"/>
              </a:rPr>
              <a:t>超参数是学习算法外部的参数，需要在学习前设定。</a:t>
            </a:r>
          </a:p>
        </p:txBody>
      </p:sp>
      <p:cxnSp>
        <p:nvCxnSpPr>
          <p:cNvPr id="27" name="直接连接符 26"/>
          <p:cNvCxnSpPr/>
          <p:nvPr>
            <p:custDataLst>
              <p:tags r:id="rId16"/>
            </p:custDataLst>
          </p:nvPr>
        </p:nvCxnSpPr>
        <p:spPr>
          <a:xfrm>
            <a:off x="324703" y="3427499"/>
            <a:ext cx="0" cy="510536"/>
          </a:xfrm>
          <a:prstGeom prst="line">
            <a:avLst/>
          </a:prstGeom>
          <a:solidFill>
            <a:srgbClr val="00993F"/>
          </a:solidFill>
          <a:ln w="12700">
            <a:solidFill>
              <a:schemeClr val="tx1">
                <a:alpha val="40000"/>
              </a:schemeClr>
            </a:solidFill>
            <a:prstDash val="sysDot"/>
          </a:ln>
        </p:spPr>
        <p:style>
          <a:lnRef idx="1">
            <a:srgbClr val="376FFF"/>
          </a:lnRef>
          <a:fillRef idx="0">
            <a:srgbClr val="376FFF"/>
          </a:fillRef>
          <a:effectRef idx="0">
            <a:srgbClr val="376FFF"/>
          </a:effectRef>
          <a:fontRef idx="minor">
            <a:srgbClr val="000000"/>
          </a:fontRef>
        </p:style>
      </p:cxnSp>
      <p:cxnSp>
        <p:nvCxnSpPr>
          <p:cNvPr id="28" name="直接连接符 27"/>
          <p:cNvCxnSpPr/>
          <p:nvPr>
            <p:custDataLst>
              <p:tags r:id="rId17"/>
            </p:custDataLst>
          </p:nvPr>
        </p:nvCxnSpPr>
        <p:spPr>
          <a:xfrm>
            <a:off x="324703" y="4606050"/>
            <a:ext cx="0" cy="510536"/>
          </a:xfrm>
          <a:prstGeom prst="line">
            <a:avLst/>
          </a:prstGeom>
          <a:solidFill>
            <a:srgbClr val="00993F"/>
          </a:solidFill>
          <a:ln w="12700">
            <a:solidFill>
              <a:schemeClr val="tx1">
                <a:alpha val="40000"/>
              </a:schemeClr>
            </a:solidFill>
            <a:prstDash val="sysDot"/>
          </a:ln>
        </p:spPr>
        <p:style>
          <a:lnRef idx="1">
            <a:srgbClr val="376FFF"/>
          </a:lnRef>
          <a:fillRef idx="0">
            <a:srgbClr val="376FFF"/>
          </a:fillRef>
          <a:effectRef idx="0">
            <a:srgbClr val="376FFF"/>
          </a:effectRef>
          <a:fontRef idx="minor">
            <a:srgbClr val="000000"/>
          </a:fontRef>
        </p:style>
      </p:cxnSp>
      <p:pic>
        <p:nvPicPr>
          <p:cNvPr id="2" name="图片 1">
            <a:extLst>
              <a:ext uri="{FF2B5EF4-FFF2-40B4-BE49-F238E27FC236}">
                <a16:creationId xmlns:a16="http://schemas.microsoft.com/office/drawing/2014/main" id="{EE7ED2C5-DD36-BFDC-1DE4-6EB2C0B05BBA}"/>
              </a:ext>
            </a:extLst>
          </p:cNvPr>
          <p:cNvPicPr>
            <a:picLocks noChangeAspect="1"/>
          </p:cNvPicPr>
          <p:nvPr/>
        </p:nvPicPr>
        <p:blipFill>
          <a:blip r:embed="rId20"/>
          <a:srcRect b="38485"/>
          <a:stretch/>
        </p:blipFill>
        <p:spPr>
          <a:xfrm>
            <a:off x="7895662" y="1606332"/>
            <a:ext cx="4032045" cy="1980073"/>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3" name="图片 2">
            <a:extLst>
              <a:ext uri="{FF2B5EF4-FFF2-40B4-BE49-F238E27FC236}">
                <a16:creationId xmlns:a16="http://schemas.microsoft.com/office/drawing/2014/main" id="{10E8C66E-DEA6-C35F-0352-9D8E665F3959}"/>
              </a:ext>
            </a:extLst>
          </p:cNvPr>
          <p:cNvPicPr>
            <a:picLocks noChangeAspect="1"/>
          </p:cNvPicPr>
          <p:nvPr/>
        </p:nvPicPr>
        <p:blipFill>
          <a:blip r:embed="rId21"/>
          <a:stretch>
            <a:fillRect/>
          </a:stretch>
        </p:blipFill>
        <p:spPr>
          <a:xfrm>
            <a:off x="7895668" y="4019112"/>
            <a:ext cx="4032039" cy="2119894"/>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custDataLst>
      <p:tags r:id="rId1"/>
    </p:custData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181E78-8634-2B47-B730-AB5EE8AB55E9}"/>
              </a:ext>
            </a:extLst>
          </p:cNvPr>
          <p:cNvSpPr>
            <a:spLocks noGrp="1"/>
          </p:cNvSpPr>
          <p:nvPr>
            <p:ph type="title"/>
          </p:nvPr>
        </p:nvSpPr>
        <p:spPr/>
        <p:txBody>
          <a:bodyPr>
            <a:normAutofit fontScale="90000"/>
          </a:bodyPr>
          <a:lstStyle/>
          <a:p>
            <a:r>
              <a:rPr lang="en-US" altLang="zh-CN" dirty="0"/>
              <a:t>2.1.1 </a:t>
            </a:r>
            <a:r>
              <a:rPr lang="zh-CN" altLang="en-US" dirty="0"/>
              <a:t>机器学习相关概念</a:t>
            </a:r>
            <a:endParaRPr lang="en-US" dirty="0"/>
          </a:p>
        </p:txBody>
      </p:sp>
      <p:sp>
        <p:nvSpPr>
          <p:cNvPr id="3" name="Text 0">
            <a:extLst>
              <a:ext uri="{FF2B5EF4-FFF2-40B4-BE49-F238E27FC236}">
                <a16:creationId xmlns:a16="http://schemas.microsoft.com/office/drawing/2014/main" id="{E6CCCE26-DB30-3E4C-8A39-8CC74E257E9A}"/>
              </a:ext>
            </a:extLst>
          </p:cNvPr>
          <p:cNvSpPr/>
          <p:nvPr/>
        </p:nvSpPr>
        <p:spPr>
          <a:xfrm>
            <a:off x="598462" y="1146173"/>
            <a:ext cx="8311854" cy="577787"/>
          </a:xfrm>
          <a:prstGeom prst="rect">
            <a:avLst/>
          </a:prstGeom>
          <a:noFill/>
        </p:spPr>
        <p:txBody>
          <a:bodyPr wrap="square" lIns="95250" tIns="95250" rIns="95250" bIns="95250" rtlCol="0" anchor="t">
            <a:spAutoFit/>
          </a:bodyPr>
          <a:lstStyle/>
          <a:p>
            <a:pPr marL="0" indent="0">
              <a:lnSpc>
                <a:spcPct val="100000"/>
              </a:lnSpc>
              <a:spcBef>
                <a:spcPts val="375"/>
              </a:spcBef>
              <a:buNone/>
            </a:pPr>
            <a:r>
              <a:rPr lang="en-US" sz="2590" b="1" dirty="0">
                <a:solidFill>
                  <a:srgbClr val="083775"/>
                </a:solidFill>
                <a:latin typeface="微软雅黑" panose="020B0503020204020204" pitchFamily="34" charset="-122"/>
                <a:ea typeface="微软雅黑" panose="020B0503020204020204" pitchFamily="34" charset="-122"/>
                <a:cs typeface="微软雅黑" panose="020B0503020204020204" pitchFamily="34" charset="-120"/>
              </a:rPr>
              <a:t>一对一映射关系</a:t>
            </a:r>
            <a:endParaRPr lang="en-US" sz="1440" dirty="0"/>
          </a:p>
        </p:txBody>
      </p:sp>
      <p:sp>
        <p:nvSpPr>
          <p:cNvPr id="4" name="Shape 1">
            <a:extLst>
              <a:ext uri="{FF2B5EF4-FFF2-40B4-BE49-F238E27FC236}">
                <a16:creationId xmlns:a16="http://schemas.microsoft.com/office/drawing/2014/main" id="{1E9E5FA0-2987-9343-8093-14DF0516A9B3}"/>
              </a:ext>
            </a:extLst>
          </p:cNvPr>
          <p:cNvSpPr/>
          <p:nvPr/>
        </p:nvSpPr>
        <p:spPr>
          <a:xfrm>
            <a:off x="721733" y="963293"/>
            <a:ext cx="182880" cy="18288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FF8989"/>
          </a:solidFill>
        </p:spPr>
      </p:sp>
      <p:sp>
        <p:nvSpPr>
          <p:cNvPr id="5" name="Shape 2">
            <a:extLst>
              <a:ext uri="{FF2B5EF4-FFF2-40B4-BE49-F238E27FC236}">
                <a16:creationId xmlns:a16="http://schemas.microsoft.com/office/drawing/2014/main" id="{9D33CFC1-81C5-F446-B662-3FB4C88B67B4}"/>
              </a:ext>
            </a:extLst>
          </p:cNvPr>
          <p:cNvSpPr/>
          <p:nvPr/>
        </p:nvSpPr>
        <p:spPr>
          <a:xfrm>
            <a:off x="1075210" y="963293"/>
            <a:ext cx="182880" cy="18288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D8F1FF"/>
          </a:solidFill>
        </p:spPr>
      </p:sp>
      <p:sp>
        <p:nvSpPr>
          <p:cNvPr id="6" name="Shape 3">
            <a:extLst>
              <a:ext uri="{FF2B5EF4-FFF2-40B4-BE49-F238E27FC236}">
                <a16:creationId xmlns:a16="http://schemas.microsoft.com/office/drawing/2014/main" id="{1E43EBEC-5381-E642-805C-105A7944A177}"/>
              </a:ext>
            </a:extLst>
          </p:cNvPr>
          <p:cNvSpPr/>
          <p:nvPr/>
        </p:nvSpPr>
        <p:spPr>
          <a:xfrm>
            <a:off x="1428688" y="963293"/>
            <a:ext cx="182880" cy="18288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FFDB41"/>
          </a:solidFill>
        </p:spPr>
      </p:sp>
      <p:sp>
        <p:nvSpPr>
          <p:cNvPr id="7" name="文本框 1">
            <a:extLst>
              <a:ext uri="{FF2B5EF4-FFF2-40B4-BE49-F238E27FC236}">
                <a16:creationId xmlns:a16="http://schemas.microsoft.com/office/drawing/2014/main" id="{54AD6973-460E-AB47-B930-ED6EC6B52F5B}"/>
              </a:ext>
            </a:extLst>
          </p:cNvPr>
          <p:cNvSpPr txBox="1"/>
          <p:nvPr/>
        </p:nvSpPr>
        <p:spPr>
          <a:xfrm>
            <a:off x="904777" y="1950882"/>
            <a:ext cx="4484346" cy="4247317"/>
          </a:xfrm>
          <a:prstGeom prst="rect">
            <a:avLst/>
          </a:prstGeom>
        </p:spPr>
        <p:txBody>
          <a:bodyPr wrap="square">
            <a:spAutoFit/>
          </a:bodyPr>
          <a:lstStyle/>
          <a:p>
            <a:pPr indent="266700" algn="just" defTabSz="266700" fontAlgn="auto">
              <a:lnSpc>
                <a:spcPct val="100000"/>
              </a:lnSpc>
              <a:spcBef>
                <a:spcPts val="600"/>
              </a:spcBef>
              <a:spcAft>
                <a:spcPts val="600"/>
              </a:spcAft>
            </a:pPr>
            <a:r>
              <a:rPr lang="zh-CN" altLang="en-US" sz="2000" dirty="0">
                <a:latin typeface="宋体" panose="02010600030101010101" pitchFamily="2" charset="-122"/>
                <a:ea typeface="宋体" panose="02010600030101010101" pitchFamily="2" charset="-122"/>
              </a:rPr>
              <a:t>用人工智能方法解决问题本质就是建立输入数据</a:t>
            </a:r>
            <a:r>
              <a:rPr lang="en-US" altLang="zh-CN" sz="2000" dirty="0">
                <a:latin typeface="宋体" panose="02010600030101010101" pitchFamily="2" charset="-122"/>
                <a:ea typeface="宋体" panose="02010600030101010101" pitchFamily="2" charset="-122"/>
              </a:rPr>
              <a:t>x</a:t>
            </a:r>
            <a:r>
              <a:rPr lang="zh-CN" altLang="en-US" sz="2000" dirty="0">
                <a:latin typeface="宋体" panose="02010600030101010101" pitchFamily="2" charset="-122"/>
                <a:ea typeface="宋体" panose="02010600030101010101" pitchFamily="2" charset="-122"/>
              </a:rPr>
              <a:t>和输出数据</a:t>
            </a:r>
            <a:r>
              <a:rPr lang="en-US" altLang="zh-CN" sz="2000" dirty="0">
                <a:latin typeface="宋体" panose="02010600030101010101" pitchFamily="2" charset="-122"/>
                <a:ea typeface="宋体" panose="02010600030101010101" pitchFamily="2" charset="-122"/>
              </a:rPr>
              <a:t>y</a:t>
            </a:r>
            <a:r>
              <a:rPr lang="zh-CN" altLang="en-US" sz="2000" dirty="0">
                <a:latin typeface="宋体" panose="02010600030101010101" pitchFamily="2" charset="-122"/>
                <a:ea typeface="宋体" panose="02010600030101010101" pitchFamily="2" charset="-122"/>
              </a:rPr>
              <a:t>之间的近似映射，无限逼近真实映射。如果</a:t>
            </a:r>
            <a:r>
              <a:rPr lang="en-US" altLang="zh-CN" sz="2000" i="1" dirty="0">
                <a:latin typeface="宋体" panose="02010600030101010101" pitchFamily="2" charset="-122"/>
                <a:ea typeface="宋体" panose="02010600030101010101" pitchFamily="2" charset="-122"/>
              </a:rPr>
              <a:t>x</a:t>
            </a:r>
            <a:r>
              <a:rPr lang="zh-CN" altLang="en-US" sz="2000" dirty="0">
                <a:latin typeface="宋体" panose="02010600030101010101" pitchFamily="2" charset="-122"/>
                <a:ea typeface="宋体" panose="02010600030101010101" pitchFamily="2" charset="-122"/>
              </a:rPr>
              <a:t>和</a:t>
            </a:r>
            <a:r>
              <a:rPr lang="en-US" altLang="zh-CN" sz="2000" i="1" dirty="0">
                <a:latin typeface="宋体" panose="02010600030101010101" pitchFamily="2" charset="-122"/>
                <a:ea typeface="宋体" panose="02010600030101010101" pitchFamily="2" charset="-122"/>
              </a:rPr>
              <a:t>y</a:t>
            </a:r>
            <a:r>
              <a:rPr lang="zh-CN" altLang="en-US" sz="2000" dirty="0">
                <a:latin typeface="宋体" panose="02010600030101010101" pitchFamily="2" charset="-122"/>
                <a:ea typeface="宋体" panose="02010600030101010101" pitchFamily="2" charset="-122"/>
              </a:rPr>
              <a:t>存在映射（模型）。如图</a:t>
            </a:r>
            <a:r>
              <a:rPr lang="en-US" altLang="zh-CN" sz="2000" dirty="0">
                <a:latin typeface="宋体" panose="02010600030101010101" pitchFamily="2" charset="-122"/>
                <a:ea typeface="宋体" panose="02010600030101010101" pitchFamily="2" charset="-122"/>
              </a:rPr>
              <a:t>2.1</a:t>
            </a:r>
            <a:r>
              <a:rPr lang="zh-CN" altLang="en-US" sz="2000" dirty="0">
                <a:latin typeface="宋体" panose="02010600030101010101" pitchFamily="2" charset="-122"/>
                <a:ea typeface="宋体" panose="02010600030101010101" pitchFamily="2" charset="-122"/>
              </a:rPr>
              <a:t>所示，有两种情况：一对一映射和多对一映射。一对一映射为</a:t>
            </a:r>
            <a:r>
              <a:rPr lang="en-US" altLang="zh-CN" sz="2000" i="1" dirty="0">
                <a:latin typeface="宋体" panose="02010600030101010101" pitchFamily="2" charset="-122"/>
                <a:ea typeface="宋体" panose="02010600030101010101" pitchFamily="2" charset="-122"/>
              </a:rPr>
              <a:t>y</a:t>
            </a:r>
            <a:r>
              <a:rPr lang="en-US" altLang="zh-CN" sz="2000" dirty="0">
                <a:latin typeface="宋体" panose="02010600030101010101" pitchFamily="2" charset="-122"/>
                <a:ea typeface="宋体" panose="02010600030101010101" pitchFamily="2" charset="-122"/>
              </a:rPr>
              <a:t>=</a:t>
            </a:r>
            <a:r>
              <a:rPr lang="en-US" altLang="zh-CN" sz="2000" i="1" dirty="0">
                <a:latin typeface="宋体" panose="02010600030101010101" pitchFamily="2" charset="-122"/>
                <a:ea typeface="宋体" panose="02010600030101010101" pitchFamily="2" charset="-122"/>
              </a:rPr>
              <a:t>x</a:t>
            </a:r>
            <a:r>
              <a:rPr lang="en-US" altLang="zh-CN" sz="2000" dirty="0">
                <a:latin typeface="宋体" panose="02010600030101010101" pitchFamily="2" charset="-122"/>
                <a:ea typeface="宋体" panose="02010600030101010101" pitchFamily="2" charset="-122"/>
              </a:rPr>
              <a:t>+1</a:t>
            </a:r>
            <a:r>
              <a:rPr lang="zh-CN" altLang="en-US" sz="2000" dirty="0">
                <a:latin typeface="宋体" panose="02010600030101010101" pitchFamily="2" charset="-122"/>
                <a:ea typeface="宋体" panose="02010600030101010101" pitchFamily="2" charset="-122"/>
              </a:rPr>
              <a:t>，多对一映射为</a:t>
            </a:r>
            <a:r>
              <a:rPr lang="en-US" altLang="zh-CN" sz="2000" dirty="0">
                <a:latin typeface="宋体" panose="02010600030101010101" pitchFamily="2" charset="-122"/>
                <a:ea typeface="宋体" panose="02010600030101010101" pitchFamily="2" charset="-122"/>
              </a:rPr>
              <a:t>if </a:t>
            </a:r>
            <a:r>
              <a:rPr lang="en-US" altLang="zh-CN" sz="2000" i="1" dirty="0">
                <a:latin typeface="宋体" panose="02010600030101010101" pitchFamily="2" charset="-122"/>
                <a:ea typeface="宋体" panose="02010600030101010101" pitchFamily="2" charset="-122"/>
              </a:rPr>
              <a:t>x</a:t>
            </a:r>
            <a:r>
              <a:rPr lang="en-US" altLang="zh-CN" sz="2000" dirty="0">
                <a:latin typeface="宋体" panose="02010600030101010101" pitchFamily="2" charset="-122"/>
                <a:ea typeface="宋体" panose="02010600030101010101" pitchFamily="2" charset="-122"/>
              </a:rPr>
              <a:t>&gt;0 then </a:t>
            </a:r>
            <a:r>
              <a:rPr lang="en-US" altLang="zh-CN" sz="2000" i="1" dirty="0">
                <a:latin typeface="宋体" panose="02010600030101010101" pitchFamily="2" charset="-122"/>
                <a:ea typeface="宋体" panose="02010600030101010101" pitchFamily="2" charset="-122"/>
              </a:rPr>
              <a:t>y</a:t>
            </a:r>
            <a:r>
              <a:rPr lang="en-US" altLang="zh-CN" sz="2000" dirty="0">
                <a:latin typeface="宋体" panose="02010600030101010101" pitchFamily="2" charset="-122"/>
                <a:ea typeface="宋体" panose="02010600030101010101" pitchFamily="2" charset="-122"/>
              </a:rPr>
              <a:t>=</a:t>
            </a:r>
            <a:r>
              <a:rPr lang="zh-CN" altLang="en-US" sz="2000" dirty="0">
                <a:latin typeface="宋体" panose="02010600030101010101" pitchFamily="2" charset="-122"/>
                <a:ea typeface="宋体" panose="02010600030101010101" pitchFamily="2" charset="-122"/>
              </a:rPr>
              <a:t>正数，</a:t>
            </a:r>
            <a:r>
              <a:rPr lang="en-US" altLang="zh-CN" sz="2000" dirty="0">
                <a:latin typeface="宋体" panose="02010600030101010101" pitchFamily="2" charset="-122"/>
                <a:ea typeface="宋体" panose="02010600030101010101" pitchFamily="2" charset="-122"/>
              </a:rPr>
              <a:t>if </a:t>
            </a:r>
            <a:r>
              <a:rPr lang="en-US" altLang="zh-CN" sz="2000" i="1" dirty="0">
                <a:latin typeface="宋体" panose="02010600030101010101" pitchFamily="2" charset="-122"/>
                <a:ea typeface="宋体" panose="02010600030101010101" pitchFamily="2" charset="-122"/>
              </a:rPr>
              <a:t>x</a:t>
            </a:r>
            <a:r>
              <a:rPr lang="en-US" altLang="zh-CN" sz="2000" dirty="0">
                <a:latin typeface="宋体" panose="02010600030101010101" pitchFamily="2" charset="-122"/>
                <a:ea typeface="宋体" panose="02010600030101010101" pitchFamily="2" charset="-122"/>
              </a:rPr>
              <a:t>&lt;0 then </a:t>
            </a:r>
            <a:r>
              <a:rPr lang="en-US" altLang="zh-CN" sz="2000" i="1" dirty="0">
                <a:latin typeface="宋体" panose="02010600030101010101" pitchFamily="2" charset="-122"/>
                <a:ea typeface="宋体" panose="02010600030101010101" pitchFamily="2" charset="-122"/>
              </a:rPr>
              <a:t>y</a:t>
            </a:r>
            <a:r>
              <a:rPr lang="en-US" altLang="zh-CN" sz="2000" dirty="0">
                <a:latin typeface="宋体" panose="02010600030101010101" pitchFamily="2" charset="-122"/>
                <a:ea typeface="宋体" panose="02010600030101010101" pitchFamily="2" charset="-122"/>
              </a:rPr>
              <a:t>=</a:t>
            </a:r>
            <a:r>
              <a:rPr lang="zh-CN" altLang="en-US" sz="2000" dirty="0">
                <a:latin typeface="宋体" panose="02010600030101010101" pitchFamily="2" charset="-122"/>
                <a:ea typeface="宋体" panose="02010600030101010101" pitchFamily="2" charset="-122"/>
              </a:rPr>
              <a:t>负数。</a:t>
            </a:r>
          </a:p>
          <a:p>
            <a:pPr indent="0" algn="just" defTabSz="266700" fontAlgn="auto">
              <a:spcBef>
                <a:spcPts val="600"/>
              </a:spcBef>
              <a:spcAft>
                <a:spcPts val="600"/>
              </a:spcAft>
            </a:pPr>
            <a:r>
              <a:rPr lang="en-US" altLang="zh-CN" sz="2000" dirty="0">
                <a:latin typeface="宋体" panose="02010600030101010101" pitchFamily="2" charset="-122"/>
                <a:ea typeface="宋体" panose="02010600030101010101" pitchFamily="2" charset="-122"/>
              </a:rPr>
              <a:t>    </a:t>
            </a:r>
            <a:r>
              <a:rPr lang="zh-CN" altLang="en-US" sz="2000" dirty="0">
                <a:latin typeface="宋体" panose="02010600030101010101" pitchFamily="2" charset="-122"/>
                <a:ea typeface="宋体" panose="02010600030101010101" pitchFamily="2" charset="-122"/>
              </a:rPr>
              <a:t>但现实问题，绝大多数情况下，无法找到输入数据</a:t>
            </a:r>
            <a:r>
              <a:rPr lang="en-US" altLang="zh-CN" sz="2000" i="1" dirty="0">
                <a:latin typeface="宋体" panose="02010600030101010101" pitchFamily="2" charset="-122"/>
                <a:ea typeface="宋体" panose="02010600030101010101" pitchFamily="2" charset="-122"/>
              </a:rPr>
              <a:t>x</a:t>
            </a:r>
            <a:r>
              <a:rPr lang="zh-CN" altLang="en-US" sz="2000" dirty="0">
                <a:latin typeface="宋体" panose="02010600030101010101" pitchFamily="2" charset="-122"/>
                <a:ea typeface="宋体" panose="02010600030101010101" pitchFamily="2" charset="-122"/>
              </a:rPr>
              <a:t>和输出数据</a:t>
            </a:r>
            <a:r>
              <a:rPr lang="en-US" altLang="zh-CN" sz="2000" i="1" dirty="0">
                <a:latin typeface="宋体" panose="02010600030101010101" pitchFamily="2" charset="-122"/>
                <a:ea typeface="宋体" panose="02010600030101010101" pitchFamily="2" charset="-122"/>
              </a:rPr>
              <a:t>y</a:t>
            </a:r>
            <a:r>
              <a:rPr lang="zh-CN" altLang="en-US" sz="2000" dirty="0">
                <a:latin typeface="宋体" panose="02010600030101010101" pitchFamily="2" charset="-122"/>
                <a:ea typeface="宋体" panose="02010600030101010101" pitchFamily="2" charset="-122"/>
              </a:rPr>
              <a:t>之间的映射，或者寻找这个映射成本太高，在这种情况下，机器学习就派上用场了。</a:t>
            </a:r>
          </a:p>
        </p:txBody>
      </p:sp>
      <p:pic>
        <p:nvPicPr>
          <p:cNvPr id="8" name="图片 43">
            <a:extLst>
              <a:ext uri="{FF2B5EF4-FFF2-40B4-BE49-F238E27FC236}">
                <a16:creationId xmlns:a16="http://schemas.microsoft.com/office/drawing/2014/main" id="{A92C0BA0-7519-B540-A9F1-7A7F0F2A6665}"/>
              </a:ext>
            </a:extLst>
          </p:cNvPr>
          <p:cNvPicPr>
            <a:picLocks noChangeAspect="1"/>
          </p:cNvPicPr>
          <p:nvPr/>
        </p:nvPicPr>
        <p:blipFill>
          <a:blip r:embed="rId2"/>
          <a:stretch>
            <a:fillRect/>
          </a:stretch>
        </p:blipFill>
        <p:spPr>
          <a:xfrm>
            <a:off x="6081196" y="1956754"/>
            <a:ext cx="6510146" cy="3177288"/>
          </a:xfrm>
          <a:prstGeom prst="rect">
            <a:avLst/>
          </a:prstGeom>
          <a:noFill/>
          <a:ln>
            <a:noFill/>
          </a:ln>
        </p:spPr>
      </p:pic>
    </p:spTree>
    <p:extLst>
      <p:ext uri="{BB962C8B-B14F-4D97-AF65-F5344CB8AC3E}">
        <p14:creationId xmlns:p14="http://schemas.microsoft.com/office/powerpoint/2010/main" val="11965242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9E6C3-9B11-BA4E-93AD-9A5043A4244E}"/>
              </a:ext>
            </a:extLst>
          </p:cNvPr>
          <p:cNvSpPr>
            <a:spLocks noGrp="1"/>
          </p:cNvSpPr>
          <p:nvPr>
            <p:ph type="title"/>
          </p:nvPr>
        </p:nvSpPr>
        <p:spPr/>
        <p:txBody>
          <a:bodyPr>
            <a:normAutofit fontScale="90000"/>
          </a:bodyPr>
          <a:lstStyle/>
          <a:p>
            <a:r>
              <a:rPr lang="en-US" altLang="zh-CN" dirty="0"/>
              <a:t>2.1.1 </a:t>
            </a:r>
            <a:r>
              <a:rPr lang="zh-CN" altLang="en-US" dirty="0"/>
              <a:t>机器学习相关概念</a:t>
            </a:r>
            <a:endParaRPr lang="en-US" dirty="0"/>
          </a:p>
        </p:txBody>
      </p:sp>
      <p:sp>
        <p:nvSpPr>
          <p:cNvPr id="3" name="Shape 1">
            <a:extLst>
              <a:ext uri="{FF2B5EF4-FFF2-40B4-BE49-F238E27FC236}">
                <a16:creationId xmlns:a16="http://schemas.microsoft.com/office/drawing/2014/main" id="{CFB054B1-D81A-F247-B2B0-D0E8F9E102D6}"/>
              </a:ext>
            </a:extLst>
          </p:cNvPr>
          <p:cNvSpPr/>
          <p:nvPr/>
        </p:nvSpPr>
        <p:spPr>
          <a:xfrm>
            <a:off x="809549" y="841211"/>
            <a:ext cx="231548" cy="20477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FF8989"/>
          </a:solidFill>
        </p:spPr>
      </p:sp>
      <p:sp>
        <p:nvSpPr>
          <p:cNvPr id="4" name="Shape 2">
            <a:extLst>
              <a:ext uri="{FF2B5EF4-FFF2-40B4-BE49-F238E27FC236}">
                <a16:creationId xmlns:a16="http://schemas.microsoft.com/office/drawing/2014/main" id="{D51E8C7C-CF1F-504A-ADE1-E685579CA545}"/>
              </a:ext>
            </a:extLst>
          </p:cNvPr>
          <p:cNvSpPr/>
          <p:nvPr/>
        </p:nvSpPr>
        <p:spPr>
          <a:xfrm>
            <a:off x="1163026" y="841211"/>
            <a:ext cx="231548" cy="20477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D8F1FF"/>
          </a:solidFill>
        </p:spPr>
      </p:sp>
      <p:sp>
        <p:nvSpPr>
          <p:cNvPr id="5" name="Shape 3">
            <a:extLst>
              <a:ext uri="{FF2B5EF4-FFF2-40B4-BE49-F238E27FC236}">
                <a16:creationId xmlns:a16="http://schemas.microsoft.com/office/drawing/2014/main" id="{268069CA-9FCB-D143-87E7-14A1348B9296}"/>
              </a:ext>
            </a:extLst>
          </p:cNvPr>
          <p:cNvSpPr/>
          <p:nvPr/>
        </p:nvSpPr>
        <p:spPr>
          <a:xfrm>
            <a:off x="1516504" y="841211"/>
            <a:ext cx="231548" cy="20477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FFDB41"/>
          </a:solidFill>
        </p:spPr>
      </p:sp>
      <p:graphicFrame>
        <p:nvGraphicFramePr>
          <p:cNvPr id="6" name="对象 1">
            <a:extLst>
              <a:ext uri="{FF2B5EF4-FFF2-40B4-BE49-F238E27FC236}">
                <a16:creationId xmlns:a16="http://schemas.microsoft.com/office/drawing/2014/main" id="{A2273F4C-6F6B-AE43-B40F-7C2053911DED}"/>
              </a:ext>
            </a:extLst>
          </p:cNvPr>
          <p:cNvGraphicFramePr/>
          <p:nvPr>
            <p:extLst>
              <p:ext uri="{D42A27DB-BD31-4B8C-83A1-F6EECF244321}">
                <p14:modId xmlns:p14="http://schemas.microsoft.com/office/powerpoint/2010/main" val="4127901961"/>
              </p:ext>
            </p:extLst>
          </p:nvPr>
        </p:nvGraphicFramePr>
        <p:xfrm>
          <a:off x="1091653" y="1141095"/>
          <a:ext cx="9764415" cy="5123518"/>
        </p:xfrm>
        <a:graphic>
          <a:graphicData uri="http://schemas.openxmlformats.org/presentationml/2006/ole">
            <mc:AlternateContent xmlns:mc="http://schemas.openxmlformats.org/markup-compatibility/2006">
              <mc:Choice xmlns:v="urn:schemas-microsoft-com:vml" Requires="v">
                <p:oleObj spid="_x0000_s5126" r:id="rId3" imgW="7705725" imgH="4572000" progId="Paint.Picture">
                  <p:embed/>
                </p:oleObj>
              </mc:Choice>
              <mc:Fallback>
                <p:oleObj r:id="rId3" imgW="7705725" imgH="4572000" progId="Paint.Picture">
                  <p:embed/>
                  <p:pic>
                    <p:nvPicPr>
                      <p:cNvPr id="2" name="对象 1"/>
                      <p:cNvPicPr/>
                      <p:nvPr/>
                    </p:nvPicPr>
                    <p:blipFill>
                      <a:blip r:embed="rId4"/>
                      <a:stretch>
                        <a:fillRect/>
                      </a:stretch>
                    </p:blipFill>
                    <p:spPr>
                      <a:xfrm>
                        <a:off x="1091653" y="1141095"/>
                        <a:ext cx="9764415" cy="5123518"/>
                      </a:xfrm>
                      <a:prstGeom prst="rect">
                        <a:avLst/>
                      </a:prstGeom>
                    </p:spPr>
                  </p:pic>
                </p:oleObj>
              </mc:Fallback>
            </mc:AlternateContent>
          </a:graphicData>
        </a:graphic>
      </p:graphicFrame>
    </p:spTree>
    <p:extLst>
      <p:ext uri="{BB962C8B-B14F-4D97-AF65-F5344CB8AC3E}">
        <p14:creationId xmlns:p14="http://schemas.microsoft.com/office/powerpoint/2010/main" val="42221126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标题 21"/>
          <p:cNvSpPr>
            <a:spLocks noGrp="1"/>
          </p:cNvSpPr>
          <p:nvPr>
            <p:ph type="title"/>
            <p:custDataLst>
              <p:tags r:id="rId2"/>
            </p:custDataLst>
          </p:nvPr>
        </p:nvSpPr>
        <p:spPr/>
        <p:txBody>
          <a:bodyPr>
            <a:normAutofit fontScale="90000"/>
          </a:bodyPr>
          <a:lstStyle/>
          <a:p>
            <a:r>
              <a:rPr lang="en-US" altLang="zh-CN" dirty="0"/>
              <a:t>2.1.1 </a:t>
            </a:r>
            <a:r>
              <a:rPr lang="zh-CN" altLang="en-US" dirty="0"/>
              <a:t>机器学习相关概念</a:t>
            </a:r>
          </a:p>
        </p:txBody>
      </p:sp>
      <p:pic>
        <p:nvPicPr>
          <p:cNvPr id="12" name="图片 11" descr="/data/temp/0376a566-193d-11f0-a12c-deb7bd7ea64e.jpg0376a566-193d-11f0-a12c-deb7bd7ea64e"/>
          <p:cNvPicPr>
            <a:picLocks noChangeAspect="1"/>
          </p:cNvPicPr>
          <p:nvPr>
            <p:custDataLst>
              <p:tags r:id="rId3"/>
            </p:custDataLst>
          </p:nvPr>
        </p:nvPicPr>
        <p:blipFill rotWithShape="1">
          <a:blip r:embed="rId21" cstate="print"/>
          <a:srcRect t="37" b="37"/>
          <a:stretch>
            <a:fillRect/>
          </a:stretch>
        </p:blipFill>
        <p:spPr>
          <a:xfrm>
            <a:off x="8702857" y="1310332"/>
            <a:ext cx="2699990" cy="2919167"/>
          </a:xfrm>
          <a:custGeom>
            <a:avLst/>
            <a:gdLst>
              <a:gd name="connsiteX0" fmla="*/ 0 w 2700000"/>
              <a:gd name="connsiteY0" fmla="*/ 0 h 2919178"/>
              <a:gd name="connsiteX1" fmla="*/ 2700000 w 2700000"/>
              <a:gd name="connsiteY1" fmla="*/ 0 h 2919178"/>
              <a:gd name="connsiteX2" fmla="*/ 2700000 w 2700000"/>
              <a:gd name="connsiteY2" fmla="*/ 2919178 h 2919178"/>
              <a:gd name="connsiteX3" fmla="*/ 0 w 2700000"/>
              <a:gd name="connsiteY3" fmla="*/ 2919178 h 2919178"/>
            </a:gdLst>
            <a:ahLst/>
            <a:cxnLst>
              <a:cxn ang="0">
                <a:pos x="connsiteX0" y="connsiteY0"/>
              </a:cxn>
              <a:cxn ang="0">
                <a:pos x="connsiteX1" y="connsiteY1"/>
              </a:cxn>
              <a:cxn ang="0">
                <a:pos x="connsiteX2" y="connsiteY2"/>
              </a:cxn>
              <a:cxn ang="0">
                <a:pos x="connsiteX3" y="connsiteY3"/>
              </a:cxn>
            </a:cxnLst>
            <a:rect l="l" t="t" r="r" b="b"/>
            <a:pathLst>
              <a:path w="2700000" h="2919178">
                <a:moveTo>
                  <a:pt x="0" y="0"/>
                </a:moveTo>
                <a:lnTo>
                  <a:pt x="2700000" y="0"/>
                </a:lnTo>
                <a:lnTo>
                  <a:pt x="2700000" y="2919178"/>
                </a:lnTo>
                <a:lnTo>
                  <a:pt x="0" y="2919178"/>
                </a:lnTo>
                <a:close/>
              </a:path>
            </a:pathLst>
          </a:custGeom>
          <a:ln w="6350">
            <a:solidFill>
              <a:schemeClr val="tx1">
                <a:lumMod val="40000"/>
                <a:lumOff val="60000"/>
                <a:alpha val="50000"/>
              </a:schemeClr>
            </a:solidFill>
          </a:ln>
        </p:spPr>
      </p:pic>
      <p:pic>
        <p:nvPicPr>
          <p:cNvPr id="13" name="图片 12" descr="/data/temp/0376a5bc-193d-11f0-a12c-deb7bd7ea64e.jpg0376a5bc-193d-11f0-a12c-deb7bd7ea64e"/>
          <p:cNvPicPr>
            <a:picLocks noChangeAspect="1"/>
          </p:cNvPicPr>
          <p:nvPr>
            <p:custDataLst>
              <p:tags r:id="rId4"/>
            </p:custDataLst>
          </p:nvPr>
        </p:nvPicPr>
        <p:blipFill rotWithShape="1">
          <a:blip r:embed="rId22" cstate="print"/>
          <a:srcRect l="16404" r="16404"/>
          <a:stretch>
            <a:fillRect/>
          </a:stretch>
        </p:blipFill>
        <p:spPr>
          <a:xfrm>
            <a:off x="6002847" y="3323275"/>
            <a:ext cx="2699990" cy="2919167"/>
          </a:xfrm>
          <a:custGeom>
            <a:avLst/>
            <a:gdLst>
              <a:gd name="connsiteX0" fmla="*/ 0 w 2700000"/>
              <a:gd name="connsiteY0" fmla="*/ 0 h 2919178"/>
              <a:gd name="connsiteX1" fmla="*/ 2700000 w 2700000"/>
              <a:gd name="connsiteY1" fmla="*/ 0 h 2919178"/>
              <a:gd name="connsiteX2" fmla="*/ 2700000 w 2700000"/>
              <a:gd name="connsiteY2" fmla="*/ 2919178 h 2919178"/>
              <a:gd name="connsiteX3" fmla="*/ 0 w 2700000"/>
              <a:gd name="connsiteY3" fmla="*/ 2919178 h 2919178"/>
            </a:gdLst>
            <a:ahLst/>
            <a:cxnLst>
              <a:cxn ang="0">
                <a:pos x="connsiteX0" y="connsiteY0"/>
              </a:cxn>
              <a:cxn ang="0">
                <a:pos x="connsiteX1" y="connsiteY1"/>
              </a:cxn>
              <a:cxn ang="0">
                <a:pos x="connsiteX2" y="connsiteY2"/>
              </a:cxn>
              <a:cxn ang="0">
                <a:pos x="connsiteX3" y="connsiteY3"/>
              </a:cxn>
            </a:cxnLst>
            <a:rect l="l" t="t" r="r" b="b"/>
            <a:pathLst>
              <a:path w="2700000" h="2919178">
                <a:moveTo>
                  <a:pt x="0" y="0"/>
                </a:moveTo>
                <a:lnTo>
                  <a:pt x="2700000" y="0"/>
                </a:lnTo>
                <a:lnTo>
                  <a:pt x="2700000" y="2919178"/>
                </a:lnTo>
                <a:lnTo>
                  <a:pt x="0" y="2919178"/>
                </a:lnTo>
                <a:close/>
              </a:path>
            </a:pathLst>
          </a:custGeom>
          <a:ln w="6350">
            <a:solidFill>
              <a:schemeClr val="tx1">
                <a:lumMod val="40000"/>
                <a:lumOff val="60000"/>
                <a:alpha val="50000"/>
              </a:schemeClr>
            </a:solidFill>
          </a:ln>
        </p:spPr>
      </p:pic>
      <p:sp>
        <p:nvSpPr>
          <p:cNvPr id="15" name="任意多边形: 形状 22"/>
          <p:cNvSpPr/>
          <p:nvPr>
            <p:custDataLst>
              <p:tags r:id="rId5"/>
            </p:custDataLst>
          </p:nvPr>
        </p:nvSpPr>
        <p:spPr>
          <a:xfrm>
            <a:off x="5997767" y="1310332"/>
            <a:ext cx="2704753" cy="3022249"/>
          </a:xfrm>
          <a:custGeom>
            <a:avLst/>
            <a:gdLst>
              <a:gd name="connsiteX0" fmla="*/ 0 w 2700000"/>
              <a:gd name="connsiteY0" fmla="*/ 0 h 3022260"/>
              <a:gd name="connsiteX1" fmla="*/ 2700000 w 2700000"/>
              <a:gd name="connsiteY1" fmla="*/ 0 h 3022260"/>
              <a:gd name="connsiteX2" fmla="*/ 2700000 w 2700000"/>
              <a:gd name="connsiteY2" fmla="*/ 2477321 h 3022260"/>
              <a:gd name="connsiteX3" fmla="*/ 1580263 w 2700000"/>
              <a:gd name="connsiteY3" fmla="*/ 3022260 h 3022260"/>
              <a:gd name="connsiteX4" fmla="*/ 0 w 2700000"/>
              <a:gd name="connsiteY4" fmla="*/ 2016639 h 3022260"/>
              <a:gd name="connsiteX5" fmla="*/ 0 w 2700000"/>
              <a:gd name="connsiteY5" fmla="*/ 0 h 3022260"/>
              <a:gd name="connsiteX0-1" fmla="*/ 2381 w 2702381"/>
              <a:gd name="connsiteY0-2" fmla="*/ 0 h 3022260"/>
              <a:gd name="connsiteX1-3" fmla="*/ 2702381 w 2702381"/>
              <a:gd name="connsiteY1-4" fmla="*/ 0 h 3022260"/>
              <a:gd name="connsiteX2-5" fmla="*/ 2702381 w 2702381"/>
              <a:gd name="connsiteY2-6" fmla="*/ 2477321 h 3022260"/>
              <a:gd name="connsiteX3-7" fmla="*/ 1582644 w 2702381"/>
              <a:gd name="connsiteY3-8" fmla="*/ 3022260 h 3022260"/>
              <a:gd name="connsiteX4-9" fmla="*/ 0 w 2702381"/>
              <a:gd name="connsiteY4-10" fmla="*/ 2461933 h 3022260"/>
              <a:gd name="connsiteX5-11" fmla="*/ 2381 w 2702381"/>
              <a:gd name="connsiteY5-12" fmla="*/ 0 h 3022260"/>
              <a:gd name="connsiteX0-13" fmla="*/ 4763 w 2704763"/>
              <a:gd name="connsiteY0-14" fmla="*/ 0 h 3022260"/>
              <a:gd name="connsiteX1-15" fmla="*/ 2704763 w 2704763"/>
              <a:gd name="connsiteY1-16" fmla="*/ 0 h 3022260"/>
              <a:gd name="connsiteX2-17" fmla="*/ 2704763 w 2704763"/>
              <a:gd name="connsiteY2-18" fmla="*/ 2477321 h 3022260"/>
              <a:gd name="connsiteX3-19" fmla="*/ 1585026 w 2704763"/>
              <a:gd name="connsiteY3-20" fmla="*/ 3022260 h 3022260"/>
              <a:gd name="connsiteX4-21" fmla="*/ 0 w 2704763"/>
              <a:gd name="connsiteY4-22" fmla="*/ 2464314 h 3022260"/>
              <a:gd name="connsiteX5-23" fmla="*/ 4763 w 2704763"/>
              <a:gd name="connsiteY5-24" fmla="*/ 0 h 302226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2704763" h="3022260">
                <a:moveTo>
                  <a:pt x="4763" y="0"/>
                </a:moveTo>
                <a:lnTo>
                  <a:pt x="2704763" y="0"/>
                </a:lnTo>
                <a:lnTo>
                  <a:pt x="2704763" y="2477321"/>
                </a:lnTo>
                <a:lnTo>
                  <a:pt x="1585026" y="3022260"/>
                </a:lnTo>
                <a:lnTo>
                  <a:pt x="0" y="2464314"/>
                </a:lnTo>
                <a:cubicBezTo>
                  <a:pt x="794" y="1643670"/>
                  <a:pt x="3969" y="820644"/>
                  <a:pt x="4763" y="0"/>
                </a:cubicBezTo>
                <a:close/>
              </a:path>
            </a:pathLst>
          </a:custGeom>
          <a:gradFill>
            <a:gsLst>
              <a:gs pos="0">
                <a:schemeClr val="accent1">
                  <a:alpha val="80000"/>
                </a:schemeClr>
              </a:gs>
              <a:gs pos="40000">
                <a:schemeClr val="accent1"/>
              </a:gs>
            </a:gsLst>
            <a:lin ang="3600000" scaled="0"/>
          </a:gra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pic>
        <p:nvPicPr>
          <p:cNvPr id="16" name="图片 15" descr="/data/temp/0376a4d3-193d-11f0-a12c-deb7bd7ea64e.jpg0376a4d3-193d-11f0-a12c-deb7bd7ea64e"/>
          <p:cNvPicPr>
            <a:picLocks noChangeAspect="1"/>
          </p:cNvPicPr>
          <p:nvPr>
            <p:custDataLst>
              <p:tags r:id="rId6"/>
            </p:custDataLst>
          </p:nvPr>
        </p:nvPicPr>
        <p:blipFill rotWithShape="1">
          <a:blip r:embed="rId23" cstate="print"/>
          <a:srcRect t="9678" b="9678"/>
          <a:stretch>
            <a:fillRect/>
          </a:stretch>
        </p:blipFill>
        <p:spPr>
          <a:xfrm>
            <a:off x="3302837" y="1310332"/>
            <a:ext cx="2699990" cy="2919167"/>
          </a:xfrm>
          <a:custGeom>
            <a:avLst/>
            <a:gdLst>
              <a:gd name="connsiteX0" fmla="*/ 0 w 2700000"/>
              <a:gd name="connsiteY0" fmla="*/ 0 h 2919178"/>
              <a:gd name="connsiteX1" fmla="*/ 2700000 w 2700000"/>
              <a:gd name="connsiteY1" fmla="*/ 0 h 2919178"/>
              <a:gd name="connsiteX2" fmla="*/ 2700000 w 2700000"/>
              <a:gd name="connsiteY2" fmla="*/ 2919178 h 2919178"/>
              <a:gd name="connsiteX3" fmla="*/ 0 w 2700000"/>
              <a:gd name="connsiteY3" fmla="*/ 2919178 h 2919178"/>
            </a:gdLst>
            <a:ahLst/>
            <a:cxnLst>
              <a:cxn ang="0">
                <a:pos x="connsiteX0" y="connsiteY0"/>
              </a:cxn>
              <a:cxn ang="0">
                <a:pos x="connsiteX1" y="connsiteY1"/>
              </a:cxn>
              <a:cxn ang="0">
                <a:pos x="connsiteX2" y="connsiteY2"/>
              </a:cxn>
              <a:cxn ang="0">
                <a:pos x="connsiteX3" y="connsiteY3"/>
              </a:cxn>
            </a:cxnLst>
            <a:rect l="l" t="t" r="r" b="b"/>
            <a:pathLst>
              <a:path w="2700000" h="2919178">
                <a:moveTo>
                  <a:pt x="0" y="0"/>
                </a:moveTo>
                <a:lnTo>
                  <a:pt x="2700000" y="0"/>
                </a:lnTo>
                <a:lnTo>
                  <a:pt x="2700000" y="2919178"/>
                </a:lnTo>
                <a:lnTo>
                  <a:pt x="0" y="2919178"/>
                </a:lnTo>
                <a:close/>
              </a:path>
            </a:pathLst>
          </a:custGeom>
          <a:ln w="6350">
            <a:solidFill>
              <a:schemeClr val="tx1">
                <a:lumMod val="40000"/>
                <a:lumOff val="60000"/>
                <a:alpha val="50000"/>
              </a:schemeClr>
            </a:solidFill>
          </a:ln>
        </p:spPr>
      </p:pic>
      <p:pic>
        <p:nvPicPr>
          <p:cNvPr id="18" name="图片 17" descr="/data/temp/0376a434-193d-11f0-a12c-deb7bd7ea64e.jpg0376a434-193d-11f0-a12c-deb7bd7ea64e"/>
          <p:cNvPicPr>
            <a:picLocks noChangeAspect="1"/>
          </p:cNvPicPr>
          <p:nvPr>
            <p:custDataLst>
              <p:tags r:id="rId7"/>
            </p:custDataLst>
          </p:nvPr>
        </p:nvPicPr>
        <p:blipFill rotWithShape="1">
          <a:blip r:embed="rId24" cstate="print"/>
          <a:srcRect l="3727" r="3727"/>
          <a:stretch>
            <a:fillRect/>
          </a:stretch>
        </p:blipFill>
        <p:spPr>
          <a:xfrm>
            <a:off x="602827" y="3323275"/>
            <a:ext cx="2699990" cy="2919167"/>
          </a:xfrm>
          <a:custGeom>
            <a:avLst/>
            <a:gdLst>
              <a:gd name="connsiteX0" fmla="*/ 0 w 2700000"/>
              <a:gd name="connsiteY0" fmla="*/ 0 h 2919178"/>
              <a:gd name="connsiteX1" fmla="*/ 2700000 w 2700000"/>
              <a:gd name="connsiteY1" fmla="*/ 0 h 2919178"/>
              <a:gd name="connsiteX2" fmla="*/ 2700000 w 2700000"/>
              <a:gd name="connsiteY2" fmla="*/ 2919178 h 2919178"/>
              <a:gd name="connsiteX3" fmla="*/ 0 w 2700000"/>
              <a:gd name="connsiteY3" fmla="*/ 2919178 h 2919178"/>
            </a:gdLst>
            <a:ahLst/>
            <a:cxnLst>
              <a:cxn ang="0">
                <a:pos x="connsiteX0" y="connsiteY0"/>
              </a:cxn>
              <a:cxn ang="0">
                <a:pos x="connsiteX1" y="connsiteY1"/>
              </a:cxn>
              <a:cxn ang="0">
                <a:pos x="connsiteX2" y="connsiteY2"/>
              </a:cxn>
              <a:cxn ang="0">
                <a:pos x="connsiteX3" y="connsiteY3"/>
              </a:cxn>
            </a:cxnLst>
            <a:rect l="l" t="t" r="r" b="b"/>
            <a:pathLst>
              <a:path w="2700000" h="2919178">
                <a:moveTo>
                  <a:pt x="0" y="0"/>
                </a:moveTo>
                <a:lnTo>
                  <a:pt x="2700000" y="0"/>
                </a:lnTo>
                <a:lnTo>
                  <a:pt x="2700000" y="2919178"/>
                </a:lnTo>
                <a:lnTo>
                  <a:pt x="0" y="2919178"/>
                </a:lnTo>
                <a:close/>
              </a:path>
            </a:pathLst>
          </a:custGeom>
          <a:ln w="6350">
            <a:solidFill>
              <a:schemeClr val="tx1">
                <a:lumMod val="40000"/>
                <a:lumOff val="60000"/>
                <a:alpha val="50000"/>
              </a:schemeClr>
            </a:solidFill>
          </a:ln>
        </p:spPr>
      </p:pic>
      <p:sp>
        <p:nvSpPr>
          <p:cNvPr id="19" name="任意多边形: 形状 65"/>
          <p:cNvSpPr/>
          <p:nvPr>
            <p:custDataLst>
              <p:tags r:id="rId8"/>
            </p:custDataLst>
          </p:nvPr>
        </p:nvSpPr>
        <p:spPr>
          <a:xfrm flipH="1" flipV="1">
            <a:off x="8702857" y="3220405"/>
            <a:ext cx="2699990" cy="3022249"/>
          </a:xfrm>
          <a:custGeom>
            <a:avLst/>
            <a:gdLst>
              <a:gd name="connsiteX0" fmla="*/ 0 w 2700000"/>
              <a:gd name="connsiteY0" fmla="*/ 0 h 3022260"/>
              <a:gd name="connsiteX1" fmla="*/ 2700000 w 2700000"/>
              <a:gd name="connsiteY1" fmla="*/ 0 h 3022260"/>
              <a:gd name="connsiteX2" fmla="*/ 2700000 w 2700000"/>
              <a:gd name="connsiteY2" fmla="*/ 2477321 h 3022260"/>
              <a:gd name="connsiteX3" fmla="*/ 1580263 w 2700000"/>
              <a:gd name="connsiteY3" fmla="*/ 3022260 h 3022260"/>
              <a:gd name="connsiteX4" fmla="*/ 0 w 2700000"/>
              <a:gd name="connsiteY4" fmla="*/ 2016639 h 3022260"/>
              <a:gd name="connsiteX5" fmla="*/ 0 w 2700000"/>
              <a:gd name="connsiteY5" fmla="*/ 0 h 3022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00000" h="3022260">
                <a:moveTo>
                  <a:pt x="0" y="0"/>
                </a:moveTo>
                <a:lnTo>
                  <a:pt x="2700000" y="0"/>
                </a:lnTo>
                <a:lnTo>
                  <a:pt x="2700000" y="2477321"/>
                </a:lnTo>
                <a:lnTo>
                  <a:pt x="1580263" y="3022260"/>
                </a:lnTo>
                <a:lnTo>
                  <a:pt x="0" y="2016639"/>
                </a:lnTo>
                <a:lnTo>
                  <a:pt x="0" y="0"/>
                </a:lnTo>
                <a:close/>
              </a:path>
            </a:pathLst>
          </a:custGeom>
          <a:solidFill>
            <a:srgbClr val="FFFFFF"/>
          </a:solidFill>
          <a:ln w="6350">
            <a:solidFill>
              <a:schemeClr val="tx1">
                <a:lumMod val="40000"/>
                <a:lumOff val="60000"/>
                <a:alpha val="5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chemeClr val="tx1"/>
              </a:solidFill>
            </a:endParaRPr>
          </a:p>
        </p:txBody>
      </p:sp>
      <p:sp>
        <p:nvSpPr>
          <p:cNvPr id="20" name="任意多边形: 形状 53"/>
          <p:cNvSpPr/>
          <p:nvPr>
            <p:custDataLst>
              <p:tags r:id="rId9"/>
            </p:custDataLst>
          </p:nvPr>
        </p:nvSpPr>
        <p:spPr>
          <a:xfrm>
            <a:off x="602827" y="1310332"/>
            <a:ext cx="2699990" cy="3022249"/>
          </a:xfrm>
          <a:custGeom>
            <a:avLst/>
            <a:gdLst>
              <a:gd name="connsiteX0" fmla="*/ 0 w 2700000"/>
              <a:gd name="connsiteY0" fmla="*/ 0 h 3022260"/>
              <a:gd name="connsiteX1" fmla="*/ 2700000 w 2700000"/>
              <a:gd name="connsiteY1" fmla="*/ 0 h 3022260"/>
              <a:gd name="connsiteX2" fmla="*/ 2700000 w 2700000"/>
              <a:gd name="connsiteY2" fmla="*/ 2477321 h 3022260"/>
              <a:gd name="connsiteX3" fmla="*/ 1580263 w 2700000"/>
              <a:gd name="connsiteY3" fmla="*/ 3022260 h 3022260"/>
              <a:gd name="connsiteX4" fmla="*/ 0 w 2700000"/>
              <a:gd name="connsiteY4" fmla="*/ 2016639 h 3022260"/>
              <a:gd name="connsiteX5" fmla="*/ 0 w 2700000"/>
              <a:gd name="connsiteY5" fmla="*/ 0 h 3022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00000" h="3022260">
                <a:moveTo>
                  <a:pt x="0" y="0"/>
                </a:moveTo>
                <a:lnTo>
                  <a:pt x="2700000" y="0"/>
                </a:lnTo>
                <a:lnTo>
                  <a:pt x="2700000" y="2477321"/>
                </a:lnTo>
                <a:lnTo>
                  <a:pt x="1580263" y="3022260"/>
                </a:lnTo>
                <a:lnTo>
                  <a:pt x="0" y="2016639"/>
                </a:lnTo>
                <a:lnTo>
                  <a:pt x="0" y="0"/>
                </a:lnTo>
                <a:close/>
              </a:path>
            </a:pathLst>
          </a:custGeom>
          <a:solidFill>
            <a:srgbClr val="FFFFFF"/>
          </a:solidFill>
          <a:ln w="6350">
            <a:solidFill>
              <a:schemeClr val="tx1">
                <a:lumMod val="40000"/>
                <a:lumOff val="60000"/>
                <a:alpha val="5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chemeClr val="tx1"/>
              </a:solidFill>
            </a:endParaRPr>
          </a:p>
        </p:txBody>
      </p:sp>
      <p:sp>
        <p:nvSpPr>
          <p:cNvPr id="21" name="矩形 20"/>
          <p:cNvSpPr/>
          <p:nvPr>
            <p:custDataLst>
              <p:tags r:id="rId10"/>
            </p:custDataLst>
          </p:nvPr>
        </p:nvSpPr>
        <p:spPr>
          <a:xfrm>
            <a:off x="960966" y="1787215"/>
            <a:ext cx="1983733" cy="474978"/>
          </a:xfrm>
          <a:prstGeom prst="rect">
            <a:avLst/>
          </a:prstGeom>
          <a:noFill/>
        </p:spPr>
        <p:txBody>
          <a:bodyPr wrap="square" lIns="0" tIns="0" rIns="0" bIns="0" rtlCol="0" anchor="ctr">
            <a:noAutofit/>
          </a:bodyPr>
          <a:lstStyle/>
          <a:p>
            <a:pPr algn="ctr">
              <a:spcBef>
                <a:spcPct val="0"/>
              </a:spcBef>
              <a:spcAft>
                <a:spcPct val="0"/>
              </a:spcAft>
            </a:pPr>
            <a:r>
              <a:rPr lang="zh-CN" altLang="en-US" sz="2200" b="1">
                <a:solidFill>
                  <a:schemeClr val="accent1"/>
                </a:solidFill>
                <a:latin typeface="+mn-ea"/>
                <a:cs typeface="+mn-ea"/>
              </a:rPr>
              <a:t>训练样本</a:t>
            </a:r>
          </a:p>
        </p:txBody>
      </p:sp>
      <p:sp>
        <p:nvSpPr>
          <p:cNvPr id="24" name="矩形 23"/>
          <p:cNvSpPr/>
          <p:nvPr>
            <p:custDataLst>
              <p:tags r:id="rId11"/>
            </p:custDataLst>
          </p:nvPr>
        </p:nvSpPr>
        <p:spPr>
          <a:xfrm>
            <a:off x="960966" y="2382208"/>
            <a:ext cx="1983571" cy="1061691"/>
          </a:xfrm>
          <a:prstGeom prst="rect">
            <a:avLst/>
          </a:prstGeom>
          <a:noFill/>
        </p:spPr>
        <p:txBody>
          <a:bodyPr wrap="square" lIns="0" tIns="0" rIns="0" bIns="0" rtlCol="0" anchor="t" anchorCtr="0">
            <a:noAutofit/>
          </a:bodyPr>
          <a:lstStyle/>
          <a:p>
            <a:pPr algn="ctr">
              <a:lnSpc>
                <a:spcPct val="130000"/>
              </a:lnSpc>
              <a:spcBef>
                <a:spcPct val="0"/>
              </a:spcBef>
              <a:spcAft>
                <a:spcPct val="0"/>
              </a:spcAft>
            </a:pPr>
            <a:r>
              <a:rPr lang="zh-CN" altLang="en-US">
                <a:ln>
                  <a:noFill/>
                  <a:prstDash val="sysDot"/>
                </a:ln>
                <a:solidFill>
                  <a:srgbClr val="262626"/>
                </a:solidFill>
                <a:latin typeface="+mn-ea"/>
                <a:cs typeface="+mn-ea"/>
              </a:rPr>
              <a:t>训练样本用于模型学习，是算法训练过程中的输入。</a:t>
            </a:r>
          </a:p>
        </p:txBody>
      </p:sp>
      <p:sp>
        <p:nvSpPr>
          <p:cNvPr id="25" name="任意多边形: 形状 62"/>
          <p:cNvSpPr/>
          <p:nvPr>
            <p:custDataLst>
              <p:tags r:id="rId12"/>
            </p:custDataLst>
          </p:nvPr>
        </p:nvSpPr>
        <p:spPr>
          <a:xfrm flipH="1" flipV="1">
            <a:off x="3302837" y="3220405"/>
            <a:ext cx="2704753" cy="3022249"/>
          </a:xfrm>
          <a:custGeom>
            <a:avLst/>
            <a:gdLst>
              <a:gd name="connsiteX0" fmla="*/ 0 w 2700000"/>
              <a:gd name="connsiteY0" fmla="*/ 0 h 3022260"/>
              <a:gd name="connsiteX1" fmla="*/ 2700000 w 2700000"/>
              <a:gd name="connsiteY1" fmla="*/ 0 h 3022260"/>
              <a:gd name="connsiteX2" fmla="*/ 2700000 w 2700000"/>
              <a:gd name="connsiteY2" fmla="*/ 2477321 h 3022260"/>
              <a:gd name="connsiteX3" fmla="*/ 1580263 w 2700000"/>
              <a:gd name="connsiteY3" fmla="*/ 3022260 h 3022260"/>
              <a:gd name="connsiteX4" fmla="*/ 0 w 2700000"/>
              <a:gd name="connsiteY4" fmla="*/ 2016639 h 3022260"/>
              <a:gd name="connsiteX5" fmla="*/ 0 w 2700000"/>
              <a:gd name="connsiteY5" fmla="*/ 0 h 3022260"/>
              <a:gd name="connsiteX0-1" fmla="*/ 2381 w 2702381"/>
              <a:gd name="connsiteY0-2" fmla="*/ 0 h 3022260"/>
              <a:gd name="connsiteX1-3" fmla="*/ 2702381 w 2702381"/>
              <a:gd name="connsiteY1-4" fmla="*/ 0 h 3022260"/>
              <a:gd name="connsiteX2-5" fmla="*/ 2702381 w 2702381"/>
              <a:gd name="connsiteY2-6" fmla="*/ 2477321 h 3022260"/>
              <a:gd name="connsiteX3-7" fmla="*/ 1582644 w 2702381"/>
              <a:gd name="connsiteY3-8" fmla="*/ 3022260 h 3022260"/>
              <a:gd name="connsiteX4-9" fmla="*/ 0 w 2702381"/>
              <a:gd name="connsiteY4-10" fmla="*/ 2461933 h 3022260"/>
              <a:gd name="connsiteX5-11" fmla="*/ 2381 w 2702381"/>
              <a:gd name="connsiteY5-12" fmla="*/ 0 h 3022260"/>
              <a:gd name="connsiteX0-13" fmla="*/ 4763 w 2704763"/>
              <a:gd name="connsiteY0-14" fmla="*/ 0 h 3022260"/>
              <a:gd name="connsiteX1-15" fmla="*/ 2704763 w 2704763"/>
              <a:gd name="connsiteY1-16" fmla="*/ 0 h 3022260"/>
              <a:gd name="connsiteX2-17" fmla="*/ 2704763 w 2704763"/>
              <a:gd name="connsiteY2-18" fmla="*/ 2477321 h 3022260"/>
              <a:gd name="connsiteX3-19" fmla="*/ 1585026 w 2704763"/>
              <a:gd name="connsiteY3-20" fmla="*/ 3022260 h 3022260"/>
              <a:gd name="connsiteX4-21" fmla="*/ 0 w 2704763"/>
              <a:gd name="connsiteY4-22" fmla="*/ 2464314 h 3022260"/>
              <a:gd name="connsiteX5-23" fmla="*/ 4763 w 2704763"/>
              <a:gd name="connsiteY5-24" fmla="*/ 0 h 302226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2704763" h="3022260">
                <a:moveTo>
                  <a:pt x="4763" y="0"/>
                </a:moveTo>
                <a:lnTo>
                  <a:pt x="2704763" y="0"/>
                </a:lnTo>
                <a:lnTo>
                  <a:pt x="2704763" y="2477321"/>
                </a:lnTo>
                <a:lnTo>
                  <a:pt x="1585026" y="3022260"/>
                </a:lnTo>
                <a:lnTo>
                  <a:pt x="0" y="2464314"/>
                </a:lnTo>
                <a:cubicBezTo>
                  <a:pt x="794" y="1643670"/>
                  <a:pt x="3969" y="820644"/>
                  <a:pt x="4763" y="0"/>
                </a:cubicBezTo>
                <a:close/>
              </a:path>
            </a:pathLst>
          </a:custGeom>
          <a:gradFill>
            <a:gsLst>
              <a:gs pos="0">
                <a:schemeClr val="accent1">
                  <a:alpha val="80000"/>
                </a:schemeClr>
              </a:gs>
              <a:gs pos="40000">
                <a:schemeClr val="accent1"/>
              </a:gs>
            </a:gsLst>
            <a:lin ang="3600000" scaled="0"/>
          </a:gra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6" name="矩形 25"/>
          <p:cNvSpPr/>
          <p:nvPr>
            <p:custDataLst>
              <p:tags r:id="rId13"/>
            </p:custDataLst>
          </p:nvPr>
        </p:nvSpPr>
        <p:spPr>
          <a:xfrm>
            <a:off x="3662246" y="4174807"/>
            <a:ext cx="1983733" cy="474978"/>
          </a:xfrm>
          <a:prstGeom prst="rect">
            <a:avLst/>
          </a:prstGeom>
          <a:noFill/>
        </p:spPr>
        <p:txBody>
          <a:bodyPr wrap="square" lIns="0" tIns="0" rIns="0" bIns="0" rtlCol="0" anchor="ctr">
            <a:noAutofit/>
          </a:bodyPr>
          <a:lstStyle/>
          <a:p>
            <a:pPr algn="ctr">
              <a:spcBef>
                <a:spcPct val="0"/>
              </a:spcBef>
              <a:spcAft>
                <a:spcPct val="0"/>
              </a:spcAft>
            </a:pPr>
            <a:r>
              <a:rPr lang="zh-CN" altLang="en-US" sz="2200" b="1" dirty="0">
                <a:solidFill>
                  <a:srgbClr val="FFFFFF"/>
                </a:solidFill>
                <a:latin typeface="+mn-ea"/>
                <a:cs typeface="+mn-ea"/>
              </a:rPr>
              <a:t>验证样本</a:t>
            </a:r>
          </a:p>
        </p:txBody>
      </p:sp>
      <p:sp>
        <p:nvSpPr>
          <p:cNvPr id="27" name="矩形 26"/>
          <p:cNvSpPr/>
          <p:nvPr>
            <p:custDataLst>
              <p:tags r:id="rId14"/>
            </p:custDataLst>
          </p:nvPr>
        </p:nvSpPr>
        <p:spPr>
          <a:xfrm>
            <a:off x="3662246" y="4769799"/>
            <a:ext cx="1983571" cy="1061691"/>
          </a:xfrm>
          <a:prstGeom prst="rect">
            <a:avLst/>
          </a:prstGeom>
          <a:noFill/>
        </p:spPr>
        <p:txBody>
          <a:bodyPr wrap="square" lIns="0" tIns="0" rIns="0" bIns="0" rtlCol="0" anchor="t" anchorCtr="0">
            <a:noAutofit/>
          </a:bodyPr>
          <a:lstStyle/>
          <a:p>
            <a:pPr algn="ctr">
              <a:lnSpc>
                <a:spcPct val="130000"/>
              </a:lnSpc>
              <a:spcBef>
                <a:spcPct val="0"/>
              </a:spcBef>
              <a:spcAft>
                <a:spcPct val="0"/>
              </a:spcAft>
            </a:pPr>
            <a:r>
              <a:rPr lang="zh-CN" altLang="en-US" dirty="0">
                <a:ln>
                  <a:noFill/>
                  <a:prstDash val="sysDot"/>
                </a:ln>
                <a:solidFill>
                  <a:srgbClr val="FFFFFF"/>
                </a:solidFill>
                <a:latin typeface="+mn-ea"/>
                <a:cs typeface="+mn-ea"/>
              </a:rPr>
              <a:t>验证样本用于模型选择和超参数调整。</a:t>
            </a:r>
          </a:p>
        </p:txBody>
      </p:sp>
      <p:sp>
        <p:nvSpPr>
          <p:cNvPr id="28" name="矩形 27"/>
          <p:cNvSpPr/>
          <p:nvPr>
            <p:custDataLst>
              <p:tags r:id="rId15"/>
            </p:custDataLst>
          </p:nvPr>
        </p:nvSpPr>
        <p:spPr>
          <a:xfrm>
            <a:off x="6362891" y="1787215"/>
            <a:ext cx="1983733" cy="474978"/>
          </a:xfrm>
          <a:prstGeom prst="rect">
            <a:avLst/>
          </a:prstGeom>
          <a:noFill/>
        </p:spPr>
        <p:txBody>
          <a:bodyPr wrap="square" lIns="0" tIns="0" rIns="0" bIns="0" rtlCol="0" anchor="ctr">
            <a:noAutofit/>
          </a:bodyPr>
          <a:lstStyle/>
          <a:p>
            <a:pPr algn="ctr">
              <a:spcBef>
                <a:spcPct val="0"/>
              </a:spcBef>
              <a:spcAft>
                <a:spcPct val="0"/>
              </a:spcAft>
            </a:pPr>
            <a:r>
              <a:rPr lang="zh-CN" altLang="en-US" sz="2200" b="1" dirty="0">
                <a:solidFill>
                  <a:srgbClr val="FFFFFF"/>
                </a:solidFill>
                <a:latin typeface="+mn-ea"/>
                <a:cs typeface="+mn-ea"/>
              </a:rPr>
              <a:t>测试样本</a:t>
            </a:r>
          </a:p>
        </p:txBody>
      </p:sp>
      <p:sp>
        <p:nvSpPr>
          <p:cNvPr id="29" name="矩形 28"/>
          <p:cNvSpPr/>
          <p:nvPr>
            <p:custDataLst>
              <p:tags r:id="rId16"/>
            </p:custDataLst>
          </p:nvPr>
        </p:nvSpPr>
        <p:spPr>
          <a:xfrm>
            <a:off x="6362891" y="2382208"/>
            <a:ext cx="1983571" cy="1061691"/>
          </a:xfrm>
          <a:prstGeom prst="rect">
            <a:avLst/>
          </a:prstGeom>
          <a:noFill/>
        </p:spPr>
        <p:txBody>
          <a:bodyPr wrap="square" lIns="0" tIns="0" rIns="0" bIns="0" rtlCol="0" anchor="t" anchorCtr="0">
            <a:noAutofit/>
          </a:bodyPr>
          <a:lstStyle/>
          <a:p>
            <a:pPr algn="ctr">
              <a:lnSpc>
                <a:spcPct val="130000"/>
              </a:lnSpc>
              <a:spcBef>
                <a:spcPct val="0"/>
              </a:spcBef>
              <a:spcAft>
                <a:spcPct val="0"/>
              </a:spcAft>
            </a:pPr>
            <a:r>
              <a:rPr lang="zh-CN" altLang="en-US" dirty="0">
                <a:ln>
                  <a:noFill/>
                  <a:prstDash val="sysDot"/>
                </a:ln>
                <a:solidFill>
                  <a:srgbClr val="FFFFFF"/>
                </a:solidFill>
                <a:latin typeface="+mn-ea"/>
                <a:cs typeface="+mn-ea"/>
              </a:rPr>
              <a:t>测试样本用于评估模型的最终性能。</a:t>
            </a:r>
          </a:p>
        </p:txBody>
      </p:sp>
      <p:sp>
        <p:nvSpPr>
          <p:cNvPr id="30" name="矩形 29"/>
          <p:cNvSpPr/>
          <p:nvPr>
            <p:custDataLst>
              <p:tags r:id="rId17"/>
            </p:custDataLst>
          </p:nvPr>
        </p:nvSpPr>
        <p:spPr>
          <a:xfrm>
            <a:off x="9064171" y="4174807"/>
            <a:ext cx="1983733" cy="474978"/>
          </a:xfrm>
          <a:prstGeom prst="rect">
            <a:avLst/>
          </a:prstGeom>
          <a:noFill/>
        </p:spPr>
        <p:txBody>
          <a:bodyPr wrap="square" lIns="0" tIns="0" rIns="0" bIns="0" rtlCol="0" anchor="ctr">
            <a:noAutofit/>
          </a:bodyPr>
          <a:lstStyle/>
          <a:p>
            <a:pPr algn="ctr">
              <a:spcBef>
                <a:spcPct val="0"/>
              </a:spcBef>
              <a:spcAft>
                <a:spcPct val="0"/>
              </a:spcAft>
            </a:pPr>
            <a:r>
              <a:rPr lang="zh-CN" altLang="en-US" sz="2200" b="1">
                <a:solidFill>
                  <a:schemeClr val="accent1"/>
                </a:solidFill>
                <a:latin typeface="+mn-ea"/>
                <a:cs typeface="+mn-ea"/>
              </a:rPr>
              <a:t>损失函数</a:t>
            </a:r>
          </a:p>
        </p:txBody>
      </p:sp>
      <p:sp>
        <p:nvSpPr>
          <p:cNvPr id="31" name="矩形 30"/>
          <p:cNvSpPr/>
          <p:nvPr>
            <p:custDataLst>
              <p:tags r:id="rId18"/>
            </p:custDataLst>
          </p:nvPr>
        </p:nvSpPr>
        <p:spPr>
          <a:xfrm>
            <a:off x="9064171" y="4769799"/>
            <a:ext cx="1983571" cy="1061691"/>
          </a:xfrm>
          <a:prstGeom prst="rect">
            <a:avLst/>
          </a:prstGeom>
          <a:noFill/>
        </p:spPr>
        <p:txBody>
          <a:bodyPr wrap="square" lIns="0" tIns="0" rIns="0" bIns="0" rtlCol="0" anchor="t" anchorCtr="0">
            <a:noAutofit/>
          </a:bodyPr>
          <a:lstStyle/>
          <a:p>
            <a:pPr algn="ctr">
              <a:lnSpc>
                <a:spcPct val="130000"/>
              </a:lnSpc>
              <a:spcBef>
                <a:spcPct val="0"/>
              </a:spcBef>
              <a:spcAft>
                <a:spcPct val="0"/>
              </a:spcAft>
            </a:pPr>
            <a:r>
              <a:rPr lang="zh-CN" altLang="en-US" dirty="0">
                <a:ln>
                  <a:noFill/>
                  <a:prstDash val="sysDot"/>
                </a:ln>
                <a:solidFill>
                  <a:srgbClr val="262626"/>
                </a:solidFill>
                <a:latin typeface="+mn-ea"/>
                <a:cs typeface="+mn-ea"/>
              </a:rPr>
              <a:t>损失函数衡量模型预测值与真实值之间的差异。</a:t>
            </a:r>
          </a:p>
        </p:txBody>
      </p:sp>
    </p:spTree>
    <p:custDataLst>
      <p:tags r:id="rId1"/>
    </p:custData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custDataLst>
              <p:tags r:id="rId2"/>
            </p:custDataLst>
          </p:nvPr>
        </p:nvSpPr>
        <p:spPr>
          <a:xfrm>
            <a:off x="4343290" y="5605703"/>
            <a:ext cx="1524111" cy="952115"/>
          </a:xfrm>
          <a:prstGeom prst="rect">
            <a:avLst/>
          </a:prstGeom>
          <a:noFill/>
        </p:spPr>
        <p:txBody>
          <a:bodyPr wrap="square" lIns="0" tIns="0" rIns="0" bIns="0" rtlCol="0" anchor="t" anchorCtr="0">
            <a:noAutofit/>
          </a:bodyPr>
          <a:lstStyle/>
          <a:p>
            <a:pPr>
              <a:lnSpc>
                <a:spcPct val="150000"/>
              </a:lnSpc>
              <a:spcBef>
                <a:spcPct val="0"/>
              </a:spcBef>
              <a:spcAft>
                <a:spcPct val="0"/>
              </a:spcAft>
            </a:pPr>
            <a:r>
              <a:rPr lang="zh-CN" altLang="en-US" sz="1400" dirty="0">
                <a:ln>
                  <a:noFill/>
                  <a:prstDash val="sysDot"/>
                </a:ln>
                <a:solidFill>
                  <a:schemeClr val="tx1">
                    <a:lumMod val="85000"/>
                    <a:lumOff val="15000"/>
                  </a:schemeClr>
                </a:solidFill>
                <a:latin typeface="+mn-ea"/>
                <a:cs typeface="+mn-ea"/>
              </a:rPr>
              <a:t>监督学习涉及有标签数据，用于预测或分类任务。</a:t>
            </a:r>
          </a:p>
        </p:txBody>
      </p:sp>
      <p:sp>
        <p:nvSpPr>
          <p:cNvPr id="4" name="矩形 3"/>
          <p:cNvSpPr/>
          <p:nvPr>
            <p:custDataLst>
              <p:tags r:id="rId3"/>
            </p:custDataLst>
          </p:nvPr>
        </p:nvSpPr>
        <p:spPr>
          <a:xfrm>
            <a:off x="4343290" y="5093085"/>
            <a:ext cx="1295511" cy="491664"/>
          </a:xfrm>
          <a:prstGeom prst="rect">
            <a:avLst/>
          </a:prstGeom>
          <a:noFill/>
        </p:spPr>
        <p:txBody>
          <a:bodyPr wrap="square" lIns="0" tIns="0" rIns="0" bIns="0" rtlCol="0" anchor="ctr">
            <a:noAutofit/>
          </a:bodyPr>
          <a:lstStyle/>
          <a:p>
            <a:pPr algn="ctr">
              <a:spcBef>
                <a:spcPct val="0"/>
              </a:spcBef>
              <a:spcAft>
                <a:spcPct val="0"/>
              </a:spcAft>
              <a:buClr>
                <a:schemeClr val="accent1"/>
              </a:buClr>
              <a:buSzPct val="70000"/>
            </a:pPr>
            <a:r>
              <a:rPr lang="zh-CN" altLang="en-US" sz="2000" b="1" dirty="0">
                <a:solidFill>
                  <a:schemeClr val="accent1"/>
                </a:solidFill>
                <a:latin typeface="+mn-ea"/>
                <a:cs typeface="+mn-ea"/>
              </a:rPr>
              <a:t>监督学习</a:t>
            </a:r>
          </a:p>
        </p:txBody>
      </p:sp>
      <p:sp>
        <p:nvSpPr>
          <p:cNvPr id="5" name="矩形 4"/>
          <p:cNvSpPr/>
          <p:nvPr>
            <p:custDataLst>
              <p:tags r:id="rId4"/>
            </p:custDataLst>
          </p:nvPr>
        </p:nvSpPr>
        <p:spPr>
          <a:xfrm>
            <a:off x="2186979" y="5599840"/>
            <a:ext cx="1699221" cy="730161"/>
          </a:xfrm>
          <a:prstGeom prst="rect">
            <a:avLst/>
          </a:prstGeom>
          <a:noFill/>
        </p:spPr>
        <p:txBody>
          <a:bodyPr wrap="square" lIns="0" tIns="0" rIns="0" bIns="0" rtlCol="0" anchor="t" anchorCtr="0">
            <a:noAutofit/>
          </a:bodyPr>
          <a:lstStyle/>
          <a:p>
            <a:pPr>
              <a:lnSpc>
                <a:spcPct val="150000"/>
              </a:lnSpc>
              <a:spcBef>
                <a:spcPct val="0"/>
              </a:spcBef>
              <a:spcAft>
                <a:spcPct val="0"/>
              </a:spcAft>
            </a:pPr>
            <a:r>
              <a:rPr lang="zh-CN" altLang="en-US" sz="1400" dirty="0">
                <a:ln>
                  <a:noFill/>
                  <a:prstDash val="sysDot"/>
                </a:ln>
                <a:solidFill>
                  <a:schemeClr val="tx1">
                    <a:lumMod val="85000"/>
                    <a:lumOff val="15000"/>
                  </a:schemeClr>
                </a:solidFill>
                <a:latin typeface="+mn-ea"/>
                <a:cs typeface="+mn-ea"/>
              </a:rPr>
              <a:t>无监督学习处理无标签数据，用于发现数据中的结构。</a:t>
            </a:r>
          </a:p>
        </p:txBody>
      </p:sp>
      <p:sp>
        <p:nvSpPr>
          <p:cNvPr id="7" name="矩形 6"/>
          <p:cNvSpPr/>
          <p:nvPr>
            <p:custDataLst>
              <p:tags r:id="rId5"/>
            </p:custDataLst>
          </p:nvPr>
        </p:nvSpPr>
        <p:spPr>
          <a:xfrm>
            <a:off x="2186979" y="5091019"/>
            <a:ext cx="1445221" cy="508821"/>
          </a:xfrm>
          <a:prstGeom prst="rect">
            <a:avLst/>
          </a:prstGeom>
          <a:noFill/>
        </p:spPr>
        <p:txBody>
          <a:bodyPr wrap="square" lIns="0" tIns="0" rIns="0" bIns="0" rtlCol="0" anchor="ctr">
            <a:noAutofit/>
          </a:bodyPr>
          <a:lstStyle/>
          <a:p>
            <a:pPr algn="ctr">
              <a:spcBef>
                <a:spcPct val="0"/>
              </a:spcBef>
              <a:spcAft>
                <a:spcPct val="0"/>
              </a:spcAft>
              <a:buClr>
                <a:schemeClr val="accent1"/>
              </a:buClr>
              <a:buSzPct val="70000"/>
            </a:pPr>
            <a:r>
              <a:rPr lang="zh-CN" altLang="en-US" sz="2000" b="1" dirty="0">
                <a:solidFill>
                  <a:schemeClr val="accent1"/>
                </a:solidFill>
                <a:latin typeface="+mn-ea"/>
                <a:cs typeface="+mn-ea"/>
              </a:rPr>
              <a:t>无监督学习</a:t>
            </a:r>
          </a:p>
        </p:txBody>
      </p:sp>
      <p:sp>
        <p:nvSpPr>
          <p:cNvPr id="8" name="矩形 7"/>
          <p:cNvSpPr/>
          <p:nvPr>
            <p:custDataLst>
              <p:tags r:id="rId6"/>
            </p:custDataLst>
          </p:nvPr>
        </p:nvSpPr>
        <p:spPr>
          <a:xfrm>
            <a:off x="6303744" y="5599840"/>
            <a:ext cx="1621056" cy="1144358"/>
          </a:xfrm>
          <a:prstGeom prst="rect">
            <a:avLst/>
          </a:prstGeom>
          <a:noFill/>
        </p:spPr>
        <p:txBody>
          <a:bodyPr wrap="square" lIns="0" tIns="0" rIns="0" bIns="0" rtlCol="0" anchor="t" anchorCtr="0">
            <a:noAutofit/>
          </a:bodyPr>
          <a:lstStyle/>
          <a:p>
            <a:pPr>
              <a:lnSpc>
                <a:spcPct val="150000"/>
              </a:lnSpc>
              <a:spcBef>
                <a:spcPct val="0"/>
              </a:spcBef>
              <a:spcAft>
                <a:spcPct val="0"/>
              </a:spcAft>
            </a:pPr>
            <a:r>
              <a:rPr lang="zh-CN" altLang="en-US" sz="1400" dirty="0">
                <a:ln>
                  <a:noFill/>
                  <a:prstDash val="sysDot"/>
                </a:ln>
                <a:solidFill>
                  <a:schemeClr val="tx1">
                    <a:lumMod val="85000"/>
                    <a:lumOff val="15000"/>
                  </a:schemeClr>
                </a:solidFill>
                <a:latin typeface="+mn-ea"/>
                <a:cs typeface="+mn-ea"/>
              </a:rPr>
              <a:t>半监督学习结合少量标签数据和大量无标签数据。</a:t>
            </a:r>
          </a:p>
        </p:txBody>
      </p:sp>
      <p:sp>
        <p:nvSpPr>
          <p:cNvPr id="9" name="矩形 8"/>
          <p:cNvSpPr/>
          <p:nvPr>
            <p:custDataLst>
              <p:tags r:id="rId7"/>
            </p:custDataLst>
          </p:nvPr>
        </p:nvSpPr>
        <p:spPr>
          <a:xfrm>
            <a:off x="6303744" y="5087706"/>
            <a:ext cx="1621056" cy="491664"/>
          </a:xfrm>
          <a:prstGeom prst="rect">
            <a:avLst/>
          </a:prstGeom>
          <a:noFill/>
        </p:spPr>
        <p:txBody>
          <a:bodyPr wrap="square" lIns="0" tIns="0" rIns="0" bIns="0" rtlCol="0" anchor="ctr">
            <a:noAutofit/>
          </a:bodyPr>
          <a:lstStyle/>
          <a:p>
            <a:pPr>
              <a:spcBef>
                <a:spcPct val="0"/>
              </a:spcBef>
              <a:spcAft>
                <a:spcPct val="0"/>
              </a:spcAft>
              <a:buClr>
                <a:schemeClr val="accent1"/>
              </a:buClr>
              <a:buSzPct val="70000"/>
            </a:pPr>
            <a:r>
              <a:rPr lang="zh-CN" altLang="en-US" sz="2000" b="1" dirty="0">
                <a:solidFill>
                  <a:schemeClr val="accent1"/>
                </a:solidFill>
                <a:latin typeface="+mn-ea"/>
                <a:cs typeface="+mn-ea"/>
              </a:rPr>
              <a:t>半监督学习</a:t>
            </a:r>
          </a:p>
        </p:txBody>
      </p:sp>
      <p:sp>
        <p:nvSpPr>
          <p:cNvPr id="15" name="标题 21"/>
          <p:cNvSpPr>
            <a:spLocks noGrp="1"/>
          </p:cNvSpPr>
          <p:nvPr>
            <p:ph type="title"/>
            <p:custDataLst>
              <p:tags r:id="rId8"/>
            </p:custDataLst>
          </p:nvPr>
        </p:nvSpPr>
        <p:spPr>
          <a:xfrm>
            <a:off x="749135" y="43542"/>
            <a:ext cx="8775438" cy="599705"/>
          </a:xfrm>
        </p:spPr>
        <p:txBody>
          <a:bodyPr>
            <a:normAutofit fontScale="90000"/>
          </a:bodyPr>
          <a:lstStyle/>
          <a:p>
            <a:r>
              <a:rPr lang="en-US" altLang="zh-CN" dirty="0"/>
              <a:t>2.1.2 </a:t>
            </a:r>
            <a:r>
              <a:rPr lang="zh-CN" altLang="en-US" dirty="0"/>
              <a:t>机器学习场景</a:t>
            </a:r>
          </a:p>
        </p:txBody>
      </p:sp>
      <p:pic>
        <p:nvPicPr>
          <p:cNvPr id="16" name="图片 15"/>
          <p:cNvPicPr>
            <a:picLocks noChangeAspect="1"/>
          </p:cNvPicPr>
          <p:nvPr/>
        </p:nvPicPr>
        <p:blipFill>
          <a:blip r:embed="rId13">
            <a:clrChange>
              <a:clrFrom>
                <a:srgbClr val="EEF0ED"/>
              </a:clrFrom>
              <a:clrTo>
                <a:srgbClr val="EEF0ED">
                  <a:alpha val="0"/>
                </a:srgbClr>
              </a:clrTo>
            </a:clrChange>
          </a:blip>
          <a:stretch>
            <a:fillRect/>
          </a:stretch>
        </p:blipFill>
        <p:spPr>
          <a:xfrm>
            <a:off x="1981729" y="664201"/>
            <a:ext cx="8301567" cy="4499384"/>
          </a:xfrm>
          <a:prstGeom prst="rect">
            <a:avLst/>
          </a:prstGeom>
        </p:spPr>
      </p:pic>
      <p:sp>
        <p:nvSpPr>
          <p:cNvPr id="17" name="矩形 16"/>
          <p:cNvSpPr/>
          <p:nvPr>
            <p:custDataLst>
              <p:tags r:id="rId9"/>
            </p:custDataLst>
          </p:nvPr>
        </p:nvSpPr>
        <p:spPr>
          <a:xfrm>
            <a:off x="8363728" y="5125646"/>
            <a:ext cx="1621056" cy="491664"/>
          </a:xfrm>
          <a:prstGeom prst="rect">
            <a:avLst/>
          </a:prstGeom>
          <a:noFill/>
        </p:spPr>
        <p:txBody>
          <a:bodyPr wrap="square" lIns="0" tIns="0" rIns="0" bIns="0" rtlCol="0" anchor="ctr">
            <a:noAutofit/>
          </a:bodyPr>
          <a:lstStyle/>
          <a:p>
            <a:pPr algn="ctr">
              <a:spcBef>
                <a:spcPct val="0"/>
              </a:spcBef>
              <a:spcAft>
                <a:spcPct val="0"/>
              </a:spcAft>
              <a:buClr>
                <a:schemeClr val="accent1"/>
              </a:buClr>
              <a:buSzPct val="70000"/>
            </a:pPr>
            <a:r>
              <a:rPr lang="zh-CN" altLang="en-US" sz="2000" b="1" dirty="0">
                <a:solidFill>
                  <a:schemeClr val="accent1"/>
                </a:solidFill>
                <a:latin typeface="+mn-ea"/>
                <a:cs typeface="+mn-ea"/>
              </a:rPr>
              <a:t>强化学习</a:t>
            </a:r>
          </a:p>
        </p:txBody>
      </p:sp>
      <p:sp>
        <p:nvSpPr>
          <p:cNvPr id="18" name="矩形 17"/>
          <p:cNvSpPr/>
          <p:nvPr>
            <p:custDataLst>
              <p:tags r:id="rId10"/>
            </p:custDataLst>
          </p:nvPr>
        </p:nvSpPr>
        <p:spPr>
          <a:xfrm>
            <a:off x="8512984" y="5599840"/>
            <a:ext cx="1621056" cy="1144358"/>
          </a:xfrm>
          <a:prstGeom prst="rect">
            <a:avLst/>
          </a:prstGeom>
          <a:noFill/>
        </p:spPr>
        <p:txBody>
          <a:bodyPr wrap="square" lIns="0" tIns="0" rIns="0" bIns="0" rtlCol="0" anchor="t" anchorCtr="0">
            <a:noAutofit/>
          </a:bodyPr>
          <a:lstStyle/>
          <a:p>
            <a:pPr>
              <a:lnSpc>
                <a:spcPct val="150000"/>
              </a:lnSpc>
              <a:spcBef>
                <a:spcPct val="0"/>
              </a:spcBef>
              <a:spcAft>
                <a:spcPct val="0"/>
              </a:spcAft>
            </a:pPr>
            <a:r>
              <a:rPr lang="zh-CN" altLang="en-US" sz="1400" dirty="0">
                <a:ln>
                  <a:noFill/>
                  <a:prstDash val="sysDot"/>
                </a:ln>
                <a:solidFill>
                  <a:schemeClr val="tx1">
                    <a:lumMod val="85000"/>
                    <a:lumOff val="15000"/>
                  </a:schemeClr>
                </a:solidFill>
                <a:latin typeface="+mn-ea"/>
                <a:cs typeface="+mn-ea"/>
              </a:rPr>
              <a:t>强化学习强调如何基于环境而行动，以取得最大化的预期收益</a:t>
            </a:r>
          </a:p>
        </p:txBody>
      </p:sp>
    </p:spTree>
    <p:custDataLst>
      <p:tags r:id="rId1"/>
    </p:custData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idx="16385"/>
            <p:custDataLst>
              <p:tags r:id="rId2"/>
            </p:custDataLst>
          </p:nvPr>
        </p:nvSpPr>
        <p:spPr>
          <a:noFill/>
        </p:spPr>
        <p:txBody>
          <a:bodyPr vert="horz" wrap="none" lIns="0" tIns="0" rIns="0" bIns="0" rtlCol="0" anchor="t" anchorCtr="0">
            <a:normAutofit/>
          </a:bodyPr>
          <a:lstStyle/>
          <a:p>
            <a:pPr lvl="0" algn="l"/>
            <a:r>
              <a:rPr>
                <a:solidFill>
                  <a:schemeClr val="tx1"/>
                </a:solidFill>
                <a:sym typeface="+mn-ea"/>
              </a:rPr>
              <a:t>机器学习的类型和算法</a:t>
            </a:r>
          </a:p>
        </p:txBody>
      </p:sp>
      <p:cxnSp>
        <p:nvCxnSpPr>
          <p:cNvPr id="65" name="直接连接符 64"/>
          <p:cNvCxnSpPr/>
          <p:nvPr>
            <p:custDataLst>
              <p:tags r:id="rId3"/>
            </p:custDataLst>
          </p:nvPr>
        </p:nvCxnSpPr>
        <p:spPr>
          <a:xfrm flipH="1">
            <a:off x="3352165" y="2562226"/>
            <a:ext cx="10795" cy="3111500"/>
          </a:xfrm>
          <a:prstGeom prst="line">
            <a:avLst/>
          </a:prstGeom>
          <a:ln w="12700" cmpd="sng">
            <a:solidFill>
              <a:schemeClr val="tx1">
                <a:lumMod val="85000"/>
                <a:lumOff val="15000"/>
                <a:alpha val="21000"/>
              </a:schemeClr>
            </a:solidFill>
            <a:prstDash val="sysDash"/>
          </a:ln>
        </p:spPr>
        <p:style>
          <a:lnRef idx="2">
            <a:schemeClr val="accent1"/>
          </a:lnRef>
          <a:fillRef idx="0">
            <a:srgbClr val="FFFFFF"/>
          </a:fillRef>
          <a:effectRef idx="0">
            <a:srgbClr val="FFFFFF"/>
          </a:effectRef>
          <a:fontRef idx="minor">
            <a:schemeClr val="tx1"/>
          </a:fontRef>
        </p:style>
      </p:cxnSp>
      <p:cxnSp>
        <p:nvCxnSpPr>
          <p:cNvPr id="66" name="直接连接符 65"/>
          <p:cNvCxnSpPr/>
          <p:nvPr>
            <p:custDataLst>
              <p:tags r:id="rId4"/>
            </p:custDataLst>
          </p:nvPr>
        </p:nvCxnSpPr>
        <p:spPr>
          <a:xfrm>
            <a:off x="6090920" y="1922146"/>
            <a:ext cx="5080" cy="3326765"/>
          </a:xfrm>
          <a:prstGeom prst="line">
            <a:avLst/>
          </a:prstGeom>
          <a:ln w="12700" cmpd="sng">
            <a:solidFill>
              <a:schemeClr val="tx1">
                <a:lumMod val="85000"/>
                <a:lumOff val="15000"/>
                <a:alpha val="21000"/>
              </a:schemeClr>
            </a:solidFill>
            <a:prstDash val="sysDash"/>
          </a:ln>
        </p:spPr>
        <p:style>
          <a:lnRef idx="2">
            <a:schemeClr val="accent1"/>
          </a:lnRef>
          <a:fillRef idx="0">
            <a:srgbClr val="FFFFFF"/>
          </a:fillRef>
          <a:effectRef idx="0">
            <a:srgbClr val="FFFFFF"/>
          </a:effectRef>
          <a:fontRef idx="minor">
            <a:schemeClr val="tx1"/>
          </a:fontRef>
        </p:style>
      </p:cxnSp>
      <p:cxnSp>
        <p:nvCxnSpPr>
          <p:cNvPr id="67" name="直接连接符 66"/>
          <p:cNvCxnSpPr/>
          <p:nvPr>
            <p:custDataLst>
              <p:tags r:id="rId5"/>
            </p:custDataLst>
          </p:nvPr>
        </p:nvCxnSpPr>
        <p:spPr>
          <a:xfrm>
            <a:off x="8834120" y="1388746"/>
            <a:ext cx="5080" cy="3435350"/>
          </a:xfrm>
          <a:prstGeom prst="line">
            <a:avLst/>
          </a:prstGeom>
          <a:ln w="12700" cmpd="sng">
            <a:solidFill>
              <a:schemeClr val="tx1">
                <a:lumMod val="85000"/>
                <a:lumOff val="15000"/>
                <a:alpha val="21000"/>
              </a:schemeClr>
            </a:solidFill>
            <a:prstDash val="sysDash"/>
          </a:ln>
        </p:spPr>
        <p:style>
          <a:lnRef idx="2">
            <a:schemeClr val="accent1"/>
          </a:lnRef>
          <a:fillRef idx="0">
            <a:srgbClr val="FFFFFF"/>
          </a:fillRef>
          <a:effectRef idx="0">
            <a:srgbClr val="FFFFFF"/>
          </a:effectRef>
          <a:fontRef idx="minor">
            <a:schemeClr val="tx1"/>
          </a:fontRef>
        </p:style>
      </p:cxnSp>
      <p:cxnSp>
        <p:nvCxnSpPr>
          <p:cNvPr id="68" name="直接连接符 67"/>
          <p:cNvCxnSpPr/>
          <p:nvPr>
            <p:custDataLst>
              <p:tags r:id="rId6"/>
            </p:custDataLst>
          </p:nvPr>
        </p:nvCxnSpPr>
        <p:spPr>
          <a:xfrm>
            <a:off x="11581765" y="1589405"/>
            <a:ext cx="0" cy="2809875"/>
          </a:xfrm>
          <a:prstGeom prst="line">
            <a:avLst/>
          </a:prstGeom>
          <a:ln w="12700" cmpd="sng">
            <a:solidFill>
              <a:schemeClr val="tx1">
                <a:lumMod val="85000"/>
                <a:lumOff val="15000"/>
                <a:alpha val="21000"/>
              </a:schemeClr>
            </a:solidFill>
            <a:prstDash val="sysDash"/>
          </a:ln>
        </p:spPr>
        <p:style>
          <a:lnRef idx="2">
            <a:schemeClr val="accent1"/>
          </a:lnRef>
          <a:fillRef idx="0">
            <a:srgbClr val="FFFFFF"/>
          </a:fillRef>
          <a:effectRef idx="0">
            <a:srgbClr val="FFFFFF"/>
          </a:effectRef>
          <a:fontRef idx="minor">
            <a:schemeClr val="tx1"/>
          </a:fontRef>
        </p:style>
      </p:cxnSp>
      <p:sp>
        <p:nvSpPr>
          <p:cNvPr id="69" name="正文"/>
          <p:cNvSpPr txBox="1"/>
          <p:nvPr>
            <p:custDataLst>
              <p:tags r:id="rId7"/>
            </p:custDataLst>
          </p:nvPr>
        </p:nvSpPr>
        <p:spPr>
          <a:xfrm>
            <a:off x="802640" y="3467736"/>
            <a:ext cx="2357120" cy="840740"/>
          </a:xfrm>
          <a:prstGeom prst="rect">
            <a:avLst/>
          </a:prstGeom>
          <a:noFill/>
        </p:spPr>
        <p:txBody>
          <a:bodyPr wrap="square" lIns="0" tIns="0" rIns="0" bIns="0" rtlCol="0" anchor="t" anchorCtr="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just" defTabSz="914400" rtl="0" eaLnBrk="1" fontAlgn="auto" latinLnBrk="0" hangingPunct="1">
              <a:lnSpc>
                <a:spcPct val="140000"/>
              </a:lnSpc>
              <a:spcBef>
                <a:spcPct val="0"/>
              </a:spcBef>
              <a:spcAft>
                <a:spcPct val="0"/>
              </a:spcAft>
              <a:buClrTx/>
              <a:buSzTx/>
              <a:buFontTx/>
              <a:buNone/>
              <a:tabLst/>
              <a:defRPr/>
            </a:pPr>
            <a:r>
              <a:rPr kumimoji="0" lang="zh-CN" altLang="en-US" sz="1600" b="0" i="0" u="none" strike="noStrike" kern="1200" cap="none" spc="0" normalizeH="0" baseline="0" noProof="0" dirty="0">
                <a:ln>
                  <a:noFill/>
                </a:ln>
                <a:solidFill>
                  <a:srgbClr val="333333">
                    <a:lumMod val="75000"/>
                    <a:lumOff val="25000"/>
                  </a:srgbClr>
                </a:solidFill>
                <a:effectLst/>
                <a:uLnTx/>
                <a:uFillTx/>
                <a:latin typeface="微软雅黑"/>
                <a:ea typeface="微软雅黑"/>
                <a:cs typeface="+mn-ea"/>
                <a:sym typeface="+mn-ea"/>
              </a:rPr>
              <a:t>通过标记数据进行训练，模型学习输入与输出之间的映射关系，常用于分类和回归任务。</a:t>
            </a:r>
          </a:p>
        </p:txBody>
      </p:sp>
      <p:sp>
        <p:nvSpPr>
          <p:cNvPr id="70" name="标题"/>
          <p:cNvSpPr txBox="1"/>
          <p:nvPr>
            <p:custDataLst>
              <p:tags r:id="rId8"/>
            </p:custDataLst>
          </p:nvPr>
        </p:nvSpPr>
        <p:spPr>
          <a:xfrm>
            <a:off x="802640" y="3089276"/>
            <a:ext cx="2357120" cy="328930"/>
          </a:xfrm>
          <a:prstGeom prst="rect">
            <a:avLst/>
          </a:prstGeom>
          <a:noFill/>
        </p:spPr>
        <p:txBody>
          <a:bodyPr wrap="square" lIns="0" tIns="0" rIns="0" bIns="0" rtlCol="0" anchor="b">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just" defTabSz="914400" rtl="0" eaLnBrk="1" fontAlgn="auto" latinLnBrk="0" hangingPunct="1">
              <a:lnSpc>
                <a:spcPct val="120000"/>
              </a:lnSpc>
              <a:spcBef>
                <a:spcPts val="0"/>
              </a:spcBef>
              <a:spcAft>
                <a:spcPts val="0"/>
              </a:spcAft>
              <a:buClrTx/>
              <a:buSzTx/>
              <a:buFontTx/>
              <a:buNone/>
              <a:tabLst/>
              <a:defRPr/>
            </a:pPr>
            <a:r>
              <a:rPr kumimoji="0" lang="zh-CN" altLang="en-US" sz="2400" b="1" i="0" u="none" strike="noStrike" kern="1200" cap="none" spc="0" normalizeH="0" baseline="0" noProof="0" dirty="0">
                <a:ln>
                  <a:noFill/>
                </a:ln>
                <a:solidFill>
                  <a:srgbClr val="333333"/>
                </a:solidFill>
                <a:effectLst/>
                <a:uLnTx/>
                <a:uFillTx/>
                <a:latin typeface="微软雅黑"/>
                <a:ea typeface="微软雅黑"/>
                <a:cs typeface="+mn-cs"/>
                <a:sym typeface="+mn-ea"/>
              </a:rPr>
              <a:t>监督学习</a:t>
            </a:r>
          </a:p>
        </p:txBody>
      </p:sp>
      <p:sp>
        <p:nvSpPr>
          <p:cNvPr id="71" name="正文"/>
          <p:cNvSpPr txBox="1"/>
          <p:nvPr>
            <p:custDataLst>
              <p:tags r:id="rId9"/>
            </p:custDataLst>
          </p:nvPr>
        </p:nvSpPr>
        <p:spPr>
          <a:xfrm>
            <a:off x="3545840" y="2870201"/>
            <a:ext cx="2357120" cy="840740"/>
          </a:xfrm>
          <a:prstGeom prst="rect">
            <a:avLst/>
          </a:prstGeom>
          <a:noFill/>
        </p:spPr>
        <p:txBody>
          <a:bodyPr wrap="square" lIns="0" tIns="0" rIns="0" bIns="0" rtlCol="0" anchor="t" anchorCtr="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just" defTabSz="914400" rtl="0" eaLnBrk="1" fontAlgn="auto" latinLnBrk="0" hangingPunct="1">
              <a:lnSpc>
                <a:spcPct val="140000"/>
              </a:lnSpc>
              <a:spcBef>
                <a:spcPct val="0"/>
              </a:spcBef>
              <a:spcAft>
                <a:spcPct val="0"/>
              </a:spcAft>
              <a:buClrTx/>
              <a:buSzTx/>
              <a:buFontTx/>
              <a:buNone/>
              <a:tabLst/>
              <a:defRPr/>
            </a:pPr>
            <a:r>
              <a:rPr kumimoji="0" lang="zh-CN" altLang="en-US" sz="1600" b="0" i="0" u="none" strike="noStrike" kern="1200" cap="none" spc="0" normalizeH="0" baseline="0" noProof="0" dirty="0">
                <a:ln>
                  <a:noFill/>
                </a:ln>
                <a:solidFill>
                  <a:srgbClr val="333333">
                    <a:lumMod val="75000"/>
                    <a:lumOff val="25000"/>
                  </a:srgbClr>
                </a:solidFill>
                <a:effectLst/>
                <a:uLnTx/>
                <a:uFillTx/>
                <a:latin typeface="微软雅黑"/>
                <a:ea typeface="微软雅黑"/>
                <a:cs typeface="+mn-ea"/>
                <a:sym typeface="+mn-ea"/>
              </a:rPr>
              <a:t>利用未标记数据进行分析，模型自主发现数据中的模式和结构，常用于聚类和降维。</a:t>
            </a:r>
          </a:p>
        </p:txBody>
      </p:sp>
      <p:sp>
        <p:nvSpPr>
          <p:cNvPr id="72" name="标题"/>
          <p:cNvSpPr txBox="1"/>
          <p:nvPr>
            <p:custDataLst>
              <p:tags r:id="rId10"/>
            </p:custDataLst>
          </p:nvPr>
        </p:nvSpPr>
        <p:spPr>
          <a:xfrm>
            <a:off x="3545840" y="2491741"/>
            <a:ext cx="2357120" cy="328930"/>
          </a:xfrm>
          <a:prstGeom prst="rect">
            <a:avLst/>
          </a:prstGeom>
          <a:noFill/>
        </p:spPr>
        <p:txBody>
          <a:bodyPr wrap="square" lIns="0" tIns="0" rIns="0" bIns="0" rtlCol="0" anchor="b">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just" defTabSz="914400" rtl="0" eaLnBrk="1" fontAlgn="auto" latinLnBrk="0" hangingPunct="1">
              <a:lnSpc>
                <a:spcPct val="120000"/>
              </a:lnSpc>
              <a:spcBef>
                <a:spcPts val="0"/>
              </a:spcBef>
              <a:spcAft>
                <a:spcPts val="0"/>
              </a:spcAft>
              <a:buClrTx/>
              <a:buSzTx/>
              <a:buFontTx/>
              <a:buNone/>
              <a:tabLst/>
              <a:defRPr/>
            </a:pPr>
            <a:r>
              <a:rPr kumimoji="0" lang="zh-CN" altLang="en-US" sz="2400" b="1" i="0" u="none" strike="noStrike" kern="1200" cap="none" spc="0" normalizeH="0" baseline="0" noProof="0" dirty="0">
                <a:ln>
                  <a:noFill/>
                </a:ln>
                <a:solidFill>
                  <a:srgbClr val="333333"/>
                </a:solidFill>
                <a:effectLst/>
                <a:uLnTx/>
                <a:uFillTx/>
                <a:latin typeface="微软雅黑"/>
                <a:ea typeface="微软雅黑"/>
                <a:cs typeface="+mn-cs"/>
                <a:sym typeface="+mn-ea"/>
              </a:rPr>
              <a:t>无监督学习</a:t>
            </a:r>
          </a:p>
        </p:txBody>
      </p:sp>
      <p:sp>
        <p:nvSpPr>
          <p:cNvPr id="73" name="正文"/>
          <p:cNvSpPr txBox="1"/>
          <p:nvPr>
            <p:custDataLst>
              <p:tags r:id="rId11"/>
            </p:custDataLst>
          </p:nvPr>
        </p:nvSpPr>
        <p:spPr>
          <a:xfrm>
            <a:off x="6288405" y="2272666"/>
            <a:ext cx="2357120" cy="840740"/>
          </a:xfrm>
          <a:prstGeom prst="rect">
            <a:avLst/>
          </a:prstGeom>
          <a:noFill/>
        </p:spPr>
        <p:txBody>
          <a:bodyPr wrap="square" lIns="0" tIns="0" rIns="0" bIns="0" rtlCol="0" anchor="t" anchorCtr="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just" defTabSz="914400" rtl="0" eaLnBrk="1" fontAlgn="auto" latinLnBrk="0" hangingPunct="1">
              <a:lnSpc>
                <a:spcPct val="140000"/>
              </a:lnSpc>
              <a:spcBef>
                <a:spcPct val="0"/>
              </a:spcBef>
              <a:spcAft>
                <a:spcPct val="0"/>
              </a:spcAft>
              <a:buClrTx/>
              <a:buSzTx/>
              <a:buFontTx/>
              <a:buNone/>
              <a:tabLst/>
              <a:defRPr/>
            </a:pPr>
            <a:r>
              <a:rPr kumimoji="0" lang="zh-CN" altLang="en-US" sz="1600" b="0" i="0" u="none" strike="noStrike" kern="1200" cap="none" spc="0" normalizeH="0" baseline="0" noProof="0" dirty="0">
                <a:ln>
                  <a:noFill/>
                </a:ln>
                <a:solidFill>
                  <a:srgbClr val="333333">
                    <a:lumMod val="75000"/>
                    <a:lumOff val="25000"/>
                  </a:srgbClr>
                </a:solidFill>
                <a:effectLst/>
                <a:uLnTx/>
                <a:uFillTx/>
                <a:latin typeface="微软雅黑"/>
                <a:ea typeface="微软雅黑"/>
                <a:cs typeface="+mn-ea"/>
                <a:sym typeface="+mn-ea"/>
              </a:rPr>
              <a:t>结合少量标记数据和大量未标记数据进行训练，提升模型性能，适用于数据标注成本高的场景。</a:t>
            </a:r>
          </a:p>
        </p:txBody>
      </p:sp>
      <p:sp>
        <p:nvSpPr>
          <p:cNvPr id="74" name="标题"/>
          <p:cNvSpPr txBox="1"/>
          <p:nvPr>
            <p:custDataLst>
              <p:tags r:id="rId12"/>
            </p:custDataLst>
          </p:nvPr>
        </p:nvSpPr>
        <p:spPr>
          <a:xfrm>
            <a:off x="6288405" y="1894206"/>
            <a:ext cx="2357120" cy="328930"/>
          </a:xfrm>
          <a:prstGeom prst="rect">
            <a:avLst/>
          </a:prstGeom>
          <a:noFill/>
        </p:spPr>
        <p:txBody>
          <a:bodyPr wrap="square" lIns="0" tIns="0" rIns="0" bIns="0" rtlCol="0" anchor="b">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just" defTabSz="914400" rtl="0" eaLnBrk="1" fontAlgn="auto" latinLnBrk="0" hangingPunct="1">
              <a:lnSpc>
                <a:spcPct val="120000"/>
              </a:lnSpc>
              <a:spcBef>
                <a:spcPts val="0"/>
              </a:spcBef>
              <a:spcAft>
                <a:spcPts val="0"/>
              </a:spcAft>
              <a:buClrTx/>
              <a:buSzTx/>
              <a:buFontTx/>
              <a:buNone/>
              <a:tabLst/>
              <a:defRPr/>
            </a:pPr>
            <a:r>
              <a:rPr kumimoji="0" lang="zh-CN" altLang="en-US" sz="2400" b="1" i="0" u="none" strike="noStrike" kern="1200" cap="none" spc="0" normalizeH="0" baseline="0" noProof="0" dirty="0">
                <a:ln>
                  <a:noFill/>
                </a:ln>
                <a:solidFill>
                  <a:srgbClr val="333333"/>
                </a:solidFill>
                <a:effectLst/>
                <a:uLnTx/>
                <a:uFillTx/>
                <a:latin typeface="微软雅黑"/>
                <a:ea typeface="微软雅黑"/>
                <a:cs typeface="+mn-cs"/>
                <a:sym typeface="+mn-ea"/>
              </a:rPr>
              <a:t>半监督学习</a:t>
            </a:r>
          </a:p>
        </p:txBody>
      </p:sp>
      <p:sp>
        <p:nvSpPr>
          <p:cNvPr id="75" name="正文"/>
          <p:cNvSpPr txBox="1"/>
          <p:nvPr>
            <p:custDataLst>
              <p:tags r:id="rId13"/>
            </p:custDataLst>
          </p:nvPr>
        </p:nvSpPr>
        <p:spPr>
          <a:xfrm>
            <a:off x="9031605" y="1675131"/>
            <a:ext cx="2357120" cy="840740"/>
          </a:xfrm>
          <a:prstGeom prst="rect">
            <a:avLst/>
          </a:prstGeom>
          <a:noFill/>
        </p:spPr>
        <p:txBody>
          <a:bodyPr wrap="square" lIns="0" tIns="0" rIns="0" bIns="0" rtlCol="0" anchor="t" anchorCtr="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just" defTabSz="914400" rtl="0" eaLnBrk="1" fontAlgn="auto" latinLnBrk="0" hangingPunct="1">
              <a:lnSpc>
                <a:spcPct val="140000"/>
              </a:lnSpc>
              <a:spcBef>
                <a:spcPct val="0"/>
              </a:spcBef>
              <a:spcAft>
                <a:spcPct val="0"/>
              </a:spcAft>
              <a:buClrTx/>
              <a:buSzTx/>
              <a:buFontTx/>
              <a:buNone/>
              <a:tabLst/>
              <a:defRPr/>
            </a:pPr>
            <a:r>
              <a:rPr kumimoji="0" lang="zh-CN" altLang="en-US" sz="1600" b="0" i="0" u="none" strike="noStrike" kern="1200" cap="none" spc="0" normalizeH="0" baseline="0" noProof="0" dirty="0">
                <a:ln>
                  <a:noFill/>
                </a:ln>
                <a:solidFill>
                  <a:srgbClr val="333333">
                    <a:lumMod val="75000"/>
                    <a:lumOff val="25000"/>
                  </a:srgbClr>
                </a:solidFill>
                <a:effectLst/>
                <a:uLnTx/>
                <a:uFillTx/>
                <a:latin typeface="微软雅黑"/>
                <a:ea typeface="微软雅黑"/>
                <a:cs typeface="+mn-ea"/>
                <a:sym typeface="+mn-ea"/>
              </a:rPr>
              <a:t>通过试错和奖励机制，模型在与环境的交互中学习最优策略，常用于决策控制和游戏</a:t>
            </a:r>
            <a:r>
              <a:rPr kumimoji="0" lang="en-US" altLang="zh-CN" sz="1600" b="0" i="0" u="none" strike="noStrike" kern="1200" cap="none" spc="0" normalizeH="0" baseline="0" noProof="0" dirty="0">
                <a:ln>
                  <a:noFill/>
                </a:ln>
                <a:solidFill>
                  <a:srgbClr val="333333">
                    <a:lumMod val="75000"/>
                    <a:lumOff val="25000"/>
                  </a:srgbClr>
                </a:solidFill>
                <a:effectLst/>
                <a:uLnTx/>
                <a:uFillTx/>
                <a:latin typeface="微软雅黑"/>
                <a:ea typeface="微软雅黑"/>
                <a:cs typeface="+mn-ea"/>
                <a:sym typeface="+mn-ea"/>
              </a:rPr>
              <a:t>AI</a:t>
            </a:r>
            <a:r>
              <a:rPr kumimoji="0" lang="zh-CN" altLang="en-US" sz="1600" b="0" i="0" u="none" strike="noStrike" kern="1200" cap="none" spc="0" normalizeH="0" baseline="0" noProof="0" dirty="0">
                <a:ln>
                  <a:noFill/>
                </a:ln>
                <a:solidFill>
                  <a:srgbClr val="333333">
                    <a:lumMod val="75000"/>
                    <a:lumOff val="25000"/>
                  </a:srgbClr>
                </a:solidFill>
                <a:effectLst/>
                <a:uLnTx/>
                <a:uFillTx/>
                <a:latin typeface="微软雅黑"/>
                <a:ea typeface="微软雅黑"/>
                <a:cs typeface="+mn-ea"/>
                <a:sym typeface="+mn-ea"/>
              </a:rPr>
              <a:t>。</a:t>
            </a:r>
          </a:p>
        </p:txBody>
      </p:sp>
      <p:sp>
        <p:nvSpPr>
          <p:cNvPr id="76" name="标题"/>
          <p:cNvSpPr txBox="1"/>
          <p:nvPr>
            <p:custDataLst>
              <p:tags r:id="rId14"/>
            </p:custDataLst>
          </p:nvPr>
        </p:nvSpPr>
        <p:spPr>
          <a:xfrm>
            <a:off x="9031605" y="1296670"/>
            <a:ext cx="2357120" cy="328930"/>
          </a:xfrm>
          <a:prstGeom prst="rect">
            <a:avLst/>
          </a:prstGeom>
          <a:noFill/>
        </p:spPr>
        <p:txBody>
          <a:bodyPr wrap="square" lIns="0" tIns="0" rIns="0" bIns="0" rtlCol="0" anchor="b">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just" defTabSz="914400" rtl="0" eaLnBrk="1" fontAlgn="auto" latinLnBrk="0" hangingPunct="1">
              <a:lnSpc>
                <a:spcPct val="120000"/>
              </a:lnSpc>
              <a:spcBef>
                <a:spcPts val="0"/>
              </a:spcBef>
              <a:spcAft>
                <a:spcPts val="0"/>
              </a:spcAft>
              <a:buClrTx/>
              <a:buSzTx/>
              <a:buFontTx/>
              <a:buNone/>
              <a:tabLst/>
              <a:defRPr/>
            </a:pPr>
            <a:r>
              <a:rPr kumimoji="0" lang="zh-CN" altLang="en-US" sz="2400" b="1" i="0" u="none" strike="noStrike" kern="1200" cap="none" spc="0" normalizeH="0" baseline="0" noProof="0" dirty="0">
                <a:ln>
                  <a:noFill/>
                </a:ln>
                <a:solidFill>
                  <a:srgbClr val="333333"/>
                </a:solidFill>
                <a:effectLst/>
                <a:uLnTx/>
                <a:uFillTx/>
                <a:latin typeface="微软雅黑"/>
                <a:ea typeface="微软雅黑"/>
                <a:cs typeface="+mn-cs"/>
                <a:sym typeface="+mn-ea"/>
              </a:rPr>
              <a:t>强化学习</a:t>
            </a:r>
          </a:p>
        </p:txBody>
      </p:sp>
      <p:sp>
        <p:nvSpPr>
          <p:cNvPr id="77" name="任意多边形: 形状 18"/>
          <p:cNvSpPr/>
          <p:nvPr>
            <p:custDataLst>
              <p:tags r:id="rId15"/>
            </p:custDataLst>
          </p:nvPr>
        </p:nvSpPr>
        <p:spPr>
          <a:xfrm>
            <a:off x="609600" y="4916806"/>
            <a:ext cx="2743200" cy="1536065"/>
          </a:xfrm>
          <a:custGeom>
            <a:avLst/>
            <a:gdLst>
              <a:gd name="connsiteX0" fmla="*/ 2716636 w 2716635"/>
              <a:gd name="connsiteY0" fmla="*/ 632788 h 1536050"/>
              <a:gd name="connsiteX1" fmla="*/ 2716636 w 2716635"/>
              <a:gd name="connsiteY1" fmla="*/ 1536051 h 1536050"/>
              <a:gd name="connsiteX2" fmla="*/ 0 w 2716635"/>
              <a:gd name="connsiteY2" fmla="*/ 1536051 h 1536050"/>
              <a:gd name="connsiteX3" fmla="*/ 0 w 2716635"/>
              <a:gd name="connsiteY3" fmla="*/ 281136 h 1536050"/>
              <a:gd name="connsiteX4" fmla="*/ 1575437 w 2716635"/>
              <a:gd name="connsiteY4" fmla="*/ 140093 h 1536050"/>
              <a:gd name="connsiteX5" fmla="*/ 2716636 w 2716635"/>
              <a:gd name="connsiteY5" fmla="*/ 632713 h 1536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16635" h="1536050">
                <a:moveTo>
                  <a:pt x="2716636" y="632788"/>
                </a:moveTo>
                <a:lnTo>
                  <a:pt x="2716636" y="1536051"/>
                </a:lnTo>
                <a:lnTo>
                  <a:pt x="0" y="1536051"/>
                </a:lnTo>
                <a:lnTo>
                  <a:pt x="0" y="281136"/>
                </a:lnTo>
                <a:cubicBezTo>
                  <a:pt x="278735" y="102645"/>
                  <a:pt x="870075" y="-168098"/>
                  <a:pt x="1575437" y="140093"/>
                </a:cubicBezTo>
                <a:cubicBezTo>
                  <a:pt x="2080083" y="360600"/>
                  <a:pt x="2426484" y="571668"/>
                  <a:pt x="2716636" y="632713"/>
                </a:cubicBezTo>
                <a:close/>
              </a:path>
            </a:pathLst>
          </a:custGeom>
          <a:solidFill>
            <a:schemeClr val="accent1">
              <a:lumMod val="75000"/>
            </a:schemeClr>
          </a:solidFill>
          <a:ln w="7609" cap="flat">
            <a:noFill/>
            <a:prstDash val="solid"/>
            <a:miter/>
          </a:ln>
        </p:spPr>
        <p:txBody>
          <a:bodyPr rot="0" spcFirstLastPara="0" vertOverflow="overflow" horzOverflow="overflow" vert="horz" wrap="square" lIns="0" tIns="539750" rIns="0" bIns="0" numCol="1" spcCol="0" rtlCol="0" fromWordArt="0" anchor="ctr" anchorCtr="0" forceAA="0" compatLnSpc="1">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200" b="1" i="0" u="none" strike="noStrike" kern="1200" cap="none" spc="0" normalizeH="0" baseline="0" noProof="0">
                <a:ln>
                  <a:noFill/>
                </a:ln>
                <a:solidFill>
                  <a:srgbClr val="FFFFFF"/>
                </a:solidFill>
                <a:effectLst/>
                <a:uLnTx/>
                <a:uFillTx/>
                <a:latin typeface="Arial"/>
                <a:ea typeface="微软雅黑"/>
                <a:cs typeface="+mn-cs"/>
                <a:sym typeface="+mn-ea"/>
              </a:rPr>
              <a:t>PATR 01</a:t>
            </a:r>
          </a:p>
        </p:txBody>
      </p:sp>
      <p:sp>
        <p:nvSpPr>
          <p:cNvPr id="78" name="任意多边形: 形状 19"/>
          <p:cNvSpPr/>
          <p:nvPr>
            <p:custDataLst>
              <p:tags r:id="rId16"/>
            </p:custDataLst>
          </p:nvPr>
        </p:nvSpPr>
        <p:spPr>
          <a:xfrm>
            <a:off x="3352800" y="4496436"/>
            <a:ext cx="2743200" cy="1955800"/>
          </a:xfrm>
          <a:custGeom>
            <a:avLst/>
            <a:gdLst>
              <a:gd name="connsiteX0" fmla="*/ 2716484 w 2716483"/>
              <a:gd name="connsiteY0" fmla="*/ 0 h 1956090"/>
              <a:gd name="connsiteX1" fmla="*/ 2716484 w 2716483"/>
              <a:gd name="connsiteY1" fmla="*/ 1956090 h 1956090"/>
              <a:gd name="connsiteX2" fmla="*/ 0 w 2716483"/>
              <a:gd name="connsiteY2" fmla="*/ 1956090 h 1956090"/>
              <a:gd name="connsiteX3" fmla="*/ 0 w 2716483"/>
              <a:gd name="connsiteY3" fmla="*/ 1052828 h 1956090"/>
              <a:gd name="connsiteX4" fmla="*/ 762524 w 2716483"/>
              <a:gd name="connsiteY4" fmla="*/ 698816 h 1956090"/>
              <a:gd name="connsiteX5" fmla="*/ 2524825 w 2716483"/>
              <a:gd name="connsiteY5" fmla="*/ 15223 h 1956090"/>
              <a:gd name="connsiteX6" fmla="*/ 2716484 w 2716483"/>
              <a:gd name="connsiteY6" fmla="*/ 0 h 19560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16483" h="1956090">
                <a:moveTo>
                  <a:pt x="2716484" y="0"/>
                </a:moveTo>
                <a:lnTo>
                  <a:pt x="2716484" y="1956090"/>
                </a:lnTo>
                <a:lnTo>
                  <a:pt x="0" y="1956090"/>
                </a:lnTo>
                <a:lnTo>
                  <a:pt x="0" y="1052828"/>
                </a:lnTo>
                <a:cubicBezTo>
                  <a:pt x="275995" y="1110904"/>
                  <a:pt x="500916" y="1033267"/>
                  <a:pt x="762524" y="698816"/>
                </a:cubicBezTo>
                <a:cubicBezTo>
                  <a:pt x="1180322" y="164562"/>
                  <a:pt x="1407603" y="-61349"/>
                  <a:pt x="2524825" y="15223"/>
                </a:cubicBezTo>
                <a:cubicBezTo>
                  <a:pt x="2524825" y="15223"/>
                  <a:pt x="2599190" y="22226"/>
                  <a:pt x="2716484" y="0"/>
                </a:cubicBezTo>
                <a:close/>
              </a:path>
            </a:pathLst>
          </a:custGeom>
          <a:solidFill>
            <a:schemeClr val="accent2"/>
          </a:solidFill>
          <a:ln w="7609" cap="flat">
            <a:noFill/>
            <a:prstDash val="solid"/>
            <a:miter/>
          </a:ln>
        </p:spPr>
        <p:txBody>
          <a:bodyPr rot="0" spcFirstLastPara="0" vertOverflow="overflow" horzOverflow="overflow" vert="horz" wrap="square" lIns="0" tIns="935990" rIns="0" bIns="0" numCol="1" spcCol="0" rtlCol="0" fromWordArt="0" anchor="ctr" anchorCtr="0" forceAA="0" compatLnSpc="1">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200" b="1" i="0" u="none" strike="noStrike" kern="1200" cap="none" spc="0" normalizeH="0" baseline="0" noProof="0">
                <a:ln>
                  <a:noFill/>
                </a:ln>
                <a:solidFill>
                  <a:srgbClr val="FFFFFF"/>
                </a:solidFill>
                <a:effectLst/>
                <a:uLnTx/>
                <a:uFillTx/>
                <a:latin typeface="Arial"/>
                <a:ea typeface="微软雅黑"/>
                <a:cs typeface="+mn-cs"/>
                <a:sym typeface="+mn-ea"/>
              </a:rPr>
              <a:t>PART 02</a:t>
            </a:r>
          </a:p>
        </p:txBody>
      </p:sp>
      <p:sp>
        <p:nvSpPr>
          <p:cNvPr id="79" name="任意多边形: 形状 20"/>
          <p:cNvSpPr/>
          <p:nvPr>
            <p:custDataLst>
              <p:tags r:id="rId17"/>
            </p:custDataLst>
          </p:nvPr>
        </p:nvSpPr>
        <p:spPr>
          <a:xfrm>
            <a:off x="6096000" y="3820161"/>
            <a:ext cx="2743200" cy="2632710"/>
          </a:xfrm>
          <a:custGeom>
            <a:avLst/>
            <a:gdLst>
              <a:gd name="connsiteX0" fmla="*/ 2716484 w 2716559"/>
              <a:gd name="connsiteY0" fmla="*/ 809282 h 2632398"/>
              <a:gd name="connsiteX1" fmla="*/ 2716484 w 2716559"/>
              <a:gd name="connsiteY1" fmla="*/ 2632399 h 2632398"/>
              <a:gd name="connsiteX2" fmla="*/ 0 w 2716559"/>
              <a:gd name="connsiteY2" fmla="*/ 2632399 h 2632398"/>
              <a:gd name="connsiteX3" fmla="*/ 0 w 2716559"/>
              <a:gd name="connsiteY3" fmla="*/ 676308 h 2632398"/>
              <a:gd name="connsiteX4" fmla="*/ 702165 w 2716559"/>
              <a:gd name="connsiteY4" fmla="*/ 265970 h 2632398"/>
              <a:gd name="connsiteX5" fmla="*/ 2393754 w 2716559"/>
              <a:gd name="connsiteY5" fmla="*/ 624549 h 2632398"/>
              <a:gd name="connsiteX6" fmla="*/ 2716560 w 2716559"/>
              <a:gd name="connsiteY6" fmla="*/ 809282 h 26323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16559" h="2632398">
                <a:moveTo>
                  <a:pt x="2716484" y="809282"/>
                </a:moveTo>
                <a:lnTo>
                  <a:pt x="2716484" y="2632399"/>
                </a:lnTo>
                <a:lnTo>
                  <a:pt x="0" y="2632399"/>
                </a:lnTo>
                <a:lnTo>
                  <a:pt x="0" y="676308"/>
                </a:lnTo>
                <a:cubicBezTo>
                  <a:pt x="174000" y="643274"/>
                  <a:pt x="442611" y="546074"/>
                  <a:pt x="702165" y="265970"/>
                </a:cubicBezTo>
                <a:cubicBezTo>
                  <a:pt x="1136327" y="-202445"/>
                  <a:pt x="1585408" y="-33164"/>
                  <a:pt x="2393754" y="624549"/>
                </a:cubicBezTo>
                <a:cubicBezTo>
                  <a:pt x="2505796" y="715812"/>
                  <a:pt x="2613271" y="775334"/>
                  <a:pt x="2716560" y="809282"/>
                </a:cubicBezTo>
                <a:close/>
              </a:path>
            </a:pathLst>
          </a:custGeom>
          <a:solidFill>
            <a:schemeClr val="accent1">
              <a:lumMod val="80000"/>
              <a:lumOff val="20000"/>
            </a:schemeClr>
          </a:solidFill>
          <a:ln w="7609" cap="flat">
            <a:noFill/>
            <a:prstDash val="solid"/>
            <a:miter/>
          </a:ln>
        </p:spPr>
        <p:txBody>
          <a:bodyPr rot="0" spcFirstLastPara="0" vertOverflow="overflow" horzOverflow="overflow" vert="horz" wrap="square" lIns="0" tIns="1619885" rIns="0" bIns="0" numCol="1" spcCol="0" rtlCol="0" fromWordArt="0" anchor="ctr" anchorCtr="0" forceAA="0" compatLnSpc="1">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200" b="1" i="0" u="none" strike="noStrike" kern="1200" cap="none" spc="0" normalizeH="0" baseline="0" noProof="0">
                <a:ln>
                  <a:noFill/>
                </a:ln>
                <a:solidFill>
                  <a:srgbClr val="FFFFFF"/>
                </a:solidFill>
                <a:effectLst/>
                <a:uLnTx/>
                <a:uFillTx/>
                <a:latin typeface="Arial"/>
                <a:ea typeface="微软雅黑"/>
                <a:cs typeface="+mn-cs"/>
                <a:sym typeface="+mn-ea"/>
              </a:rPr>
              <a:t>PART 03</a:t>
            </a:r>
          </a:p>
        </p:txBody>
      </p:sp>
      <p:sp>
        <p:nvSpPr>
          <p:cNvPr id="80" name="任意多边形: 形状 21"/>
          <p:cNvSpPr/>
          <p:nvPr>
            <p:custDataLst>
              <p:tags r:id="rId18"/>
            </p:custDataLst>
          </p:nvPr>
        </p:nvSpPr>
        <p:spPr>
          <a:xfrm>
            <a:off x="8839200" y="3272156"/>
            <a:ext cx="2743200" cy="3180080"/>
          </a:xfrm>
          <a:custGeom>
            <a:avLst/>
            <a:gdLst>
              <a:gd name="connsiteX0" fmla="*/ 2716636 w 2716635"/>
              <a:gd name="connsiteY0" fmla="*/ 748 h 3179860"/>
              <a:gd name="connsiteX1" fmla="*/ 2716636 w 2716635"/>
              <a:gd name="connsiteY1" fmla="*/ 3179861 h 3179860"/>
              <a:gd name="connsiteX2" fmla="*/ 0 w 2716635"/>
              <a:gd name="connsiteY2" fmla="*/ 3179861 h 3179860"/>
              <a:gd name="connsiteX3" fmla="*/ 0 w 2716635"/>
              <a:gd name="connsiteY3" fmla="*/ 1356744 h 3179860"/>
              <a:gd name="connsiteX4" fmla="*/ 1023219 w 2716635"/>
              <a:gd name="connsiteY4" fmla="*/ 979516 h 3179860"/>
              <a:gd name="connsiteX5" fmla="*/ 2716636 w 2716635"/>
              <a:gd name="connsiteY5" fmla="*/ 748 h 3179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16635" h="3179860">
                <a:moveTo>
                  <a:pt x="2716636" y="748"/>
                </a:moveTo>
                <a:lnTo>
                  <a:pt x="2716636" y="3179861"/>
                </a:lnTo>
                <a:lnTo>
                  <a:pt x="0" y="3179861"/>
                </a:lnTo>
                <a:lnTo>
                  <a:pt x="0" y="1356744"/>
                </a:lnTo>
                <a:cubicBezTo>
                  <a:pt x="394506" y="1486825"/>
                  <a:pt x="727359" y="1244854"/>
                  <a:pt x="1023219" y="979516"/>
                </a:cubicBezTo>
                <a:cubicBezTo>
                  <a:pt x="1194708" y="825610"/>
                  <a:pt x="1740075" y="-28785"/>
                  <a:pt x="2716636" y="748"/>
                </a:cubicBezTo>
                <a:close/>
              </a:path>
            </a:pathLst>
          </a:custGeom>
          <a:solidFill>
            <a:schemeClr val="accent2">
              <a:lumMod val="60000"/>
              <a:lumOff val="40000"/>
            </a:schemeClr>
          </a:solidFill>
          <a:ln w="7609" cap="flat">
            <a:noFill/>
            <a:prstDash val="solid"/>
            <a:miter/>
          </a:ln>
        </p:spPr>
        <p:txBody>
          <a:bodyPr rot="0" spcFirstLastPara="0" vertOverflow="overflow" horzOverflow="overflow" vert="horz" wrap="square" lIns="0" tIns="2160270" rIns="0" bIns="0" numCol="1" spcCol="0" rtlCol="0" fromWordArt="0" anchor="ctr" anchorCtr="0" forceAA="0" compatLnSpc="1">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200" b="1" i="0" u="none" strike="noStrike" kern="1200" cap="none" spc="0" normalizeH="0" baseline="0" noProof="0">
                <a:ln>
                  <a:noFill/>
                </a:ln>
                <a:solidFill>
                  <a:srgbClr val="FFFFFF"/>
                </a:solidFill>
                <a:effectLst/>
                <a:uLnTx/>
                <a:uFillTx/>
                <a:latin typeface="Arial"/>
                <a:ea typeface="微软雅黑"/>
                <a:cs typeface="+mn-cs"/>
                <a:sym typeface="+mn-ea"/>
              </a:rPr>
              <a:t>PART 04</a:t>
            </a:r>
          </a:p>
        </p:txBody>
      </p:sp>
    </p:spTree>
    <p:custDataLst>
      <p:tags r:id="rId1"/>
    </p:custDataLst>
    <p:extLst>
      <p:ext uri="{BB962C8B-B14F-4D97-AF65-F5344CB8AC3E}">
        <p14:creationId xmlns:p14="http://schemas.microsoft.com/office/powerpoint/2010/main" val="26091131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标题 16"/>
          <p:cNvSpPr>
            <a:spLocks noGrp="1"/>
          </p:cNvSpPr>
          <p:nvPr>
            <p:ph type="title"/>
            <p:custDataLst>
              <p:tags r:id="rId2"/>
            </p:custDataLst>
          </p:nvPr>
        </p:nvSpPr>
        <p:spPr/>
        <p:txBody>
          <a:bodyPr>
            <a:normAutofit fontScale="90000"/>
          </a:bodyPr>
          <a:lstStyle/>
          <a:p>
            <a:r>
              <a:rPr lang="en-US" altLang="zh-CN" dirty="0"/>
              <a:t>2.1.2 </a:t>
            </a:r>
            <a:r>
              <a:rPr lang="zh-CN" altLang="en-US" dirty="0"/>
              <a:t>机器学习场景</a:t>
            </a:r>
          </a:p>
        </p:txBody>
      </p:sp>
      <p:sp>
        <p:nvSpPr>
          <p:cNvPr id="2" name="矩形 1"/>
          <p:cNvSpPr/>
          <p:nvPr>
            <p:custDataLst>
              <p:tags r:id="rId3"/>
            </p:custDataLst>
          </p:nvPr>
        </p:nvSpPr>
        <p:spPr>
          <a:xfrm>
            <a:off x="1813560" y="1332626"/>
            <a:ext cx="3358599" cy="4643712"/>
          </a:xfrm>
          <a:prstGeom prst="rect">
            <a:avLst/>
          </a:prstGeom>
          <a:solidFill>
            <a:schemeClr val="tx1">
              <a:lumMod val="40000"/>
              <a:lumOff val="60000"/>
              <a:alpha val="15000"/>
            </a:schemeClr>
          </a:solidFill>
          <a:ln w="9525">
            <a:solidFill>
              <a:schemeClr val="tx1">
                <a:lumMod val="40000"/>
                <a:lumOff val="60000"/>
                <a:alpha val="20000"/>
              </a:schemeClr>
            </a:solidFill>
          </a:ln>
          <a:effectLst/>
        </p:spPr>
        <p:style>
          <a:lnRef idx="2">
            <a:schemeClr val="accent1">
              <a:lumMod val="75000"/>
            </a:schemeClr>
          </a:lnRef>
          <a:fillRef idx="1">
            <a:schemeClr val="accent1"/>
          </a:fillRef>
          <a:effectRef idx="0">
            <a:srgbClr val="FFFFFF"/>
          </a:effectRef>
          <a:fontRef idx="minor">
            <a:schemeClr val="lt1"/>
          </a:fontRef>
        </p:style>
        <p:txBody>
          <a:bodyPr rtlCol="0" anchor="ctr">
            <a:normAutofit/>
          </a:bodyPr>
          <a:lstStyle/>
          <a:p>
            <a:pPr algn="ctr"/>
            <a:endParaRPr lang="zh-CN" altLang="en-US">
              <a:solidFill>
                <a:schemeClr val="bg1"/>
              </a:solidFill>
              <a:latin typeface="+mn-ea"/>
              <a:sym typeface="MiSans Normal" panose="00000500000000000000" charset="-122"/>
            </a:endParaRPr>
          </a:p>
        </p:txBody>
      </p:sp>
      <p:sp>
        <p:nvSpPr>
          <p:cNvPr id="5" name="矩形 4"/>
          <p:cNvSpPr/>
          <p:nvPr>
            <p:custDataLst>
              <p:tags r:id="rId4"/>
            </p:custDataLst>
          </p:nvPr>
        </p:nvSpPr>
        <p:spPr>
          <a:xfrm>
            <a:off x="7646896" y="1332626"/>
            <a:ext cx="3358599" cy="4643712"/>
          </a:xfrm>
          <a:prstGeom prst="rect">
            <a:avLst/>
          </a:prstGeom>
          <a:solidFill>
            <a:schemeClr val="tx1">
              <a:lumMod val="40000"/>
              <a:lumOff val="60000"/>
              <a:alpha val="15000"/>
            </a:schemeClr>
          </a:solidFill>
          <a:ln w="9525">
            <a:solidFill>
              <a:schemeClr val="tx1">
                <a:lumMod val="40000"/>
                <a:lumOff val="60000"/>
                <a:alpha val="20000"/>
              </a:schemeClr>
            </a:solidFill>
          </a:ln>
          <a:effectLst/>
        </p:spPr>
        <p:style>
          <a:lnRef idx="2">
            <a:schemeClr val="accent1">
              <a:lumMod val="75000"/>
            </a:schemeClr>
          </a:lnRef>
          <a:fillRef idx="1">
            <a:schemeClr val="accent1"/>
          </a:fillRef>
          <a:effectRef idx="0">
            <a:srgbClr val="FFFFFF"/>
          </a:effectRef>
          <a:fontRef idx="minor">
            <a:schemeClr val="lt1"/>
          </a:fontRef>
        </p:style>
        <p:txBody>
          <a:bodyPr rtlCol="0" anchor="ctr">
            <a:normAutofit/>
          </a:bodyPr>
          <a:lstStyle/>
          <a:p>
            <a:pPr algn="ctr"/>
            <a:endParaRPr lang="zh-CN" altLang="en-US">
              <a:solidFill>
                <a:schemeClr val="bg1"/>
              </a:solidFill>
              <a:latin typeface="+mn-ea"/>
              <a:sym typeface="MiSans Normal" panose="00000500000000000000" charset="-122"/>
            </a:endParaRPr>
          </a:p>
        </p:txBody>
      </p:sp>
      <p:pic>
        <p:nvPicPr>
          <p:cNvPr id="9" name="图片 8" descr="/data/temp/009bafd8-193d-11f0-b2f8-d6fe0b81e2cf.jpg009bafd8-193d-11f0-b2f8-d6fe0b81e2cf"/>
          <p:cNvPicPr>
            <a:picLocks noChangeAspect="1"/>
          </p:cNvPicPr>
          <p:nvPr>
            <p:custDataLst>
              <p:tags r:id="rId5"/>
            </p:custDataLst>
          </p:nvPr>
        </p:nvPicPr>
        <p:blipFill rotWithShape="1">
          <a:blip r:embed="rId12" cstate="print"/>
          <a:srcRect l="10956" t="197" r="12251" b="26942"/>
          <a:stretch>
            <a:fillRect/>
          </a:stretch>
        </p:blipFill>
        <p:spPr>
          <a:xfrm>
            <a:off x="7646896" y="1332626"/>
            <a:ext cx="3358599" cy="1906365"/>
          </a:xfrm>
          <a:custGeom>
            <a:avLst/>
            <a:gdLst/>
            <a:ahLst/>
            <a:cxnLst>
              <a:cxn ang="3">
                <a:pos x="hc" y="t"/>
              </a:cxn>
              <a:cxn ang="cd2">
                <a:pos x="l" y="vc"/>
              </a:cxn>
              <a:cxn ang="cd4">
                <a:pos x="hc" y="b"/>
              </a:cxn>
              <a:cxn ang="0">
                <a:pos x="r" y="vc"/>
              </a:cxn>
            </a:cxnLst>
            <a:rect l="l" t="t" r="r" b="b"/>
            <a:pathLst>
              <a:path w="3402" h="2926">
                <a:moveTo>
                  <a:pt x="0" y="0"/>
                </a:moveTo>
                <a:lnTo>
                  <a:pt x="3402" y="0"/>
                </a:lnTo>
                <a:lnTo>
                  <a:pt x="3402" y="2926"/>
                </a:lnTo>
                <a:lnTo>
                  <a:pt x="0" y="2926"/>
                </a:lnTo>
                <a:lnTo>
                  <a:pt x="0" y="0"/>
                </a:lnTo>
                <a:close/>
              </a:path>
            </a:pathLst>
          </a:custGeom>
          <a:solidFill>
            <a:schemeClr val="accent1">
              <a:alpha val="15000"/>
            </a:schemeClr>
          </a:solidFill>
          <a:ln w="3175" cap="flat" cmpd="sng" algn="ctr">
            <a:solidFill>
              <a:schemeClr val="tx1">
                <a:lumMod val="40000"/>
                <a:lumOff val="60000"/>
                <a:alpha val="20000"/>
              </a:schemeClr>
            </a:solidFill>
            <a:prstDash val="solid"/>
            <a:round/>
            <a:headEnd type="none" w="med" len="med"/>
            <a:tailEnd type="none" w="med" len="med"/>
          </a:ln>
        </p:spPr>
      </p:pic>
      <p:pic>
        <p:nvPicPr>
          <p:cNvPr id="20" name="图片 19" descr="/data/temp/009baed2-193d-11f0-b2f8-d6fe0b81e2cf.jpg009baed2-193d-11f0-b2f8-d6fe0b81e2cf"/>
          <p:cNvPicPr>
            <a:picLocks noChangeAspect="1"/>
          </p:cNvPicPr>
          <p:nvPr>
            <p:custDataLst>
              <p:tags r:id="rId6"/>
            </p:custDataLst>
          </p:nvPr>
        </p:nvPicPr>
        <p:blipFill rotWithShape="1">
          <a:blip r:embed="rId13" cstate="print"/>
          <a:srcRect l="5955" r="5955"/>
          <a:stretch>
            <a:fillRect/>
          </a:stretch>
        </p:blipFill>
        <p:spPr>
          <a:xfrm>
            <a:off x="1813560" y="1332626"/>
            <a:ext cx="3358599" cy="1906365"/>
          </a:xfrm>
          <a:custGeom>
            <a:avLst/>
            <a:gdLst/>
            <a:ahLst/>
            <a:cxnLst>
              <a:cxn ang="3">
                <a:pos x="hc" y="t"/>
              </a:cxn>
              <a:cxn ang="cd2">
                <a:pos x="l" y="vc"/>
              </a:cxn>
              <a:cxn ang="cd4">
                <a:pos x="hc" y="b"/>
              </a:cxn>
              <a:cxn ang="0">
                <a:pos x="r" y="vc"/>
              </a:cxn>
            </a:cxnLst>
            <a:rect l="l" t="t" r="r" b="b"/>
            <a:pathLst>
              <a:path w="3402" h="2926">
                <a:moveTo>
                  <a:pt x="0" y="0"/>
                </a:moveTo>
                <a:lnTo>
                  <a:pt x="3402" y="0"/>
                </a:lnTo>
                <a:lnTo>
                  <a:pt x="3402" y="2926"/>
                </a:lnTo>
                <a:lnTo>
                  <a:pt x="0" y="2926"/>
                </a:lnTo>
                <a:lnTo>
                  <a:pt x="0" y="0"/>
                </a:lnTo>
                <a:close/>
              </a:path>
            </a:pathLst>
          </a:custGeom>
          <a:solidFill>
            <a:schemeClr val="accent1">
              <a:alpha val="15000"/>
            </a:schemeClr>
          </a:solidFill>
          <a:ln w="3175" cap="flat" cmpd="sng" algn="ctr">
            <a:solidFill>
              <a:schemeClr val="tx1">
                <a:lumMod val="40000"/>
                <a:lumOff val="60000"/>
                <a:alpha val="20000"/>
              </a:schemeClr>
            </a:solidFill>
            <a:prstDash val="solid"/>
            <a:round/>
            <a:headEnd type="none" w="med" len="med"/>
            <a:tailEnd type="none" w="med" len="med"/>
          </a:ln>
        </p:spPr>
      </p:pic>
      <p:sp>
        <p:nvSpPr>
          <p:cNvPr id="21" name="矩形 20"/>
          <p:cNvSpPr/>
          <p:nvPr>
            <p:custDataLst>
              <p:tags r:id="rId7"/>
            </p:custDataLst>
          </p:nvPr>
        </p:nvSpPr>
        <p:spPr>
          <a:xfrm>
            <a:off x="2170451" y="3422534"/>
            <a:ext cx="2661228" cy="532781"/>
          </a:xfrm>
          <a:prstGeom prst="rect">
            <a:avLst/>
          </a:prstGeom>
          <a:noFill/>
        </p:spPr>
        <p:txBody>
          <a:bodyPr wrap="square" lIns="0" tIns="0" rIns="0" bIns="0" rtlCol="0" anchor="ctr" anchorCtr="0">
            <a:noAutofit/>
          </a:bodyPr>
          <a:lstStyle/>
          <a:p>
            <a:pPr>
              <a:spcBef>
                <a:spcPct val="0"/>
              </a:spcBef>
              <a:spcAft>
                <a:spcPct val="0"/>
              </a:spcAft>
            </a:pPr>
            <a:r>
              <a:rPr lang="zh-CN" altLang="en-US" sz="2400" b="1" dirty="0">
                <a:solidFill>
                  <a:schemeClr val="tx1">
                    <a:lumMod val="85000"/>
                    <a:lumOff val="15000"/>
                  </a:schemeClr>
                </a:solidFill>
                <a:latin typeface="+mn-ea"/>
                <a:cs typeface="+mn-ea"/>
              </a:rPr>
              <a:t>在线学习</a:t>
            </a:r>
          </a:p>
        </p:txBody>
      </p:sp>
      <p:sp>
        <p:nvSpPr>
          <p:cNvPr id="22" name="矩形 21"/>
          <p:cNvSpPr/>
          <p:nvPr>
            <p:custDataLst>
              <p:tags r:id="rId8"/>
            </p:custDataLst>
          </p:nvPr>
        </p:nvSpPr>
        <p:spPr>
          <a:xfrm>
            <a:off x="2169816" y="4055666"/>
            <a:ext cx="2661864" cy="1835087"/>
          </a:xfrm>
          <a:prstGeom prst="rect">
            <a:avLst/>
          </a:prstGeom>
          <a:noFill/>
        </p:spPr>
        <p:txBody>
          <a:bodyPr wrap="square" lIns="0" tIns="0" rIns="0" bIns="0" rtlCol="0" anchor="t" anchorCtr="0">
            <a:noAutofit/>
          </a:bodyPr>
          <a:lstStyle/>
          <a:p>
            <a:pPr algn="just">
              <a:lnSpc>
                <a:spcPct val="150000"/>
              </a:lnSpc>
              <a:spcBef>
                <a:spcPct val="0"/>
              </a:spcBef>
              <a:spcAft>
                <a:spcPct val="0"/>
              </a:spcAft>
            </a:pPr>
            <a:r>
              <a:rPr lang="zh-CN" altLang="en-US" sz="1600" dirty="0">
                <a:solidFill>
                  <a:schemeClr val="tx1">
                    <a:lumMod val="85000"/>
                    <a:lumOff val="15000"/>
                  </a:schemeClr>
                </a:solidFill>
                <a:latin typeface="+mn-ea"/>
                <a:cs typeface="+mn-ea"/>
              </a:rPr>
              <a:t>在线学习适应连续的数据流，逐步更新模型。</a:t>
            </a:r>
          </a:p>
        </p:txBody>
      </p:sp>
      <p:sp>
        <p:nvSpPr>
          <p:cNvPr id="25" name="矩形 24"/>
          <p:cNvSpPr/>
          <p:nvPr>
            <p:custDataLst>
              <p:tags r:id="rId9"/>
            </p:custDataLst>
          </p:nvPr>
        </p:nvSpPr>
        <p:spPr>
          <a:xfrm>
            <a:off x="8005057" y="3422534"/>
            <a:ext cx="2658049" cy="532782"/>
          </a:xfrm>
          <a:prstGeom prst="rect">
            <a:avLst/>
          </a:prstGeom>
          <a:noFill/>
        </p:spPr>
        <p:txBody>
          <a:bodyPr wrap="square" lIns="0" tIns="0" rIns="0" bIns="0" rtlCol="0" anchor="ctr" anchorCtr="0">
            <a:noAutofit/>
          </a:bodyPr>
          <a:lstStyle/>
          <a:p>
            <a:pPr>
              <a:spcBef>
                <a:spcPct val="0"/>
              </a:spcBef>
              <a:spcAft>
                <a:spcPct val="0"/>
              </a:spcAft>
            </a:pPr>
            <a:r>
              <a:rPr lang="zh-CN" altLang="en-US" sz="2400" b="1" dirty="0">
                <a:solidFill>
                  <a:schemeClr val="tx1">
                    <a:lumMod val="85000"/>
                    <a:lumOff val="15000"/>
                  </a:schemeClr>
                </a:solidFill>
                <a:latin typeface="+mn-ea"/>
                <a:cs typeface="+mn-ea"/>
              </a:rPr>
              <a:t>主动学习</a:t>
            </a:r>
          </a:p>
        </p:txBody>
      </p:sp>
      <p:sp>
        <p:nvSpPr>
          <p:cNvPr id="26" name="矩形 25"/>
          <p:cNvSpPr/>
          <p:nvPr>
            <p:custDataLst>
              <p:tags r:id="rId10"/>
            </p:custDataLst>
          </p:nvPr>
        </p:nvSpPr>
        <p:spPr>
          <a:xfrm>
            <a:off x="8003152" y="4055666"/>
            <a:ext cx="2661864" cy="1835087"/>
          </a:xfrm>
          <a:prstGeom prst="rect">
            <a:avLst/>
          </a:prstGeom>
          <a:noFill/>
        </p:spPr>
        <p:txBody>
          <a:bodyPr wrap="square" lIns="0" tIns="0" rIns="0" bIns="0" rtlCol="0" anchor="t" anchorCtr="0">
            <a:noAutofit/>
          </a:bodyPr>
          <a:lstStyle/>
          <a:p>
            <a:pPr algn="just">
              <a:lnSpc>
                <a:spcPct val="150000"/>
              </a:lnSpc>
              <a:spcBef>
                <a:spcPct val="0"/>
              </a:spcBef>
              <a:spcAft>
                <a:spcPct val="0"/>
              </a:spcAft>
            </a:pPr>
            <a:r>
              <a:rPr lang="zh-CN" altLang="en-US" sz="1600">
                <a:solidFill>
                  <a:schemeClr val="tx1">
                    <a:lumMod val="85000"/>
                    <a:lumOff val="15000"/>
                  </a:schemeClr>
                </a:solidFill>
                <a:latin typeface="+mn-ea"/>
                <a:cs typeface="+mn-ea"/>
              </a:rPr>
              <a:t>主动学习让模型选择性地查询标签数据以提高性能。</a:t>
            </a:r>
          </a:p>
        </p:txBody>
      </p:sp>
    </p:spTree>
    <p:custDataLst>
      <p:tags r:id="rId1"/>
    </p:custData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74EC65-FB54-274A-B7AD-3C196105F257}"/>
              </a:ext>
            </a:extLst>
          </p:cNvPr>
          <p:cNvSpPr>
            <a:spLocks noGrp="1"/>
          </p:cNvSpPr>
          <p:nvPr>
            <p:ph type="title"/>
          </p:nvPr>
        </p:nvSpPr>
        <p:spPr/>
        <p:txBody>
          <a:bodyPr>
            <a:normAutofit fontScale="90000"/>
          </a:bodyPr>
          <a:lstStyle/>
          <a:p>
            <a:endParaRPr lang="en-US"/>
          </a:p>
        </p:txBody>
      </p:sp>
      <p:sp>
        <p:nvSpPr>
          <p:cNvPr id="20" name="Text 0">
            <a:extLst>
              <a:ext uri="{FF2B5EF4-FFF2-40B4-BE49-F238E27FC236}">
                <a16:creationId xmlns:a16="http://schemas.microsoft.com/office/drawing/2014/main" id="{B902DF84-B72A-DA4C-856B-2DBC890BCBFB}"/>
              </a:ext>
            </a:extLst>
          </p:cNvPr>
          <p:cNvSpPr/>
          <p:nvPr/>
        </p:nvSpPr>
        <p:spPr>
          <a:xfrm>
            <a:off x="749135" y="1185084"/>
            <a:ext cx="8311854" cy="577787"/>
          </a:xfrm>
          <a:prstGeom prst="rect">
            <a:avLst/>
          </a:prstGeom>
          <a:noFill/>
        </p:spPr>
        <p:txBody>
          <a:bodyPr wrap="square" lIns="95250" tIns="95250" rIns="95250" bIns="95250" rtlCol="0" anchor="t">
            <a:spAutoFit/>
          </a:bodyPr>
          <a:lstStyle/>
          <a:p>
            <a:pPr marL="0" indent="0">
              <a:lnSpc>
                <a:spcPct val="100000"/>
              </a:lnSpc>
              <a:spcBef>
                <a:spcPts val="375"/>
              </a:spcBef>
              <a:buNone/>
            </a:pPr>
            <a:r>
              <a:rPr lang="en-US" sz="2590" b="1" dirty="0">
                <a:solidFill>
                  <a:srgbClr val="083775"/>
                </a:solidFill>
                <a:latin typeface="微软雅黑" panose="020B0503020204020204" pitchFamily="34" charset="-122"/>
                <a:ea typeface="微软雅黑" panose="020B0503020204020204" pitchFamily="34" charset="-122"/>
                <a:cs typeface="微软雅黑" panose="020B0503020204020204" pitchFamily="34" charset="-120"/>
              </a:rPr>
              <a:t>程序设计区别</a:t>
            </a:r>
            <a:endParaRPr lang="en-US" sz="1440" dirty="0"/>
          </a:p>
        </p:txBody>
      </p:sp>
      <p:sp>
        <p:nvSpPr>
          <p:cNvPr id="21" name="Shape 1">
            <a:extLst>
              <a:ext uri="{FF2B5EF4-FFF2-40B4-BE49-F238E27FC236}">
                <a16:creationId xmlns:a16="http://schemas.microsoft.com/office/drawing/2014/main" id="{1B5D8D07-69AB-E341-BBE1-E40ECA6AB21C}"/>
              </a:ext>
            </a:extLst>
          </p:cNvPr>
          <p:cNvSpPr/>
          <p:nvPr/>
        </p:nvSpPr>
        <p:spPr>
          <a:xfrm>
            <a:off x="872406" y="1002204"/>
            <a:ext cx="182880" cy="18288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FF8989"/>
          </a:solidFill>
        </p:spPr>
      </p:sp>
      <p:sp>
        <p:nvSpPr>
          <p:cNvPr id="22" name="Shape 2">
            <a:extLst>
              <a:ext uri="{FF2B5EF4-FFF2-40B4-BE49-F238E27FC236}">
                <a16:creationId xmlns:a16="http://schemas.microsoft.com/office/drawing/2014/main" id="{3E886B6F-2F24-2948-B358-7208A8581AE4}"/>
              </a:ext>
            </a:extLst>
          </p:cNvPr>
          <p:cNvSpPr/>
          <p:nvPr/>
        </p:nvSpPr>
        <p:spPr>
          <a:xfrm>
            <a:off x="1225883" y="1002204"/>
            <a:ext cx="182880" cy="18288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D8F1FF"/>
          </a:solidFill>
        </p:spPr>
      </p:sp>
      <p:sp>
        <p:nvSpPr>
          <p:cNvPr id="23" name="Shape 3">
            <a:extLst>
              <a:ext uri="{FF2B5EF4-FFF2-40B4-BE49-F238E27FC236}">
                <a16:creationId xmlns:a16="http://schemas.microsoft.com/office/drawing/2014/main" id="{1E63AF5A-D5D8-D44E-BE0D-5B91D09FA102}"/>
              </a:ext>
            </a:extLst>
          </p:cNvPr>
          <p:cNvSpPr/>
          <p:nvPr/>
        </p:nvSpPr>
        <p:spPr>
          <a:xfrm>
            <a:off x="1579361" y="1002204"/>
            <a:ext cx="182880" cy="18288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FFDB41"/>
          </a:solidFill>
        </p:spPr>
      </p:sp>
      <p:sp>
        <p:nvSpPr>
          <p:cNvPr id="24" name="Shape 4">
            <a:extLst>
              <a:ext uri="{FF2B5EF4-FFF2-40B4-BE49-F238E27FC236}">
                <a16:creationId xmlns:a16="http://schemas.microsoft.com/office/drawing/2014/main" id="{91259E9B-EDE4-2A43-A7B9-DB13393017FA}"/>
              </a:ext>
            </a:extLst>
          </p:cNvPr>
          <p:cNvSpPr/>
          <p:nvPr/>
        </p:nvSpPr>
        <p:spPr>
          <a:xfrm>
            <a:off x="1967619" y="1819774"/>
            <a:ext cx="362032" cy="362032"/>
          </a:xfrm>
          <a:custGeom>
            <a:avLst/>
            <a:gdLst/>
            <a:ahLst/>
            <a:cxnLst/>
            <a:rect l="l" t="t" r="r" b="b"/>
            <a:pathLst>
              <a:path w="362032" h="362032">
                <a:moveTo>
                  <a:pt x="181016" y="0"/>
                </a:moveTo>
                <a:moveTo>
                  <a:pt x="181016" y="0"/>
                </a:moveTo>
                <a:cubicBezTo>
                  <a:pt x="280921" y="0"/>
                  <a:pt x="362032" y="81111"/>
                  <a:pt x="362032" y="181016"/>
                </a:cubicBezTo>
                <a:cubicBezTo>
                  <a:pt x="362032" y="280921"/>
                  <a:pt x="280921" y="362032"/>
                  <a:pt x="181016" y="362032"/>
                </a:cubicBezTo>
                <a:cubicBezTo>
                  <a:pt x="81111" y="362032"/>
                  <a:pt x="0" y="280921"/>
                  <a:pt x="0" y="181016"/>
                </a:cubicBezTo>
                <a:cubicBezTo>
                  <a:pt x="0" y="81111"/>
                  <a:pt x="81111" y="0"/>
                  <a:pt x="181016" y="0"/>
                </a:cubicBezTo>
                <a:close/>
              </a:path>
            </a:pathLst>
          </a:custGeom>
          <a:solidFill>
            <a:srgbClr val="0084FF"/>
          </a:solidFill>
        </p:spPr>
      </p:sp>
      <p:sp>
        <p:nvSpPr>
          <p:cNvPr id="25" name="Shape 5">
            <a:extLst>
              <a:ext uri="{FF2B5EF4-FFF2-40B4-BE49-F238E27FC236}">
                <a16:creationId xmlns:a16="http://schemas.microsoft.com/office/drawing/2014/main" id="{89D42FE7-A1BB-3247-9065-B07FB93CCC66}"/>
              </a:ext>
            </a:extLst>
          </p:cNvPr>
          <p:cNvSpPr/>
          <p:nvPr/>
        </p:nvSpPr>
        <p:spPr>
          <a:xfrm>
            <a:off x="7626327" y="1869828"/>
            <a:ext cx="362032" cy="362032"/>
          </a:xfrm>
          <a:custGeom>
            <a:avLst/>
            <a:gdLst/>
            <a:ahLst/>
            <a:cxnLst/>
            <a:rect l="l" t="t" r="r" b="b"/>
            <a:pathLst>
              <a:path w="362032" h="362032">
                <a:moveTo>
                  <a:pt x="181016" y="0"/>
                </a:moveTo>
                <a:moveTo>
                  <a:pt x="181016" y="0"/>
                </a:moveTo>
                <a:cubicBezTo>
                  <a:pt x="280921" y="0"/>
                  <a:pt x="362032" y="81111"/>
                  <a:pt x="362032" y="181016"/>
                </a:cubicBezTo>
                <a:cubicBezTo>
                  <a:pt x="362032" y="280921"/>
                  <a:pt x="280921" y="362032"/>
                  <a:pt x="181016" y="362032"/>
                </a:cubicBezTo>
                <a:cubicBezTo>
                  <a:pt x="81111" y="362032"/>
                  <a:pt x="0" y="280921"/>
                  <a:pt x="0" y="181016"/>
                </a:cubicBezTo>
                <a:cubicBezTo>
                  <a:pt x="0" y="81111"/>
                  <a:pt x="81111" y="0"/>
                  <a:pt x="181016" y="0"/>
                </a:cubicBezTo>
                <a:close/>
              </a:path>
            </a:pathLst>
          </a:custGeom>
          <a:solidFill>
            <a:srgbClr val="0084FF"/>
          </a:solidFill>
        </p:spPr>
      </p:sp>
      <p:sp>
        <p:nvSpPr>
          <p:cNvPr id="26" name="Shape 6">
            <a:extLst>
              <a:ext uri="{FF2B5EF4-FFF2-40B4-BE49-F238E27FC236}">
                <a16:creationId xmlns:a16="http://schemas.microsoft.com/office/drawing/2014/main" id="{A835F9C2-E678-B444-853A-65C2642E89C8}"/>
              </a:ext>
            </a:extLst>
          </p:cNvPr>
          <p:cNvSpPr/>
          <p:nvPr/>
        </p:nvSpPr>
        <p:spPr>
          <a:xfrm>
            <a:off x="3446259" y="4262503"/>
            <a:ext cx="362032" cy="362032"/>
          </a:xfrm>
          <a:custGeom>
            <a:avLst/>
            <a:gdLst/>
            <a:ahLst/>
            <a:cxnLst/>
            <a:rect l="l" t="t" r="r" b="b"/>
            <a:pathLst>
              <a:path w="362032" h="362032">
                <a:moveTo>
                  <a:pt x="181016" y="0"/>
                </a:moveTo>
                <a:moveTo>
                  <a:pt x="181016" y="0"/>
                </a:moveTo>
                <a:cubicBezTo>
                  <a:pt x="280921" y="0"/>
                  <a:pt x="362032" y="81111"/>
                  <a:pt x="362032" y="181016"/>
                </a:cubicBezTo>
                <a:cubicBezTo>
                  <a:pt x="362032" y="280921"/>
                  <a:pt x="280921" y="362032"/>
                  <a:pt x="181016" y="362032"/>
                </a:cubicBezTo>
                <a:cubicBezTo>
                  <a:pt x="81111" y="362032"/>
                  <a:pt x="0" y="280921"/>
                  <a:pt x="0" y="181016"/>
                </a:cubicBezTo>
                <a:cubicBezTo>
                  <a:pt x="0" y="81111"/>
                  <a:pt x="81111" y="0"/>
                  <a:pt x="181016" y="0"/>
                </a:cubicBezTo>
                <a:close/>
              </a:path>
            </a:pathLst>
          </a:custGeom>
          <a:solidFill>
            <a:srgbClr val="0084FF"/>
          </a:solidFill>
        </p:spPr>
      </p:sp>
      <p:sp>
        <p:nvSpPr>
          <p:cNvPr id="27" name="Text 7">
            <a:extLst>
              <a:ext uri="{FF2B5EF4-FFF2-40B4-BE49-F238E27FC236}">
                <a16:creationId xmlns:a16="http://schemas.microsoft.com/office/drawing/2014/main" id="{D69FF48F-5410-6E45-B83F-D55C86366E8F}"/>
              </a:ext>
            </a:extLst>
          </p:cNvPr>
          <p:cNvSpPr/>
          <p:nvPr/>
        </p:nvSpPr>
        <p:spPr>
          <a:xfrm>
            <a:off x="2329650" y="1674782"/>
            <a:ext cx="2428566" cy="512064"/>
          </a:xfrm>
          <a:prstGeom prst="rect">
            <a:avLst/>
          </a:prstGeom>
          <a:noFill/>
        </p:spPr>
        <p:txBody>
          <a:bodyPr wrap="square" lIns="95250" tIns="95250" rIns="95250" bIns="95250" rtlCol="0" anchor="t">
            <a:spAutoFit/>
          </a:bodyPr>
          <a:lstStyle/>
          <a:p>
            <a:pPr marL="0" indent="0">
              <a:lnSpc>
                <a:spcPct val="113000"/>
              </a:lnSpc>
              <a:spcBef>
                <a:spcPts val="375"/>
              </a:spcBef>
              <a:buNone/>
            </a:pPr>
            <a:r>
              <a:rPr lang="en-US" sz="1730" b="1" dirty="0">
                <a:solidFill>
                  <a:srgbClr val="1859AE"/>
                </a:solidFill>
                <a:latin typeface="微软雅黑" panose="020B0503020204020204" pitchFamily="34" charset="-122"/>
                <a:ea typeface="微软雅黑" panose="020B0503020204020204" pitchFamily="34" charset="-122"/>
                <a:cs typeface="微软雅黑" panose="020B0503020204020204" pitchFamily="34" charset="-120"/>
              </a:rPr>
              <a:t>程序设计的定义</a:t>
            </a:r>
            <a:endParaRPr lang="en-US" sz="1440" dirty="0"/>
          </a:p>
        </p:txBody>
      </p:sp>
      <p:pic>
        <p:nvPicPr>
          <p:cNvPr id="28" name="Image 0" descr="https://sgw-dx.xf-yun.com/api/v1/sparkdesk/_1740051730863017fd2023ed64f3bb069d9cfecb0f410.jpg?authorization=c2ltcGxlLWp3dCBhaz1zcGFya2Rlc2s4MDAwMDAwMDAwMDE7ZXhwPTMzMTY4NTE3MzA7YWxnbz1obWFjLXNoYTI1NjtzaWc9dURyL1JhTExUQjJ5NHhIaWdPR1lCZVpYTEZtK2tKUzBvOGZSdGhYcUIxZz0=&amp;x_location=7YfmxI7B7uKO7jlRxIftd60uePD=">
            <a:extLst>
              <a:ext uri="{FF2B5EF4-FFF2-40B4-BE49-F238E27FC236}">
                <a16:creationId xmlns:a16="http://schemas.microsoft.com/office/drawing/2014/main" id="{746BD027-334B-C743-92A1-98B41613B1CB}"/>
              </a:ext>
            </a:extLst>
          </p:cNvPr>
          <p:cNvPicPr>
            <a:picLocks noChangeAspect="1"/>
          </p:cNvPicPr>
          <p:nvPr/>
        </p:nvPicPr>
        <p:blipFill>
          <a:blip r:embed="rId5"/>
          <a:srcRect l="21910" r="21910"/>
          <a:stretch>
            <a:fillRect/>
          </a:stretch>
        </p:blipFill>
        <p:spPr>
          <a:xfrm>
            <a:off x="294620" y="2000790"/>
            <a:ext cx="1392512" cy="1392512"/>
          </a:xfrm>
          <a:prstGeom prst="ellipse">
            <a:avLst/>
          </a:prstGeom>
        </p:spPr>
      </p:pic>
      <p:sp>
        <p:nvSpPr>
          <p:cNvPr id="29" name="Text 8">
            <a:extLst>
              <a:ext uri="{FF2B5EF4-FFF2-40B4-BE49-F238E27FC236}">
                <a16:creationId xmlns:a16="http://schemas.microsoft.com/office/drawing/2014/main" id="{F822193C-82E9-464F-ACF0-127CF6F0E7BE}"/>
              </a:ext>
            </a:extLst>
          </p:cNvPr>
          <p:cNvSpPr/>
          <p:nvPr/>
        </p:nvSpPr>
        <p:spPr>
          <a:xfrm>
            <a:off x="1913521" y="2091558"/>
            <a:ext cx="3623678" cy="1731243"/>
          </a:xfrm>
          <a:prstGeom prst="rect">
            <a:avLst/>
          </a:prstGeom>
          <a:noFill/>
        </p:spPr>
        <p:txBody>
          <a:bodyPr wrap="square" lIns="95250" tIns="95250" rIns="95250" bIns="95250" rtlCol="0" anchor="t">
            <a:spAutoFit/>
          </a:bodyPr>
          <a:lstStyle/>
          <a:p>
            <a:pPr marL="0" indent="0">
              <a:lnSpc>
                <a:spcPct val="100000"/>
              </a:lnSpc>
              <a:buNone/>
            </a:pPr>
            <a:r>
              <a:rPr lang="en-US" sz="2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程序设计是计算机科学的一部分，主要涉及编写和维护源代码的过程，以创建软件程序。它要求程序员理解编程语言和算法，以便有效地解决问题。</a:t>
            </a:r>
            <a:endParaRPr lang="en-US" sz="2000" dirty="0"/>
          </a:p>
        </p:txBody>
      </p:sp>
      <p:sp>
        <p:nvSpPr>
          <p:cNvPr id="30" name="Text 9">
            <a:extLst>
              <a:ext uri="{FF2B5EF4-FFF2-40B4-BE49-F238E27FC236}">
                <a16:creationId xmlns:a16="http://schemas.microsoft.com/office/drawing/2014/main" id="{821B6558-B4C9-7B48-AB4C-53E2E96CB01A}"/>
              </a:ext>
            </a:extLst>
          </p:cNvPr>
          <p:cNvSpPr/>
          <p:nvPr/>
        </p:nvSpPr>
        <p:spPr>
          <a:xfrm>
            <a:off x="7988062" y="1724887"/>
            <a:ext cx="2850515" cy="490855"/>
          </a:xfrm>
          <a:prstGeom prst="rect">
            <a:avLst/>
          </a:prstGeom>
          <a:noFill/>
        </p:spPr>
        <p:txBody>
          <a:bodyPr wrap="square" lIns="95250" tIns="95250" rIns="95250" bIns="95250" rtlCol="0" anchor="t">
            <a:spAutoFit/>
          </a:bodyPr>
          <a:lstStyle/>
          <a:p>
            <a:pPr marL="0" indent="0">
              <a:lnSpc>
                <a:spcPct val="113000"/>
              </a:lnSpc>
              <a:spcBef>
                <a:spcPts val="375"/>
              </a:spcBef>
              <a:buNone/>
            </a:pPr>
            <a:r>
              <a:rPr lang="en-US" sz="1730" b="1" dirty="0">
                <a:solidFill>
                  <a:srgbClr val="1859AE"/>
                </a:solidFill>
                <a:latin typeface="微软雅黑" panose="020B0503020204020204" pitchFamily="34" charset="-122"/>
                <a:ea typeface="微软雅黑" panose="020B0503020204020204" pitchFamily="34" charset="-122"/>
                <a:cs typeface="微软雅黑" panose="020B0503020204020204" pitchFamily="34" charset="-120"/>
              </a:rPr>
              <a:t>机器学习与程序设计的区别</a:t>
            </a:r>
            <a:endParaRPr lang="en-US" sz="1440" dirty="0"/>
          </a:p>
        </p:txBody>
      </p:sp>
      <p:sp>
        <p:nvSpPr>
          <p:cNvPr id="31" name="Text 10">
            <a:extLst>
              <a:ext uri="{FF2B5EF4-FFF2-40B4-BE49-F238E27FC236}">
                <a16:creationId xmlns:a16="http://schemas.microsoft.com/office/drawing/2014/main" id="{910CFB4E-4E3E-8F49-8448-702806039111}"/>
              </a:ext>
            </a:extLst>
          </p:cNvPr>
          <p:cNvSpPr/>
          <p:nvPr/>
        </p:nvSpPr>
        <p:spPr>
          <a:xfrm>
            <a:off x="7757325" y="2215742"/>
            <a:ext cx="3859930" cy="1731243"/>
          </a:xfrm>
          <a:prstGeom prst="rect">
            <a:avLst/>
          </a:prstGeom>
          <a:noFill/>
        </p:spPr>
        <p:txBody>
          <a:bodyPr wrap="square" lIns="95250" tIns="95250" rIns="95250" bIns="95250" rtlCol="0" anchor="t">
            <a:spAutoFit/>
          </a:bodyPr>
          <a:lstStyle/>
          <a:p>
            <a:pPr marL="0" indent="0">
              <a:lnSpc>
                <a:spcPct val="100000"/>
              </a:lnSpc>
              <a:buNone/>
            </a:pPr>
            <a:r>
              <a:rPr lang="en-US" sz="2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机器学习是一种数据分析方法，通过训练算法来识别模式并做出预测或决策。而程序设计则更侧重于明确的逻辑步骤和规则，用于解决特定问题。</a:t>
            </a:r>
            <a:endParaRPr lang="en-US" sz="2000" dirty="0"/>
          </a:p>
        </p:txBody>
      </p:sp>
      <p:sp>
        <p:nvSpPr>
          <p:cNvPr id="32" name="Text 11">
            <a:extLst>
              <a:ext uri="{FF2B5EF4-FFF2-40B4-BE49-F238E27FC236}">
                <a16:creationId xmlns:a16="http://schemas.microsoft.com/office/drawing/2014/main" id="{7E3DBBC4-E242-D74E-B3FE-4BB19DA59B9C}"/>
              </a:ext>
            </a:extLst>
          </p:cNvPr>
          <p:cNvSpPr/>
          <p:nvPr/>
        </p:nvSpPr>
        <p:spPr>
          <a:xfrm>
            <a:off x="3922571" y="4189292"/>
            <a:ext cx="2428566" cy="512064"/>
          </a:xfrm>
          <a:prstGeom prst="rect">
            <a:avLst/>
          </a:prstGeom>
          <a:noFill/>
        </p:spPr>
        <p:txBody>
          <a:bodyPr wrap="square" lIns="95250" tIns="95250" rIns="95250" bIns="95250" rtlCol="0" anchor="t">
            <a:spAutoFit/>
          </a:bodyPr>
          <a:lstStyle/>
          <a:p>
            <a:pPr marL="0" indent="0">
              <a:lnSpc>
                <a:spcPct val="113000"/>
              </a:lnSpc>
              <a:spcBef>
                <a:spcPts val="375"/>
              </a:spcBef>
              <a:buNone/>
            </a:pPr>
            <a:r>
              <a:rPr lang="en-US" sz="1730" b="1" dirty="0">
                <a:solidFill>
                  <a:srgbClr val="1859AE"/>
                </a:solidFill>
                <a:latin typeface="微软雅黑" panose="020B0503020204020204" pitchFamily="34" charset="-122"/>
                <a:ea typeface="微软雅黑" panose="020B0503020204020204" pitchFamily="34" charset="-122"/>
                <a:cs typeface="微软雅黑" panose="020B0503020204020204" pitchFamily="34" charset="-120"/>
              </a:rPr>
              <a:t>程序设计的应用领域</a:t>
            </a:r>
            <a:endParaRPr lang="en-US" sz="1440" dirty="0"/>
          </a:p>
        </p:txBody>
      </p:sp>
      <p:pic>
        <p:nvPicPr>
          <p:cNvPr id="33" name="Image 2" descr="https://sgw-dx.xf-yun.com/api/v1/sparkdesk/_1740051736925d5346341d77046f1ac05de98db7b2ace.jpg?authorization=c2ltcGxlLWp3dCBhaz1zcGFya2Rlc2s4MDAwMDAwMDAwMDE7ZXhwPTMzMTY4NTE3MzY7YWxnbz1obWFjLXNoYTI1NjtzaWc9QURJUkJQeVdRSHFYRXg3VmUxUWVRa0hPVXBUaTBCY05tR1dRNjlCMGlOZz0=&amp;x_location=7YfmxI7B7uKO7jlRxIftd60uePD=">
            <a:extLst>
              <a:ext uri="{FF2B5EF4-FFF2-40B4-BE49-F238E27FC236}">
                <a16:creationId xmlns:a16="http://schemas.microsoft.com/office/drawing/2014/main" id="{21931F1B-C057-C44F-84B8-6C05B576C464}"/>
              </a:ext>
            </a:extLst>
          </p:cNvPr>
          <p:cNvPicPr>
            <a:picLocks noChangeAspect="1"/>
          </p:cNvPicPr>
          <p:nvPr/>
        </p:nvPicPr>
        <p:blipFill>
          <a:blip r:embed="rId6"/>
          <a:srcRect l="21910" r="21910"/>
          <a:stretch>
            <a:fillRect/>
          </a:stretch>
        </p:blipFill>
        <p:spPr>
          <a:xfrm>
            <a:off x="2332849" y="4651071"/>
            <a:ext cx="1392512" cy="1392512"/>
          </a:xfrm>
          <a:prstGeom prst="ellipse">
            <a:avLst/>
          </a:prstGeom>
        </p:spPr>
      </p:pic>
      <p:sp>
        <p:nvSpPr>
          <p:cNvPr id="34" name="Text 12">
            <a:extLst>
              <a:ext uri="{FF2B5EF4-FFF2-40B4-BE49-F238E27FC236}">
                <a16:creationId xmlns:a16="http://schemas.microsoft.com/office/drawing/2014/main" id="{C709A506-27EC-F743-8804-775721541E1D}"/>
              </a:ext>
            </a:extLst>
          </p:cNvPr>
          <p:cNvSpPr/>
          <p:nvPr/>
        </p:nvSpPr>
        <p:spPr>
          <a:xfrm>
            <a:off x="3725360" y="4649115"/>
            <a:ext cx="4262702" cy="1423467"/>
          </a:xfrm>
          <a:prstGeom prst="rect">
            <a:avLst/>
          </a:prstGeom>
          <a:noFill/>
        </p:spPr>
        <p:txBody>
          <a:bodyPr wrap="square" lIns="95250" tIns="95250" rIns="95250" bIns="95250" rtlCol="0" anchor="t">
            <a:spAutoFit/>
          </a:bodyPr>
          <a:lstStyle/>
          <a:p>
            <a:pPr marL="0" indent="0">
              <a:lnSpc>
                <a:spcPct val="100000"/>
              </a:lnSpc>
              <a:buNone/>
            </a:pPr>
            <a:r>
              <a:rPr lang="en-US" sz="2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程序设计广泛应用于软件开发、网站开发、移动应用开发等领域。它是实现各种计算功能的基础，对于现代社会的许多关键技术都有重要影响。</a:t>
            </a:r>
            <a:endParaRPr lang="en-US" sz="2000" dirty="0"/>
          </a:p>
        </p:txBody>
      </p:sp>
      <p:graphicFrame>
        <p:nvGraphicFramePr>
          <p:cNvPr id="35" name="对象 -2147482622">
            <a:extLst>
              <a:ext uri="{FF2B5EF4-FFF2-40B4-BE49-F238E27FC236}">
                <a16:creationId xmlns:a16="http://schemas.microsoft.com/office/drawing/2014/main" id="{A70D2C7B-80E0-0741-AB5A-571B625C3351}"/>
              </a:ext>
            </a:extLst>
          </p:cNvPr>
          <p:cNvGraphicFramePr/>
          <p:nvPr>
            <p:custDataLst>
              <p:tags r:id="rId2"/>
            </p:custDataLst>
            <p:extLst>
              <p:ext uri="{D42A27DB-BD31-4B8C-83A1-F6EECF244321}">
                <p14:modId xmlns:p14="http://schemas.microsoft.com/office/powerpoint/2010/main" val="1204330674"/>
              </p:ext>
            </p:extLst>
          </p:nvPr>
        </p:nvGraphicFramePr>
        <p:xfrm>
          <a:off x="5571736" y="2237718"/>
          <a:ext cx="1672999" cy="1244483"/>
        </p:xfrm>
        <a:graphic>
          <a:graphicData uri="http://schemas.openxmlformats.org/presentationml/2006/ole">
            <mc:AlternateContent xmlns:mc="http://schemas.openxmlformats.org/markup-compatibility/2006">
              <mc:Choice xmlns:v="urn:schemas-microsoft-com:vml" Requires="v">
                <p:oleObj spid="_x0000_s6153" r:id="rId7" imgW="4210050" imgH="1631950" progId="PBrush">
                  <p:embed/>
                </p:oleObj>
              </mc:Choice>
              <mc:Fallback>
                <p:oleObj r:id="rId7" imgW="4210050" imgH="1631950" progId="PBrush">
                  <p:embed/>
                  <p:pic>
                    <p:nvPicPr>
                      <p:cNvPr id="2" name="对象 -2147482622"/>
                      <p:cNvPicPr/>
                      <p:nvPr/>
                    </p:nvPicPr>
                    <p:blipFill>
                      <a:blip r:embed="rId8"/>
                      <a:stretch>
                        <a:fillRect/>
                      </a:stretch>
                    </p:blipFill>
                    <p:spPr>
                      <a:xfrm>
                        <a:off x="5571736" y="2237718"/>
                        <a:ext cx="1672999" cy="1244483"/>
                      </a:xfrm>
                      <a:prstGeom prst="rect">
                        <a:avLst/>
                      </a:prstGeom>
                      <a:noFill/>
                      <a:ln w="38100">
                        <a:noFill/>
                        <a:miter/>
                      </a:ln>
                    </p:spPr>
                  </p:pic>
                </p:oleObj>
              </mc:Fallback>
            </mc:AlternateContent>
          </a:graphicData>
        </a:graphic>
      </p:graphicFrame>
      <p:graphicFrame>
        <p:nvGraphicFramePr>
          <p:cNvPr id="36" name="对象 1073742849">
            <a:extLst>
              <a:ext uri="{FF2B5EF4-FFF2-40B4-BE49-F238E27FC236}">
                <a16:creationId xmlns:a16="http://schemas.microsoft.com/office/drawing/2014/main" id="{1FA28EC0-B5CE-8D46-B189-EFCC3B6A94EE}"/>
              </a:ext>
            </a:extLst>
          </p:cNvPr>
          <p:cNvGraphicFramePr/>
          <p:nvPr>
            <p:custDataLst>
              <p:tags r:id="rId3"/>
            </p:custDataLst>
            <p:extLst>
              <p:ext uri="{D42A27DB-BD31-4B8C-83A1-F6EECF244321}">
                <p14:modId xmlns:p14="http://schemas.microsoft.com/office/powerpoint/2010/main" val="434816937"/>
              </p:ext>
            </p:extLst>
          </p:nvPr>
        </p:nvGraphicFramePr>
        <p:xfrm>
          <a:off x="8155518" y="4443519"/>
          <a:ext cx="3127681" cy="1767634"/>
        </p:xfrm>
        <a:graphic>
          <a:graphicData uri="http://schemas.openxmlformats.org/presentationml/2006/ole">
            <mc:AlternateContent xmlns:mc="http://schemas.openxmlformats.org/markup-compatibility/2006">
              <mc:Choice xmlns:v="urn:schemas-microsoft-com:vml" Requires="v">
                <p:oleObj spid="_x0000_s6154" r:id="rId9" imgW="4133850" imgH="1428750" progId="PBrush">
                  <p:embed/>
                </p:oleObj>
              </mc:Choice>
              <mc:Fallback>
                <p:oleObj r:id="rId9" imgW="4133850" imgH="1428750" progId="PBrush">
                  <p:embed/>
                  <p:pic>
                    <p:nvPicPr>
                      <p:cNvPr id="1073742850" name="对象 1073742849"/>
                      <p:cNvPicPr/>
                      <p:nvPr/>
                    </p:nvPicPr>
                    <p:blipFill>
                      <a:blip r:embed="rId10"/>
                      <a:stretch>
                        <a:fillRect/>
                      </a:stretch>
                    </p:blipFill>
                    <p:spPr>
                      <a:xfrm>
                        <a:off x="8155518" y="4443519"/>
                        <a:ext cx="3127681" cy="1767634"/>
                      </a:xfrm>
                      <a:prstGeom prst="rect">
                        <a:avLst/>
                      </a:prstGeom>
                      <a:noFill/>
                      <a:ln w="38100">
                        <a:noFill/>
                        <a:miter/>
                      </a:ln>
                    </p:spPr>
                  </p:pic>
                </p:oleObj>
              </mc:Fallback>
            </mc:AlternateContent>
          </a:graphicData>
        </a:graphic>
      </p:graphicFrame>
    </p:spTree>
    <p:extLst>
      <p:ext uri="{BB962C8B-B14F-4D97-AF65-F5344CB8AC3E}">
        <p14:creationId xmlns:p14="http://schemas.microsoft.com/office/powerpoint/2010/main" val="13330686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标题 16"/>
          <p:cNvSpPr>
            <a:spLocks noGrp="1"/>
          </p:cNvSpPr>
          <p:nvPr>
            <p:ph type="title"/>
            <p:custDataLst>
              <p:tags r:id="rId2"/>
            </p:custDataLst>
          </p:nvPr>
        </p:nvSpPr>
        <p:spPr/>
        <p:txBody>
          <a:bodyPr>
            <a:normAutofit fontScale="90000"/>
          </a:bodyPr>
          <a:lstStyle/>
          <a:p>
            <a:r>
              <a:rPr lang="zh-CN" altLang="en-US" dirty="0"/>
              <a:t>机器学习的一般步骤</a:t>
            </a:r>
          </a:p>
        </p:txBody>
      </p:sp>
      <p:pic>
        <p:nvPicPr>
          <p:cNvPr id="3" name="图片 2" descr="C:\Users\hhg\Documents\从机器学习谈起 - 计算机的潜意识 - 博客园_files\221227224214301.png"/>
          <p:cNvPicPr/>
          <p:nvPr/>
        </p:nvPicPr>
        <p:blipFill>
          <a:blip r:embed="rId4">
            <a:extLst>
              <a:ext uri="{28A0092B-C50C-407E-A947-70E740481C1C}">
                <a14:useLocalDpi xmlns:a14="http://schemas.microsoft.com/office/drawing/2010/main" val="0"/>
              </a:ext>
            </a:extLst>
          </a:blip>
          <a:srcRect/>
          <a:stretch>
            <a:fillRect/>
          </a:stretch>
        </p:blipFill>
        <p:spPr bwMode="auto">
          <a:xfrm>
            <a:off x="1282535" y="909258"/>
            <a:ext cx="9440403" cy="4389382"/>
          </a:xfrm>
          <a:prstGeom prst="rect">
            <a:avLst/>
          </a:prstGeom>
          <a:noFill/>
          <a:ln>
            <a:noFill/>
          </a:ln>
        </p:spPr>
      </p:pic>
      <p:pic>
        <p:nvPicPr>
          <p:cNvPr id="4" name="内容占位符 3"/>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704325" y="5146871"/>
            <a:ext cx="1498278" cy="1273324"/>
          </a:xfrm>
          <a:prstGeom prst="rect">
            <a:avLst/>
          </a:prstGeom>
        </p:spPr>
      </p:pic>
      <p:pic>
        <p:nvPicPr>
          <p:cNvPr id="6" name="图片 5"/>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516538" y="5252981"/>
            <a:ext cx="2122206" cy="1061103"/>
          </a:xfrm>
          <a:prstGeom prst="rect">
            <a:avLst/>
          </a:prstGeom>
        </p:spPr>
      </p:pic>
    </p:spTree>
    <p:custDataLst>
      <p:tags r:id="rId1"/>
    </p:custData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A4D38B-0403-6D40-BA80-356865721E59}"/>
              </a:ext>
            </a:extLst>
          </p:cNvPr>
          <p:cNvSpPr>
            <a:spLocks noGrp="1"/>
          </p:cNvSpPr>
          <p:nvPr>
            <p:ph type="title"/>
          </p:nvPr>
        </p:nvSpPr>
        <p:spPr/>
        <p:txBody>
          <a:bodyPr>
            <a:normAutofit fontScale="90000"/>
          </a:bodyPr>
          <a:lstStyle/>
          <a:p>
            <a:r>
              <a:rPr lang="zh-CN" altLang="en-US" dirty="0"/>
              <a:t>机器学习的一般步骤</a:t>
            </a:r>
            <a:endParaRPr lang="en-US" dirty="0"/>
          </a:p>
        </p:txBody>
      </p:sp>
      <p:pic>
        <p:nvPicPr>
          <p:cNvPr id="3" name="pic">
            <a:extLst>
              <a:ext uri="{FF2B5EF4-FFF2-40B4-BE49-F238E27FC236}">
                <a16:creationId xmlns:a16="http://schemas.microsoft.com/office/drawing/2014/main" id="{91B70868-9AAE-0949-932A-77EB19458167}"/>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a:xfrm>
            <a:off x="886365" y="1126733"/>
            <a:ext cx="12050580" cy="4982237"/>
          </a:xfrm>
          <a:prstGeom prst="rect">
            <a:avLst/>
          </a:prstGeom>
        </p:spPr>
      </p:pic>
    </p:spTree>
    <p:extLst>
      <p:ext uri="{BB962C8B-B14F-4D97-AF65-F5344CB8AC3E}">
        <p14:creationId xmlns:p14="http://schemas.microsoft.com/office/powerpoint/2010/main" val="31770924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p:cNvSpPr/>
          <p:nvPr/>
        </p:nvSpPr>
        <p:spPr>
          <a:xfrm>
            <a:off x="413693" y="542495"/>
            <a:ext cx="11082472" cy="787844"/>
          </a:xfrm>
          <a:prstGeom prst="rect">
            <a:avLst/>
          </a:prstGeom>
          <a:noFill/>
        </p:spPr>
        <p:txBody>
          <a:bodyPr wrap="square" lIns="127000" tIns="127000" rIns="127000" bIns="127000" rtlCol="0" anchor="t">
            <a:spAutoFit/>
          </a:bodyPr>
          <a:lstStyle/>
          <a:p>
            <a:pPr>
              <a:spcBef>
                <a:spcPts val="500"/>
              </a:spcBef>
            </a:pPr>
            <a:r>
              <a:rPr lang="en-US" sz="3453" b="1" dirty="0">
                <a:solidFill>
                  <a:srgbClr val="083775"/>
                </a:solidFill>
                <a:latin typeface="微软雅黑" panose="020B0503020204020204" pitchFamily="34" charset="-122"/>
                <a:ea typeface="微软雅黑" panose="020B0503020204020204" pitchFamily="34" charset="-122"/>
                <a:cs typeface="微软雅黑" panose="020B0503020204020204" pitchFamily="34" charset="-120"/>
              </a:rPr>
              <a:t>建立模型环节</a:t>
            </a:r>
            <a:endParaRPr lang="en-US" sz="1920" dirty="0"/>
          </a:p>
        </p:txBody>
      </p:sp>
      <p:sp>
        <p:nvSpPr>
          <p:cNvPr id="4" name="Shape 1"/>
          <p:cNvSpPr/>
          <p:nvPr/>
        </p:nvSpPr>
        <p:spPr>
          <a:xfrm>
            <a:off x="578055" y="298655"/>
            <a:ext cx="243840" cy="24384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FF8989"/>
          </a:solidFill>
        </p:spPr>
      </p:sp>
      <p:sp>
        <p:nvSpPr>
          <p:cNvPr id="5" name="Shape 2"/>
          <p:cNvSpPr/>
          <p:nvPr/>
        </p:nvSpPr>
        <p:spPr>
          <a:xfrm>
            <a:off x="1049357" y="298655"/>
            <a:ext cx="243840" cy="24384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D8F1FF"/>
          </a:solidFill>
        </p:spPr>
      </p:sp>
      <p:sp>
        <p:nvSpPr>
          <p:cNvPr id="6" name="Shape 3"/>
          <p:cNvSpPr/>
          <p:nvPr/>
        </p:nvSpPr>
        <p:spPr>
          <a:xfrm>
            <a:off x="1520661" y="298655"/>
            <a:ext cx="243840" cy="24384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FFDB41"/>
          </a:solidFill>
        </p:spPr>
      </p:sp>
      <p:sp>
        <p:nvSpPr>
          <p:cNvPr id="7" name="Shape 4"/>
          <p:cNvSpPr/>
          <p:nvPr/>
        </p:nvSpPr>
        <p:spPr>
          <a:xfrm>
            <a:off x="2038339" y="1388748"/>
            <a:ext cx="482709" cy="482709"/>
          </a:xfrm>
          <a:custGeom>
            <a:avLst/>
            <a:gdLst/>
            <a:ahLst/>
            <a:cxnLst/>
            <a:rect l="l" t="t" r="r" b="b"/>
            <a:pathLst>
              <a:path w="362032" h="362032">
                <a:moveTo>
                  <a:pt x="181016" y="0"/>
                </a:moveTo>
                <a:moveTo>
                  <a:pt x="181016" y="0"/>
                </a:moveTo>
                <a:cubicBezTo>
                  <a:pt x="280921" y="0"/>
                  <a:pt x="362032" y="81111"/>
                  <a:pt x="362032" y="181016"/>
                </a:cubicBezTo>
                <a:cubicBezTo>
                  <a:pt x="362032" y="280921"/>
                  <a:pt x="280921" y="362032"/>
                  <a:pt x="181016" y="362032"/>
                </a:cubicBezTo>
                <a:cubicBezTo>
                  <a:pt x="81111" y="362032"/>
                  <a:pt x="0" y="280921"/>
                  <a:pt x="0" y="181016"/>
                </a:cubicBezTo>
                <a:cubicBezTo>
                  <a:pt x="0" y="81111"/>
                  <a:pt x="81111" y="0"/>
                  <a:pt x="181016" y="0"/>
                </a:cubicBezTo>
                <a:close/>
              </a:path>
            </a:pathLst>
          </a:custGeom>
          <a:solidFill>
            <a:srgbClr val="0084FF"/>
          </a:solidFill>
        </p:spPr>
      </p:sp>
      <p:sp>
        <p:nvSpPr>
          <p:cNvPr id="8" name="Shape 5"/>
          <p:cNvSpPr/>
          <p:nvPr/>
        </p:nvSpPr>
        <p:spPr>
          <a:xfrm>
            <a:off x="7583034" y="1388748"/>
            <a:ext cx="482709" cy="482709"/>
          </a:xfrm>
          <a:custGeom>
            <a:avLst/>
            <a:gdLst/>
            <a:ahLst/>
            <a:cxnLst/>
            <a:rect l="l" t="t" r="r" b="b"/>
            <a:pathLst>
              <a:path w="362032" h="362032">
                <a:moveTo>
                  <a:pt x="181016" y="0"/>
                </a:moveTo>
                <a:moveTo>
                  <a:pt x="181016" y="0"/>
                </a:moveTo>
                <a:cubicBezTo>
                  <a:pt x="280921" y="0"/>
                  <a:pt x="362032" y="81111"/>
                  <a:pt x="362032" y="181016"/>
                </a:cubicBezTo>
                <a:cubicBezTo>
                  <a:pt x="362032" y="280921"/>
                  <a:pt x="280921" y="362032"/>
                  <a:pt x="181016" y="362032"/>
                </a:cubicBezTo>
                <a:cubicBezTo>
                  <a:pt x="81111" y="362032"/>
                  <a:pt x="0" y="280921"/>
                  <a:pt x="0" y="181016"/>
                </a:cubicBezTo>
                <a:cubicBezTo>
                  <a:pt x="0" y="81111"/>
                  <a:pt x="81111" y="0"/>
                  <a:pt x="181016" y="0"/>
                </a:cubicBezTo>
                <a:close/>
              </a:path>
            </a:pathLst>
          </a:custGeom>
          <a:solidFill>
            <a:srgbClr val="0084FF"/>
          </a:solidFill>
        </p:spPr>
      </p:sp>
      <p:sp>
        <p:nvSpPr>
          <p:cNvPr id="9" name="Shape 6"/>
          <p:cNvSpPr/>
          <p:nvPr/>
        </p:nvSpPr>
        <p:spPr>
          <a:xfrm>
            <a:off x="4723667" y="3803966"/>
            <a:ext cx="482709" cy="482709"/>
          </a:xfrm>
          <a:custGeom>
            <a:avLst/>
            <a:gdLst/>
            <a:ahLst/>
            <a:cxnLst/>
            <a:rect l="l" t="t" r="r" b="b"/>
            <a:pathLst>
              <a:path w="362032" h="362032">
                <a:moveTo>
                  <a:pt x="181016" y="0"/>
                </a:moveTo>
                <a:moveTo>
                  <a:pt x="181016" y="0"/>
                </a:moveTo>
                <a:cubicBezTo>
                  <a:pt x="280921" y="0"/>
                  <a:pt x="362032" y="81111"/>
                  <a:pt x="362032" y="181016"/>
                </a:cubicBezTo>
                <a:cubicBezTo>
                  <a:pt x="362032" y="280921"/>
                  <a:pt x="280921" y="362032"/>
                  <a:pt x="181016" y="362032"/>
                </a:cubicBezTo>
                <a:cubicBezTo>
                  <a:pt x="81111" y="362032"/>
                  <a:pt x="0" y="280921"/>
                  <a:pt x="0" y="181016"/>
                </a:cubicBezTo>
                <a:cubicBezTo>
                  <a:pt x="0" y="81111"/>
                  <a:pt x="81111" y="0"/>
                  <a:pt x="181016" y="0"/>
                </a:cubicBezTo>
                <a:close/>
              </a:path>
            </a:pathLst>
          </a:custGeom>
          <a:solidFill>
            <a:srgbClr val="0084FF"/>
          </a:solidFill>
        </p:spPr>
      </p:sp>
      <p:sp>
        <p:nvSpPr>
          <p:cNvPr id="10" name="Text 7"/>
          <p:cNvSpPr/>
          <p:nvPr/>
        </p:nvSpPr>
        <p:spPr>
          <a:xfrm>
            <a:off x="2521047" y="1195426"/>
            <a:ext cx="3238088" cy="627608"/>
          </a:xfrm>
          <a:prstGeom prst="rect">
            <a:avLst/>
          </a:prstGeom>
          <a:noFill/>
        </p:spPr>
        <p:txBody>
          <a:bodyPr wrap="square" lIns="127000" tIns="127000" rIns="127000" bIns="127000" rtlCol="0" anchor="t">
            <a:spAutoFit/>
          </a:bodyPr>
          <a:lstStyle/>
          <a:p>
            <a:pPr>
              <a:lnSpc>
                <a:spcPct val="113000"/>
              </a:lnSpc>
              <a:spcBef>
                <a:spcPts val="500"/>
              </a:spcBef>
            </a:pPr>
            <a:r>
              <a:rPr lang="en-US" sz="2307" b="1" dirty="0">
                <a:solidFill>
                  <a:srgbClr val="1859AE"/>
                </a:solidFill>
                <a:latin typeface="微软雅黑" panose="020B0503020204020204" pitchFamily="34" charset="-122"/>
                <a:ea typeface="微软雅黑" panose="020B0503020204020204" pitchFamily="34" charset="-122"/>
                <a:cs typeface="微软雅黑" panose="020B0503020204020204" pitchFamily="34" charset="-120"/>
              </a:rPr>
              <a:t>数据预处理</a:t>
            </a:r>
            <a:endParaRPr lang="en-US" sz="1920" dirty="0"/>
          </a:p>
        </p:txBody>
      </p:sp>
      <p:pic>
        <p:nvPicPr>
          <p:cNvPr id="11" name="Image 0" descr="https://sgw-dx.xf-yun.com/api/v1/sparkdesk/_1740051739895aa8ea7afadda4cedac8755bd801c934c.jpg?authorization=c2ltcGxlLWp3dCBhaz1zcGFya2Rlc2s4MDAwMDAwMDAwMDE7ZXhwPTMzMTY4NTE3Mzk7YWxnbz1obWFjLXNoYTI1NjtzaWc9Z0ZSOHlkeXRnc1JPNWVmZXd0VVdTdHdScEp4Qm5TVE1qNzhLWHFMdEM0WT0=&amp;x_location=7YfmxI7B7uKO7jlRxIftd60uePD="/>
          <p:cNvPicPr>
            <a:picLocks noChangeAspect="1"/>
          </p:cNvPicPr>
          <p:nvPr/>
        </p:nvPicPr>
        <p:blipFill>
          <a:blip r:embed="rId3"/>
          <a:srcRect l="21910" r="21910"/>
          <a:stretch>
            <a:fillRect/>
          </a:stretch>
        </p:blipFill>
        <p:spPr>
          <a:xfrm>
            <a:off x="664365" y="1388748"/>
            <a:ext cx="1856683" cy="1856683"/>
          </a:xfrm>
          <a:prstGeom prst="ellipse">
            <a:avLst/>
          </a:prstGeom>
        </p:spPr>
      </p:pic>
      <p:sp>
        <p:nvSpPr>
          <p:cNvPr id="12" name="Text 8"/>
          <p:cNvSpPr/>
          <p:nvPr/>
        </p:nvSpPr>
        <p:spPr>
          <a:xfrm>
            <a:off x="2521046" y="1722120"/>
            <a:ext cx="3720797" cy="2103140"/>
          </a:xfrm>
          <a:prstGeom prst="rect">
            <a:avLst/>
          </a:prstGeom>
          <a:noFill/>
        </p:spPr>
        <p:txBody>
          <a:bodyPr wrap="square" lIns="127000" tIns="127000" rIns="127000" bIns="127000" rtlCol="0" anchor="t">
            <a:spAutoFit/>
          </a:bodyPr>
          <a:lstStyle/>
          <a:p>
            <a:r>
              <a:rPr lang="en-US" sz="2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在建立模型的初始阶段，数据预处理是至关重要的一步。它包括数据清洗和转换等策略，目的是确保输入数据的质量，为后续的机器学习过程打下坚实的基础。</a:t>
            </a:r>
            <a:endParaRPr lang="en-US" sz="2000" dirty="0"/>
          </a:p>
        </p:txBody>
      </p:sp>
      <p:sp>
        <p:nvSpPr>
          <p:cNvPr id="13" name="Text 9"/>
          <p:cNvSpPr/>
          <p:nvPr/>
        </p:nvSpPr>
        <p:spPr>
          <a:xfrm>
            <a:off x="8065743" y="1195426"/>
            <a:ext cx="3238088" cy="627608"/>
          </a:xfrm>
          <a:prstGeom prst="rect">
            <a:avLst/>
          </a:prstGeom>
          <a:noFill/>
        </p:spPr>
        <p:txBody>
          <a:bodyPr wrap="square" lIns="127000" tIns="127000" rIns="127000" bIns="127000" rtlCol="0" anchor="t">
            <a:spAutoFit/>
          </a:bodyPr>
          <a:lstStyle/>
          <a:p>
            <a:pPr>
              <a:lnSpc>
                <a:spcPct val="113000"/>
              </a:lnSpc>
              <a:spcBef>
                <a:spcPts val="500"/>
              </a:spcBef>
            </a:pPr>
            <a:r>
              <a:rPr lang="en-US" sz="2307" b="1" dirty="0">
                <a:solidFill>
                  <a:srgbClr val="1859AE"/>
                </a:solidFill>
                <a:latin typeface="微软雅黑" panose="020B0503020204020204" pitchFamily="34" charset="-122"/>
                <a:ea typeface="微软雅黑" panose="020B0503020204020204" pitchFamily="34" charset="-122"/>
                <a:cs typeface="微软雅黑" panose="020B0503020204020204" pitchFamily="34" charset="-120"/>
              </a:rPr>
              <a:t>训练数据阶段</a:t>
            </a:r>
            <a:endParaRPr lang="en-US" sz="1920" dirty="0"/>
          </a:p>
        </p:txBody>
      </p:sp>
      <p:pic>
        <p:nvPicPr>
          <p:cNvPr id="14" name="Image 1" descr="https://sgw-dx.xf-yun.com/api/v1/sparkdesk/_1740051742654f042725516ef4feda61ef71f80ae6e08.jpg?authorization=c2ltcGxlLWp3dCBhaz1zcGFya2Rlc2s4MDAwMDAwMDAwMDE7ZXhwPTMzMTY4NTE3NDI7YWxnbz1obWFjLXNoYTI1NjtzaWc9V0JSWmJqZEZ4aFRqSDBjelVKQ3BXS0R3aXZwdnQ1dm43TTc0ZDJpczlwST0=&amp;x_location=7YfmxI7B7uKO7jlRxIftd60uePD="/>
          <p:cNvPicPr>
            <a:picLocks noChangeAspect="1"/>
          </p:cNvPicPr>
          <p:nvPr/>
        </p:nvPicPr>
        <p:blipFill>
          <a:blip r:embed="rId4"/>
          <a:srcRect l="21910" r="21910"/>
          <a:stretch>
            <a:fillRect/>
          </a:stretch>
        </p:blipFill>
        <p:spPr>
          <a:xfrm>
            <a:off x="6209060" y="1388748"/>
            <a:ext cx="1856683" cy="1856683"/>
          </a:xfrm>
          <a:prstGeom prst="ellipse">
            <a:avLst/>
          </a:prstGeom>
        </p:spPr>
      </p:pic>
      <p:sp>
        <p:nvSpPr>
          <p:cNvPr id="15" name="Text 10"/>
          <p:cNvSpPr/>
          <p:nvPr/>
        </p:nvSpPr>
        <p:spPr>
          <a:xfrm>
            <a:off x="8065743" y="1722120"/>
            <a:ext cx="3720796" cy="2103140"/>
          </a:xfrm>
          <a:prstGeom prst="rect">
            <a:avLst/>
          </a:prstGeom>
          <a:noFill/>
        </p:spPr>
        <p:txBody>
          <a:bodyPr wrap="square" lIns="127000" tIns="127000" rIns="127000" bIns="127000" rtlCol="0" anchor="t">
            <a:spAutoFit/>
          </a:bodyPr>
          <a:lstStyle/>
          <a:p>
            <a:r>
              <a:rPr lang="en-US" sz="2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训练数据阶段是模型建立的核心，通过应用各种机器学习算法对数据进行深入分析和学习。这一过程旨在构建一个强大的预测或分类模型，以准确解读数据中的模式和趋势。</a:t>
            </a:r>
            <a:endParaRPr lang="en-US" sz="2000" dirty="0"/>
          </a:p>
        </p:txBody>
      </p:sp>
      <p:sp>
        <p:nvSpPr>
          <p:cNvPr id="16" name="Text 11"/>
          <p:cNvSpPr/>
          <p:nvPr/>
        </p:nvSpPr>
        <p:spPr>
          <a:xfrm>
            <a:off x="5206376" y="3610643"/>
            <a:ext cx="3238088" cy="627608"/>
          </a:xfrm>
          <a:prstGeom prst="rect">
            <a:avLst/>
          </a:prstGeom>
          <a:noFill/>
        </p:spPr>
        <p:txBody>
          <a:bodyPr wrap="square" lIns="127000" tIns="127000" rIns="127000" bIns="127000" rtlCol="0" anchor="t">
            <a:spAutoFit/>
          </a:bodyPr>
          <a:lstStyle/>
          <a:p>
            <a:pPr>
              <a:lnSpc>
                <a:spcPct val="113000"/>
              </a:lnSpc>
              <a:spcBef>
                <a:spcPts val="500"/>
              </a:spcBef>
            </a:pPr>
            <a:r>
              <a:rPr lang="en-US" sz="2307" b="1" dirty="0">
                <a:solidFill>
                  <a:srgbClr val="1859AE"/>
                </a:solidFill>
                <a:latin typeface="微软雅黑" panose="020B0503020204020204" pitchFamily="34" charset="-122"/>
                <a:ea typeface="微软雅黑" panose="020B0503020204020204" pitchFamily="34" charset="-122"/>
                <a:cs typeface="微软雅黑" panose="020B0503020204020204" pitchFamily="34" charset="-120"/>
              </a:rPr>
              <a:t>机器学习应用</a:t>
            </a:r>
            <a:endParaRPr lang="en-US" sz="1920" dirty="0"/>
          </a:p>
        </p:txBody>
      </p:sp>
      <p:pic>
        <p:nvPicPr>
          <p:cNvPr id="17" name="Image 2" descr="https://sgw-dx.xf-yun.com/api/v1/sparkdesk/_17400517458096f227b30a207472eb98622ce25f77c49.jpg?authorization=c2ltcGxlLWp3dCBhaz1zcGFya2Rlc2s4MDAwMDAwMDAwMDE7ZXhwPTMzMTY4NTE3NDU7YWxnbz1obWFjLXNoYTI1NjtzaWc9RFdYWVo1N0tueDhOU1dsTEx4cUptTGNYYWxuYnBUdXYwcVB5M1ZBcFp1RT0=&amp;x_location=7YfmxI7B7uKO7jlRxIftd60uePD="/>
          <p:cNvPicPr>
            <a:picLocks noChangeAspect="1"/>
          </p:cNvPicPr>
          <p:nvPr/>
        </p:nvPicPr>
        <p:blipFill>
          <a:blip r:embed="rId5"/>
          <a:srcRect l="21910" r="21910"/>
          <a:stretch>
            <a:fillRect/>
          </a:stretch>
        </p:blipFill>
        <p:spPr>
          <a:xfrm>
            <a:off x="3349695" y="3803965"/>
            <a:ext cx="1856683" cy="1856683"/>
          </a:xfrm>
          <a:prstGeom prst="ellipse">
            <a:avLst/>
          </a:prstGeom>
        </p:spPr>
      </p:pic>
      <p:sp>
        <p:nvSpPr>
          <p:cNvPr id="18" name="Text 12"/>
          <p:cNvSpPr/>
          <p:nvPr/>
        </p:nvSpPr>
        <p:spPr>
          <a:xfrm>
            <a:off x="5206375" y="4137337"/>
            <a:ext cx="4132177" cy="1795363"/>
          </a:xfrm>
          <a:prstGeom prst="rect">
            <a:avLst/>
          </a:prstGeom>
          <a:noFill/>
        </p:spPr>
        <p:txBody>
          <a:bodyPr wrap="square" lIns="127000" tIns="127000" rIns="127000" bIns="127000" rtlCol="0" anchor="t">
            <a:spAutoFit/>
          </a:bodyPr>
          <a:lstStyle/>
          <a:p>
            <a:r>
              <a:rPr lang="en-US" sz="2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在完成模型的训练后，机器学习阶段利用已训练好的模型对新数据进行预测或分类。这一步骤是将理论应用于实践的关键环节，能够验证模型的有效性和实用性。</a:t>
            </a:r>
            <a:endParaRPr lang="en-US" sz="2000" dirty="0"/>
          </a:p>
        </p:txBody>
      </p:sp>
    </p:spTree>
    <p:extLst>
      <p:ext uri="{BB962C8B-B14F-4D97-AF65-F5344CB8AC3E}">
        <p14:creationId xmlns:p14="http://schemas.microsoft.com/office/powerpoint/2010/main" val="134360763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p:cNvSpPr/>
          <p:nvPr/>
        </p:nvSpPr>
        <p:spPr>
          <a:xfrm>
            <a:off x="413693" y="542495"/>
            <a:ext cx="11082472" cy="787844"/>
          </a:xfrm>
          <a:prstGeom prst="rect">
            <a:avLst/>
          </a:prstGeom>
          <a:noFill/>
        </p:spPr>
        <p:txBody>
          <a:bodyPr wrap="square" lIns="127000" tIns="127000" rIns="127000" bIns="127000" rtlCol="0" anchor="t">
            <a:spAutoFit/>
          </a:bodyPr>
          <a:lstStyle/>
          <a:p>
            <a:pPr>
              <a:spcBef>
                <a:spcPts val="500"/>
              </a:spcBef>
            </a:pPr>
            <a:r>
              <a:rPr lang="en-US" sz="3453" b="1" dirty="0">
                <a:solidFill>
                  <a:srgbClr val="083775"/>
                </a:solidFill>
                <a:latin typeface="微软雅黑" panose="020B0503020204020204" pitchFamily="34" charset="-122"/>
                <a:ea typeface="微软雅黑" panose="020B0503020204020204" pitchFamily="34" charset="-122"/>
                <a:cs typeface="微软雅黑" panose="020B0503020204020204" pitchFamily="34" charset="-120"/>
              </a:rPr>
              <a:t>训练阶段</a:t>
            </a:r>
            <a:endParaRPr lang="en-US" sz="1920" dirty="0"/>
          </a:p>
        </p:txBody>
      </p:sp>
      <p:sp>
        <p:nvSpPr>
          <p:cNvPr id="4" name="Shape 1"/>
          <p:cNvSpPr/>
          <p:nvPr/>
        </p:nvSpPr>
        <p:spPr>
          <a:xfrm>
            <a:off x="578055" y="298655"/>
            <a:ext cx="243840" cy="24384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FF8989"/>
          </a:solidFill>
        </p:spPr>
      </p:sp>
      <p:sp>
        <p:nvSpPr>
          <p:cNvPr id="5" name="Shape 2"/>
          <p:cNvSpPr/>
          <p:nvPr/>
        </p:nvSpPr>
        <p:spPr>
          <a:xfrm>
            <a:off x="1049357" y="298655"/>
            <a:ext cx="243840" cy="24384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D8F1FF"/>
          </a:solidFill>
        </p:spPr>
      </p:sp>
      <p:sp>
        <p:nvSpPr>
          <p:cNvPr id="6" name="Shape 3"/>
          <p:cNvSpPr/>
          <p:nvPr/>
        </p:nvSpPr>
        <p:spPr>
          <a:xfrm>
            <a:off x="1520661" y="298655"/>
            <a:ext cx="243840" cy="24384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FFDB41"/>
          </a:solidFill>
        </p:spPr>
      </p:sp>
      <p:pic>
        <p:nvPicPr>
          <p:cNvPr id="7" name="Image 0" descr="https://sgw-dx.xf-yun.com/api/v1/sparkdesk/_174005173826379a2d390f00543429ab376de87d9d7f9.jpg?authorization=c2ltcGxlLWp3dCBhaz1zcGFya2Rlc2s4MDAwMDAwMDAwMDE7ZXhwPTMzMTY4NTE3Mzg7YWxnbz1obWFjLXNoYTI1NjtzaWc9N3FvNFFxZWh6Vnc0TGFLbEFIekJ4VXJpVGpwZ0pVdXRNdC9KVDZDYVpJQT0=&amp;x_location=7YfmxI7B7uKO7jlRxIftd60uePD="/>
          <p:cNvPicPr>
            <a:picLocks noChangeAspect="1"/>
          </p:cNvPicPr>
          <p:nvPr/>
        </p:nvPicPr>
        <p:blipFill>
          <a:blip r:embed="rId3"/>
          <a:stretch>
            <a:fillRect/>
          </a:stretch>
        </p:blipFill>
        <p:spPr>
          <a:xfrm>
            <a:off x="1184497" y="1450844"/>
            <a:ext cx="3044257" cy="1710257"/>
          </a:xfrm>
          <a:prstGeom prst="rect">
            <a:avLst/>
          </a:prstGeom>
        </p:spPr>
      </p:pic>
      <p:sp>
        <p:nvSpPr>
          <p:cNvPr id="8" name="Text 4"/>
          <p:cNvSpPr/>
          <p:nvPr/>
        </p:nvSpPr>
        <p:spPr>
          <a:xfrm>
            <a:off x="1048512" y="3261355"/>
            <a:ext cx="3316224" cy="611514"/>
          </a:xfrm>
          <a:prstGeom prst="rect">
            <a:avLst/>
          </a:prstGeom>
          <a:noFill/>
        </p:spPr>
        <p:txBody>
          <a:bodyPr wrap="square" lIns="127000" tIns="127000" rIns="127000" bIns="127000" rtlCol="0" anchor="t">
            <a:spAutoFit/>
          </a:bodyPr>
          <a:lstStyle/>
          <a:p>
            <a:pPr algn="ctr">
              <a:spcBef>
                <a:spcPts val="500"/>
              </a:spcBef>
            </a:pPr>
            <a:r>
              <a:rPr lang="en-US" sz="2307" b="1" dirty="0">
                <a:solidFill>
                  <a:srgbClr val="1859AE"/>
                </a:solidFill>
                <a:latin typeface="微软雅黑" panose="020B0503020204020204" pitchFamily="34" charset="-122"/>
                <a:ea typeface="微软雅黑" panose="020B0503020204020204" pitchFamily="34" charset="-122"/>
                <a:cs typeface="微软雅黑" panose="020B0503020204020204" pitchFamily="34" charset="-120"/>
              </a:rPr>
              <a:t>训练阶段的定义</a:t>
            </a:r>
            <a:endParaRPr lang="en-US" sz="1920" dirty="0"/>
          </a:p>
        </p:txBody>
      </p:sp>
      <p:sp>
        <p:nvSpPr>
          <p:cNvPr id="9" name="Text 5"/>
          <p:cNvSpPr/>
          <p:nvPr/>
        </p:nvSpPr>
        <p:spPr>
          <a:xfrm>
            <a:off x="1097280" y="3853955"/>
            <a:ext cx="3218688" cy="2103140"/>
          </a:xfrm>
          <a:prstGeom prst="rect">
            <a:avLst/>
          </a:prstGeom>
          <a:noFill/>
        </p:spPr>
        <p:txBody>
          <a:bodyPr wrap="square" lIns="127000" tIns="127000" rIns="127000" bIns="127000" rtlCol="0" anchor="t">
            <a:spAutoFit/>
          </a:bodyPr>
          <a:lstStyle/>
          <a:p>
            <a:pPr algn="just">
              <a:spcBef>
                <a:spcPts val="500"/>
              </a:spcBef>
            </a:pPr>
            <a:r>
              <a:rPr lang="en-US" sz="2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训练阶段是机器学习过程中的关键步骤，通过大量的数据输入和算法迭代，使模型学习到数据的内在规律，为后续的预测或决策提供基础。</a:t>
            </a:r>
            <a:endParaRPr lang="en-US" sz="2000" dirty="0"/>
          </a:p>
        </p:txBody>
      </p:sp>
      <p:pic>
        <p:nvPicPr>
          <p:cNvPr id="10" name="Image 1" descr="https://sgw-dx.xf-yun.com/api/v1/sparkdesk/_1740051741355b7ef09190c924a86831a8db76a4cb617.jpg?authorization=c2ltcGxlLWp3dCBhaz1zcGFya2Rlc2s4MDAwMDAwMDAwMDE7ZXhwPTMzMTY4NTE3NDE7YWxnbz1obWFjLXNoYTI1NjtzaWc9Q290cFpvb3QvNlZKUzh1RERFQzdSNXVHSXQxNHJlelNqZmc0WFJvSk5jYz0=&amp;x_location=7YfmxI7B7uKO7jlRxIftd60uePD="/>
          <p:cNvPicPr>
            <a:picLocks noChangeAspect="1"/>
          </p:cNvPicPr>
          <p:nvPr/>
        </p:nvPicPr>
        <p:blipFill>
          <a:blip r:embed="rId4"/>
          <a:stretch>
            <a:fillRect/>
          </a:stretch>
        </p:blipFill>
        <p:spPr>
          <a:xfrm>
            <a:off x="4622641" y="1450844"/>
            <a:ext cx="3044257" cy="1710257"/>
          </a:xfrm>
          <a:prstGeom prst="rect">
            <a:avLst/>
          </a:prstGeom>
        </p:spPr>
      </p:pic>
      <p:sp>
        <p:nvSpPr>
          <p:cNvPr id="11" name="Text 6"/>
          <p:cNvSpPr/>
          <p:nvPr/>
        </p:nvSpPr>
        <p:spPr>
          <a:xfrm>
            <a:off x="4437888" y="3261355"/>
            <a:ext cx="3316224" cy="611514"/>
          </a:xfrm>
          <a:prstGeom prst="rect">
            <a:avLst/>
          </a:prstGeom>
          <a:noFill/>
        </p:spPr>
        <p:txBody>
          <a:bodyPr wrap="square" lIns="127000" tIns="127000" rIns="127000" bIns="127000" rtlCol="0" anchor="t">
            <a:spAutoFit/>
          </a:bodyPr>
          <a:lstStyle/>
          <a:p>
            <a:pPr algn="ctr">
              <a:spcBef>
                <a:spcPts val="500"/>
              </a:spcBef>
            </a:pPr>
            <a:r>
              <a:rPr lang="en-US" sz="2307" b="1" dirty="0">
                <a:solidFill>
                  <a:srgbClr val="1859AE"/>
                </a:solidFill>
                <a:latin typeface="微软雅黑" panose="020B0503020204020204" pitchFamily="34" charset="-122"/>
                <a:ea typeface="微软雅黑" panose="020B0503020204020204" pitchFamily="34" charset="-122"/>
                <a:cs typeface="微软雅黑" panose="020B0503020204020204" pitchFamily="34" charset="-120"/>
              </a:rPr>
              <a:t>训练阶段的目标</a:t>
            </a:r>
            <a:endParaRPr lang="en-US" sz="1920" dirty="0"/>
          </a:p>
        </p:txBody>
      </p:sp>
      <p:sp>
        <p:nvSpPr>
          <p:cNvPr id="12" name="Text 7"/>
          <p:cNvSpPr/>
          <p:nvPr/>
        </p:nvSpPr>
        <p:spPr>
          <a:xfrm>
            <a:off x="4535424" y="3853955"/>
            <a:ext cx="3218688" cy="2103140"/>
          </a:xfrm>
          <a:prstGeom prst="rect">
            <a:avLst/>
          </a:prstGeom>
          <a:noFill/>
        </p:spPr>
        <p:txBody>
          <a:bodyPr wrap="square" lIns="127000" tIns="127000" rIns="127000" bIns="127000" rtlCol="0" anchor="t">
            <a:spAutoFit/>
          </a:bodyPr>
          <a:lstStyle/>
          <a:p>
            <a:pPr algn="just">
              <a:spcBef>
                <a:spcPts val="500"/>
              </a:spcBef>
            </a:pPr>
            <a:r>
              <a:rPr lang="en-US" sz="2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训练阶段的主要目标是通过调整模型参数，最小化预测误差，提高模型的准确性和泛化能力，使其能在未见数据上也能做出准确预测。</a:t>
            </a:r>
            <a:endParaRPr lang="en-US" sz="2000" dirty="0"/>
          </a:p>
        </p:txBody>
      </p:sp>
      <p:pic>
        <p:nvPicPr>
          <p:cNvPr id="13" name="Image 2" descr="https://sgw-dx.xf-yun.com/api/v1/sparkdesk/_17400517440333b5f75d30afd4a56a7f056eeb1b17d66.jpg?authorization=c2ltcGxlLWp3dCBhaz1zcGFya2Rlc2s4MDAwMDAwMDAwMDE7ZXhwPTMzMTY4NTE3NDQ7YWxnbz1obWFjLXNoYTI1NjtzaWc9KzVkTHFvc2hsK0FsREFqaS9yTEhFZ2tGamtxaWRydDQ5M3VxVng2V1VHMD0=&amp;x_location=7YfmxI7B7uKO7jlRxIftd60uePD="/>
          <p:cNvPicPr>
            <a:picLocks noChangeAspect="1"/>
          </p:cNvPicPr>
          <p:nvPr/>
        </p:nvPicPr>
        <p:blipFill>
          <a:blip r:embed="rId5"/>
          <a:stretch>
            <a:fillRect/>
          </a:stretch>
        </p:blipFill>
        <p:spPr>
          <a:xfrm>
            <a:off x="8012017" y="1450844"/>
            <a:ext cx="3044257" cy="1710257"/>
          </a:xfrm>
          <a:prstGeom prst="rect">
            <a:avLst/>
          </a:prstGeom>
        </p:spPr>
      </p:pic>
      <p:sp>
        <p:nvSpPr>
          <p:cNvPr id="14" name="Text 8"/>
          <p:cNvSpPr/>
          <p:nvPr/>
        </p:nvSpPr>
        <p:spPr>
          <a:xfrm>
            <a:off x="7827264" y="3263317"/>
            <a:ext cx="3316224" cy="611514"/>
          </a:xfrm>
          <a:prstGeom prst="rect">
            <a:avLst/>
          </a:prstGeom>
          <a:noFill/>
        </p:spPr>
        <p:txBody>
          <a:bodyPr wrap="square" lIns="127000" tIns="127000" rIns="127000" bIns="127000" rtlCol="0" anchor="t">
            <a:spAutoFit/>
          </a:bodyPr>
          <a:lstStyle/>
          <a:p>
            <a:pPr algn="ctr">
              <a:spcBef>
                <a:spcPts val="500"/>
              </a:spcBef>
            </a:pPr>
            <a:r>
              <a:rPr lang="en-US" sz="2307" b="1" dirty="0">
                <a:solidFill>
                  <a:srgbClr val="1859AE"/>
                </a:solidFill>
                <a:latin typeface="微软雅黑" panose="020B0503020204020204" pitchFamily="34" charset="-122"/>
                <a:ea typeface="微软雅黑" panose="020B0503020204020204" pitchFamily="34" charset="-122"/>
                <a:cs typeface="微软雅黑" panose="020B0503020204020204" pitchFamily="34" charset="-120"/>
              </a:rPr>
              <a:t>训练阶段的步骤</a:t>
            </a:r>
            <a:endParaRPr lang="en-US" sz="1920" dirty="0"/>
          </a:p>
        </p:txBody>
      </p:sp>
      <p:sp>
        <p:nvSpPr>
          <p:cNvPr id="15" name="Text 9"/>
          <p:cNvSpPr/>
          <p:nvPr/>
        </p:nvSpPr>
        <p:spPr>
          <a:xfrm>
            <a:off x="7924800" y="3855917"/>
            <a:ext cx="3218688" cy="2103140"/>
          </a:xfrm>
          <a:prstGeom prst="rect">
            <a:avLst/>
          </a:prstGeom>
          <a:noFill/>
        </p:spPr>
        <p:txBody>
          <a:bodyPr wrap="square" lIns="127000" tIns="127000" rIns="127000" bIns="127000" rtlCol="0" anchor="t">
            <a:spAutoFit/>
          </a:bodyPr>
          <a:lstStyle/>
          <a:p>
            <a:pPr algn="just">
              <a:spcBef>
                <a:spcPts val="500"/>
              </a:spcBef>
            </a:pPr>
            <a:r>
              <a:rPr lang="en-US" sz="2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训练阶段通常包括数据预处理、选择适当的机器学习算法、设定模型参数、进行模型训练和验证等步骤，每一步都对最终模型性能有重要影响。</a:t>
            </a:r>
            <a:endParaRPr lang="en-US" sz="2000" dirty="0"/>
          </a:p>
        </p:txBody>
      </p:sp>
    </p:spTree>
    <p:extLst>
      <p:ext uri="{BB962C8B-B14F-4D97-AF65-F5344CB8AC3E}">
        <p14:creationId xmlns:p14="http://schemas.microsoft.com/office/powerpoint/2010/main" val="226275964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p:cNvSpPr/>
          <p:nvPr/>
        </p:nvSpPr>
        <p:spPr>
          <a:xfrm>
            <a:off x="413693" y="542495"/>
            <a:ext cx="11082472" cy="787844"/>
          </a:xfrm>
          <a:prstGeom prst="rect">
            <a:avLst/>
          </a:prstGeom>
          <a:noFill/>
        </p:spPr>
        <p:txBody>
          <a:bodyPr wrap="square" lIns="127000" tIns="127000" rIns="127000" bIns="127000" rtlCol="0" anchor="t">
            <a:spAutoFit/>
          </a:bodyPr>
          <a:lstStyle/>
          <a:p>
            <a:pPr>
              <a:spcBef>
                <a:spcPts val="500"/>
              </a:spcBef>
            </a:pPr>
            <a:r>
              <a:rPr lang="en-US" sz="3453" b="1" dirty="0">
                <a:solidFill>
                  <a:srgbClr val="083775"/>
                </a:solidFill>
                <a:latin typeface="微软雅黑" panose="020B0503020204020204" pitchFamily="34" charset="-122"/>
                <a:ea typeface="微软雅黑" panose="020B0503020204020204" pitchFamily="34" charset="-122"/>
                <a:cs typeface="微软雅黑" panose="020B0503020204020204" pitchFamily="34" charset="-120"/>
              </a:rPr>
              <a:t>模型评估阶段</a:t>
            </a:r>
            <a:endParaRPr lang="en-US" sz="1920" dirty="0"/>
          </a:p>
        </p:txBody>
      </p:sp>
      <p:sp>
        <p:nvSpPr>
          <p:cNvPr id="4" name="Shape 1"/>
          <p:cNvSpPr/>
          <p:nvPr/>
        </p:nvSpPr>
        <p:spPr>
          <a:xfrm>
            <a:off x="578055" y="298655"/>
            <a:ext cx="243840" cy="24384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FF8989"/>
          </a:solidFill>
        </p:spPr>
      </p:sp>
      <p:sp>
        <p:nvSpPr>
          <p:cNvPr id="5" name="Shape 2"/>
          <p:cNvSpPr/>
          <p:nvPr/>
        </p:nvSpPr>
        <p:spPr>
          <a:xfrm>
            <a:off x="1049357" y="298655"/>
            <a:ext cx="243840" cy="24384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D8F1FF"/>
          </a:solidFill>
        </p:spPr>
      </p:sp>
      <p:sp>
        <p:nvSpPr>
          <p:cNvPr id="6" name="Shape 3"/>
          <p:cNvSpPr/>
          <p:nvPr/>
        </p:nvSpPr>
        <p:spPr>
          <a:xfrm>
            <a:off x="1520661" y="298655"/>
            <a:ext cx="243840" cy="24384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FFDB41"/>
          </a:solidFill>
        </p:spPr>
      </p:sp>
      <p:pic>
        <p:nvPicPr>
          <p:cNvPr id="7" name="Image 0" descr="https://sgw-dx.xf-yun.com/api/v1/sparkdesk/1600593683_fm9ont1721702941887-01709398541764393.png?authorization=c2ltcGxlLWp3dCBhaz1zcGFya2Rlc2s4MDAwMDAwMDAwMDE7ZXhwPTMyOTg1MDI5NDI7YWxnbz1obWFjLXNoYTI1NjtzaWc9YlBnV1pOdjhqZnhwRldiUmUyTmJFUENOV1pMaGFpdEVmbHdBbWd3OXRCdz0=&amp;x_location=7YfmxI7B7uKO7jlRxIftd6eZdo=="/>
          <p:cNvPicPr>
            <a:picLocks noChangeAspect="1"/>
          </p:cNvPicPr>
          <p:nvPr/>
        </p:nvPicPr>
        <p:blipFill>
          <a:blip r:embed="rId3"/>
          <a:stretch>
            <a:fillRect/>
          </a:stretch>
        </p:blipFill>
        <p:spPr>
          <a:xfrm>
            <a:off x="593656" y="1636580"/>
            <a:ext cx="3775512" cy="3775512"/>
          </a:xfrm>
          <a:prstGeom prst="rect">
            <a:avLst/>
          </a:prstGeom>
        </p:spPr>
      </p:pic>
      <p:sp>
        <p:nvSpPr>
          <p:cNvPr id="8" name="Text 4"/>
          <p:cNvSpPr/>
          <p:nvPr/>
        </p:nvSpPr>
        <p:spPr>
          <a:xfrm>
            <a:off x="4646721" y="1507546"/>
            <a:ext cx="4413041" cy="596317"/>
          </a:xfrm>
          <a:prstGeom prst="rect">
            <a:avLst/>
          </a:prstGeom>
          <a:noFill/>
        </p:spPr>
        <p:txBody>
          <a:bodyPr wrap="square" lIns="127000" tIns="127000" rIns="127000" bIns="127000" rtlCol="0" anchor="t">
            <a:spAutoFit/>
          </a:bodyPr>
          <a:lstStyle/>
          <a:p>
            <a:pPr>
              <a:lnSpc>
                <a:spcPct val="113000"/>
              </a:lnSpc>
              <a:spcBef>
                <a:spcPts val="500"/>
              </a:spcBef>
            </a:pPr>
            <a:r>
              <a:rPr lang="en-US" sz="2113" b="1" dirty="0">
                <a:solidFill>
                  <a:srgbClr val="1859AE"/>
                </a:solidFill>
                <a:latin typeface="微软雅黑" panose="020B0503020204020204" pitchFamily="34" charset="-122"/>
                <a:ea typeface="微软雅黑" panose="020B0503020204020204" pitchFamily="34" charset="-122"/>
                <a:cs typeface="微软雅黑" panose="020B0503020204020204" pitchFamily="34" charset="-120"/>
              </a:rPr>
              <a:t>验证集的重要性</a:t>
            </a:r>
            <a:endParaRPr lang="en-US" sz="1920" dirty="0"/>
          </a:p>
        </p:txBody>
      </p:sp>
      <p:sp>
        <p:nvSpPr>
          <p:cNvPr id="9" name="Text 5"/>
          <p:cNvSpPr/>
          <p:nvPr/>
        </p:nvSpPr>
        <p:spPr>
          <a:xfrm>
            <a:off x="4646720" y="1902992"/>
            <a:ext cx="6949440" cy="1179810"/>
          </a:xfrm>
          <a:prstGeom prst="rect">
            <a:avLst/>
          </a:prstGeom>
          <a:noFill/>
        </p:spPr>
        <p:txBody>
          <a:bodyPr wrap="square" lIns="127000" tIns="127000" rIns="127000" bIns="127000" rtlCol="0" anchor="t">
            <a:spAutoFit/>
          </a:bodyPr>
          <a:lstStyle/>
          <a:p>
            <a:pPr algn="just">
              <a:spcBef>
                <a:spcPts val="500"/>
              </a:spcBef>
            </a:pPr>
            <a:r>
              <a:rPr lang="en-US" sz="2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在模型评估阶段，使用独立的验证集对训练得到的模型进行评估是至关重要的。这有助于确保模型的泛化能力，避免过拟合，从而更准确地预测未知数据。</a:t>
            </a:r>
            <a:endParaRPr lang="en-US" sz="2000" dirty="0"/>
          </a:p>
        </p:txBody>
      </p:sp>
      <p:sp>
        <p:nvSpPr>
          <p:cNvPr id="10" name="Text 6"/>
          <p:cNvSpPr/>
          <p:nvPr/>
        </p:nvSpPr>
        <p:spPr>
          <a:xfrm>
            <a:off x="4646721" y="2878159"/>
            <a:ext cx="6009919" cy="596317"/>
          </a:xfrm>
          <a:prstGeom prst="rect">
            <a:avLst/>
          </a:prstGeom>
          <a:noFill/>
        </p:spPr>
        <p:txBody>
          <a:bodyPr wrap="square" lIns="127000" tIns="127000" rIns="127000" bIns="127000" rtlCol="0" anchor="t">
            <a:spAutoFit/>
          </a:bodyPr>
          <a:lstStyle/>
          <a:p>
            <a:pPr>
              <a:lnSpc>
                <a:spcPct val="113000"/>
              </a:lnSpc>
              <a:spcBef>
                <a:spcPts val="500"/>
              </a:spcBef>
            </a:pPr>
            <a:r>
              <a:rPr lang="en-US" sz="2113" b="1" dirty="0">
                <a:solidFill>
                  <a:srgbClr val="1859AE"/>
                </a:solidFill>
                <a:latin typeface="微软雅黑" panose="020B0503020204020204" pitchFamily="34" charset="-122"/>
                <a:ea typeface="微软雅黑" panose="020B0503020204020204" pitchFamily="34" charset="-122"/>
                <a:cs typeface="微软雅黑" panose="020B0503020204020204" pitchFamily="34" charset="-120"/>
              </a:rPr>
              <a:t>评估标准的选择</a:t>
            </a:r>
            <a:endParaRPr lang="en-US" sz="1920" dirty="0"/>
          </a:p>
        </p:txBody>
      </p:sp>
      <p:sp>
        <p:nvSpPr>
          <p:cNvPr id="11" name="Text 7"/>
          <p:cNvSpPr/>
          <p:nvPr/>
        </p:nvSpPr>
        <p:spPr>
          <a:xfrm>
            <a:off x="4646720" y="3284346"/>
            <a:ext cx="6949440" cy="1179810"/>
          </a:xfrm>
          <a:prstGeom prst="rect">
            <a:avLst/>
          </a:prstGeom>
          <a:noFill/>
        </p:spPr>
        <p:txBody>
          <a:bodyPr wrap="square" lIns="127000" tIns="127000" rIns="127000" bIns="127000" rtlCol="0" anchor="t">
            <a:spAutoFit/>
          </a:bodyPr>
          <a:lstStyle/>
          <a:p>
            <a:pPr algn="just">
              <a:spcBef>
                <a:spcPts val="500"/>
              </a:spcBef>
            </a:pPr>
            <a:r>
              <a:rPr lang="en-US" sz="2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选择合适的评估标准对于准确衡量模型性能至关重要。不同的任务和数据集可能需要不同的评估指标，如准确率、召回率或F1分数，以确保模型优化的方向正确。</a:t>
            </a:r>
            <a:endParaRPr lang="en-US" sz="2000" dirty="0"/>
          </a:p>
        </p:txBody>
      </p:sp>
      <p:sp>
        <p:nvSpPr>
          <p:cNvPr id="12" name="Text 8"/>
          <p:cNvSpPr/>
          <p:nvPr/>
        </p:nvSpPr>
        <p:spPr>
          <a:xfrm>
            <a:off x="4646721" y="4259491"/>
            <a:ext cx="6482660" cy="596317"/>
          </a:xfrm>
          <a:prstGeom prst="rect">
            <a:avLst/>
          </a:prstGeom>
          <a:noFill/>
        </p:spPr>
        <p:txBody>
          <a:bodyPr wrap="square" lIns="127000" tIns="127000" rIns="127000" bIns="127000" rtlCol="0" anchor="t">
            <a:spAutoFit/>
          </a:bodyPr>
          <a:lstStyle/>
          <a:p>
            <a:pPr>
              <a:lnSpc>
                <a:spcPct val="113000"/>
              </a:lnSpc>
              <a:spcBef>
                <a:spcPts val="500"/>
              </a:spcBef>
            </a:pPr>
            <a:r>
              <a:rPr lang="en-US" sz="2113" b="1" dirty="0">
                <a:solidFill>
                  <a:srgbClr val="1859AE"/>
                </a:solidFill>
                <a:latin typeface="微软雅黑" panose="020B0503020204020204" pitchFamily="34" charset="-122"/>
                <a:ea typeface="微软雅黑" panose="020B0503020204020204" pitchFamily="34" charset="-122"/>
                <a:cs typeface="微软雅黑" panose="020B0503020204020204" pitchFamily="34" charset="-120"/>
              </a:rPr>
              <a:t>模型优化策略</a:t>
            </a:r>
            <a:endParaRPr lang="en-US" sz="1920" dirty="0"/>
          </a:p>
        </p:txBody>
      </p:sp>
      <p:sp>
        <p:nvSpPr>
          <p:cNvPr id="13" name="Text 9"/>
          <p:cNvSpPr/>
          <p:nvPr/>
        </p:nvSpPr>
        <p:spPr>
          <a:xfrm>
            <a:off x="4646720" y="4654745"/>
            <a:ext cx="6951624" cy="1179810"/>
          </a:xfrm>
          <a:prstGeom prst="rect">
            <a:avLst/>
          </a:prstGeom>
          <a:noFill/>
        </p:spPr>
        <p:txBody>
          <a:bodyPr wrap="square" lIns="127000" tIns="127000" rIns="127000" bIns="127000" rtlCol="0" anchor="t">
            <a:spAutoFit/>
          </a:bodyPr>
          <a:lstStyle/>
          <a:p>
            <a:pPr algn="just">
              <a:spcBef>
                <a:spcPts val="500"/>
              </a:spcBef>
            </a:pPr>
            <a:r>
              <a:rPr lang="en-US" sz="2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如果模型在验证集上的评估结果不理想，就需要采取优化措施。这可能包括调整模型参数、增加训练数据量或采用更复杂的模型架构，以提高模型的性能和准确性。</a:t>
            </a:r>
            <a:endParaRPr lang="en-US" sz="2000" dirty="0"/>
          </a:p>
        </p:txBody>
      </p:sp>
    </p:spTree>
    <p:extLst>
      <p:ext uri="{BB962C8B-B14F-4D97-AF65-F5344CB8AC3E}">
        <p14:creationId xmlns:p14="http://schemas.microsoft.com/office/powerpoint/2010/main" val="131648206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p:cNvSpPr>
            <a:spLocks noGrp="1"/>
          </p:cNvSpPr>
          <p:nvPr>
            <p:ph type="title"/>
            <p:custDataLst>
              <p:tags r:id="rId2"/>
            </p:custDataLst>
          </p:nvPr>
        </p:nvSpPr>
        <p:spPr>
          <a:xfrm>
            <a:off x="5132246" y="2864881"/>
            <a:ext cx="6475554" cy="1325563"/>
          </a:xfrm>
        </p:spPr>
        <p:txBody>
          <a:bodyPr>
            <a:normAutofit/>
          </a:bodyPr>
          <a:lstStyle/>
          <a:p>
            <a:pPr algn="ctr"/>
            <a:r>
              <a:rPr lang="en-US" altLang="zh-CN" dirty="0"/>
              <a:t>2.2 </a:t>
            </a:r>
            <a:r>
              <a:rPr lang="zh-CN" altLang="en-US" dirty="0"/>
              <a:t>监督学习</a:t>
            </a:r>
          </a:p>
        </p:txBody>
      </p:sp>
    </p:spTree>
    <p:custDataLst>
      <p:tags r:id="rId1"/>
    </p:custData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idx="16385"/>
            <p:custDataLst>
              <p:tags r:id="rId2"/>
            </p:custDataLst>
          </p:nvPr>
        </p:nvSpPr>
        <p:spPr>
          <a:noFill/>
        </p:spPr>
        <p:txBody>
          <a:bodyPr vert="horz" wrap="none" lIns="0" tIns="0" rIns="0" bIns="0" rtlCol="0" anchor="t" anchorCtr="0">
            <a:normAutofit/>
          </a:bodyPr>
          <a:lstStyle/>
          <a:p>
            <a:pPr lvl="0" algn="l"/>
            <a:r>
              <a:rPr>
                <a:solidFill>
                  <a:schemeClr val="tx1"/>
                </a:solidFill>
                <a:sym typeface="+mn-ea"/>
              </a:rPr>
              <a:t>机器学习的类型和算法：监督学习</a:t>
            </a:r>
          </a:p>
        </p:txBody>
      </p:sp>
      <p:sp>
        <p:nvSpPr>
          <p:cNvPr id="35" name="任意多边形 34"/>
          <p:cNvSpPr/>
          <p:nvPr>
            <p:custDataLst>
              <p:tags r:id="rId3"/>
            </p:custDataLst>
          </p:nvPr>
        </p:nvSpPr>
        <p:spPr>
          <a:xfrm>
            <a:off x="1269309" y="1070356"/>
            <a:ext cx="1802168" cy="5368865"/>
          </a:xfrm>
          <a:custGeom>
            <a:avLst/>
            <a:gdLst/>
            <a:ahLst/>
            <a:cxnLst>
              <a:cxn ang="3">
                <a:pos x="hc" y="t"/>
              </a:cxn>
              <a:cxn ang="cd2">
                <a:pos x="l" y="vc"/>
              </a:cxn>
              <a:cxn ang="cd4">
                <a:pos x="hc" y="b"/>
              </a:cxn>
              <a:cxn ang="0">
                <a:pos x="r" y="vc"/>
              </a:cxn>
            </a:cxnLst>
            <a:rect l="l" t="t" r="r" b="b"/>
            <a:pathLst>
              <a:path w="3537" h="10537">
                <a:moveTo>
                  <a:pt x="0" y="0"/>
                </a:moveTo>
                <a:lnTo>
                  <a:pt x="44" y="22"/>
                </a:lnTo>
                <a:cubicBezTo>
                  <a:pt x="2114" y="1050"/>
                  <a:pt x="3537" y="3187"/>
                  <a:pt x="3537" y="5655"/>
                </a:cubicBezTo>
                <a:cubicBezTo>
                  <a:pt x="3537" y="7608"/>
                  <a:pt x="2646" y="9353"/>
                  <a:pt x="1249" y="10506"/>
                </a:cubicBezTo>
                <a:lnTo>
                  <a:pt x="1212" y="10537"/>
                </a:lnTo>
                <a:lnTo>
                  <a:pt x="0" y="10537"/>
                </a:lnTo>
                <a:lnTo>
                  <a:pt x="0" y="9335"/>
                </a:lnTo>
                <a:lnTo>
                  <a:pt x="43" y="9303"/>
                </a:lnTo>
                <a:cubicBezTo>
                  <a:pt x="1138" y="8463"/>
                  <a:pt x="1844" y="7142"/>
                  <a:pt x="1844" y="5655"/>
                </a:cubicBezTo>
                <a:cubicBezTo>
                  <a:pt x="1844" y="4168"/>
                  <a:pt x="1138" y="2847"/>
                  <a:pt x="43" y="2007"/>
                </a:cubicBezTo>
                <a:lnTo>
                  <a:pt x="0" y="1975"/>
                </a:lnTo>
                <a:lnTo>
                  <a:pt x="0" y="0"/>
                </a:lnTo>
                <a:close/>
              </a:path>
            </a:pathLst>
          </a:custGeom>
          <a:gradFill>
            <a:gsLst>
              <a:gs pos="100000">
                <a:schemeClr val="accent1">
                  <a:lumMod val="40000"/>
                  <a:lumOff val="60000"/>
                  <a:alpha val="0"/>
                </a:schemeClr>
              </a:gs>
              <a:gs pos="0">
                <a:schemeClr val="accent1">
                  <a:lumMod val="40000"/>
                  <a:lumOff val="60000"/>
                  <a:alpha val="0"/>
                </a:schemeClr>
              </a:gs>
              <a:gs pos="57000">
                <a:schemeClr val="accent1">
                  <a:lumMod val="40000"/>
                  <a:lumOff val="60000"/>
                  <a:alpha val="20000"/>
                </a:schemeClr>
              </a:gs>
              <a:gs pos="43000">
                <a:schemeClr val="accent1">
                  <a:lumMod val="40000"/>
                  <a:lumOff val="60000"/>
                  <a:alpha val="20000"/>
                </a:schemeClr>
              </a:gs>
            </a:gsLst>
            <a:lin ang="54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微软雅黑"/>
              <a:ea typeface="微软雅黑"/>
              <a:cs typeface="+mn-cs"/>
              <a:sym typeface="+mn-ea"/>
            </a:endParaRPr>
          </a:p>
        </p:txBody>
      </p:sp>
      <p:sp>
        <p:nvSpPr>
          <p:cNvPr id="82" name="任意多边形: 形状 81"/>
          <p:cNvSpPr/>
          <p:nvPr>
            <p:custDataLst>
              <p:tags r:id="rId4"/>
            </p:custDataLst>
          </p:nvPr>
        </p:nvSpPr>
        <p:spPr>
          <a:xfrm>
            <a:off x="2478907" y="2775014"/>
            <a:ext cx="7952060" cy="498309"/>
          </a:xfrm>
          <a:custGeom>
            <a:avLst/>
            <a:gdLst>
              <a:gd name="connsiteX0" fmla="*/ 0 w 15607"/>
              <a:gd name="connsiteY0" fmla="*/ 0 h 978"/>
              <a:gd name="connsiteX1" fmla="*/ 1344 w 15607"/>
              <a:gd name="connsiteY1" fmla="*/ 9 h 978"/>
              <a:gd name="connsiteX2" fmla="*/ 1590 w 15607"/>
              <a:gd name="connsiteY2" fmla="*/ 175 h 978"/>
              <a:gd name="connsiteX3" fmla="*/ 1849 w 15607"/>
              <a:gd name="connsiteY3" fmla="*/ 812 h 978"/>
              <a:gd name="connsiteX4" fmla="*/ 2095 w 15607"/>
              <a:gd name="connsiteY4" fmla="*/ 978 h 978"/>
              <a:gd name="connsiteX5" fmla="*/ 15607 w 15607"/>
              <a:gd name="connsiteY5" fmla="*/ 978 h 9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607" h="978">
                <a:moveTo>
                  <a:pt x="0" y="0"/>
                </a:moveTo>
                <a:lnTo>
                  <a:pt x="1344" y="9"/>
                </a:lnTo>
                <a:cubicBezTo>
                  <a:pt x="1452" y="9"/>
                  <a:pt x="1550" y="75"/>
                  <a:pt x="1590" y="175"/>
                </a:cubicBezTo>
                <a:lnTo>
                  <a:pt x="1849" y="812"/>
                </a:lnTo>
                <a:cubicBezTo>
                  <a:pt x="1889" y="912"/>
                  <a:pt x="1987" y="978"/>
                  <a:pt x="2095" y="978"/>
                </a:cubicBezTo>
                <a:lnTo>
                  <a:pt x="15607" y="978"/>
                </a:lnTo>
              </a:path>
            </a:pathLst>
          </a:custGeom>
          <a:noFill/>
          <a:ln w="9525" cap="flat">
            <a:gradFill>
              <a:gsLst>
                <a:gs pos="45000">
                  <a:schemeClr val="accent1">
                    <a:alpha val="30000"/>
                  </a:schemeClr>
                </a:gs>
                <a:gs pos="100000">
                  <a:schemeClr val="accent1">
                    <a:alpha val="0"/>
                  </a:schemeClr>
                </a:gs>
              </a:gsLst>
              <a:lin ang="0" scaled="0"/>
            </a:gra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333333"/>
              </a:solidFill>
              <a:effectLst/>
              <a:uLnTx/>
              <a:uFillTx/>
              <a:latin typeface="微软雅黑"/>
              <a:ea typeface="微软雅黑"/>
              <a:cs typeface="+mn-cs"/>
              <a:sym typeface="+mn-ea"/>
            </a:endParaRPr>
          </a:p>
        </p:txBody>
      </p:sp>
      <p:sp>
        <p:nvSpPr>
          <p:cNvPr id="86" name="任意多边形: 形状 85"/>
          <p:cNvSpPr/>
          <p:nvPr>
            <p:custDataLst>
              <p:tags r:id="rId5"/>
            </p:custDataLst>
          </p:nvPr>
        </p:nvSpPr>
        <p:spPr>
          <a:xfrm>
            <a:off x="2757104" y="5167926"/>
            <a:ext cx="7674372" cy="500857"/>
          </a:xfrm>
          <a:custGeom>
            <a:avLst/>
            <a:gdLst>
              <a:gd name="connsiteX0" fmla="*/ 0 w 15062"/>
              <a:gd name="connsiteY0" fmla="*/ 0 h 983"/>
              <a:gd name="connsiteX1" fmla="*/ 799 w 15062"/>
              <a:gd name="connsiteY1" fmla="*/ 14 h 983"/>
              <a:gd name="connsiteX2" fmla="*/ 1045 w 15062"/>
              <a:gd name="connsiteY2" fmla="*/ 180 h 983"/>
              <a:gd name="connsiteX3" fmla="*/ 1303 w 15062"/>
              <a:gd name="connsiteY3" fmla="*/ 817 h 983"/>
              <a:gd name="connsiteX4" fmla="*/ 1550 w 15062"/>
              <a:gd name="connsiteY4" fmla="*/ 983 h 983"/>
              <a:gd name="connsiteX5" fmla="*/ 15062 w 15062"/>
              <a:gd name="connsiteY5" fmla="*/ 983 h 9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062" h="983">
                <a:moveTo>
                  <a:pt x="0" y="0"/>
                </a:moveTo>
                <a:lnTo>
                  <a:pt x="799" y="14"/>
                </a:lnTo>
                <a:cubicBezTo>
                  <a:pt x="907" y="14"/>
                  <a:pt x="1004" y="80"/>
                  <a:pt x="1045" y="180"/>
                </a:cubicBezTo>
                <a:lnTo>
                  <a:pt x="1303" y="817"/>
                </a:lnTo>
                <a:cubicBezTo>
                  <a:pt x="1344" y="917"/>
                  <a:pt x="1441" y="983"/>
                  <a:pt x="1550" y="983"/>
                </a:cubicBezTo>
                <a:lnTo>
                  <a:pt x="15062" y="983"/>
                </a:lnTo>
              </a:path>
            </a:pathLst>
          </a:custGeom>
          <a:noFill/>
          <a:ln w="9525" cap="flat">
            <a:gradFill>
              <a:gsLst>
                <a:gs pos="45000">
                  <a:schemeClr val="accent2">
                    <a:alpha val="30000"/>
                  </a:schemeClr>
                </a:gs>
                <a:gs pos="100000">
                  <a:schemeClr val="accent2">
                    <a:alpha val="0"/>
                  </a:schemeClr>
                </a:gs>
              </a:gsLst>
              <a:lin ang="0" scaled="0"/>
            </a:gra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333333"/>
              </a:solidFill>
              <a:effectLst/>
              <a:uLnTx/>
              <a:uFillTx/>
              <a:latin typeface="微软雅黑"/>
              <a:ea typeface="微软雅黑"/>
              <a:cs typeface="+mn-cs"/>
              <a:sym typeface="+mn-ea"/>
            </a:endParaRPr>
          </a:p>
        </p:txBody>
      </p:sp>
      <p:sp>
        <p:nvSpPr>
          <p:cNvPr id="36" name="文本框 35"/>
          <p:cNvSpPr txBox="1"/>
          <p:nvPr>
            <p:custDataLst>
              <p:tags r:id="rId6"/>
            </p:custDataLst>
          </p:nvPr>
        </p:nvSpPr>
        <p:spPr>
          <a:xfrm>
            <a:off x="3583544" y="3962255"/>
            <a:ext cx="7011488" cy="1242207"/>
          </a:xfrm>
          <a:prstGeom prst="rect">
            <a:avLst/>
          </a:prstGeom>
          <a:noFill/>
        </p:spPr>
        <p:txBody>
          <a:bodyPr wrap="square" tIns="0" bIns="0" rtlCol="0" anchor="ctr" anchorCtr="0">
            <a:noAutofit/>
          </a:bodyPr>
          <a:lstStyle/>
          <a:p>
            <a:pPr marL="0" marR="0" lvl="0" indent="0" algn="l" defTabSz="914400" rtl="0" eaLnBrk="1" fontAlgn="auto" latinLnBrk="0" hangingPunct="1">
              <a:lnSpc>
                <a:spcPct val="130000"/>
              </a:lnSpc>
              <a:spcBef>
                <a:spcPct val="0"/>
              </a:spcBef>
              <a:spcAft>
                <a:spcPct val="0"/>
              </a:spcAft>
              <a:buClrTx/>
              <a:buSzTx/>
              <a:buFontTx/>
              <a:buNone/>
              <a:tabLst/>
              <a:defRPr/>
            </a:pPr>
            <a:r>
              <a:rPr kumimoji="0" lang="zh-CN" altLang="en-US" sz="1600" b="0" i="0" u="none" strike="noStrike" kern="1200" cap="none" spc="0" normalizeH="0" baseline="0" noProof="0" dirty="0">
                <a:ln>
                  <a:noFill/>
                  <a:prstDash val="sysDot"/>
                </a:ln>
                <a:solidFill>
                  <a:srgbClr val="333333">
                    <a:lumMod val="85000"/>
                    <a:lumOff val="15000"/>
                  </a:srgbClr>
                </a:solidFill>
                <a:effectLst/>
                <a:uLnTx/>
                <a:uFillTx/>
                <a:latin typeface="微软雅黑"/>
                <a:ea typeface="微软雅黑"/>
                <a:cs typeface="+mn-ea"/>
                <a:sym typeface="+mn-ea"/>
              </a:rPr>
              <a:t>举个例子，监督学习就像用带答案的习题训练模型，我们给模型输入大量“数据</a:t>
            </a:r>
            <a:r>
              <a:rPr kumimoji="0" lang="en-US" altLang="zh-CN" sz="1600" b="0" i="0" u="none" strike="noStrike" kern="1200" cap="none" spc="0" normalizeH="0" baseline="0" noProof="0" dirty="0">
                <a:ln>
                  <a:noFill/>
                  <a:prstDash val="sysDot"/>
                </a:ln>
                <a:solidFill>
                  <a:srgbClr val="333333">
                    <a:lumMod val="85000"/>
                    <a:lumOff val="15000"/>
                  </a:srgbClr>
                </a:solidFill>
                <a:effectLst/>
                <a:uLnTx/>
                <a:uFillTx/>
                <a:latin typeface="微软雅黑"/>
                <a:ea typeface="微软雅黑"/>
                <a:cs typeface="+mn-ea"/>
                <a:sym typeface="+mn-ea"/>
              </a:rPr>
              <a:t>+</a:t>
            </a:r>
            <a:r>
              <a:rPr kumimoji="0" lang="zh-CN" altLang="en-US" sz="1600" b="0" i="0" u="none" strike="noStrike" kern="1200" cap="none" spc="0" normalizeH="0" baseline="0" noProof="0" dirty="0">
                <a:ln>
                  <a:noFill/>
                  <a:prstDash val="sysDot"/>
                </a:ln>
                <a:solidFill>
                  <a:srgbClr val="333333">
                    <a:lumMod val="85000"/>
                    <a:lumOff val="15000"/>
                  </a:srgbClr>
                </a:solidFill>
                <a:effectLst/>
                <a:uLnTx/>
                <a:uFillTx/>
                <a:latin typeface="微软雅黑"/>
                <a:ea typeface="微软雅黑"/>
                <a:cs typeface="+mn-ea"/>
                <a:sym typeface="+mn-ea"/>
              </a:rPr>
              <a:t>标签”（比如标注“猫”的猫图片），让它学习规律。模型通过分析这些样本，总结出特征和结果的对应关系（比如“尖耳朵</a:t>
            </a:r>
            <a:r>
              <a:rPr kumimoji="0" lang="en-US" altLang="zh-CN" sz="1600" b="0" i="0" u="none" strike="noStrike" kern="1200" cap="none" spc="0" normalizeH="0" baseline="0" noProof="0" dirty="0">
                <a:ln>
                  <a:noFill/>
                  <a:prstDash val="sysDot"/>
                </a:ln>
                <a:solidFill>
                  <a:srgbClr val="333333">
                    <a:lumMod val="85000"/>
                    <a:lumOff val="15000"/>
                  </a:srgbClr>
                </a:solidFill>
                <a:effectLst/>
                <a:uLnTx/>
                <a:uFillTx/>
                <a:latin typeface="微软雅黑"/>
                <a:ea typeface="微软雅黑"/>
                <a:cs typeface="+mn-ea"/>
                <a:sym typeface="+mn-ea"/>
              </a:rPr>
              <a:t>→</a:t>
            </a:r>
            <a:r>
              <a:rPr kumimoji="0" lang="zh-CN" altLang="en-US" sz="1600" b="0" i="0" u="none" strike="noStrike" kern="1200" cap="none" spc="0" normalizeH="0" baseline="0" noProof="0" dirty="0">
                <a:ln>
                  <a:noFill/>
                  <a:prstDash val="sysDot"/>
                </a:ln>
                <a:solidFill>
                  <a:srgbClr val="333333">
                    <a:lumMod val="85000"/>
                    <a:lumOff val="15000"/>
                  </a:srgbClr>
                </a:solidFill>
                <a:effectLst/>
                <a:uLnTx/>
                <a:uFillTx/>
                <a:latin typeface="微软雅黑"/>
                <a:ea typeface="微软雅黑"/>
                <a:cs typeface="+mn-ea"/>
                <a:sym typeface="+mn-ea"/>
              </a:rPr>
              <a:t>猫”）。训练好后，遇到新数据时，模型就能预测结果。标签就像参考答案，帮模型不断修正错误，提高准确率。简单说，监督学习就是用已知答案的数据训练模型，让它能预测未知数据。</a:t>
            </a:r>
          </a:p>
        </p:txBody>
      </p:sp>
      <p:sp>
        <p:nvSpPr>
          <p:cNvPr id="37" name="文本框 36"/>
          <p:cNvSpPr txBox="1"/>
          <p:nvPr>
            <p:custDataLst>
              <p:tags r:id="rId7"/>
            </p:custDataLst>
          </p:nvPr>
        </p:nvSpPr>
        <p:spPr>
          <a:xfrm>
            <a:off x="3583544" y="2140726"/>
            <a:ext cx="7011488" cy="1242207"/>
          </a:xfrm>
          <a:prstGeom prst="rect">
            <a:avLst/>
          </a:prstGeom>
          <a:noFill/>
        </p:spPr>
        <p:txBody>
          <a:bodyPr wrap="square" tIns="0" bIns="0" rtlCol="0" anchor="ctr" anchorCtr="0">
            <a:noAutofit/>
          </a:bodyPr>
          <a:lstStyle/>
          <a:p>
            <a:pPr marL="0" marR="0" lvl="0" indent="0" algn="l" defTabSz="914400" rtl="0" eaLnBrk="1" fontAlgn="auto" latinLnBrk="0" hangingPunct="1">
              <a:lnSpc>
                <a:spcPct val="130000"/>
              </a:lnSpc>
              <a:spcBef>
                <a:spcPct val="0"/>
              </a:spcBef>
              <a:spcAft>
                <a:spcPct val="0"/>
              </a:spcAft>
              <a:buClrTx/>
              <a:buSzTx/>
              <a:buFontTx/>
              <a:buNone/>
              <a:tabLst/>
              <a:defRPr/>
            </a:pPr>
            <a:r>
              <a:rPr kumimoji="0" lang="zh-CN" altLang="en-US" sz="1600" b="1" i="0" u="none" strike="noStrike" kern="1200" cap="none" spc="0" normalizeH="0" baseline="0" noProof="0" dirty="0">
                <a:ln>
                  <a:noFill/>
                  <a:prstDash val="sysDot"/>
                </a:ln>
                <a:solidFill>
                  <a:srgbClr val="333333">
                    <a:lumMod val="85000"/>
                    <a:lumOff val="15000"/>
                  </a:srgbClr>
                </a:solidFill>
                <a:effectLst/>
                <a:uLnTx/>
                <a:uFillTx/>
                <a:latin typeface="微软雅黑"/>
                <a:ea typeface="微软雅黑"/>
                <a:cs typeface="+mn-ea"/>
                <a:sym typeface="+mn-ea"/>
              </a:rPr>
              <a:t>监督学习（</a:t>
            </a:r>
            <a:r>
              <a:rPr kumimoji="0" lang="en-US" altLang="zh-CN" sz="1600" b="1" i="0" u="none" strike="noStrike" kern="1200" cap="none" spc="0" normalizeH="0" baseline="0" noProof="0" dirty="0">
                <a:ln>
                  <a:noFill/>
                  <a:prstDash val="sysDot"/>
                </a:ln>
                <a:solidFill>
                  <a:srgbClr val="333333">
                    <a:lumMod val="85000"/>
                    <a:lumOff val="15000"/>
                  </a:srgbClr>
                </a:solidFill>
                <a:effectLst/>
                <a:uLnTx/>
                <a:uFillTx/>
                <a:latin typeface="微软雅黑"/>
                <a:ea typeface="微软雅黑"/>
                <a:cs typeface="+mn-ea"/>
                <a:sym typeface="+mn-ea"/>
              </a:rPr>
              <a:t>Supervised Learning</a:t>
            </a:r>
            <a:r>
              <a:rPr kumimoji="0" lang="zh-CN" altLang="en-US" sz="1600" b="1" i="0" u="none" strike="noStrike" kern="1200" cap="none" spc="0" normalizeH="0" baseline="0" noProof="0" dirty="0">
                <a:ln>
                  <a:noFill/>
                  <a:prstDash val="sysDot"/>
                </a:ln>
                <a:solidFill>
                  <a:srgbClr val="333333">
                    <a:lumMod val="85000"/>
                    <a:lumOff val="15000"/>
                  </a:srgbClr>
                </a:solidFill>
                <a:effectLst/>
                <a:uLnTx/>
                <a:uFillTx/>
                <a:latin typeface="微软雅黑"/>
                <a:ea typeface="微软雅黑"/>
                <a:cs typeface="+mn-ea"/>
                <a:sym typeface="+mn-ea"/>
              </a:rPr>
              <a:t>）</a:t>
            </a:r>
            <a:r>
              <a:rPr kumimoji="0" lang="zh-CN" altLang="en-US" sz="1600" b="0" i="0" u="none" strike="noStrike" kern="1200" cap="none" spc="0" normalizeH="0" baseline="0" noProof="0" dirty="0">
                <a:ln>
                  <a:noFill/>
                  <a:prstDash val="sysDot"/>
                </a:ln>
                <a:solidFill>
                  <a:srgbClr val="333333">
                    <a:lumMod val="85000"/>
                    <a:lumOff val="15000"/>
                  </a:srgbClr>
                </a:solidFill>
                <a:effectLst/>
                <a:uLnTx/>
                <a:uFillTx/>
                <a:latin typeface="微软雅黑"/>
                <a:ea typeface="微软雅黑"/>
                <a:cs typeface="+mn-ea"/>
                <a:sym typeface="+mn-ea"/>
              </a:rPr>
              <a:t>是最常见的机器学习类型，其特点是训练数据包含输入特征和对应的标签</a:t>
            </a:r>
            <a:r>
              <a:rPr kumimoji="0" lang="en-US" altLang="zh-CN" sz="1600" b="0" i="0" u="none" strike="noStrike" kern="1200" cap="none" spc="0" normalizeH="0" baseline="0" noProof="0" dirty="0">
                <a:ln>
                  <a:noFill/>
                  <a:prstDash val="sysDot"/>
                </a:ln>
                <a:solidFill>
                  <a:srgbClr val="333333">
                    <a:lumMod val="85000"/>
                    <a:lumOff val="15000"/>
                  </a:srgbClr>
                </a:solidFill>
                <a:effectLst/>
                <a:uLnTx/>
                <a:uFillTx/>
                <a:latin typeface="微软雅黑"/>
                <a:ea typeface="微软雅黑"/>
                <a:cs typeface="+mn-ea"/>
                <a:sym typeface="+mn-ea"/>
              </a:rPr>
              <a:t>/</a:t>
            </a:r>
            <a:r>
              <a:rPr kumimoji="0" lang="zh-CN" altLang="en-US" sz="1600" b="0" i="0" u="none" strike="noStrike" kern="1200" cap="none" spc="0" normalizeH="0" baseline="0" noProof="0" dirty="0">
                <a:ln>
                  <a:noFill/>
                  <a:prstDash val="sysDot"/>
                </a:ln>
                <a:solidFill>
                  <a:srgbClr val="333333">
                    <a:lumMod val="85000"/>
                    <a:lumOff val="15000"/>
                  </a:srgbClr>
                </a:solidFill>
                <a:effectLst/>
                <a:uLnTx/>
                <a:uFillTx/>
                <a:latin typeface="微软雅黑"/>
                <a:ea typeface="微软雅黑"/>
                <a:cs typeface="+mn-ea"/>
                <a:sym typeface="+mn-ea"/>
              </a:rPr>
              <a:t>输出。模型通过学习输入与输出之间的映射关系，从而能够对新的输入数据做出预测。</a:t>
            </a:r>
          </a:p>
        </p:txBody>
      </p:sp>
      <p:sp>
        <p:nvSpPr>
          <p:cNvPr id="38" name="任意多边形: 形状 40"/>
          <p:cNvSpPr/>
          <p:nvPr>
            <p:custDataLst>
              <p:tags r:id="rId8"/>
            </p:custDataLst>
          </p:nvPr>
        </p:nvSpPr>
        <p:spPr>
          <a:xfrm>
            <a:off x="2207333" y="2474398"/>
            <a:ext cx="551299" cy="551299"/>
          </a:xfrm>
          <a:custGeom>
            <a:avLst/>
            <a:gdLst>
              <a:gd name="connsiteX0" fmla="*/ 687324 w 687323"/>
              <a:gd name="connsiteY0" fmla="*/ 343662 h 687324"/>
              <a:gd name="connsiteX1" fmla="*/ 343662 w 687323"/>
              <a:gd name="connsiteY1" fmla="*/ 687324 h 687324"/>
              <a:gd name="connsiteX2" fmla="*/ 0 w 687323"/>
              <a:gd name="connsiteY2" fmla="*/ 343662 h 687324"/>
              <a:gd name="connsiteX3" fmla="*/ 343662 w 687323"/>
              <a:gd name="connsiteY3" fmla="*/ 0 h 687324"/>
              <a:gd name="connsiteX4" fmla="*/ 687324 w 687323"/>
              <a:gd name="connsiteY4" fmla="*/ 343662 h 6873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7323" h="687324">
                <a:moveTo>
                  <a:pt x="687324" y="343662"/>
                </a:moveTo>
                <a:cubicBezTo>
                  <a:pt x="687324" y="533461"/>
                  <a:pt x="533461" y="687324"/>
                  <a:pt x="343662" y="687324"/>
                </a:cubicBezTo>
                <a:cubicBezTo>
                  <a:pt x="153863" y="687324"/>
                  <a:pt x="0" y="533461"/>
                  <a:pt x="0" y="343662"/>
                </a:cubicBezTo>
                <a:cubicBezTo>
                  <a:pt x="0" y="153863"/>
                  <a:pt x="153863" y="0"/>
                  <a:pt x="343662" y="0"/>
                </a:cubicBezTo>
                <a:cubicBezTo>
                  <a:pt x="533461" y="0"/>
                  <a:pt x="687324" y="153863"/>
                  <a:pt x="687324" y="343662"/>
                </a:cubicBezTo>
                <a:close/>
              </a:path>
            </a:pathLst>
          </a:custGeom>
          <a:solidFill>
            <a:schemeClr val="accent1"/>
          </a:solidFill>
          <a:ln w="7620"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333333"/>
              </a:solidFill>
              <a:effectLst/>
              <a:uLnTx/>
              <a:uFillTx/>
              <a:latin typeface="微软雅黑"/>
              <a:ea typeface="微软雅黑"/>
              <a:cs typeface="+mn-cs"/>
              <a:sym typeface="+mn-ea"/>
            </a:endParaRPr>
          </a:p>
        </p:txBody>
      </p:sp>
      <p:pic>
        <p:nvPicPr>
          <p:cNvPr id="39" name="图片 16" descr="信件邮件"/>
          <p:cNvPicPr>
            <a:picLocks noChangeAspect="1"/>
          </p:cNvPicPr>
          <p:nvPr>
            <p:custDataLst>
              <p:tags r:id="rId9"/>
            </p:custDataLst>
          </p:nvPr>
        </p:nvPicPr>
        <p:blipFill>
          <a:blip r:embed="rId13">
            <a:extLst>
              <a:ext uri="{96DAC541-7B7A-43D3-8B79-37D633B846F1}">
                <asvg:svgBlip xmlns:asvg="http://schemas.microsoft.com/office/drawing/2016/SVG/main" r:embed="rId14"/>
              </a:ext>
            </a:extLst>
          </a:blip>
          <a:stretch>
            <a:fillRect/>
          </a:stretch>
        </p:blipFill>
        <p:spPr>
          <a:xfrm>
            <a:off x="2349999" y="2617063"/>
            <a:ext cx="265969" cy="265969"/>
          </a:xfrm>
          <a:prstGeom prst="rect">
            <a:avLst/>
          </a:prstGeom>
        </p:spPr>
      </p:pic>
      <p:sp>
        <p:nvSpPr>
          <p:cNvPr id="40" name="任意多边形: 形状 50"/>
          <p:cNvSpPr/>
          <p:nvPr>
            <p:custDataLst>
              <p:tags r:id="rId10"/>
            </p:custDataLst>
          </p:nvPr>
        </p:nvSpPr>
        <p:spPr>
          <a:xfrm>
            <a:off x="2206314" y="4881991"/>
            <a:ext cx="552318" cy="551809"/>
          </a:xfrm>
          <a:custGeom>
            <a:avLst/>
            <a:gdLst>
              <a:gd name="connsiteX0" fmla="*/ 618134 w 618134"/>
              <a:gd name="connsiteY0" fmla="*/ 309067 h 618134"/>
              <a:gd name="connsiteX1" fmla="*/ 309067 w 618134"/>
              <a:gd name="connsiteY1" fmla="*/ 618135 h 618134"/>
              <a:gd name="connsiteX2" fmla="*/ 0 w 618134"/>
              <a:gd name="connsiteY2" fmla="*/ 309067 h 618134"/>
              <a:gd name="connsiteX3" fmla="*/ 309067 w 618134"/>
              <a:gd name="connsiteY3" fmla="*/ 0 h 618134"/>
              <a:gd name="connsiteX4" fmla="*/ 618134 w 618134"/>
              <a:gd name="connsiteY4" fmla="*/ 309067 h 6181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8134" h="618134">
                <a:moveTo>
                  <a:pt x="618134" y="309067"/>
                </a:moveTo>
                <a:cubicBezTo>
                  <a:pt x="618134" y="479760"/>
                  <a:pt x="479760" y="618135"/>
                  <a:pt x="309067" y="618135"/>
                </a:cubicBezTo>
                <a:cubicBezTo>
                  <a:pt x="138374" y="618135"/>
                  <a:pt x="0" y="479760"/>
                  <a:pt x="0" y="309067"/>
                </a:cubicBezTo>
                <a:cubicBezTo>
                  <a:pt x="0" y="138374"/>
                  <a:pt x="138374" y="0"/>
                  <a:pt x="309067" y="0"/>
                </a:cubicBezTo>
                <a:cubicBezTo>
                  <a:pt x="479760" y="0"/>
                  <a:pt x="618134" y="138374"/>
                  <a:pt x="618134" y="309067"/>
                </a:cubicBezTo>
                <a:close/>
              </a:path>
            </a:pathLst>
          </a:custGeom>
          <a:solidFill>
            <a:schemeClr val="accent2">
              <a:alpha val="5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微软雅黑"/>
              <a:ea typeface="微软雅黑"/>
              <a:cs typeface="+mn-cs"/>
              <a:sym typeface="+mn-ea"/>
            </a:endParaRPr>
          </a:p>
        </p:txBody>
      </p:sp>
      <p:pic>
        <p:nvPicPr>
          <p:cNvPr id="41" name="图片 14" descr="文件"/>
          <p:cNvPicPr>
            <a:picLocks noChangeAspect="1"/>
          </p:cNvPicPr>
          <p:nvPr>
            <p:custDataLst>
              <p:tags r:id="rId11"/>
            </p:custDataLst>
          </p:nvPr>
        </p:nvPicPr>
        <p:blipFill>
          <a:blip r:embed="rId15">
            <a:extLst>
              <a:ext uri="{96DAC541-7B7A-43D3-8B79-37D633B846F1}">
                <asvg:svgBlip xmlns:asvg="http://schemas.microsoft.com/office/drawing/2016/SVG/main" r:embed="rId16"/>
              </a:ext>
            </a:extLst>
          </a:blip>
          <a:stretch>
            <a:fillRect/>
          </a:stretch>
        </p:blipFill>
        <p:spPr>
          <a:xfrm>
            <a:off x="2354075" y="5040037"/>
            <a:ext cx="257817" cy="257307"/>
          </a:xfrm>
          <a:prstGeom prst="rect">
            <a:avLst/>
          </a:prstGeom>
        </p:spPr>
      </p:pic>
    </p:spTree>
    <p:custDataLst>
      <p:tags r:id="rId1"/>
    </p:custDataLst>
    <p:extLst>
      <p:ext uri="{BB962C8B-B14F-4D97-AF65-F5344CB8AC3E}">
        <p14:creationId xmlns:p14="http://schemas.microsoft.com/office/powerpoint/2010/main" val="197234637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p:cNvSpPr/>
          <p:nvPr/>
        </p:nvSpPr>
        <p:spPr>
          <a:xfrm>
            <a:off x="413693" y="542495"/>
            <a:ext cx="11082472" cy="787844"/>
          </a:xfrm>
          <a:prstGeom prst="rect">
            <a:avLst/>
          </a:prstGeom>
          <a:noFill/>
        </p:spPr>
        <p:txBody>
          <a:bodyPr wrap="square" lIns="127000" tIns="127000" rIns="127000" bIns="127000" rtlCol="0" anchor="t">
            <a:spAutoFit/>
          </a:bodyPr>
          <a:lstStyle/>
          <a:p>
            <a:pPr>
              <a:spcBef>
                <a:spcPts val="500"/>
              </a:spcBef>
            </a:pPr>
            <a:r>
              <a:rPr lang="en-US" sz="3453" b="1" dirty="0">
                <a:solidFill>
                  <a:srgbClr val="083775"/>
                </a:solidFill>
                <a:latin typeface="微软雅黑" panose="020B0503020204020204" pitchFamily="34" charset="-122"/>
                <a:ea typeface="微软雅黑" panose="020B0503020204020204" pitchFamily="34" charset="-122"/>
                <a:cs typeface="微软雅黑" panose="020B0503020204020204" pitchFamily="34" charset="-120"/>
              </a:rPr>
              <a:t>有监督学习</a:t>
            </a:r>
            <a:endParaRPr lang="en-US" sz="1920" dirty="0"/>
          </a:p>
        </p:txBody>
      </p:sp>
      <p:sp>
        <p:nvSpPr>
          <p:cNvPr id="4" name="Shape 1"/>
          <p:cNvSpPr/>
          <p:nvPr/>
        </p:nvSpPr>
        <p:spPr>
          <a:xfrm>
            <a:off x="578055" y="298655"/>
            <a:ext cx="243840" cy="24384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FF8989"/>
          </a:solidFill>
        </p:spPr>
      </p:sp>
      <p:sp>
        <p:nvSpPr>
          <p:cNvPr id="5" name="Shape 2"/>
          <p:cNvSpPr/>
          <p:nvPr/>
        </p:nvSpPr>
        <p:spPr>
          <a:xfrm>
            <a:off x="1049357" y="298655"/>
            <a:ext cx="243840" cy="24384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D8F1FF"/>
          </a:solidFill>
        </p:spPr>
      </p:sp>
      <p:sp>
        <p:nvSpPr>
          <p:cNvPr id="6" name="Shape 3"/>
          <p:cNvSpPr/>
          <p:nvPr/>
        </p:nvSpPr>
        <p:spPr>
          <a:xfrm>
            <a:off x="1520661" y="298655"/>
            <a:ext cx="243840" cy="24384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FFDB41"/>
          </a:solidFill>
        </p:spPr>
      </p:sp>
      <p:sp>
        <p:nvSpPr>
          <p:cNvPr id="7" name="Shape 4"/>
          <p:cNvSpPr/>
          <p:nvPr/>
        </p:nvSpPr>
        <p:spPr>
          <a:xfrm>
            <a:off x="2038339" y="1388748"/>
            <a:ext cx="482709" cy="482709"/>
          </a:xfrm>
          <a:custGeom>
            <a:avLst/>
            <a:gdLst/>
            <a:ahLst/>
            <a:cxnLst/>
            <a:rect l="l" t="t" r="r" b="b"/>
            <a:pathLst>
              <a:path w="362032" h="362032">
                <a:moveTo>
                  <a:pt x="181016" y="0"/>
                </a:moveTo>
                <a:moveTo>
                  <a:pt x="181016" y="0"/>
                </a:moveTo>
                <a:cubicBezTo>
                  <a:pt x="280921" y="0"/>
                  <a:pt x="362032" y="81111"/>
                  <a:pt x="362032" y="181016"/>
                </a:cubicBezTo>
                <a:cubicBezTo>
                  <a:pt x="362032" y="280921"/>
                  <a:pt x="280921" y="362032"/>
                  <a:pt x="181016" y="362032"/>
                </a:cubicBezTo>
                <a:cubicBezTo>
                  <a:pt x="81111" y="362032"/>
                  <a:pt x="0" y="280921"/>
                  <a:pt x="0" y="181016"/>
                </a:cubicBezTo>
                <a:cubicBezTo>
                  <a:pt x="0" y="81111"/>
                  <a:pt x="81111" y="0"/>
                  <a:pt x="181016" y="0"/>
                </a:cubicBezTo>
                <a:close/>
              </a:path>
            </a:pathLst>
          </a:custGeom>
          <a:solidFill>
            <a:srgbClr val="0084FF"/>
          </a:solidFill>
        </p:spPr>
      </p:sp>
      <p:sp>
        <p:nvSpPr>
          <p:cNvPr id="8" name="Shape 5"/>
          <p:cNvSpPr/>
          <p:nvPr/>
        </p:nvSpPr>
        <p:spPr>
          <a:xfrm>
            <a:off x="7583034" y="1388748"/>
            <a:ext cx="482709" cy="482709"/>
          </a:xfrm>
          <a:custGeom>
            <a:avLst/>
            <a:gdLst/>
            <a:ahLst/>
            <a:cxnLst/>
            <a:rect l="l" t="t" r="r" b="b"/>
            <a:pathLst>
              <a:path w="362032" h="362032">
                <a:moveTo>
                  <a:pt x="181016" y="0"/>
                </a:moveTo>
                <a:moveTo>
                  <a:pt x="181016" y="0"/>
                </a:moveTo>
                <a:cubicBezTo>
                  <a:pt x="280921" y="0"/>
                  <a:pt x="362032" y="81111"/>
                  <a:pt x="362032" y="181016"/>
                </a:cubicBezTo>
                <a:cubicBezTo>
                  <a:pt x="362032" y="280921"/>
                  <a:pt x="280921" y="362032"/>
                  <a:pt x="181016" y="362032"/>
                </a:cubicBezTo>
                <a:cubicBezTo>
                  <a:pt x="81111" y="362032"/>
                  <a:pt x="0" y="280921"/>
                  <a:pt x="0" y="181016"/>
                </a:cubicBezTo>
                <a:cubicBezTo>
                  <a:pt x="0" y="81111"/>
                  <a:pt x="81111" y="0"/>
                  <a:pt x="181016" y="0"/>
                </a:cubicBezTo>
                <a:close/>
              </a:path>
            </a:pathLst>
          </a:custGeom>
          <a:solidFill>
            <a:srgbClr val="0084FF"/>
          </a:solidFill>
        </p:spPr>
      </p:sp>
      <p:sp>
        <p:nvSpPr>
          <p:cNvPr id="9" name="Shape 6"/>
          <p:cNvSpPr/>
          <p:nvPr/>
        </p:nvSpPr>
        <p:spPr>
          <a:xfrm>
            <a:off x="4723667" y="3803966"/>
            <a:ext cx="482709" cy="482709"/>
          </a:xfrm>
          <a:custGeom>
            <a:avLst/>
            <a:gdLst/>
            <a:ahLst/>
            <a:cxnLst/>
            <a:rect l="l" t="t" r="r" b="b"/>
            <a:pathLst>
              <a:path w="362032" h="362032">
                <a:moveTo>
                  <a:pt x="181016" y="0"/>
                </a:moveTo>
                <a:moveTo>
                  <a:pt x="181016" y="0"/>
                </a:moveTo>
                <a:cubicBezTo>
                  <a:pt x="280921" y="0"/>
                  <a:pt x="362032" y="81111"/>
                  <a:pt x="362032" y="181016"/>
                </a:cubicBezTo>
                <a:cubicBezTo>
                  <a:pt x="362032" y="280921"/>
                  <a:pt x="280921" y="362032"/>
                  <a:pt x="181016" y="362032"/>
                </a:cubicBezTo>
                <a:cubicBezTo>
                  <a:pt x="81111" y="362032"/>
                  <a:pt x="0" y="280921"/>
                  <a:pt x="0" y="181016"/>
                </a:cubicBezTo>
                <a:cubicBezTo>
                  <a:pt x="0" y="81111"/>
                  <a:pt x="81111" y="0"/>
                  <a:pt x="181016" y="0"/>
                </a:cubicBezTo>
                <a:close/>
              </a:path>
            </a:pathLst>
          </a:custGeom>
          <a:solidFill>
            <a:srgbClr val="0084FF"/>
          </a:solidFill>
        </p:spPr>
      </p:sp>
      <p:sp>
        <p:nvSpPr>
          <p:cNvPr id="10" name="Text 7"/>
          <p:cNvSpPr/>
          <p:nvPr/>
        </p:nvSpPr>
        <p:spPr>
          <a:xfrm>
            <a:off x="2521047" y="1195426"/>
            <a:ext cx="3238088" cy="627223"/>
          </a:xfrm>
          <a:prstGeom prst="rect">
            <a:avLst/>
          </a:prstGeom>
          <a:noFill/>
        </p:spPr>
        <p:txBody>
          <a:bodyPr wrap="square" lIns="127000" tIns="127000" rIns="127000" bIns="127000" rtlCol="0" anchor="t">
            <a:spAutoFit/>
          </a:bodyPr>
          <a:lstStyle/>
          <a:p>
            <a:pPr>
              <a:lnSpc>
                <a:spcPct val="113000"/>
              </a:lnSpc>
              <a:spcBef>
                <a:spcPts val="500"/>
              </a:spcBef>
            </a:pPr>
            <a:r>
              <a:rPr lang="en-US" sz="2307" b="1" dirty="0">
                <a:solidFill>
                  <a:srgbClr val="1859AE"/>
                </a:solidFill>
                <a:latin typeface="微软雅黑" panose="020B0503020204020204" pitchFamily="34" charset="-122"/>
                <a:ea typeface="微软雅黑" panose="020B0503020204020204" pitchFamily="34" charset="-122"/>
                <a:cs typeface="微软雅黑" panose="020B0503020204020204" pitchFamily="34" charset="-120"/>
              </a:rPr>
              <a:t>有监督学习定义</a:t>
            </a:r>
            <a:endParaRPr lang="en-US" sz="1920" dirty="0"/>
          </a:p>
        </p:txBody>
      </p:sp>
      <p:pic>
        <p:nvPicPr>
          <p:cNvPr id="11" name="Image 0" descr="https://sgw-dx.xf-yun.com/api/v1/sparkdesk/_1740051751225dcde99137f824c62ad8c66f87772b8a5.jpg?authorization=c2ltcGxlLWp3dCBhaz1zcGFya2Rlc2s4MDAwMDAwMDAwMDE7ZXhwPTMzMTY4NTE3NTE7YWxnbz1obWFjLXNoYTI1NjtzaWc9SmZWSVFMdzVkZElndlJGSXpVYVh1SlFuLy9KOFhtSUhhUGd1NzRQTm51RT0=&amp;x_location=7YfmxI7B7uKO7jlRxIftd60uePD="/>
          <p:cNvPicPr>
            <a:picLocks noChangeAspect="1"/>
          </p:cNvPicPr>
          <p:nvPr/>
        </p:nvPicPr>
        <p:blipFill>
          <a:blip r:embed="rId3"/>
          <a:srcRect l="21910" r="21910"/>
          <a:stretch>
            <a:fillRect/>
          </a:stretch>
        </p:blipFill>
        <p:spPr>
          <a:xfrm>
            <a:off x="664365" y="1388748"/>
            <a:ext cx="1856683" cy="1856683"/>
          </a:xfrm>
          <a:prstGeom prst="ellipse">
            <a:avLst/>
          </a:prstGeom>
        </p:spPr>
      </p:pic>
      <p:sp>
        <p:nvSpPr>
          <p:cNvPr id="12" name="Text 8"/>
          <p:cNvSpPr/>
          <p:nvPr/>
        </p:nvSpPr>
        <p:spPr>
          <a:xfrm>
            <a:off x="2521047" y="1722120"/>
            <a:ext cx="3238088" cy="2103140"/>
          </a:xfrm>
          <a:prstGeom prst="rect">
            <a:avLst/>
          </a:prstGeom>
          <a:noFill/>
        </p:spPr>
        <p:txBody>
          <a:bodyPr wrap="square" lIns="127000" tIns="127000" rIns="127000" bIns="127000" rtlCol="0" anchor="t">
            <a:spAutoFit/>
          </a:bodyPr>
          <a:lstStyle/>
          <a:p>
            <a:r>
              <a:rPr lang="en-US" sz="2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有监督学习是一种基于已知输入和输出数据进行训练的机器学习方法，旨在预测输出数据的特定值，广泛应用于分类和回归问题中。</a:t>
            </a:r>
            <a:endParaRPr lang="en-US" sz="2000" dirty="0"/>
          </a:p>
        </p:txBody>
      </p:sp>
      <p:sp>
        <p:nvSpPr>
          <p:cNvPr id="13" name="Text 9"/>
          <p:cNvSpPr/>
          <p:nvPr/>
        </p:nvSpPr>
        <p:spPr>
          <a:xfrm>
            <a:off x="8065743" y="1195426"/>
            <a:ext cx="3238088" cy="627223"/>
          </a:xfrm>
          <a:prstGeom prst="rect">
            <a:avLst/>
          </a:prstGeom>
          <a:noFill/>
        </p:spPr>
        <p:txBody>
          <a:bodyPr wrap="square" lIns="127000" tIns="127000" rIns="127000" bIns="127000" rtlCol="0" anchor="t">
            <a:spAutoFit/>
          </a:bodyPr>
          <a:lstStyle/>
          <a:p>
            <a:pPr>
              <a:lnSpc>
                <a:spcPct val="113000"/>
              </a:lnSpc>
              <a:spcBef>
                <a:spcPts val="500"/>
              </a:spcBef>
            </a:pPr>
            <a:r>
              <a:rPr lang="en-US" sz="2307" b="1" dirty="0">
                <a:solidFill>
                  <a:srgbClr val="1859AE"/>
                </a:solidFill>
                <a:latin typeface="微软雅黑" panose="020B0503020204020204" pitchFamily="34" charset="-122"/>
                <a:ea typeface="微软雅黑" panose="020B0503020204020204" pitchFamily="34" charset="-122"/>
                <a:cs typeface="微软雅黑" panose="020B0503020204020204" pitchFamily="34" charset="-120"/>
              </a:rPr>
              <a:t>分类问题应用</a:t>
            </a:r>
            <a:endParaRPr lang="en-US" sz="1920" dirty="0"/>
          </a:p>
        </p:txBody>
      </p:sp>
      <p:pic>
        <p:nvPicPr>
          <p:cNvPr id="14" name="Image 1" descr="https://sgw-dx.xf-yun.com/api/v1/sparkdesk/_1740051754475d1814a7bf3754330b00fe5498e915b03.jpg?authorization=c2ltcGxlLWp3dCBhaz1zcGFya2Rlc2s4MDAwMDAwMDAwMDE7ZXhwPTMzMTY4NTE3NTQ7YWxnbz1obWFjLXNoYTI1NjtzaWc9TEJ6MDY2RDNyR3hHSnUzNnM3WEFndm94b0lJeW14T2Yzcm0weHlsQ1hvOD0=&amp;x_location=7YfmxI7B7uKO7jlRxIftd60uePD="/>
          <p:cNvPicPr>
            <a:picLocks noChangeAspect="1"/>
          </p:cNvPicPr>
          <p:nvPr/>
        </p:nvPicPr>
        <p:blipFill>
          <a:blip r:embed="rId4"/>
          <a:srcRect l="21910" r="21910"/>
          <a:stretch>
            <a:fillRect/>
          </a:stretch>
        </p:blipFill>
        <p:spPr>
          <a:xfrm>
            <a:off x="5897779" y="1388748"/>
            <a:ext cx="1856683" cy="1856683"/>
          </a:xfrm>
          <a:prstGeom prst="ellipse">
            <a:avLst/>
          </a:prstGeom>
        </p:spPr>
      </p:pic>
      <p:sp>
        <p:nvSpPr>
          <p:cNvPr id="15" name="Text 10"/>
          <p:cNvSpPr/>
          <p:nvPr/>
        </p:nvSpPr>
        <p:spPr>
          <a:xfrm>
            <a:off x="8065743" y="1722120"/>
            <a:ext cx="3238088" cy="2103140"/>
          </a:xfrm>
          <a:prstGeom prst="rect">
            <a:avLst/>
          </a:prstGeom>
          <a:noFill/>
        </p:spPr>
        <p:txBody>
          <a:bodyPr wrap="square" lIns="127000" tIns="127000" rIns="127000" bIns="127000" rtlCol="0" anchor="t">
            <a:spAutoFit/>
          </a:bodyPr>
          <a:lstStyle/>
          <a:p>
            <a:r>
              <a:rPr lang="en-US" sz="2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在分类问题中，有监督学习通过分析标记过的数据来识别不同类别，如区分邮件为垃圾邮件或非垃圾邮件，是处理离散数据的有效方法。</a:t>
            </a:r>
            <a:endParaRPr lang="en-US" sz="2000" dirty="0"/>
          </a:p>
        </p:txBody>
      </p:sp>
      <p:sp>
        <p:nvSpPr>
          <p:cNvPr id="16" name="Text 11"/>
          <p:cNvSpPr/>
          <p:nvPr/>
        </p:nvSpPr>
        <p:spPr>
          <a:xfrm>
            <a:off x="5206376" y="3610643"/>
            <a:ext cx="3238088" cy="627223"/>
          </a:xfrm>
          <a:prstGeom prst="rect">
            <a:avLst/>
          </a:prstGeom>
          <a:noFill/>
        </p:spPr>
        <p:txBody>
          <a:bodyPr wrap="square" lIns="127000" tIns="127000" rIns="127000" bIns="127000" rtlCol="0" anchor="t">
            <a:spAutoFit/>
          </a:bodyPr>
          <a:lstStyle/>
          <a:p>
            <a:pPr>
              <a:lnSpc>
                <a:spcPct val="113000"/>
              </a:lnSpc>
              <a:spcBef>
                <a:spcPts val="500"/>
              </a:spcBef>
            </a:pPr>
            <a:r>
              <a:rPr lang="en-US" sz="2307" b="1" dirty="0">
                <a:solidFill>
                  <a:srgbClr val="1859AE"/>
                </a:solidFill>
                <a:latin typeface="微软雅黑" panose="020B0503020204020204" pitchFamily="34" charset="-122"/>
                <a:ea typeface="微软雅黑" panose="020B0503020204020204" pitchFamily="34" charset="-122"/>
                <a:cs typeface="微软雅黑" panose="020B0503020204020204" pitchFamily="34" charset="-120"/>
              </a:rPr>
              <a:t>回归问题解析</a:t>
            </a:r>
            <a:endParaRPr lang="en-US" sz="1920" dirty="0"/>
          </a:p>
        </p:txBody>
      </p:sp>
      <p:pic>
        <p:nvPicPr>
          <p:cNvPr id="17" name="Image 2" descr="https://sgw-dx.xf-yun.com/api/v1/sparkdesk/_17400517573103772d95a96644409ba97047d71078388.jpg?authorization=c2ltcGxlLWp3dCBhaz1zcGFya2Rlc2s4MDAwMDAwMDAwMDE7ZXhwPTMzMTY4NTE3NTc7YWxnbz1obWFjLXNoYTI1NjtzaWc9N21kM0toNmlGcWRxTkttcFBpdnc1SVpxUTZIamdxQ3hkc1BRQkUwNGsrOD0=&amp;x_location=7YfmxI7B7uKO7jlRxIftd60uePD="/>
          <p:cNvPicPr>
            <a:picLocks noChangeAspect="1"/>
          </p:cNvPicPr>
          <p:nvPr/>
        </p:nvPicPr>
        <p:blipFill>
          <a:blip r:embed="rId5"/>
          <a:srcRect l="21910" r="21910"/>
          <a:stretch>
            <a:fillRect/>
          </a:stretch>
        </p:blipFill>
        <p:spPr>
          <a:xfrm>
            <a:off x="3349695" y="3803965"/>
            <a:ext cx="1856683" cy="1856683"/>
          </a:xfrm>
          <a:prstGeom prst="ellipse">
            <a:avLst/>
          </a:prstGeom>
        </p:spPr>
      </p:pic>
      <p:sp>
        <p:nvSpPr>
          <p:cNvPr id="18" name="Text 12"/>
          <p:cNvSpPr/>
          <p:nvPr/>
        </p:nvSpPr>
        <p:spPr>
          <a:xfrm>
            <a:off x="5206376" y="4137337"/>
            <a:ext cx="3238088" cy="2103140"/>
          </a:xfrm>
          <a:prstGeom prst="rect">
            <a:avLst/>
          </a:prstGeom>
          <a:noFill/>
        </p:spPr>
        <p:txBody>
          <a:bodyPr wrap="square" lIns="127000" tIns="127000" rIns="127000" bIns="127000" rtlCol="0" anchor="t">
            <a:spAutoFit/>
          </a:bodyPr>
          <a:lstStyle/>
          <a:p>
            <a:r>
              <a:rPr lang="en-US" sz="2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回归问题利用有监督学习预测连续数值，例如估计房价或股票价格，通过建立数学模型来理解变量间的关系，实现精确的数值预测。</a:t>
            </a:r>
            <a:endParaRPr lang="en-US" sz="2000" dirty="0"/>
          </a:p>
        </p:txBody>
      </p:sp>
    </p:spTree>
    <p:extLst>
      <p:ext uri="{BB962C8B-B14F-4D97-AF65-F5344CB8AC3E}">
        <p14:creationId xmlns:p14="http://schemas.microsoft.com/office/powerpoint/2010/main" val="38979857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p:cNvSpPr/>
          <p:nvPr/>
        </p:nvSpPr>
        <p:spPr>
          <a:xfrm>
            <a:off x="413693" y="542495"/>
            <a:ext cx="11082472" cy="787844"/>
          </a:xfrm>
          <a:prstGeom prst="rect">
            <a:avLst/>
          </a:prstGeom>
          <a:noFill/>
        </p:spPr>
        <p:txBody>
          <a:bodyPr wrap="square" lIns="127000" tIns="127000" rIns="127000" bIns="127000" rtlCol="0" anchor="t">
            <a:spAutoFit/>
          </a:bodyPr>
          <a:lstStyle/>
          <a:p>
            <a:pPr>
              <a:spcBef>
                <a:spcPts val="500"/>
              </a:spcBef>
            </a:pPr>
            <a:r>
              <a:rPr lang="en-US" sz="3453" b="1" dirty="0">
                <a:solidFill>
                  <a:srgbClr val="083775"/>
                </a:solidFill>
                <a:latin typeface="微软雅黑" panose="020B0503020204020204" pitchFamily="34" charset="-122"/>
                <a:ea typeface="微软雅黑" panose="020B0503020204020204" pitchFamily="34" charset="-122"/>
                <a:cs typeface="微软雅黑" panose="020B0503020204020204" pitchFamily="34" charset="-120"/>
              </a:rPr>
              <a:t>离散输出问题</a:t>
            </a:r>
            <a:endParaRPr lang="en-US" sz="1920" dirty="0"/>
          </a:p>
        </p:txBody>
      </p:sp>
      <p:sp>
        <p:nvSpPr>
          <p:cNvPr id="4" name="Shape 1"/>
          <p:cNvSpPr/>
          <p:nvPr/>
        </p:nvSpPr>
        <p:spPr>
          <a:xfrm>
            <a:off x="578055" y="298655"/>
            <a:ext cx="243840" cy="24384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FF8989"/>
          </a:solidFill>
        </p:spPr>
      </p:sp>
      <p:sp>
        <p:nvSpPr>
          <p:cNvPr id="5" name="Shape 2"/>
          <p:cNvSpPr/>
          <p:nvPr/>
        </p:nvSpPr>
        <p:spPr>
          <a:xfrm>
            <a:off x="1049357" y="298655"/>
            <a:ext cx="243840" cy="24384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D8F1FF"/>
          </a:solidFill>
        </p:spPr>
      </p:sp>
      <p:sp>
        <p:nvSpPr>
          <p:cNvPr id="6" name="Shape 3"/>
          <p:cNvSpPr/>
          <p:nvPr/>
        </p:nvSpPr>
        <p:spPr>
          <a:xfrm>
            <a:off x="1520661" y="298655"/>
            <a:ext cx="243840" cy="24384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FFDB41"/>
          </a:solidFill>
        </p:spPr>
      </p:sp>
      <p:sp>
        <p:nvSpPr>
          <p:cNvPr id="7" name="Shape 4"/>
          <p:cNvSpPr/>
          <p:nvPr/>
        </p:nvSpPr>
        <p:spPr>
          <a:xfrm>
            <a:off x="1068802" y="1517763"/>
            <a:ext cx="705188" cy="522029"/>
          </a:xfrm>
          <a:custGeom>
            <a:avLst/>
            <a:gdLst/>
            <a:ahLst/>
            <a:cxnLst/>
            <a:rect l="l" t="t" r="r" b="b"/>
            <a:pathLst>
              <a:path w="528891" h="391522">
                <a:moveTo>
                  <a:pt x="0" y="0"/>
                </a:moveTo>
                <a:moveTo>
                  <a:pt x="0" y="0"/>
                </a:moveTo>
                <a:lnTo>
                  <a:pt x="528891" y="0"/>
                </a:lnTo>
                <a:lnTo>
                  <a:pt x="528891" y="391522"/>
                </a:lnTo>
                <a:lnTo>
                  <a:pt x="0" y="391522"/>
                </a:lnTo>
                <a:close/>
              </a:path>
            </a:pathLst>
          </a:custGeom>
          <a:solidFill>
            <a:srgbClr val="0084FF"/>
          </a:solidFill>
        </p:spPr>
      </p:sp>
      <p:sp>
        <p:nvSpPr>
          <p:cNvPr id="8" name="Shape 5"/>
          <p:cNvSpPr/>
          <p:nvPr/>
        </p:nvSpPr>
        <p:spPr>
          <a:xfrm>
            <a:off x="1773499" y="1510553"/>
            <a:ext cx="3925824" cy="2194560"/>
          </a:xfrm>
          <a:custGeom>
            <a:avLst/>
            <a:gdLst/>
            <a:ahLst/>
            <a:cxnLst/>
            <a:rect l="l" t="t" r="r" b="b"/>
            <a:pathLst>
              <a:path w="2944368" h="1645920">
                <a:moveTo>
                  <a:pt x="0" y="0"/>
                </a:moveTo>
                <a:moveTo>
                  <a:pt x="0" y="0"/>
                </a:moveTo>
                <a:lnTo>
                  <a:pt x="2944368" y="0"/>
                </a:lnTo>
                <a:lnTo>
                  <a:pt x="2944368" y="1645920"/>
                </a:lnTo>
                <a:lnTo>
                  <a:pt x="0" y="1645920"/>
                </a:lnTo>
                <a:close/>
              </a:path>
            </a:pathLst>
          </a:custGeom>
          <a:solidFill>
            <a:srgbClr val="0084FF">
              <a:alpha val="10000"/>
            </a:srgbClr>
          </a:solidFill>
        </p:spPr>
      </p:sp>
      <p:sp>
        <p:nvSpPr>
          <p:cNvPr id="9" name="Shape 6"/>
          <p:cNvSpPr/>
          <p:nvPr/>
        </p:nvSpPr>
        <p:spPr>
          <a:xfrm>
            <a:off x="7327352" y="2039792"/>
            <a:ext cx="3925824" cy="2194560"/>
          </a:xfrm>
          <a:custGeom>
            <a:avLst/>
            <a:gdLst/>
            <a:ahLst/>
            <a:cxnLst/>
            <a:rect l="l" t="t" r="r" b="b"/>
            <a:pathLst>
              <a:path w="2944368" h="1645920">
                <a:moveTo>
                  <a:pt x="0" y="0"/>
                </a:moveTo>
                <a:moveTo>
                  <a:pt x="0" y="0"/>
                </a:moveTo>
                <a:lnTo>
                  <a:pt x="2944368" y="0"/>
                </a:lnTo>
                <a:lnTo>
                  <a:pt x="2944368" y="1645920"/>
                </a:lnTo>
                <a:lnTo>
                  <a:pt x="0" y="1645920"/>
                </a:lnTo>
                <a:close/>
              </a:path>
            </a:pathLst>
          </a:custGeom>
          <a:solidFill>
            <a:srgbClr val="0084FF">
              <a:alpha val="10000"/>
            </a:srgbClr>
          </a:solidFill>
        </p:spPr>
      </p:sp>
      <p:sp>
        <p:nvSpPr>
          <p:cNvPr id="10" name="Shape 7"/>
          <p:cNvSpPr/>
          <p:nvPr/>
        </p:nvSpPr>
        <p:spPr>
          <a:xfrm>
            <a:off x="2941376" y="4088611"/>
            <a:ext cx="3925824" cy="2194560"/>
          </a:xfrm>
          <a:custGeom>
            <a:avLst/>
            <a:gdLst/>
            <a:ahLst/>
            <a:cxnLst/>
            <a:rect l="l" t="t" r="r" b="b"/>
            <a:pathLst>
              <a:path w="2944368" h="1645920">
                <a:moveTo>
                  <a:pt x="0" y="0"/>
                </a:moveTo>
                <a:moveTo>
                  <a:pt x="0" y="0"/>
                </a:moveTo>
                <a:lnTo>
                  <a:pt x="2944368" y="0"/>
                </a:lnTo>
                <a:lnTo>
                  <a:pt x="2944368" y="1645920"/>
                </a:lnTo>
                <a:lnTo>
                  <a:pt x="0" y="1645920"/>
                </a:lnTo>
                <a:close/>
              </a:path>
            </a:pathLst>
          </a:custGeom>
          <a:solidFill>
            <a:srgbClr val="0084FF">
              <a:alpha val="10000"/>
            </a:srgbClr>
          </a:solidFill>
        </p:spPr>
      </p:sp>
      <p:sp>
        <p:nvSpPr>
          <p:cNvPr id="11" name="Text 8"/>
          <p:cNvSpPr/>
          <p:nvPr/>
        </p:nvSpPr>
        <p:spPr>
          <a:xfrm>
            <a:off x="938215" y="1505571"/>
            <a:ext cx="917592" cy="611514"/>
          </a:xfrm>
          <a:prstGeom prst="rect">
            <a:avLst/>
          </a:prstGeom>
          <a:noFill/>
        </p:spPr>
        <p:txBody>
          <a:bodyPr wrap="square" lIns="127000" tIns="127000" rIns="127000" bIns="127000" rtlCol="0" anchor="t">
            <a:spAutoFit/>
          </a:bodyPr>
          <a:lstStyle/>
          <a:p>
            <a:pPr algn="ctr">
              <a:spcBef>
                <a:spcPts val="500"/>
              </a:spcBef>
            </a:pPr>
            <a:r>
              <a:rPr lang="en-US" sz="2307"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01</a:t>
            </a:r>
            <a:endParaRPr lang="en-US" sz="1920" dirty="0"/>
          </a:p>
        </p:txBody>
      </p:sp>
      <p:sp>
        <p:nvSpPr>
          <p:cNvPr id="12" name="Text 9"/>
          <p:cNvSpPr/>
          <p:nvPr/>
        </p:nvSpPr>
        <p:spPr>
          <a:xfrm>
            <a:off x="1773989" y="1583705"/>
            <a:ext cx="3925335" cy="611514"/>
          </a:xfrm>
          <a:prstGeom prst="rect">
            <a:avLst/>
          </a:prstGeom>
          <a:noFill/>
        </p:spPr>
        <p:txBody>
          <a:bodyPr wrap="square" lIns="127000" tIns="127000" rIns="127000" bIns="127000" rtlCol="0" anchor="t">
            <a:spAutoFit/>
          </a:bodyPr>
          <a:lstStyle/>
          <a:p>
            <a:pPr>
              <a:spcBef>
                <a:spcPts val="500"/>
              </a:spcBef>
            </a:pPr>
            <a:r>
              <a:rPr lang="en-US" sz="2307" b="1" dirty="0">
                <a:solidFill>
                  <a:srgbClr val="1859AE"/>
                </a:solidFill>
                <a:latin typeface="微软雅黑" panose="020B0503020204020204" pitchFamily="34" charset="-122"/>
                <a:ea typeface="微软雅黑" panose="020B0503020204020204" pitchFamily="34" charset="-122"/>
                <a:cs typeface="微软雅黑" panose="020B0503020204020204" pitchFamily="34" charset="-120"/>
              </a:rPr>
              <a:t>离散输出问题定义</a:t>
            </a:r>
            <a:endParaRPr lang="en-US" sz="1920" dirty="0"/>
          </a:p>
        </p:txBody>
      </p:sp>
      <p:sp>
        <p:nvSpPr>
          <p:cNvPr id="13" name="Text 10"/>
          <p:cNvSpPr/>
          <p:nvPr/>
        </p:nvSpPr>
        <p:spPr>
          <a:xfrm>
            <a:off x="1773988" y="1986041"/>
            <a:ext cx="3925824" cy="1364476"/>
          </a:xfrm>
          <a:prstGeom prst="rect">
            <a:avLst/>
          </a:prstGeom>
          <a:noFill/>
        </p:spPr>
        <p:txBody>
          <a:bodyPr wrap="square" lIns="127000" tIns="127000" rIns="127000" bIns="127000" rtlCol="0" anchor="t">
            <a:spAutoFit/>
          </a:bodyPr>
          <a:lstStyle/>
          <a:p>
            <a:pPr algn="just">
              <a:spcBef>
                <a:spcPts val="500"/>
              </a:spcBef>
            </a:pPr>
            <a:r>
              <a:rPr lang="en-US"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离散输出问题，即分类问题，在机器学习领域中指那些其输出结果为有限类别或标签的问题，如性别分类、客户价值评估等。</a:t>
            </a:r>
            <a:endParaRPr lang="en-US" dirty="0"/>
          </a:p>
        </p:txBody>
      </p:sp>
      <p:sp>
        <p:nvSpPr>
          <p:cNvPr id="14" name="Text 11"/>
          <p:cNvSpPr/>
          <p:nvPr/>
        </p:nvSpPr>
        <p:spPr>
          <a:xfrm>
            <a:off x="7327961" y="2112921"/>
            <a:ext cx="3925824" cy="611514"/>
          </a:xfrm>
          <a:prstGeom prst="rect">
            <a:avLst/>
          </a:prstGeom>
          <a:noFill/>
        </p:spPr>
        <p:txBody>
          <a:bodyPr wrap="square" lIns="127000" tIns="127000" rIns="127000" bIns="127000" rtlCol="0" anchor="t">
            <a:spAutoFit/>
          </a:bodyPr>
          <a:lstStyle/>
          <a:p>
            <a:pPr>
              <a:spcBef>
                <a:spcPts val="500"/>
              </a:spcBef>
            </a:pPr>
            <a:r>
              <a:rPr lang="en-US" sz="2307" b="1" dirty="0">
                <a:solidFill>
                  <a:srgbClr val="1859AE"/>
                </a:solidFill>
                <a:latin typeface="微软雅黑" panose="020B0503020204020204" pitchFamily="34" charset="-122"/>
                <a:ea typeface="微软雅黑" panose="020B0503020204020204" pitchFamily="34" charset="-122"/>
                <a:cs typeface="微软雅黑" panose="020B0503020204020204" pitchFamily="34" charset="-120"/>
              </a:rPr>
              <a:t>常用算法介绍</a:t>
            </a:r>
            <a:endParaRPr lang="en-US" sz="1920" dirty="0"/>
          </a:p>
        </p:txBody>
      </p:sp>
      <p:sp>
        <p:nvSpPr>
          <p:cNvPr id="15" name="Text 12"/>
          <p:cNvSpPr/>
          <p:nvPr/>
        </p:nvSpPr>
        <p:spPr>
          <a:xfrm>
            <a:off x="7327352" y="2515280"/>
            <a:ext cx="3925824" cy="1641475"/>
          </a:xfrm>
          <a:prstGeom prst="rect">
            <a:avLst/>
          </a:prstGeom>
          <a:noFill/>
        </p:spPr>
        <p:txBody>
          <a:bodyPr wrap="square" lIns="127000" tIns="127000" rIns="127000" bIns="127000" rtlCol="0" anchor="t">
            <a:spAutoFit/>
          </a:bodyPr>
          <a:lstStyle/>
          <a:p>
            <a:pPr algn="just">
              <a:spcBef>
                <a:spcPts val="500"/>
              </a:spcBef>
            </a:pPr>
            <a:r>
              <a:rPr lang="en-US"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解决离散输出问题常用的算法包括决策树（ID3、C4.5、CART）、随机森林、支持向量机（SVM）和贝叶斯分类器等，这些算法各有特点和适用场景。</a:t>
            </a:r>
            <a:endParaRPr lang="en-US" dirty="0"/>
          </a:p>
        </p:txBody>
      </p:sp>
      <p:sp>
        <p:nvSpPr>
          <p:cNvPr id="16" name="Text 13"/>
          <p:cNvSpPr/>
          <p:nvPr/>
        </p:nvSpPr>
        <p:spPr>
          <a:xfrm>
            <a:off x="2941434" y="4161176"/>
            <a:ext cx="3925335" cy="611514"/>
          </a:xfrm>
          <a:prstGeom prst="rect">
            <a:avLst/>
          </a:prstGeom>
          <a:noFill/>
        </p:spPr>
        <p:txBody>
          <a:bodyPr wrap="square" lIns="127000" tIns="127000" rIns="127000" bIns="127000" rtlCol="0" anchor="t">
            <a:spAutoFit/>
          </a:bodyPr>
          <a:lstStyle/>
          <a:p>
            <a:pPr>
              <a:spcBef>
                <a:spcPts val="500"/>
              </a:spcBef>
            </a:pPr>
            <a:r>
              <a:rPr lang="en-US" sz="2307" b="1" dirty="0">
                <a:solidFill>
                  <a:srgbClr val="1859AE"/>
                </a:solidFill>
                <a:latin typeface="微软雅黑" panose="020B0503020204020204" pitchFamily="34" charset="-122"/>
                <a:ea typeface="微软雅黑" panose="020B0503020204020204" pitchFamily="34" charset="-122"/>
                <a:cs typeface="微软雅黑" panose="020B0503020204020204" pitchFamily="34" charset="-120"/>
              </a:rPr>
              <a:t>算法选择依据</a:t>
            </a:r>
            <a:endParaRPr lang="en-US" sz="1920" dirty="0"/>
          </a:p>
        </p:txBody>
      </p:sp>
      <p:sp>
        <p:nvSpPr>
          <p:cNvPr id="17" name="Text 14"/>
          <p:cNvSpPr/>
          <p:nvPr/>
        </p:nvSpPr>
        <p:spPr>
          <a:xfrm>
            <a:off x="2941433" y="4563512"/>
            <a:ext cx="3925824" cy="1364476"/>
          </a:xfrm>
          <a:prstGeom prst="rect">
            <a:avLst/>
          </a:prstGeom>
          <a:noFill/>
        </p:spPr>
        <p:txBody>
          <a:bodyPr wrap="square" lIns="127000" tIns="127000" rIns="127000" bIns="127000" rtlCol="0" anchor="t">
            <a:spAutoFit/>
          </a:bodyPr>
          <a:lstStyle/>
          <a:p>
            <a:pPr algn="just">
              <a:spcBef>
                <a:spcPts val="500"/>
              </a:spcBef>
            </a:pPr>
            <a:r>
              <a:rPr lang="en-US"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选择合适的算法来解决离散输出问题需考虑数据特性、问题复杂度及所需精度等因素，不同算法对数据的适应性和处理效率有所差异。</a:t>
            </a:r>
            <a:endParaRPr lang="en-US" dirty="0"/>
          </a:p>
        </p:txBody>
      </p:sp>
      <p:sp>
        <p:nvSpPr>
          <p:cNvPr id="18" name="Shape 15"/>
          <p:cNvSpPr/>
          <p:nvPr/>
        </p:nvSpPr>
        <p:spPr>
          <a:xfrm>
            <a:off x="2236246" y="4095707"/>
            <a:ext cx="705188" cy="522029"/>
          </a:xfrm>
          <a:custGeom>
            <a:avLst/>
            <a:gdLst/>
            <a:ahLst/>
            <a:cxnLst/>
            <a:rect l="l" t="t" r="r" b="b"/>
            <a:pathLst>
              <a:path w="528891" h="391522">
                <a:moveTo>
                  <a:pt x="0" y="0"/>
                </a:moveTo>
                <a:moveTo>
                  <a:pt x="0" y="0"/>
                </a:moveTo>
                <a:lnTo>
                  <a:pt x="528891" y="0"/>
                </a:lnTo>
                <a:lnTo>
                  <a:pt x="528891" y="391522"/>
                </a:lnTo>
                <a:lnTo>
                  <a:pt x="0" y="391522"/>
                </a:lnTo>
                <a:close/>
              </a:path>
            </a:pathLst>
          </a:custGeom>
          <a:solidFill>
            <a:srgbClr val="0084FF"/>
          </a:solidFill>
        </p:spPr>
      </p:sp>
      <p:sp>
        <p:nvSpPr>
          <p:cNvPr id="19" name="Text 16"/>
          <p:cNvSpPr/>
          <p:nvPr/>
        </p:nvSpPr>
        <p:spPr>
          <a:xfrm>
            <a:off x="2138710" y="4088497"/>
            <a:ext cx="867079" cy="611514"/>
          </a:xfrm>
          <a:prstGeom prst="rect">
            <a:avLst/>
          </a:prstGeom>
          <a:noFill/>
        </p:spPr>
        <p:txBody>
          <a:bodyPr wrap="square" lIns="127000" tIns="127000" rIns="127000" bIns="127000" rtlCol="0" anchor="t">
            <a:spAutoFit/>
          </a:bodyPr>
          <a:lstStyle/>
          <a:p>
            <a:pPr algn="ctr">
              <a:spcBef>
                <a:spcPts val="500"/>
              </a:spcBef>
            </a:pPr>
            <a:r>
              <a:rPr lang="en-US" sz="2307"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02</a:t>
            </a:r>
            <a:endParaRPr lang="en-US" sz="1920" dirty="0"/>
          </a:p>
        </p:txBody>
      </p:sp>
      <p:sp>
        <p:nvSpPr>
          <p:cNvPr id="20" name="Shape 17"/>
          <p:cNvSpPr/>
          <p:nvPr/>
        </p:nvSpPr>
        <p:spPr>
          <a:xfrm>
            <a:off x="6621737" y="2047002"/>
            <a:ext cx="705188" cy="522029"/>
          </a:xfrm>
          <a:custGeom>
            <a:avLst/>
            <a:gdLst/>
            <a:ahLst/>
            <a:cxnLst/>
            <a:rect l="l" t="t" r="r" b="b"/>
            <a:pathLst>
              <a:path w="528891" h="391522">
                <a:moveTo>
                  <a:pt x="0" y="0"/>
                </a:moveTo>
                <a:moveTo>
                  <a:pt x="0" y="0"/>
                </a:moveTo>
                <a:lnTo>
                  <a:pt x="528891" y="0"/>
                </a:lnTo>
                <a:lnTo>
                  <a:pt x="528891" y="391522"/>
                </a:lnTo>
                <a:lnTo>
                  <a:pt x="0" y="391522"/>
                </a:lnTo>
                <a:close/>
              </a:path>
            </a:pathLst>
          </a:custGeom>
          <a:solidFill>
            <a:srgbClr val="0084FF"/>
          </a:solidFill>
        </p:spPr>
      </p:sp>
      <p:sp>
        <p:nvSpPr>
          <p:cNvPr id="21" name="Text 18"/>
          <p:cNvSpPr/>
          <p:nvPr/>
        </p:nvSpPr>
        <p:spPr>
          <a:xfrm>
            <a:off x="6463240" y="2039792"/>
            <a:ext cx="986032" cy="611514"/>
          </a:xfrm>
          <a:prstGeom prst="rect">
            <a:avLst/>
          </a:prstGeom>
          <a:noFill/>
        </p:spPr>
        <p:txBody>
          <a:bodyPr wrap="square" lIns="127000" tIns="127000" rIns="127000" bIns="127000" rtlCol="0" anchor="t">
            <a:spAutoFit/>
          </a:bodyPr>
          <a:lstStyle/>
          <a:p>
            <a:pPr algn="ctr">
              <a:spcBef>
                <a:spcPts val="500"/>
              </a:spcBef>
            </a:pPr>
            <a:r>
              <a:rPr lang="en-US" sz="2307"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03</a:t>
            </a:r>
            <a:endParaRPr lang="en-US" sz="1920" dirty="0"/>
          </a:p>
        </p:txBody>
      </p:sp>
    </p:spTree>
    <p:extLst>
      <p:ext uri="{BB962C8B-B14F-4D97-AF65-F5344CB8AC3E}">
        <p14:creationId xmlns:p14="http://schemas.microsoft.com/office/powerpoint/2010/main" val="395331408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p:cNvSpPr/>
          <p:nvPr/>
        </p:nvSpPr>
        <p:spPr>
          <a:xfrm>
            <a:off x="413693" y="542495"/>
            <a:ext cx="11082472" cy="787844"/>
          </a:xfrm>
          <a:prstGeom prst="rect">
            <a:avLst/>
          </a:prstGeom>
          <a:noFill/>
        </p:spPr>
        <p:txBody>
          <a:bodyPr wrap="square" lIns="127000" tIns="127000" rIns="127000" bIns="127000" rtlCol="0" anchor="t">
            <a:spAutoFit/>
          </a:bodyPr>
          <a:lstStyle/>
          <a:p>
            <a:pPr>
              <a:spcBef>
                <a:spcPts val="500"/>
              </a:spcBef>
            </a:pPr>
            <a:r>
              <a:rPr lang="en-US" sz="3453" b="1" dirty="0">
                <a:solidFill>
                  <a:srgbClr val="083775"/>
                </a:solidFill>
                <a:latin typeface="微软雅黑" panose="020B0503020204020204" pitchFamily="34" charset="-122"/>
                <a:ea typeface="微软雅黑" panose="020B0503020204020204" pitchFamily="34" charset="-122"/>
                <a:cs typeface="微软雅黑" panose="020B0503020204020204" pitchFamily="34" charset="-120"/>
              </a:rPr>
              <a:t>连续输出问题</a:t>
            </a:r>
            <a:endParaRPr lang="en-US" sz="1920" dirty="0"/>
          </a:p>
        </p:txBody>
      </p:sp>
      <p:sp>
        <p:nvSpPr>
          <p:cNvPr id="4" name="Shape 1"/>
          <p:cNvSpPr/>
          <p:nvPr/>
        </p:nvSpPr>
        <p:spPr>
          <a:xfrm>
            <a:off x="578055" y="298655"/>
            <a:ext cx="243840" cy="24384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FF8989"/>
          </a:solidFill>
        </p:spPr>
      </p:sp>
      <p:sp>
        <p:nvSpPr>
          <p:cNvPr id="5" name="Shape 2"/>
          <p:cNvSpPr/>
          <p:nvPr/>
        </p:nvSpPr>
        <p:spPr>
          <a:xfrm>
            <a:off x="1049357" y="298655"/>
            <a:ext cx="243840" cy="24384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D8F1FF"/>
          </a:solidFill>
        </p:spPr>
      </p:sp>
      <p:sp>
        <p:nvSpPr>
          <p:cNvPr id="6" name="Shape 3"/>
          <p:cNvSpPr/>
          <p:nvPr/>
        </p:nvSpPr>
        <p:spPr>
          <a:xfrm>
            <a:off x="1520661" y="298655"/>
            <a:ext cx="243840" cy="24384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FFDB41"/>
          </a:solidFill>
        </p:spPr>
      </p:sp>
      <p:sp>
        <p:nvSpPr>
          <p:cNvPr id="7" name="Shape 4"/>
          <p:cNvSpPr/>
          <p:nvPr/>
        </p:nvSpPr>
        <p:spPr>
          <a:xfrm rot="2700000">
            <a:off x="1126213" y="3718237"/>
            <a:ext cx="755904" cy="755904"/>
          </a:xfrm>
          <a:custGeom>
            <a:avLst/>
            <a:gdLst/>
            <a:ahLst/>
            <a:cxnLst/>
            <a:rect l="l" t="t" r="r" b="b"/>
            <a:pathLst>
              <a:path w="566928" h="566928">
                <a:moveTo>
                  <a:pt x="0" y="0"/>
                </a:moveTo>
                <a:moveTo>
                  <a:pt x="0" y="0"/>
                </a:moveTo>
                <a:lnTo>
                  <a:pt x="566928" y="0"/>
                </a:lnTo>
                <a:lnTo>
                  <a:pt x="566928" y="566928"/>
                </a:lnTo>
                <a:lnTo>
                  <a:pt x="0" y="566928"/>
                </a:lnTo>
                <a:close/>
              </a:path>
            </a:pathLst>
          </a:custGeom>
          <a:solidFill>
            <a:srgbClr val="5196FF">
              <a:alpha val="50000"/>
            </a:srgbClr>
          </a:solidFill>
        </p:spPr>
      </p:sp>
      <p:sp>
        <p:nvSpPr>
          <p:cNvPr id="8" name="Shape 5"/>
          <p:cNvSpPr/>
          <p:nvPr/>
        </p:nvSpPr>
        <p:spPr>
          <a:xfrm rot="2700000">
            <a:off x="1126213" y="2337977"/>
            <a:ext cx="755904" cy="755904"/>
          </a:xfrm>
          <a:custGeom>
            <a:avLst/>
            <a:gdLst/>
            <a:ahLst/>
            <a:cxnLst/>
            <a:rect l="l" t="t" r="r" b="b"/>
            <a:pathLst>
              <a:path w="566928" h="566928">
                <a:moveTo>
                  <a:pt x="0" y="0"/>
                </a:moveTo>
                <a:moveTo>
                  <a:pt x="0" y="0"/>
                </a:moveTo>
                <a:lnTo>
                  <a:pt x="566928" y="0"/>
                </a:lnTo>
                <a:lnTo>
                  <a:pt x="566928" y="566928"/>
                </a:lnTo>
                <a:lnTo>
                  <a:pt x="0" y="566928"/>
                </a:lnTo>
                <a:close/>
              </a:path>
            </a:pathLst>
          </a:custGeom>
          <a:solidFill>
            <a:srgbClr val="5196FF">
              <a:alpha val="50000"/>
            </a:srgbClr>
          </a:solidFill>
        </p:spPr>
      </p:sp>
      <p:sp>
        <p:nvSpPr>
          <p:cNvPr id="9" name="Shape 6"/>
          <p:cNvSpPr/>
          <p:nvPr/>
        </p:nvSpPr>
        <p:spPr>
          <a:xfrm rot="2700000">
            <a:off x="1126213" y="3053433"/>
            <a:ext cx="755904" cy="755904"/>
          </a:xfrm>
          <a:custGeom>
            <a:avLst/>
            <a:gdLst/>
            <a:ahLst/>
            <a:cxnLst/>
            <a:rect l="l" t="t" r="r" b="b"/>
            <a:pathLst>
              <a:path w="566928" h="566928">
                <a:moveTo>
                  <a:pt x="0" y="0"/>
                </a:moveTo>
                <a:moveTo>
                  <a:pt x="0" y="0"/>
                </a:moveTo>
                <a:lnTo>
                  <a:pt x="566928" y="0"/>
                </a:lnTo>
                <a:lnTo>
                  <a:pt x="566928" y="566928"/>
                </a:lnTo>
                <a:lnTo>
                  <a:pt x="0" y="566928"/>
                </a:lnTo>
                <a:close/>
              </a:path>
            </a:pathLst>
          </a:custGeom>
          <a:solidFill>
            <a:srgbClr val="0084FF"/>
          </a:solidFill>
        </p:spPr>
      </p:sp>
      <p:sp>
        <p:nvSpPr>
          <p:cNvPr id="10" name="Shape 7"/>
          <p:cNvSpPr/>
          <p:nvPr/>
        </p:nvSpPr>
        <p:spPr>
          <a:xfrm rot="2700000">
            <a:off x="1126213" y="4426553"/>
            <a:ext cx="755904" cy="755904"/>
          </a:xfrm>
          <a:custGeom>
            <a:avLst/>
            <a:gdLst/>
            <a:ahLst/>
            <a:cxnLst/>
            <a:rect l="l" t="t" r="r" b="b"/>
            <a:pathLst>
              <a:path w="566928" h="566928">
                <a:moveTo>
                  <a:pt x="0" y="0"/>
                </a:moveTo>
                <a:moveTo>
                  <a:pt x="0" y="0"/>
                </a:moveTo>
                <a:lnTo>
                  <a:pt x="566928" y="0"/>
                </a:lnTo>
                <a:lnTo>
                  <a:pt x="566928" y="566928"/>
                </a:lnTo>
                <a:lnTo>
                  <a:pt x="0" y="566928"/>
                </a:lnTo>
                <a:close/>
              </a:path>
            </a:pathLst>
          </a:custGeom>
          <a:solidFill>
            <a:srgbClr val="0084FF"/>
          </a:solidFill>
        </p:spPr>
      </p:sp>
      <p:sp>
        <p:nvSpPr>
          <p:cNvPr id="11" name="Shape 8"/>
          <p:cNvSpPr/>
          <p:nvPr/>
        </p:nvSpPr>
        <p:spPr>
          <a:xfrm rot="2700000">
            <a:off x="1126213" y="1622393"/>
            <a:ext cx="755904" cy="755904"/>
          </a:xfrm>
          <a:custGeom>
            <a:avLst/>
            <a:gdLst/>
            <a:ahLst/>
            <a:cxnLst/>
            <a:rect l="l" t="t" r="r" b="b"/>
            <a:pathLst>
              <a:path w="566928" h="566928">
                <a:moveTo>
                  <a:pt x="0" y="0"/>
                </a:moveTo>
                <a:moveTo>
                  <a:pt x="0" y="0"/>
                </a:moveTo>
                <a:lnTo>
                  <a:pt x="566928" y="0"/>
                </a:lnTo>
                <a:lnTo>
                  <a:pt x="566928" y="566928"/>
                </a:lnTo>
                <a:lnTo>
                  <a:pt x="0" y="566928"/>
                </a:lnTo>
                <a:close/>
              </a:path>
            </a:pathLst>
          </a:custGeom>
          <a:solidFill>
            <a:srgbClr val="0084FF"/>
          </a:solidFill>
        </p:spPr>
      </p:sp>
      <p:sp>
        <p:nvSpPr>
          <p:cNvPr id="12" name="Text 9"/>
          <p:cNvSpPr/>
          <p:nvPr/>
        </p:nvSpPr>
        <p:spPr>
          <a:xfrm>
            <a:off x="1048492" y="3053434"/>
            <a:ext cx="911347" cy="688265"/>
          </a:xfrm>
          <a:prstGeom prst="rect">
            <a:avLst/>
          </a:prstGeom>
          <a:noFill/>
        </p:spPr>
        <p:txBody>
          <a:bodyPr wrap="square" lIns="127000" tIns="127000" rIns="127000" bIns="127000" rtlCol="0" anchor="t">
            <a:spAutoFit/>
          </a:bodyPr>
          <a:lstStyle/>
          <a:p>
            <a:pPr algn="ctr">
              <a:lnSpc>
                <a:spcPct val="113000"/>
              </a:lnSpc>
              <a:spcBef>
                <a:spcPts val="500"/>
              </a:spcBef>
            </a:pPr>
            <a:r>
              <a:rPr lang="en-US" sz="2687"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02</a:t>
            </a:r>
            <a:endParaRPr lang="en-US" sz="1920" dirty="0"/>
          </a:p>
        </p:txBody>
      </p:sp>
      <p:sp>
        <p:nvSpPr>
          <p:cNvPr id="13" name="Text 10"/>
          <p:cNvSpPr/>
          <p:nvPr/>
        </p:nvSpPr>
        <p:spPr>
          <a:xfrm>
            <a:off x="1048492" y="4426554"/>
            <a:ext cx="911347" cy="688265"/>
          </a:xfrm>
          <a:prstGeom prst="rect">
            <a:avLst/>
          </a:prstGeom>
          <a:noFill/>
        </p:spPr>
        <p:txBody>
          <a:bodyPr wrap="square" lIns="127000" tIns="127000" rIns="127000" bIns="127000" rtlCol="0" anchor="t">
            <a:spAutoFit/>
          </a:bodyPr>
          <a:lstStyle/>
          <a:p>
            <a:pPr algn="ctr">
              <a:lnSpc>
                <a:spcPct val="113000"/>
              </a:lnSpc>
              <a:spcBef>
                <a:spcPts val="500"/>
              </a:spcBef>
            </a:pPr>
            <a:r>
              <a:rPr lang="en-US" sz="2687"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03</a:t>
            </a:r>
            <a:endParaRPr lang="en-US" sz="1920" dirty="0"/>
          </a:p>
        </p:txBody>
      </p:sp>
      <p:sp>
        <p:nvSpPr>
          <p:cNvPr id="14" name="Text 11"/>
          <p:cNvSpPr/>
          <p:nvPr/>
        </p:nvSpPr>
        <p:spPr>
          <a:xfrm>
            <a:off x="1048492" y="1622394"/>
            <a:ext cx="911347" cy="688265"/>
          </a:xfrm>
          <a:prstGeom prst="rect">
            <a:avLst/>
          </a:prstGeom>
          <a:noFill/>
        </p:spPr>
        <p:txBody>
          <a:bodyPr wrap="square" lIns="127000" tIns="127000" rIns="127000" bIns="127000" rtlCol="0" anchor="t">
            <a:spAutoFit/>
          </a:bodyPr>
          <a:lstStyle/>
          <a:p>
            <a:pPr algn="ctr">
              <a:lnSpc>
                <a:spcPct val="113000"/>
              </a:lnSpc>
              <a:spcBef>
                <a:spcPts val="500"/>
              </a:spcBef>
            </a:pPr>
            <a:r>
              <a:rPr lang="en-US" sz="2687"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01</a:t>
            </a:r>
            <a:endParaRPr lang="en-US" sz="1920" dirty="0"/>
          </a:p>
        </p:txBody>
      </p:sp>
      <p:sp>
        <p:nvSpPr>
          <p:cNvPr id="15" name="Shape 12"/>
          <p:cNvSpPr/>
          <p:nvPr/>
        </p:nvSpPr>
        <p:spPr>
          <a:xfrm>
            <a:off x="1837268" y="1478528"/>
            <a:ext cx="9374104" cy="1097280"/>
          </a:xfrm>
          <a:custGeom>
            <a:avLst/>
            <a:gdLst/>
            <a:ahLst/>
            <a:cxnLst/>
            <a:rect l="l" t="t" r="r" b="b"/>
            <a:pathLst>
              <a:path w="7030578" h="822960">
                <a:moveTo>
                  <a:pt x="102870" y="0"/>
                </a:moveTo>
                <a:moveTo>
                  <a:pt x="102870" y="0"/>
                </a:moveTo>
                <a:lnTo>
                  <a:pt x="6927708" y="0"/>
                </a:lnTo>
                <a:quadBezTo>
                  <a:pt x="7030578" y="0"/>
                  <a:pt x="7030578" y="102870"/>
                </a:quadBezTo>
                <a:lnTo>
                  <a:pt x="7030578" y="720090"/>
                </a:lnTo>
                <a:quadBezTo>
                  <a:pt x="7030578" y="822960"/>
                  <a:pt x="6927708" y="822960"/>
                </a:quadBezTo>
                <a:lnTo>
                  <a:pt x="102870" y="822960"/>
                </a:lnTo>
                <a:quadBezTo>
                  <a:pt x="0" y="822960"/>
                  <a:pt x="0" y="720090"/>
                </a:quadBezTo>
                <a:lnTo>
                  <a:pt x="0" y="102870"/>
                </a:lnTo>
                <a:quadBezTo>
                  <a:pt x="0" y="0"/>
                  <a:pt x="102870" y="0"/>
                </a:quadBezTo>
                <a:close/>
              </a:path>
            </a:pathLst>
          </a:custGeom>
          <a:solidFill>
            <a:srgbClr val="0084FF">
              <a:alpha val="0"/>
            </a:srgbClr>
          </a:solidFill>
          <a:ln w="19050">
            <a:solidFill>
              <a:srgbClr val="1859AE"/>
            </a:solidFill>
            <a:prstDash val="solid"/>
          </a:ln>
        </p:spPr>
      </p:sp>
      <p:sp>
        <p:nvSpPr>
          <p:cNvPr id="16" name="Text 13"/>
          <p:cNvSpPr/>
          <p:nvPr/>
        </p:nvSpPr>
        <p:spPr>
          <a:xfrm>
            <a:off x="2038669" y="1728465"/>
            <a:ext cx="3169920" cy="611514"/>
          </a:xfrm>
          <a:prstGeom prst="rect">
            <a:avLst/>
          </a:prstGeom>
          <a:noFill/>
        </p:spPr>
        <p:txBody>
          <a:bodyPr wrap="square" lIns="127000" tIns="127000" rIns="127000" bIns="127000" rtlCol="0" anchor="t">
            <a:spAutoFit/>
          </a:bodyPr>
          <a:lstStyle/>
          <a:p>
            <a:pPr>
              <a:spcBef>
                <a:spcPts val="500"/>
              </a:spcBef>
            </a:pPr>
            <a:r>
              <a:rPr lang="en-US" sz="2307" b="1" dirty="0">
                <a:solidFill>
                  <a:srgbClr val="4586DB"/>
                </a:solidFill>
                <a:latin typeface="微软雅黑" panose="020B0503020204020204" pitchFamily="34" charset="-122"/>
                <a:ea typeface="微软雅黑" panose="020B0503020204020204" pitchFamily="34" charset="-122"/>
                <a:cs typeface="微软雅黑" panose="020B0503020204020204" pitchFamily="34" charset="-120"/>
              </a:rPr>
              <a:t>连续输出问题定义</a:t>
            </a:r>
            <a:endParaRPr lang="en-US" sz="1920" dirty="0"/>
          </a:p>
        </p:txBody>
      </p:sp>
      <p:sp>
        <p:nvSpPr>
          <p:cNvPr id="17" name="Text 14"/>
          <p:cNvSpPr/>
          <p:nvPr/>
        </p:nvSpPr>
        <p:spPr>
          <a:xfrm>
            <a:off x="5208820" y="1466337"/>
            <a:ext cx="6002553" cy="964175"/>
          </a:xfrm>
          <a:prstGeom prst="rect">
            <a:avLst/>
          </a:prstGeom>
          <a:noFill/>
        </p:spPr>
        <p:txBody>
          <a:bodyPr wrap="square" lIns="127000" tIns="127000" rIns="127000" bIns="127000" rtlCol="0" anchor="t">
            <a:spAutoFit/>
          </a:bodyPr>
          <a:lstStyle/>
          <a:p>
            <a:r>
              <a:rPr lang="en-US" sz="1533"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连续输出问题，亦称回归问题，是机器学习中专注于预测连续数值的一类任务，如预测公司收入或生产能耗，其核心在于处理和分析连续数据。</a:t>
            </a:r>
            <a:endParaRPr lang="en-US" sz="1920" dirty="0"/>
          </a:p>
        </p:txBody>
      </p:sp>
      <p:sp>
        <p:nvSpPr>
          <p:cNvPr id="18" name="Shape 15"/>
          <p:cNvSpPr/>
          <p:nvPr/>
        </p:nvSpPr>
        <p:spPr>
          <a:xfrm>
            <a:off x="1837268" y="2908649"/>
            <a:ext cx="9385072" cy="1097280"/>
          </a:xfrm>
          <a:custGeom>
            <a:avLst/>
            <a:gdLst/>
            <a:ahLst/>
            <a:cxnLst/>
            <a:rect l="l" t="t" r="r" b="b"/>
            <a:pathLst>
              <a:path w="7038804" h="822960">
                <a:moveTo>
                  <a:pt x="102870" y="0"/>
                </a:moveTo>
                <a:moveTo>
                  <a:pt x="102870" y="0"/>
                </a:moveTo>
                <a:lnTo>
                  <a:pt x="6935934" y="0"/>
                </a:lnTo>
                <a:quadBezTo>
                  <a:pt x="7038804" y="0"/>
                  <a:pt x="7038804" y="102870"/>
                </a:quadBezTo>
                <a:lnTo>
                  <a:pt x="7038804" y="720090"/>
                </a:lnTo>
                <a:quadBezTo>
                  <a:pt x="7038804" y="822960"/>
                  <a:pt x="6935934" y="822960"/>
                </a:quadBezTo>
                <a:lnTo>
                  <a:pt x="102870" y="822960"/>
                </a:lnTo>
                <a:quadBezTo>
                  <a:pt x="0" y="822960"/>
                  <a:pt x="0" y="720090"/>
                </a:quadBezTo>
                <a:lnTo>
                  <a:pt x="0" y="102870"/>
                </a:lnTo>
                <a:quadBezTo>
                  <a:pt x="0" y="0"/>
                  <a:pt x="102870" y="0"/>
                </a:quadBezTo>
                <a:close/>
              </a:path>
            </a:pathLst>
          </a:custGeom>
          <a:solidFill>
            <a:srgbClr val="FFFFFF">
              <a:alpha val="0"/>
            </a:srgbClr>
          </a:solidFill>
          <a:ln w="19050">
            <a:solidFill>
              <a:srgbClr val="1859AE"/>
            </a:solidFill>
            <a:prstDash val="solid"/>
          </a:ln>
        </p:spPr>
      </p:sp>
      <p:sp>
        <p:nvSpPr>
          <p:cNvPr id="19" name="Shape 16"/>
          <p:cNvSpPr/>
          <p:nvPr/>
        </p:nvSpPr>
        <p:spPr>
          <a:xfrm>
            <a:off x="1837268" y="4282688"/>
            <a:ext cx="9374104" cy="1097280"/>
          </a:xfrm>
          <a:custGeom>
            <a:avLst/>
            <a:gdLst/>
            <a:ahLst/>
            <a:cxnLst/>
            <a:rect l="l" t="t" r="r" b="b"/>
            <a:pathLst>
              <a:path w="7030578" h="822960">
                <a:moveTo>
                  <a:pt x="102870" y="0"/>
                </a:moveTo>
                <a:moveTo>
                  <a:pt x="102870" y="0"/>
                </a:moveTo>
                <a:lnTo>
                  <a:pt x="6927708" y="0"/>
                </a:lnTo>
                <a:quadBezTo>
                  <a:pt x="7030578" y="0"/>
                  <a:pt x="7030578" y="102870"/>
                </a:quadBezTo>
                <a:lnTo>
                  <a:pt x="7030578" y="720090"/>
                </a:lnTo>
                <a:quadBezTo>
                  <a:pt x="7030578" y="822960"/>
                  <a:pt x="6927708" y="822960"/>
                </a:quadBezTo>
                <a:lnTo>
                  <a:pt x="102870" y="822960"/>
                </a:lnTo>
                <a:quadBezTo>
                  <a:pt x="0" y="822960"/>
                  <a:pt x="0" y="720090"/>
                </a:quadBezTo>
                <a:lnTo>
                  <a:pt x="0" y="102870"/>
                </a:lnTo>
                <a:quadBezTo>
                  <a:pt x="0" y="0"/>
                  <a:pt x="102870" y="0"/>
                </a:quadBezTo>
                <a:close/>
              </a:path>
            </a:pathLst>
          </a:custGeom>
          <a:solidFill>
            <a:srgbClr val="FFFFFF">
              <a:alpha val="0"/>
            </a:srgbClr>
          </a:solidFill>
          <a:ln w="19050">
            <a:solidFill>
              <a:srgbClr val="1859AE"/>
            </a:solidFill>
            <a:prstDash val="solid"/>
          </a:ln>
        </p:spPr>
      </p:sp>
      <p:sp>
        <p:nvSpPr>
          <p:cNvPr id="20" name="Text 17"/>
          <p:cNvSpPr/>
          <p:nvPr/>
        </p:nvSpPr>
        <p:spPr>
          <a:xfrm>
            <a:off x="2038669" y="3158586"/>
            <a:ext cx="3169920" cy="611514"/>
          </a:xfrm>
          <a:prstGeom prst="rect">
            <a:avLst/>
          </a:prstGeom>
          <a:noFill/>
        </p:spPr>
        <p:txBody>
          <a:bodyPr wrap="square" lIns="127000" tIns="127000" rIns="127000" bIns="127000" rtlCol="0" anchor="t">
            <a:spAutoFit/>
          </a:bodyPr>
          <a:lstStyle/>
          <a:p>
            <a:pPr>
              <a:spcBef>
                <a:spcPts val="500"/>
              </a:spcBef>
            </a:pPr>
            <a:r>
              <a:rPr lang="en-US" sz="2307" b="1" dirty="0">
                <a:solidFill>
                  <a:srgbClr val="4586DB"/>
                </a:solidFill>
                <a:latin typeface="微软雅黑" panose="020B0503020204020204" pitchFamily="34" charset="-122"/>
                <a:ea typeface="微软雅黑" panose="020B0503020204020204" pitchFamily="34" charset="-122"/>
                <a:cs typeface="微软雅黑" panose="020B0503020204020204" pitchFamily="34" charset="-120"/>
              </a:rPr>
              <a:t>与分类问题的区别</a:t>
            </a:r>
            <a:endParaRPr lang="en-US" sz="1920" dirty="0"/>
          </a:p>
        </p:txBody>
      </p:sp>
      <p:sp>
        <p:nvSpPr>
          <p:cNvPr id="21" name="Text 18"/>
          <p:cNvSpPr/>
          <p:nvPr/>
        </p:nvSpPr>
        <p:spPr>
          <a:xfrm>
            <a:off x="5208820" y="2896457"/>
            <a:ext cx="6002553" cy="964175"/>
          </a:xfrm>
          <a:prstGeom prst="rect">
            <a:avLst/>
          </a:prstGeom>
          <a:noFill/>
        </p:spPr>
        <p:txBody>
          <a:bodyPr wrap="square" lIns="127000" tIns="127000" rIns="127000" bIns="127000" rtlCol="0" anchor="t">
            <a:spAutoFit/>
          </a:bodyPr>
          <a:lstStyle/>
          <a:p>
            <a:pPr>
              <a:spcBef>
                <a:spcPts val="500"/>
              </a:spcBef>
            </a:pPr>
            <a:r>
              <a:rPr lang="en-US" sz="1533"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在有监督学习领域，连续输出问题与分类问题形成鲜明对比。分类问题处理离散标签，如性别或客户价值，而连续输出问题则涉及对连续数值的精确预测。</a:t>
            </a:r>
            <a:endParaRPr lang="en-US" sz="1920" dirty="0"/>
          </a:p>
        </p:txBody>
      </p:sp>
      <p:sp>
        <p:nvSpPr>
          <p:cNvPr id="22" name="Text 19"/>
          <p:cNvSpPr/>
          <p:nvPr/>
        </p:nvSpPr>
        <p:spPr>
          <a:xfrm>
            <a:off x="2038899" y="4532624"/>
            <a:ext cx="3169920" cy="611514"/>
          </a:xfrm>
          <a:prstGeom prst="rect">
            <a:avLst/>
          </a:prstGeom>
          <a:noFill/>
        </p:spPr>
        <p:txBody>
          <a:bodyPr wrap="square" lIns="127000" tIns="127000" rIns="127000" bIns="127000" rtlCol="0" anchor="t">
            <a:spAutoFit/>
          </a:bodyPr>
          <a:lstStyle/>
          <a:p>
            <a:pPr>
              <a:spcBef>
                <a:spcPts val="500"/>
              </a:spcBef>
            </a:pPr>
            <a:r>
              <a:rPr lang="en-US" sz="2307" b="1" dirty="0">
                <a:solidFill>
                  <a:srgbClr val="4586DB"/>
                </a:solidFill>
                <a:latin typeface="微软雅黑" panose="020B0503020204020204" pitchFamily="34" charset="-122"/>
                <a:ea typeface="微软雅黑" panose="020B0503020204020204" pitchFamily="34" charset="-122"/>
                <a:cs typeface="微软雅黑" panose="020B0503020204020204" pitchFamily="34" charset="-120"/>
              </a:rPr>
              <a:t>应用场景举例</a:t>
            </a:r>
            <a:endParaRPr lang="en-US" sz="1920" dirty="0"/>
          </a:p>
        </p:txBody>
      </p:sp>
      <p:sp>
        <p:nvSpPr>
          <p:cNvPr id="23" name="Text 20"/>
          <p:cNvSpPr/>
          <p:nvPr/>
        </p:nvSpPr>
        <p:spPr>
          <a:xfrm>
            <a:off x="5211257" y="4270497"/>
            <a:ext cx="6000115" cy="964175"/>
          </a:xfrm>
          <a:prstGeom prst="rect">
            <a:avLst/>
          </a:prstGeom>
          <a:noFill/>
        </p:spPr>
        <p:txBody>
          <a:bodyPr wrap="square" lIns="127000" tIns="127000" rIns="127000" bIns="127000" rtlCol="0" anchor="t">
            <a:spAutoFit/>
          </a:bodyPr>
          <a:lstStyle/>
          <a:p>
            <a:pPr>
              <a:spcBef>
                <a:spcPts val="500"/>
              </a:spcBef>
            </a:pPr>
            <a:r>
              <a:rPr lang="en-US" sz="1533"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连续输出问题的实际应用广泛，从金融领域的股市价格预测到医疗健康中的疾病进展评估，这些应用展示了回归模型在解决实际问题中的重要性。</a:t>
            </a:r>
            <a:endParaRPr lang="en-US" sz="1920" dirty="0"/>
          </a:p>
        </p:txBody>
      </p:sp>
    </p:spTree>
    <p:extLst>
      <p:ext uri="{BB962C8B-B14F-4D97-AF65-F5344CB8AC3E}">
        <p14:creationId xmlns:p14="http://schemas.microsoft.com/office/powerpoint/2010/main" val="353743916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标题 16"/>
          <p:cNvSpPr>
            <a:spLocks noGrp="1"/>
          </p:cNvSpPr>
          <p:nvPr>
            <p:ph type="title"/>
            <p:custDataLst>
              <p:tags r:id="rId2"/>
            </p:custDataLst>
          </p:nvPr>
        </p:nvSpPr>
        <p:spPr/>
        <p:txBody>
          <a:bodyPr>
            <a:normAutofit fontScale="90000"/>
          </a:bodyPr>
          <a:lstStyle/>
          <a:p>
            <a:r>
              <a:rPr lang="zh-CN" altLang="en-US" dirty="0"/>
              <a:t>常见的监督学习方法</a:t>
            </a:r>
          </a:p>
        </p:txBody>
      </p:sp>
      <p:sp>
        <p:nvSpPr>
          <p:cNvPr id="7" name="矩形 6"/>
          <p:cNvSpPr/>
          <p:nvPr>
            <p:custDataLst>
              <p:tags r:id="rId3"/>
            </p:custDataLst>
          </p:nvPr>
        </p:nvSpPr>
        <p:spPr>
          <a:xfrm>
            <a:off x="480100" y="1299871"/>
            <a:ext cx="3287233" cy="841490"/>
          </a:xfrm>
          <a:prstGeom prst="rect">
            <a:avLst/>
          </a:prstGeom>
          <a:noFill/>
        </p:spPr>
        <p:txBody>
          <a:bodyPr wrap="square" lIns="0" tIns="0" rIns="0" bIns="0" rtlCol="0" anchor="t" anchorCtr="0">
            <a:noAutofit/>
          </a:bodyPr>
          <a:lstStyle/>
          <a:p>
            <a:pPr algn="r">
              <a:lnSpc>
                <a:spcPct val="150000"/>
              </a:lnSpc>
              <a:spcBef>
                <a:spcPct val="0"/>
              </a:spcBef>
              <a:spcAft>
                <a:spcPct val="0"/>
              </a:spcAft>
            </a:pPr>
            <a:r>
              <a:rPr lang="zh-CN" altLang="en-US" sz="1600" dirty="0">
                <a:ln>
                  <a:noFill/>
                  <a:prstDash val="sysDot"/>
                </a:ln>
                <a:solidFill>
                  <a:schemeClr val="tx1">
                    <a:lumMod val="85000"/>
                    <a:lumOff val="15000"/>
                  </a:schemeClr>
                </a:solidFill>
                <a:latin typeface="+mn-ea"/>
                <a:cs typeface="+mn-ea"/>
              </a:rPr>
              <a:t>线性回归是监督学习中的一种基本方法，用于预测连续值输出。</a:t>
            </a:r>
          </a:p>
        </p:txBody>
      </p:sp>
      <p:sp>
        <p:nvSpPr>
          <p:cNvPr id="8" name="矩形 7"/>
          <p:cNvSpPr/>
          <p:nvPr>
            <p:custDataLst>
              <p:tags r:id="rId4"/>
            </p:custDataLst>
          </p:nvPr>
        </p:nvSpPr>
        <p:spPr>
          <a:xfrm>
            <a:off x="480100" y="643247"/>
            <a:ext cx="3287233" cy="608529"/>
          </a:xfrm>
          <a:prstGeom prst="rect">
            <a:avLst/>
          </a:prstGeom>
          <a:noFill/>
        </p:spPr>
        <p:txBody>
          <a:bodyPr wrap="square" lIns="0" tIns="0" rIns="0" bIns="0" rtlCol="0" anchor="b">
            <a:noAutofit/>
          </a:bodyPr>
          <a:lstStyle/>
          <a:p>
            <a:pPr algn="r">
              <a:spcBef>
                <a:spcPct val="0"/>
              </a:spcBef>
              <a:spcAft>
                <a:spcPct val="0"/>
              </a:spcAft>
              <a:buClr>
                <a:schemeClr val="accent1"/>
              </a:buClr>
              <a:buSzPct val="70000"/>
            </a:pPr>
            <a:r>
              <a:rPr lang="zh-CN" altLang="en-US" sz="2400" b="1">
                <a:solidFill>
                  <a:schemeClr val="accent1"/>
                </a:solidFill>
                <a:latin typeface="+mn-ea"/>
                <a:cs typeface="+mn-ea"/>
              </a:rPr>
              <a:t>线性回归</a:t>
            </a:r>
          </a:p>
        </p:txBody>
      </p:sp>
      <p:sp>
        <p:nvSpPr>
          <p:cNvPr id="9" name="矩形 8"/>
          <p:cNvSpPr/>
          <p:nvPr>
            <p:custDataLst>
              <p:tags r:id="rId5"/>
            </p:custDataLst>
          </p:nvPr>
        </p:nvSpPr>
        <p:spPr>
          <a:xfrm>
            <a:off x="480100" y="3600595"/>
            <a:ext cx="3287233" cy="841490"/>
          </a:xfrm>
          <a:prstGeom prst="rect">
            <a:avLst/>
          </a:prstGeom>
          <a:noFill/>
        </p:spPr>
        <p:txBody>
          <a:bodyPr wrap="square" lIns="0" tIns="0" rIns="0" bIns="0" rtlCol="0" anchor="t" anchorCtr="0">
            <a:noAutofit/>
          </a:bodyPr>
          <a:lstStyle/>
          <a:p>
            <a:pPr algn="r">
              <a:lnSpc>
                <a:spcPct val="150000"/>
              </a:lnSpc>
              <a:spcBef>
                <a:spcPct val="0"/>
              </a:spcBef>
              <a:spcAft>
                <a:spcPct val="0"/>
              </a:spcAft>
            </a:pPr>
            <a:r>
              <a:rPr lang="zh-CN" altLang="en-US" sz="1600" dirty="0">
                <a:ln>
                  <a:noFill/>
                  <a:prstDash val="sysDot"/>
                </a:ln>
                <a:solidFill>
                  <a:schemeClr val="tx1">
                    <a:lumMod val="85000"/>
                    <a:lumOff val="15000"/>
                  </a:schemeClr>
                </a:solidFill>
                <a:latin typeface="+mn-ea"/>
                <a:cs typeface="+mn-ea"/>
              </a:rPr>
              <a:t>决策树是一种常用的分类和回归方法，随机森林是其集成学习版本。</a:t>
            </a:r>
          </a:p>
        </p:txBody>
      </p:sp>
      <p:sp>
        <p:nvSpPr>
          <p:cNvPr id="10" name="矩形 9"/>
          <p:cNvSpPr/>
          <p:nvPr>
            <p:custDataLst>
              <p:tags r:id="rId6"/>
            </p:custDataLst>
          </p:nvPr>
        </p:nvSpPr>
        <p:spPr>
          <a:xfrm>
            <a:off x="480100" y="2935080"/>
            <a:ext cx="3287233" cy="608529"/>
          </a:xfrm>
          <a:prstGeom prst="rect">
            <a:avLst/>
          </a:prstGeom>
          <a:noFill/>
        </p:spPr>
        <p:txBody>
          <a:bodyPr wrap="square" lIns="0" tIns="0" rIns="0" bIns="0" rtlCol="0" anchor="b">
            <a:noAutofit/>
          </a:bodyPr>
          <a:lstStyle/>
          <a:p>
            <a:pPr algn="r">
              <a:spcBef>
                <a:spcPct val="0"/>
              </a:spcBef>
              <a:spcAft>
                <a:spcPct val="0"/>
              </a:spcAft>
              <a:buClr>
                <a:schemeClr val="accent1"/>
              </a:buClr>
              <a:buSzPct val="70000"/>
            </a:pPr>
            <a:r>
              <a:rPr lang="zh-CN" altLang="en-US" sz="2400" b="1">
                <a:solidFill>
                  <a:schemeClr val="accent1"/>
                </a:solidFill>
                <a:latin typeface="+mn-ea"/>
                <a:cs typeface="+mn-ea"/>
              </a:rPr>
              <a:t>决策树与随机森林</a:t>
            </a:r>
          </a:p>
        </p:txBody>
      </p:sp>
      <p:sp>
        <p:nvSpPr>
          <p:cNvPr id="11" name="矩形 10"/>
          <p:cNvSpPr/>
          <p:nvPr>
            <p:custDataLst>
              <p:tags r:id="rId7"/>
            </p:custDataLst>
          </p:nvPr>
        </p:nvSpPr>
        <p:spPr>
          <a:xfrm>
            <a:off x="7993172" y="2424514"/>
            <a:ext cx="3287234" cy="841490"/>
          </a:xfrm>
          <a:prstGeom prst="rect">
            <a:avLst/>
          </a:prstGeom>
          <a:noFill/>
        </p:spPr>
        <p:txBody>
          <a:bodyPr wrap="square" lIns="0" tIns="0" rIns="0" bIns="0" rtlCol="0" anchor="t" anchorCtr="0">
            <a:noAutofit/>
          </a:bodyPr>
          <a:lstStyle/>
          <a:p>
            <a:pPr>
              <a:lnSpc>
                <a:spcPct val="150000"/>
              </a:lnSpc>
              <a:spcBef>
                <a:spcPct val="0"/>
              </a:spcBef>
              <a:spcAft>
                <a:spcPct val="0"/>
              </a:spcAft>
            </a:pPr>
            <a:r>
              <a:rPr lang="zh-CN" altLang="en-US" sz="1600">
                <a:ln>
                  <a:noFill/>
                  <a:prstDash val="sysDot"/>
                </a:ln>
                <a:solidFill>
                  <a:schemeClr val="tx1">
                    <a:lumMod val="85000"/>
                    <a:lumOff val="15000"/>
                  </a:schemeClr>
                </a:solidFill>
                <a:latin typeface="+mn-ea"/>
                <a:cs typeface="+mn-ea"/>
              </a:rPr>
              <a:t>逻辑回归用于二分类问题，输出结果为概率形式。</a:t>
            </a:r>
          </a:p>
        </p:txBody>
      </p:sp>
      <p:sp>
        <p:nvSpPr>
          <p:cNvPr id="12" name="矩形 11"/>
          <p:cNvSpPr/>
          <p:nvPr>
            <p:custDataLst>
              <p:tags r:id="rId8"/>
            </p:custDataLst>
          </p:nvPr>
        </p:nvSpPr>
        <p:spPr>
          <a:xfrm>
            <a:off x="7993172" y="1757095"/>
            <a:ext cx="3287234" cy="608529"/>
          </a:xfrm>
          <a:prstGeom prst="rect">
            <a:avLst/>
          </a:prstGeom>
          <a:noFill/>
        </p:spPr>
        <p:txBody>
          <a:bodyPr wrap="square" lIns="0" tIns="0" rIns="0" bIns="0" rtlCol="0" anchor="b">
            <a:noAutofit/>
          </a:bodyPr>
          <a:lstStyle/>
          <a:p>
            <a:pPr>
              <a:spcBef>
                <a:spcPct val="0"/>
              </a:spcBef>
              <a:spcAft>
                <a:spcPct val="0"/>
              </a:spcAft>
              <a:buClr>
                <a:schemeClr val="accent1"/>
              </a:buClr>
              <a:buSzPct val="70000"/>
            </a:pPr>
            <a:r>
              <a:rPr lang="zh-CN" altLang="en-US" sz="2400" b="1">
                <a:solidFill>
                  <a:schemeClr val="accent1"/>
                </a:solidFill>
                <a:latin typeface="+mn-ea"/>
                <a:cs typeface="+mn-ea"/>
              </a:rPr>
              <a:t>逻辑回归</a:t>
            </a:r>
          </a:p>
        </p:txBody>
      </p:sp>
      <p:pic>
        <p:nvPicPr>
          <p:cNvPr id="25" name="图片 24" descr="/data/temp/05832e95-193d-11f0-b2ca-9a97ec319157.jpg05832e95-193d-11f0-b2ca-9a97ec319157"/>
          <p:cNvPicPr>
            <a:picLocks noChangeAspect="1"/>
          </p:cNvPicPr>
          <p:nvPr>
            <p:custDataLst>
              <p:tags r:id="rId9"/>
            </p:custDataLst>
          </p:nvPr>
        </p:nvPicPr>
        <p:blipFill rotWithShape="1">
          <a:blip r:embed="rId24" cstate="print"/>
          <a:srcRect/>
          <a:stretch>
            <a:fillRect/>
          </a:stretch>
        </p:blipFill>
        <p:spPr>
          <a:xfrm>
            <a:off x="4102326" y="744217"/>
            <a:ext cx="1620083" cy="1620083"/>
          </a:xfrm>
          <a:custGeom>
            <a:avLst/>
            <a:gdLst>
              <a:gd name="connsiteX0" fmla="*/ 548158 w 1620000"/>
              <a:gd name="connsiteY0" fmla="*/ 0 h 1620000"/>
              <a:gd name="connsiteX1" fmla="*/ 1071874 w 1620000"/>
              <a:gd name="connsiteY1" fmla="*/ 0 h 1620000"/>
              <a:gd name="connsiteX2" fmla="*/ 1197614 w 1620000"/>
              <a:gd name="connsiteY2" fmla="*/ 52097 h 1620000"/>
              <a:gd name="connsiteX3" fmla="*/ 1567938 w 1620000"/>
              <a:gd name="connsiteY3" fmla="*/ 422420 h 1620000"/>
              <a:gd name="connsiteX4" fmla="*/ 1620000 w 1620000"/>
              <a:gd name="connsiteY4" fmla="*/ 548158 h 1620000"/>
              <a:gd name="connsiteX5" fmla="*/ 1620000 w 1620000"/>
              <a:gd name="connsiteY5" fmla="*/ 1071874 h 1620000"/>
              <a:gd name="connsiteX6" fmla="*/ 1567904 w 1620000"/>
              <a:gd name="connsiteY6" fmla="*/ 1197615 h 1620000"/>
              <a:gd name="connsiteX7" fmla="*/ 1197580 w 1620000"/>
              <a:gd name="connsiteY7" fmla="*/ 1567938 h 1620000"/>
              <a:gd name="connsiteX8" fmla="*/ 1071842 w 1620000"/>
              <a:gd name="connsiteY8" fmla="*/ 1620000 h 1620000"/>
              <a:gd name="connsiteX9" fmla="*/ 548125 w 1620000"/>
              <a:gd name="connsiteY9" fmla="*/ 1620000 h 1620000"/>
              <a:gd name="connsiteX10" fmla="*/ 422385 w 1620000"/>
              <a:gd name="connsiteY10" fmla="*/ 1567903 h 1620000"/>
              <a:gd name="connsiteX11" fmla="*/ 52062 w 1620000"/>
              <a:gd name="connsiteY11" fmla="*/ 1197580 h 1620000"/>
              <a:gd name="connsiteX12" fmla="*/ 0 w 1620000"/>
              <a:gd name="connsiteY12" fmla="*/ 1071842 h 1620000"/>
              <a:gd name="connsiteX13" fmla="*/ 0 w 1620000"/>
              <a:gd name="connsiteY13" fmla="*/ 548126 h 1620000"/>
              <a:gd name="connsiteX14" fmla="*/ 52097 w 1620000"/>
              <a:gd name="connsiteY14" fmla="*/ 422385 h 1620000"/>
              <a:gd name="connsiteX15" fmla="*/ 422420 w 1620000"/>
              <a:gd name="connsiteY15" fmla="*/ 52062 h 1620000"/>
              <a:gd name="connsiteX16" fmla="*/ 548158 w 1620000"/>
              <a:gd name="connsiteY16" fmla="*/ 0 h 162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20000" h="1620000">
                <a:moveTo>
                  <a:pt x="548158" y="0"/>
                </a:moveTo>
                <a:cubicBezTo>
                  <a:pt x="595961" y="0"/>
                  <a:pt x="1024071" y="0"/>
                  <a:pt x="1071874" y="0"/>
                </a:cubicBezTo>
                <a:cubicBezTo>
                  <a:pt x="1119677" y="0"/>
                  <a:pt x="1163812" y="18295"/>
                  <a:pt x="1197614" y="52097"/>
                </a:cubicBezTo>
                <a:cubicBezTo>
                  <a:pt x="1231416" y="85899"/>
                  <a:pt x="1534136" y="388618"/>
                  <a:pt x="1567938" y="422420"/>
                </a:cubicBezTo>
                <a:cubicBezTo>
                  <a:pt x="1601740" y="456222"/>
                  <a:pt x="1620000" y="500355"/>
                  <a:pt x="1620000" y="548158"/>
                </a:cubicBezTo>
                <a:cubicBezTo>
                  <a:pt x="1620000" y="595961"/>
                  <a:pt x="1620000" y="1024071"/>
                  <a:pt x="1620000" y="1071874"/>
                </a:cubicBezTo>
                <a:cubicBezTo>
                  <a:pt x="1620000" y="1119678"/>
                  <a:pt x="1601706" y="1163813"/>
                  <a:pt x="1567904" y="1197615"/>
                </a:cubicBezTo>
                <a:cubicBezTo>
                  <a:pt x="1534102" y="1231417"/>
                  <a:pt x="1231382" y="1534136"/>
                  <a:pt x="1197580" y="1567938"/>
                </a:cubicBezTo>
                <a:cubicBezTo>
                  <a:pt x="1163778" y="1601740"/>
                  <a:pt x="1119645" y="1620000"/>
                  <a:pt x="1071842" y="1620000"/>
                </a:cubicBezTo>
                <a:cubicBezTo>
                  <a:pt x="1024038" y="1620000"/>
                  <a:pt x="595929" y="1620000"/>
                  <a:pt x="548125" y="1620000"/>
                </a:cubicBezTo>
                <a:cubicBezTo>
                  <a:pt x="500322" y="1620000"/>
                  <a:pt x="456188" y="1601705"/>
                  <a:pt x="422385" y="1567903"/>
                </a:cubicBezTo>
                <a:cubicBezTo>
                  <a:pt x="388583" y="1534101"/>
                  <a:pt x="85864" y="1231382"/>
                  <a:pt x="52062" y="1197580"/>
                </a:cubicBezTo>
                <a:cubicBezTo>
                  <a:pt x="18260" y="1163778"/>
                  <a:pt x="0" y="1119646"/>
                  <a:pt x="0" y="1071842"/>
                </a:cubicBezTo>
                <a:cubicBezTo>
                  <a:pt x="0" y="1024039"/>
                  <a:pt x="0" y="595929"/>
                  <a:pt x="0" y="548126"/>
                </a:cubicBezTo>
                <a:cubicBezTo>
                  <a:pt x="0" y="500323"/>
                  <a:pt x="18295" y="456187"/>
                  <a:pt x="52097" y="422385"/>
                </a:cubicBezTo>
                <a:cubicBezTo>
                  <a:pt x="85899" y="388583"/>
                  <a:pt x="388618" y="85864"/>
                  <a:pt x="422420" y="52062"/>
                </a:cubicBezTo>
                <a:cubicBezTo>
                  <a:pt x="456222" y="18260"/>
                  <a:pt x="500355" y="0"/>
                  <a:pt x="548158" y="0"/>
                </a:cubicBezTo>
                <a:close/>
              </a:path>
            </a:pathLst>
          </a:custGeom>
          <a:ln w="28575" cap="flat" cmpd="sng" algn="ctr">
            <a:solidFill>
              <a:schemeClr val="tx1">
                <a:alpha val="20000"/>
              </a:schemeClr>
            </a:solidFill>
            <a:prstDash val="solid"/>
            <a:round/>
            <a:headEnd type="none" w="med" len="med"/>
            <a:tailEnd type="none" w="med" len="med"/>
          </a:ln>
        </p:spPr>
      </p:pic>
      <p:pic>
        <p:nvPicPr>
          <p:cNvPr id="26" name="图片 25" descr="/data/temp/05832fa4-193d-11f0-b2ca-9a97ec319157.jpg05832fa4-193d-11f0-b2ca-9a97ec319157"/>
          <p:cNvPicPr>
            <a:picLocks noChangeAspect="1"/>
          </p:cNvPicPr>
          <p:nvPr>
            <p:custDataLst>
              <p:tags r:id="rId10"/>
            </p:custDataLst>
          </p:nvPr>
        </p:nvPicPr>
        <p:blipFill rotWithShape="1">
          <a:blip r:embed="rId25" cstate="print"/>
          <a:srcRect/>
          <a:stretch>
            <a:fillRect/>
          </a:stretch>
        </p:blipFill>
        <p:spPr>
          <a:xfrm>
            <a:off x="6062194" y="1825981"/>
            <a:ext cx="1620083" cy="1620083"/>
          </a:xfrm>
          <a:custGeom>
            <a:avLst/>
            <a:gdLst>
              <a:gd name="connsiteX0" fmla="*/ 548158 w 1620000"/>
              <a:gd name="connsiteY0" fmla="*/ 0 h 1620000"/>
              <a:gd name="connsiteX1" fmla="*/ 1071874 w 1620000"/>
              <a:gd name="connsiteY1" fmla="*/ 0 h 1620000"/>
              <a:gd name="connsiteX2" fmla="*/ 1197614 w 1620000"/>
              <a:gd name="connsiteY2" fmla="*/ 52097 h 1620000"/>
              <a:gd name="connsiteX3" fmla="*/ 1567938 w 1620000"/>
              <a:gd name="connsiteY3" fmla="*/ 422420 h 1620000"/>
              <a:gd name="connsiteX4" fmla="*/ 1620000 w 1620000"/>
              <a:gd name="connsiteY4" fmla="*/ 548158 h 1620000"/>
              <a:gd name="connsiteX5" fmla="*/ 1620000 w 1620000"/>
              <a:gd name="connsiteY5" fmla="*/ 1071874 h 1620000"/>
              <a:gd name="connsiteX6" fmla="*/ 1567904 w 1620000"/>
              <a:gd name="connsiteY6" fmla="*/ 1197615 h 1620000"/>
              <a:gd name="connsiteX7" fmla="*/ 1197580 w 1620000"/>
              <a:gd name="connsiteY7" fmla="*/ 1567938 h 1620000"/>
              <a:gd name="connsiteX8" fmla="*/ 1071842 w 1620000"/>
              <a:gd name="connsiteY8" fmla="*/ 1620000 h 1620000"/>
              <a:gd name="connsiteX9" fmla="*/ 548125 w 1620000"/>
              <a:gd name="connsiteY9" fmla="*/ 1620000 h 1620000"/>
              <a:gd name="connsiteX10" fmla="*/ 422385 w 1620000"/>
              <a:gd name="connsiteY10" fmla="*/ 1567903 h 1620000"/>
              <a:gd name="connsiteX11" fmla="*/ 52062 w 1620000"/>
              <a:gd name="connsiteY11" fmla="*/ 1197580 h 1620000"/>
              <a:gd name="connsiteX12" fmla="*/ 0 w 1620000"/>
              <a:gd name="connsiteY12" fmla="*/ 1071842 h 1620000"/>
              <a:gd name="connsiteX13" fmla="*/ 0 w 1620000"/>
              <a:gd name="connsiteY13" fmla="*/ 548126 h 1620000"/>
              <a:gd name="connsiteX14" fmla="*/ 52097 w 1620000"/>
              <a:gd name="connsiteY14" fmla="*/ 422385 h 1620000"/>
              <a:gd name="connsiteX15" fmla="*/ 422420 w 1620000"/>
              <a:gd name="connsiteY15" fmla="*/ 52062 h 1620000"/>
              <a:gd name="connsiteX16" fmla="*/ 548158 w 1620000"/>
              <a:gd name="connsiteY16" fmla="*/ 0 h 162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20000" h="1620000">
                <a:moveTo>
                  <a:pt x="548158" y="0"/>
                </a:moveTo>
                <a:cubicBezTo>
                  <a:pt x="595961" y="0"/>
                  <a:pt x="1024071" y="0"/>
                  <a:pt x="1071874" y="0"/>
                </a:cubicBezTo>
                <a:cubicBezTo>
                  <a:pt x="1119677" y="0"/>
                  <a:pt x="1163812" y="18295"/>
                  <a:pt x="1197614" y="52097"/>
                </a:cubicBezTo>
                <a:cubicBezTo>
                  <a:pt x="1231416" y="85899"/>
                  <a:pt x="1534136" y="388618"/>
                  <a:pt x="1567938" y="422420"/>
                </a:cubicBezTo>
                <a:cubicBezTo>
                  <a:pt x="1601740" y="456222"/>
                  <a:pt x="1620000" y="500355"/>
                  <a:pt x="1620000" y="548158"/>
                </a:cubicBezTo>
                <a:cubicBezTo>
                  <a:pt x="1620000" y="595961"/>
                  <a:pt x="1620000" y="1024071"/>
                  <a:pt x="1620000" y="1071874"/>
                </a:cubicBezTo>
                <a:cubicBezTo>
                  <a:pt x="1620000" y="1119678"/>
                  <a:pt x="1601706" y="1163813"/>
                  <a:pt x="1567904" y="1197615"/>
                </a:cubicBezTo>
                <a:cubicBezTo>
                  <a:pt x="1534102" y="1231417"/>
                  <a:pt x="1231382" y="1534136"/>
                  <a:pt x="1197580" y="1567938"/>
                </a:cubicBezTo>
                <a:cubicBezTo>
                  <a:pt x="1163778" y="1601740"/>
                  <a:pt x="1119645" y="1620000"/>
                  <a:pt x="1071842" y="1620000"/>
                </a:cubicBezTo>
                <a:cubicBezTo>
                  <a:pt x="1024038" y="1620000"/>
                  <a:pt x="595929" y="1620000"/>
                  <a:pt x="548125" y="1620000"/>
                </a:cubicBezTo>
                <a:cubicBezTo>
                  <a:pt x="500322" y="1620000"/>
                  <a:pt x="456188" y="1601705"/>
                  <a:pt x="422385" y="1567903"/>
                </a:cubicBezTo>
                <a:cubicBezTo>
                  <a:pt x="388583" y="1534101"/>
                  <a:pt x="85864" y="1231382"/>
                  <a:pt x="52062" y="1197580"/>
                </a:cubicBezTo>
                <a:cubicBezTo>
                  <a:pt x="18260" y="1163778"/>
                  <a:pt x="0" y="1119646"/>
                  <a:pt x="0" y="1071842"/>
                </a:cubicBezTo>
                <a:cubicBezTo>
                  <a:pt x="0" y="1024039"/>
                  <a:pt x="0" y="595929"/>
                  <a:pt x="0" y="548126"/>
                </a:cubicBezTo>
                <a:cubicBezTo>
                  <a:pt x="0" y="500323"/>
                  <a:pt x="18295" y="456187"/>
                  <a:pt x="52097" y="422385"/>
                </a:cubicBezTo>
                <a:cubicBezTo>
                  <a:pt x="85899" y="388583"/>
                  <a:pt x="388618" y="85864"/>
                  <a:pt x="422420" y="52062"/>
                </a:cubicBezTo>
                <a:cubicBezTo>
                  <a:pt x="456222" y="18260"/>
                  <a:pt x="500355" y="0"/>
                  <a:pt x="548158" y="0"/>
                </a:cubicBezTo>
                <a:close/>
              </a:path>
            </a:pathLst>
          </a:custGeom>
          <a:ln w="6350" cap="flat" cmpd="sng" algn="ctr">
            <a:solidFill>
              <a:schemeClr val="tx1">
                <a:lumMod val="40000"/>
                <a:lumOff val="60000"/>
                <a:alpha val="20000"/>
              </a:schemeClr>
            </a:solidFill>
            <a:prstDash val="solid"/>
            <a:round/>
            <a:headEnd type="none" w="med" len="med"/>
            <a:tailEnd type="none" w="med" len="med"/>
          </a:ln>
        </p:spPr>
      </p:pic>
      <p:pic>
        <p:nvPicPr>
          <p:cNvPr id="27" name="图片 26" descr="/data/temp/05833012-193d-11f0-b2ca-9a97ec319157.jpg05833012-193d-11f0-b2ca-9a97ec319157"/>
          <p:cNvPicPr>
            <a:picLocks noChangeAspect="1"/>
          </p:cNvPicPr>
          <p:nvPr>
            <p:custDataLst>
              <p:tags r:id="rId11"/>
            </p:custDataLst>
          </p:nvPr>
        </p:nvPicPr>
        <p:blipFill>
          <a:blip r:embed="rId26" cstate="print"/>
          <a:srcRect l="16676" r="16676"/>
          <a:stretch>
            <a:fillRect/>
          </a:stretch>
        </p:blipFill>
        <p:spPr>
          <a:xfrm>
            <a:off x="4107407" y="2903329"/>
            <a:ext cx="1620083" cy="1620083"/>
          </a:xfrm>
          <a:custGeom>
            <a:avLst/>
            <a:gdLst>
              <a:gd name="connsiteX0" fmla="*/ 548158 w 1620000"/>
              <a:gd name="connsiteY0" fmla="*/ 0 h 1620000"/>
              <a:gd name="connsiteX1" fmla="*/ 1071874 w 1620000"/>
              <a:gd name="connsiteY1" fmla="*/ 0 h 1620000"/>
              <a:gd name="connsiteX2" fmla="*/ 1197614 w 1620000"/>
              <a:gd name="connsiteY2" fmla="*/ 52097 h 1620000"/>
              <a:gd name="connsiteX3" fmla="*/ 1567938 w 1620000"/>
              <a:gd name="connsiteY3" fmla="*/ 422420 h 1620000"/>
              <a:gd name="connsiteX4" fmla="*/ 1620000 w 1620000"/>
              <a:gd name="connsiteY4" fmla="*/ 548158 h 1620000"/>
              <a:gd name="connsiteX5" fmla="*/ 1620000 w 1620000"/>
              <a:gd name="connsiteY5" fmla="*/ 1071874 h 1620000"/>
              <a:gd name="connsiteX6" fmla="*/ 1567904 w 1620000"/>
              <a:gd name="connsiteY6" fmla="*/ 1197615 h 1620000"/>
              <a:gd name="connsiteX7" fmla="*/ 1197580 w 1620000"/>
              <a:gd name="connsiteY7" fmla="*/ 1567938 h 1620000"/>
              <a:gd name="connsiteX8" fmla="*/ 1071842 w 1620000"/>
              <a:gd name="connsiteY8" fmla="*/ 1620000 h 1620000"/>
              <a:gd name="connsiteX9" fmla="*/ 548125 w 1620000"/>
              <a:gd name="connsiteY9" fmla="*/ 1620000 h 1620000"/>
              <a:gd name="connsiteX10" fmla="*/ 422385 w 1620000"/>
              <a:gd name="connsiteY10" fmla="*/ 1567903 h 1620000"/>
              <a:gd name="connsiteX11" fmla="*/ 52062 w 1620000"/>
              <a:gd name="connsiteY11" fmla="*/ 1197580 h 1620000"/>
              <a:gd name="connsiteX12" fmla="*/ 0 w 1620000"/>
              <a:gd name="connsiteY12" fmla="*/ 1071842 h 1620000"/>
              <a:gd name="connsiteX13" fmla="*/ 0 w 1620000"/>
              <a:gd name="connsiteY13" fmla="*/ 548126 h 1620000"/>
              <a:gd name="connsiteX14" fmla="*/ 52097 w 1620000"/>
              <a:gd name="connsiteY14" fmla="*/ 422385 h 1620000"/>
              <a:gd name="connsiteX15" fmla="*/ 422420 w 1620000"/>
              <a:gd name="connsiteY15" fmla="*/ 52062 h 1620000"/>
              <a:gd name="connsiteX16" fmla="*/ 548158 w 1620000"/>
              <a:gd name="connsiteY16" fmla="*/ 0 h 162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20000" h="1620000">
                <a:moveTo>
                  <a:pt x="548158" y="0"/>
                </a:moveTo>
                <a:cubicBezTo>
                  <a:pt x="595961" y="0"/>
                  <a:pt x="1024071" y="0"/>
                  <a:pt x="1071874" y="0"/>
                </a:cubicBezTo>
                <a:cubicBezTo>
                  <a:pt x="1119677" y="0"/>
                  <a:pt x="1163812" y="18295"/>
                  <a:pt x="1197614" y="52097"/>
                </a:cubicBezTo>
                <a:cubicBezTo>
                  <a:pt x="1231416" y="85899"/>
                  <a:pt x="1534136" y="388618"/>
                  <a:pt x="1567938" y="422420"/>
                </a:cubicBezTo>
                <a:cubicBezTo>
                  <a:pt x="1601740" y="456222"/>
                  <a:pt x="1620000" y="500355"/>
                  <a:pt x="1620000" y="548158"/>
                </a:cubicBezTo>
                <a:cubicBezTo>
                  <a:pt x="1620000" y="595961"/>
                  <a:pt x="1620000" y="1024071"/>
                  <a:pt x="1620000" y="1071874"/>
                </a:cubicBezTo>
                <a:cubicBezTo>
                  <a:pt x="1620000" y="1119678"/>
                  <a:pt x="1601706" y="1163813"/>
                  <a:pt x="1567904" y="1197615"/>
                </a:cubicBezTo>
                <a:cubicBezTo>
                  <a:pt x="1534102" y="1231417"/>
                  <a:pt x="1231382" y="1534136"/>
                  <a:pt x="1197580" y="1567938"/>
                </a:cubicBezTo>
                <a:cubicBezTo>
                  <a:pt x="1163778" y="1601740"/>
                  <a:pt x="1119645" y="1620000"/>
                  <a:pt x="1071842" y="1620000"/>
                </a:cubicBezTo>
                <a:cubicBezTo>
                  <a:pt x="1024038" y="1620000"/>
                  <a:pt x="595929" y="1620000"/>
                  <a:pt x="548125" y="1620000"/>
                </a:cubicBezTo>
                <a:cubicBezTo>
                  <a:pt x="500322" y="1620000"/>
                  <a:pt x="456188" y="1601705"/>
                  <a:pt x="422385" y="1567903"/>
                </a:cubicBezTo>
                <a:cubicBezTo>
                  <a:pt x="388583" y="1534101"/>
                  <a:pt x="85864" y="1231382"/>
                  <a:pt x="52062" y="1197580"/>
                </a:cubicBezTo>
                <a:cubicBezTo>
                  <a:pt x="18260" y="1163778"/>
                  <a:pt x="0" y="1119646"/>
                  <a:pt x="0" y="1071842"/>
                </a:cubicBezTo>
                <a:cubicBezTo>
                  <a:pt x="0" y="1024039"/>
                  <a:pt x="0" y="595929"/>
                  <a:pt x="0" y="548126"/>
                </a:cubicBezTo>
                <a:cubicBezTo>
                  <a:pt x="0" y="500323"/>
                  <a:pt x="18295" y="456187"/>
                  <a:pt x="52097" y="422385"/>
                </a:cubicBezTo>
                <a:cubicBezTo>
                  <a:pt x="85899" y="388583"/>
                  <a:pt x="388618" y="85864"/>
                  <a:pt x="422420" y="52062"/>
                </a:cubicBezTo>
                <a:cubicBezTo>
                  <a:pt x="456222" y="18260"/>
                  <a:pt x="500355" y="0"/>
                  <a:pt x="548158" y="0"/>
                </a:cubicBezTo>
                <a:close/>
              </a:path>
            </a:pathLst>
          </a:custGeom>
          <a:ln w="6350" cap="flat" cmpd="sng" algn="ctr">
            <a:solidFill>
              <a:schemeClr val="tx1">
                <a:lumMod val="40000"/>
                <a:lumOff val="60000"/>
                <a:alpha val="20000"/>
              </a:schemeClr>
            </a:solidFill>
            <a:prstDash val="solid"/>
            <a:round/>
            <a:headEnd type="none" w="med" len="med"/>
            <a:tailEnd type="none" w="med" len="med"/>
          </a:ln>
        </p:spPr>
      </p:pic>
      <p:sp>
        <p:nvSpPr>
          <p:cNvPr id="2" name="八边形 1"/>
          <p:cNvSpPr/>
          <p:nvPr>
            <p:custDataLst>
              <p:tags r:id="rId12"/>
            </p:custDataLst>
          </p:nvPr>
        </p:nvSpPr>
        <p:spPr>
          <a:xfrm>
            <a:off x="4102326" y="1857430"/>
            <a:ext cx="506392" cy="506392"/>
          </a:xfrm>
          <a:prstGeom prst="octagon">
            <a:avLst/>
          </a:prstGeom>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ormAutofit/>
          </a:bodyPr>
          <a:lstStyle/>
          <a:p>
            <a:pPr algn="ctr">
              <a:spcBef>
                <a:spcPct val="0"/>
              </a:spcBef>
              <a:spcAft>
                <a:spcPct val="0"/>
              </a:spcAft>
            </a:pPr>
            <a:r>
              <a:rPr lang="en-US" altLang="zh-CN" sz="1600" b="1">
                <a:latin typeface="+mn-ea"/>
                <a:cs typeface="+mn-ea"/>
                <a:sym typeface="+mn-ea"/>
              </a:rPr>
              <a:t>01</a:t>
            </a:r>
            <a:endParaRPr lang="zh-CN" altLang="en-US" sz="1600" b="1" dirty="0">
              <a:latin typeface="+mn-ea"/>
              <a:cs typeface="+mn-ea"/>
              <a:sym typeface="+mn-ea"/>
            </a:endParaRPr>
          </a:p>
        </p:txBody>
      </p:sp>
      <p:sp>
        <p:nvSpPr>
          <p:cNvPr id="18" name="八边形 17"/>
          <p:cNvSpPr/>
          <p:nvPr>
            <p:custDataLst>
              <p:tags r:id="rId13"/>
            </p:custDataLst>
          </p:nvPr>
        </p:nvSpPr>
        <p:spPr>
          <a:xfrm>
            <a:off x="7175885" y="2971277"/>
            <a:ext cx="506392" cy="506392"/>
          </a:xfrm>
          <a:prstGeom prst="octagon">
            <a:avLst/>
          </a:prstGeom>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ormAutofit/>
          </a:bodyPr>
          <a:lstStyle/>
          <a:p>
            <a:pPr algn="ctr">
              <a:spcBef>
                <a:spcPct val="0"/>
              </a:spcBef>
              <a:spcAft>
                <a:spcPct val="0"/>
              </a:spcAft>
            </a:pPr>
            <a:r>
              <a:rPr lang="en-US" altLang="zh-CN" sz="1600" b="1">
                <a:latin typeface="+mn-ea"/>
                <a:cs typeface="+mn-ea"/>
                <a:sym typeface="+mn-ea"/>
              </a:rPr>
              <a:t>02</a:t>
            </a:r>
            <a:endParaRPr lang="zh-CN" altLang="en-US" sz="1600" b="1" dirty="0">
              <a:latin typeface="+mn-ea"/>
              <a:cs typeface="+mn-ea"/>
              <a:sym typeface="+mn-ea"/>
            </a:endParaRPr>
          </a:p>
        </p:txBody>
      </p:sp>
      <p:sp>
        <p:nvSpPr>
          <p:cNvPr id="19" name="八边形 18"/>
          <p:cNvSpPr/>
          <p:nvPr>
            <p:custDataLst>
              <p:tags r:id="rId14"/>
            </p:custDataLst>
          </p:nvPr>
        </p:nvSpPr>
        <p:spPr>
          <a:xfrm>
            <a:off x="4102326" y="4016541"/>
            <a:ext cx="506392" cy="506392"/>
          </a:xfrm>
          <a:prstGeom prst="octagon">
            <a:avLst/>
          </a:prstGeom>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ormAutofit/>
          </a:bodyPr>
          <a:lstStyle/>
          <a:p>
            <a:pPr algn="ctr">
              <a:spcBef>
                <a:spcPct val="0"/>
              </a:spcBef>
              <a:spcAft>
                <a:spcPct val="0"/>
              </a:spcAft>
            </a:pPr>
            <a:r>
              <a:rPr lang="en-US" altLang="zh-CN" sz="1600" b="1">
                <a:latin typeface="+mn-ea"/>
                <a:cs typeface="+mn-ea"/>
                <a:sym typeface="+mn-ea"/>
              </a:rPr>
              <a:t>03</a:t>
            </a:r>
            <a:endParaRPr lang="zh-CN" altLang="en-US" sz="1600" b="1" dirty="0">
              <a:latin typeface="+mn-ea"/>
              <a:cs typeface="+mn-ea"/>
              <a:sym typeface="+mn-ea"/>
            </a:endParaRPr>
          </a:p>
        </p:txBody>
      </p:sp>
      <p:sp>
        <p:nvSpPr>
          <p:cNvPr id="3" name="矩形 2">
            <a:extLst>
              <a:ext uri="{FF2B5EF4-FFF2-40B4-BE49-F238E27FC236}">
                <a16:creationId xmlns:a16="http://schemas.microsoft.com/office/drawing/2014/main" id="{8F5B19F0-FF69-3BBB-3098-BED9D0CC9ADD}"/>
              </a:ext>
            </a:extLst>
          </p:cNvPr>
          <p:cNvSpPr/>
          <p:nvPr>
            <p:custDataLst>
              <p:tags r:id="rId15"/>
            </p:custDataLst>
          </p:nvPr>
        </p:nvSpPr>
        <p:spPr>
          <a:xfrm>
            <a:off x="8031262" y="4799414"/>
            <a:ext cx="3513037" cy="841490"/>
          </a:xfrm>
          <a:prstGeom prst="rect">
            <a:avLst/>
          </a:prstGeom>
          <a:noFill/>
        </p:spPr>
        <p:txBody>
          <a:bodyPr wrap="square" lIns="0" tIns="0" rIns="0" bIns="0" rtlCol="0" anchor="t" anchorCtr="0">
            <a:noAutofit/>
          </a:bodyPr>
          <a:lstStyle/>
          <a:p>
            <a:pPr>
              <a:lnSpc>
                <a:spcPct val="150000"/>
              </a:lnSpc>
              <a:spcBef>
                <a:spcPct val="0"/>
              </a:spcBef>
              <a:spcAft>
                <a:spcPct val="0"/>
              </a:spcAft>
            </a:pPr>
            <a:r>
              <a:rPr lang="zh-CN" altLang="en-US" sz="1600" dirty="0">
                <a:ln>
                  <a:noFill/>
                  <a:prstDash val="sysDot"/>
                </a:ln>
                <a:solidFill>
                  <a:schemeClr val="tx1">
                    <a:lumMod val="85000"/>
                    <a:lumOff val="15000"/>
                  </a:schemeClr>
                </a:solidFill>
                <a:latin typeface="+mn-ea"/>
                <a:cs typeface="+mn-ea"/>
              </a:rPr>
              <a:t>通过寻找一个超平面来分隔不同类别的数据，实现对数据的分类。</a:t>
            </a:r>
          </a:p>
        </p:txBody>
      </p:sp>
      <p:sp>
        <p:nvSpPr>
          <p:cNvPr id="4" name="矩形 3">
            <a:extLst>
              <a:ext uri="{FF2B5EF4-FFF2-40B4-BE49-F238E27FC236}">
                <a16:creationId xmlns:a16="http://schemas.microsoft.com/office/drawing/2014/main" id="{C70B3174-E0AC-F8A6-653A-2B8EF31D378D}"/>
              </a:ext>
            </a:extLst>
          </p:cNvPr>
          <p:cNvSpPr/>
          <p:nvPr>
            <p:custDataLst>
              <p:tags r:id="rId16"/>
            </p:custDataLst>
          </p:nvPr>
        </p:nvSpPr>
        <p:spPr>
          <a:xfrm>
            <a:off x="8031263" y="4131995"/>
            <a:ext cx="3287234" cy="608529"/>
          </a:xfrm>
          <a:prstGeom prst="rect">
            <a:avLst/>
          </a:prstGeom>
          <a:noFill/>
        </p:spPr>
        <p:txBody>
          <a:bodyPr wrap="square" lIns="0" tIns="0" rIns="0" bIns="0" rtlCol="0" anchor="b">
            <a:noAutofit/>
          </a:bodyPr>
          <a:lstStyle/>
          <a:p>
            <a:pPr>
              <a:spcBef>
                <a:spcPct val="0"/>
              </a:spcBef>
              <a:spcAft>
                <a:spcPct val="0"/>
              </a:spcAft>
              <a:buClr>
                <a:schemeClr val="accent1"/>
              </a:buClr>
              <a:buSzPct val="70000"/>
            </a:pPr>
            <a:r>
              <a:rPr lang="zh-CN" altLang="en-US" sz="2400" b="1" dirty="0">
                <a:solidFill>
                  <a:schemeClr val="accent1"/>
                </a:solidFill>
                <a:latin typeface="Times New Roman" panose="02020603050405020304" pitchFamily="18" charset="0"/>
                <a:cs typeface="+mn-ea"/>
              </a:rPr>
              <a:t>支持向量机（</a:t>
            </a:r>
            <a:r>
              <a:rPr lang="en-US" altLang="zh-CN" sz="2400" b="1" dirty="0">
                <a:solidFill>
                  <a:schemeClr val="accent1"/>
                </a:solidFill>
                <a:latin typeface="Times New Roman" panose="02020603050405020304" pitchFamily="18" charset="0"/>
                <a:cs typeface="+mn-ea"/>
              </a:rPr>
              <a:t>SVM</a:t>
            </a:r>
            <a:r>
              <a:rPr lang="zh-CN" altLang="en-US" sz="2400" b="1" dirty="0">
                <a:solidFill>
                  <a:schemeClr val="accent1"/>
                </a:solidFill>
                <a:latin typeface="Times New Roman" panose="02020603050405020304" pitchFamily="18" charset="0"/>
                <a:cs typeface="+mn-ea"/>
              </a:rPr>
              <a:t>）</a:t>
            </a:r>
          </a:p>
        </p:txBody>
      </p:sp>
      <p:pic>
        <p:nvPicPr>
          <p:cNvPr id="5" name="图片 4">
            <a:extLst>
              <a:ext uri="{FF2B5EF4-FFF2-40B4-BE49-F238E27FC236}">
                <a16:creationId xmlns:a16="http://schemas.microsoft.com/office/drawing/2014/main" id="{15DFAE7E-C9B1-9A40-F8BC-60F1FF3ABEF5}"/>
              </a:ext>
            </a:extLst>
          </p:cNvPr>
          <p:cNvPicPr>
            <a:picLocks noChangeAspect="1"/>
          </p:cNvPicPr>
          <p:nvPr>
            <p:custDataLst>
              <p:tags r:id="rId17"/>
            </p:custDataLst>
          </p:nvPr>
        </p:nvPicPr>
        <p:blipFill rotWithShape="1">
          <a:blip r:embed="rId27" cstate="print">
            <a:extLst>
              <a:ext uri="{28A0092B-C50C-407E-A947-70E740481C1C}">
                <a14:useLocalDpi xmlns:a14="http://schemas.microsoft.com/office/drawing/2010/main" val="0"/>
              </a:ext>
            </a:extLst>
          </a:blip>
          <a:srcRect/>
          <a:stretch/>
        </p:blipFill>
        <p:spPr>
          <a:xfrm>
            <a:off x="6100763" y="3962317"/>
            <a:ext cx="1620083" cy="1620083"/>
          </a:xfrm>
          <a:custGeom>
            <a:avLst/>
            <a:gdLst>
              <a:gd name="connsiteX0" fmla="*/ 548158 w 1620000"/>
              <a:gd name="connsiteY0" fmla="*/ 0 h 1620000"/>
              <a:gd name="connsiteX1" fmla="*/ 1071874 w 1620000"/>
              <a:gd name="connsiteY1" fmla="*/ 0 h 1620000"/>
              <a:gd name="connsiteX2" fmla="*/ 1197614 w 1620000"/>
              <a:gd name="connsiteY2" fmla="*/ 52097 h 1620000"/>
              <a:gd name="connsiteX3" fmla="*/ 1567938 w 1620000"/>
              <a:gd name="connsiteY3" fmla="*/ 422420 h 1620000"/>
              <a:gd name="connsiteX4" fmla="*/ 1620000 w 1620000"/>
              <a:gd name="connsiteY4" fmla="*/ 548158 h 1620000"/>
              <a:gd name="connsiteX5" fmla="*/ 1620000 w 1620000"/>
              <a:gd name="connsiteY5" fmla="*/ 1071874 h 1620000"/>
              <a:gd name="connsiteX6" fmla="*/ 1567904 w 1620000"/>
              <a:gd name="connsiteY6" fmla="*/ 1197615 h 1620000"/>
              <a:gd name="connsiteX7" fmla="*/ 1197580 w 1620000"/>
              <a:gd name="connsiteY7" fmla="*/ 1567938 h 1620000"/>
              <a:gd name="connsiteX8" fmla="*/ 1071842 w 1620000"/>
              <a:gd name="connsiteY8" fmla="*/ 1620000 h 1620000"/>
              <a:gd name="connsiteX9" fmla="*/ 548125 w 1620000"/>
              <a:gd name="connsiteY9" fmla="*/ 1620000 h 1620000"/>
              <a:gd name="connsiteX10" fmla="*/ 422385 w 1620000"/>
              <a:gd name="connsiteY10" fmla="*/ 1567903 h 1620000"/>
              <a:gd name="connsiteX11" fmla="*/ 52062 w 1620000"/>
              <a:gd name="connsiteY11" fmla="*/ 1197580 h 1620000"/>
              <a:gd name="connsiteX12" fmla="*/ 0 w 1620000"/>
              <a:gd name="connsiteY12" fmla="*/ 1071842 h 1620000"/>
              <a:gd name="connsiteX13" fmla="*/ 0 w 1620000"/>
              <a:gd name="connsiteY13" fmla="*/ 548126 h 1620000"/>
              <a:gd name="connsiteX14" fmla="*/ 52097 w 1620000"/>
              <a:gd name="connsiteY14" fmla="*/ 422385 h 1620000"/>
              <a:gd name="connsiteX15" fmla="*/ 422420 w 1620000"/>
              <a:gd name="connsiteY15" fmla="*/ 52062 h 1620000"/>
              <a:gd name="connsiteX16" fmla="*/ 548158 w 1620000"/>
              <a:gd name="connsiteY16" fmla="*/ 0 h 162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20000" h="1620000">
                <a:moveTo>
                  <a:pt x="548158" y="0"/>
                </a:moveTo>
                <a:cubicBezTo>
                  <a:pt x="595961" y="0"/>
                  <a:pt x="1024071" y="0"/>
                  <a:pt x="1071874" y="0"/>
                </a:cubicBezTo>
                <a:cubicBezTo>
                  <a:pt x="1119677" y="0"/>
                  <a:pt x="1163812" y="18295"/>
                  <a:pt x="1197614" y="52097"/>
                </a:cubicBezTo>
                <a:cubicBezTo>
                  <a:pt x="1231416" y="85899"/>
                  <a:pt x="1534136" y="388618"/>
                  <a:pt x="1567938" y="422420"/>
                </a:cubicBezTo>
                <a:cubicBezTo>
                  <a:pt x="1601740" y="456222"/>
                  <a:pt x="1620000" y="500355"/>
                  <a:pt x="1620000" y="548158"/>
                </a:cubicBezTo>
                <a:cubicBezTo>
                  <a:pt x="1620000" y="595961"/>
                  <a:pt x="1620000" y="1024071"/>
                  <a:pt x="1620000" y="1071874"/>
                </a:cubicBezTo>
                <a:cubicBezTo>
                  <a:pt x="1620000" y="1119678"/>
                  <a:pt x="1601706" y="1163813"/>
                  <a:pt x="1567904" y="1197615"/>
                </a:cubicBezTo>
                <a:cubicBezTo>
                  <a:pt x="1534102" y="1231417"/>
                  <a:pt x="1231382" y="1534136"/>
                  <a:pt x="1197580" y="1567938"/>
                </a:cubicBezTo>
                <a:cubicBezTo>
                  <a:pt x="1163778" y="1601740"/>
                  <a:pt x="1119645" y="1620000"/>
                  <a:pt x="1071842" y="1620000"/>
                </a:cubicBezTo>
                <a:cubicBezTo>
                  <a:pt x="1024038" y="1620000"/>
                  <a:pt x="595929" y="1620000"/>
                  <a:pt x="548125" y="1620000"/>
                </a:cubicBezTo>
                <a:cubicBezTo>
                  <a:pt x="500322" y="1620000"/>
                  <a:pt x="456188" y="1601705"/>
                  <a:pt x="422385" y="1567903"/>
                </a:cubicBezTo>
                <a:cubicBezTo>
                  <a:pt x="388583" y="1534101"/>
                  <a:pt x="85864" y="1231382"/>
                  <a:pt x="52062" y="1197580"/>
                </a:cubicBezTo>
                <a:cubicBezTo>
                  <a:pt x="18260" y="1163778"/>
                  <a:pt x="0" y="1119646"/>
                  <a:pt x="0" y="1071842"/>
                </a:cubicBezTo>
                <a:cubicBezTo>
                  <a:pt x="0" y="1024039"/>
                  <a:pt x="0" y="595929"/>
                  <a:pt x="0" y="548126"/>
                </a:cubicBezTo>
                <a:cubicBezTo>
                  <a:pt x="0" y="500323"/>
                  <a:pt x="18295" y="456187"/>
                  <a:pt x="52097" y="422385"/>
                </a:cubicBezTo>
                <a:cubicBezTo>
                  <a:pt x="85899" y="388583"/>
                  <a:pt x="388618" y="85864"/>
                  <a:pt x="422420" y="52062"/>
                </a:cubicBezTo>
                <a:cubicBezTo>
                  <a:pt x="456222" y="18260"/>
                  <a:pt x="500355" y="0"/>
                  <a:pt x="548158" y="0"/>
                </a:cubicBezTo>
                <a:close/>
              </a:path>
            </a:pathLst>
          </a:custGeom>
          <a:ln w="38100" cap="flat" cmpd="sng" algn="ctr">
            <a:solidFill>
              <a:schemeClr val="tx1">
                <a:lumMod val="40000"/>
                <a:lumOff val="60000"/>
                <a:alpha val="20000"/>
              </a:schemeClr>
            </a:solidFill>
            <a:prstDash val="solid"/>
            <a:round/>
            <a:headEnd type="none" w="med" len="med"/>
            <a:tailEnd type="none" w="med" len="med"/>
          </a:ln>
        </p:spPr>
      </p:pic>
      <p:sp>
        <p:nvSpPr>
          <p:cNvPr id="6" name="八边形 5">
            <a:extLst>
              <a:ext uri="{FF2B5EF4-FFF2-40B4-BE49-F238E27FC236}">
                <a16:creationId xmlns:a16="http://schemas.microsoft.com/office/drawing/2014/main" id="{06A17206-9E9B-599A-4247-535C37780E76}"/>
              </a:ext>
            </a:extLst>
          </p:cNvPr>
          <p:cNvSpPr/>
          <p:nvPr>
            <p:custDataLst>
              <p:tags r:id="rId18"/>
            </p:custDataLst>
          </p:nvPr>
        </p:nvSpPr>
        <p:spPr>
          <a:xfrm>
            <a:off x="7213976" y="5346177"/>
            <a:ext cx="506392" cy="506392"/>
          </a:xfrm>
          <a:prstGeom prst="octagon">
            <a:avLst/>
          </a:prstGeom>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ormAutofit/>
          </a:bodyPr>
          <a:lstStyle/>
          <a:p>
            <a:pPr algn="ctr">
              <a:spcBef>
                <a:spcPct val="0"/>
              </a:spcBef>
              <a:spcAft>
                <a:spcPct val="0"/>
              </a:spcAft>
            </a:pPr>
            <a:r>
              <a:rPr lang="en-US" altLang="zh-CN" sz="1600" b="1" dirty="0">
                <a:latin typeface="+mn-ea"/>
                <a:cs typeface="+mn-ea"/>
                <a:sym typeface="+mn-ea"/>
              </a:rPr>
              <a:t>04</a:t>
            </a:r>
            <a:endParaRPr lang="zh-CN" altLang="en-US" sz="1600" b="1" dirty="0">
              <a:latin typeface="+mn-ea"/>
              <a:cs typeface="+mn-ea"/>
              <a:sym typeface="+mn-ea"/>
            </a:endParaRPr>
          </a:p>
        </p:txBody>
      </p:sp>
      <p:sp>
        <p:nvSpPr>
          <p:cNvPr id="13" name="矩形 12">
            <a:extLst>
              <a:ext uri="{FF2B5EF4-FFF2-40B4-BE49-F238E27FC236}">
                <a16:creationId xmlns:a16="http://schemas.microsoft.com/office/drawing/2014/main" id="{37C7962B-41D6-71C2-4320-9EA1D20EB9FC}"/>
              </a:ext>
            </a:extLst>
          </p:cNvPr>
          <p:cNvSpPr/>
          <p:nvPr>
            <p:custDataLst>
              <p:tags r:id="rId19"/>
            </p:custDataLst>
          </p:nvPr>
        </p:nvSpPr>
        <p:spPr>
          <a:xfrm>
            <a:off x="588049" y="5623958"/>
            <a:ext cx="3287233" cy="2524794"/>
          </a:xfrm>
          <a:prstGeom prst="rect">
            <a:avLst/>
          </a:prstGeom>
          <a:noFill/>
        </p:spPr>
        <p:txBody>
          <a:bodyPr wrap="square" lIns="0" tIns="0" rIns="0" bIns="0" rtlCol="0" anchor="t" anchorCtr="0">
            <a:noAutofit/>
          </a:bodyPr>
          <a:lstStyle/>
          <a:p>
            <a:pPr algn="r">
              <a:lnSpc>
                <a:spcPct val="150000"/>
              </a:lnSpc>
              <a:spcBef>
                <a:spcPct val="0"/>
              </a:spcBef>
              <a:spcAft>
                <a:spcPct val="0"/>
              </a:spcAft>
            </a:pPr>
            <a:r>
              <a:rPr lang="zh-CN" altLang="en-US" sz="1600" dirty="0">
                <a:ln>
                  <a:noFill/>
                  <a:prstDash val="sysDot"/>
                </a:ln>
                <a:solidFill>
                  <a:schemeClr val="tx1">
                    <a:lumMod val="85000"/>
                    <a:lumOff val="15000"/>
                  </a:schemeClr>
                </a:solidFill>
                <a:latin typeface="+mn-ea"/>
                <a:cs typeface="+mn-ea"/>
              </a:rPr>
              <a:t>神经网络是一种模拟人脑神经元的计算模型。深度学习则具有更深的层次结构和更强的表示、学习能力。</a:t>
            </a:r>
          </a:p>
        </p:txBody>
      </p:sp>
      <p:sp>
        <p:nvSpPr>
          <p:cNvPr id="14" name="矩形 13">
            <a:extLst>
              <a:ext uri="{FF2B5EF4-FFF2-40B4-BE49-F238E27FC236}">
                <a16:creationId xmlns:a16="http://schemas.microsoft.com/office/drawing/2014/main" id="{0597D3C0-46D0-9744-4405-5DF1572EB14E}"/>
              </a:ext>
            </a:extLst>
          </p:cNvPr>
          <p:cNvSpPr/>
          <p:nvPr>
            <p:custDataLst>
              <p:tags r:id="rId20"/>
            </p:custDataLst>
          </p:nvPr>
        </p:nvSpPr>
        <p:spPr>
          <a:xfrm>
            <a:off x="588049" y="4990844"/>
            <a:ext cx="3287233" cy="608529"/>
          </a:xfrm>
          <a:prstGeom prst="rect">
            <a:avLst/>
          </a:prstGeom>
          <a:noFill/>
        </p:spPr>
        <p:txBody>
          <a:bodyPr wrap="square" lIns="0" tIns="0" rIns="0" bIns="0" rtlCol="0" anchor="b">
            <a:noAutofit/>
          </a:bodyPr>
          <a:lstStyle/>
          <a:p>
            <a:pPr algn="r">
              <a:spcBef>
                <a:spcPct val="0"/>
              </a:spcBef>
              <a:spcAft>
                <a:spcPct val="0"/>
              </a:spcAft>
              <a:buClr>
                <a:schemeClr val="accent1"/>
              </a:buClr>
              <a:buSzPct val="70000"/>
            </a:pPr>
            <a:r>
              <a:rPr lang="zh-CN" altLang="en-US" sz="2400" b="1" dirty="0">
                <a:solidFill>
                  <a:schemeClr val="accent1"/>
                </a:solidFill>
                <a:latin typeface="+mn-ea"/>
                <a:cs typeface="+mn-ea"/>
              </a:rPr>
              <a:t>神经网络与深度学习</a:t>
            </a:r>
          </a:p>
        </p:txBody>
      </p:sp>
      <p:pic>
        <p:nvPicPr>
          <p:cNvPr id="15" name="图片 14">
            <a:extLst>
              <a:ext uri="{FF2B5EF4-FFF2-40B4-BE49-F238E27FC236}">
                <a16:creationId xmlns:a16="http://schemas.microsoft.com/office/drawing/2014/main" id="{F3B5E58C-5C5A-3485-0B9C-E5BB1B08DBB5}"/>
              </a:ext>
            </a:extLst>
          </p:cNvPr>
          <p:cNvPicPr>
            <a:picLocks noChangeAspect="1"/>
          </p:cNvPicPr>
          <p:nvPr>
            <p:custDataLst>
              <p:tags r:id="rId21"/>
            </p:custDataLst>
          </p:nvPr>
        </p:nvPicPr>
        <p:blipFill>
          <a:blip r:embed="rId28" cstate="print">
            <a:extLst>
              <a:ext uri="{28A0092B-C50C-407E-A947-70E740481C1C}">
                <a14:useLocalDpi xmlns:a14="http://schemas.microsoft.com/office/drawing/2010/main" val="0"/>
              </a:ext>
            </a:extLst>
          </a:blip>
          <a:srcRect l="17300" r="17300"/>
          <a:stretch/>
        </p:blipFill>
        <p:spPr>
          <a:xfrm>
            <a:off x="4215357" y="5096742"/>
            <a:ext cx="1620083" cy="1620083"/>
          </a:xfrm>
          <a:custGeom>
            <a:avLst/>
            <a:gdLst>
              <a:gd name="connsiteX0" fmla="*/ 548158 w 1620000"/>
              <a:gd name="connsiteY0" fmla="*/ 0 h 1620000"/>
              <a:gd name="connsiteX1" fmla="*/ 1071874 w 1620000"/>
              <a:gd name="connsiteY1" fmla="*/ 0 h 1620000"/>
              <a:gd name="connsiteX2" fmla="*/ 1197614 w 1620000"/>
              <a:gd name="connsiteY2" fmla="*/ 52097 h 1620000"/>
              <a:gd name="connsiteX3" fmla="*/ 1567938 w 1620000"/>
              <a:gd name="connsiteY3" fmla="*/ 422420 h 1620000"/>
              <a:gd name="connsiteX4" fmla="*/ 1620000 w 1620000"/>
              <a:gd name="connsiteY4" fmla="*/ 548158 h 1620000"/>
              <a:gd name="connsiteX5" fmla="*/ 1620000 w 1620000"/>
              <a:gd name="connsiteY5" fmla="*/ 1071874 h 1620000"/>
              <a:gd name="connsiteX6" fmla="*/ 1567904 w 1620000"/>
              <a:gd name="connsiteY6" fmla="*/ 1197615 h 1620000"/>
              <a:gd name="connsiteX7" fmla="*/ 1197580 w 1620000"/>
              <a:gd name="connsiteY7" fmla="*/ 1567938 h 1620000"/>
              <a:gd name="connsiteX8" fmla="*/ 1071842 w 1620000"/>
              <a:gd name="connsiteY8" fmla="*/ 1620000 h 1620000"/>
              <a:gd name="connsiteX9" fmla="*/ 548125 w 1620000"/>
              <a:gd name="connsiteY9" fmla="*/ 1620000 h 1620000"/>
              <a:gd name="connsiteX10" fmla="*/ 422385 w 1620000"/>
              <a:gd name="connsiteY10" fmla="*/ 1567903 h 1620000"/>
              <a:gd name="connsiteX11" fmla="*/ 52062 w 1620000"/>
              <a:gd name="connsiteY11" fmla="*/ 1197580 h 1620000"/>
              <a:gd name="connsiteX12" fmla="*/ 0 w 1620000"/>
              <a:gd name="connsiteY12" fmla="*/ 1071842 h 1620000"/>
              <a:gd name="connsiteX13" fmla="*/ 0 w 1620000"/>
              <a:gd name="connsiteY13" fmla="*/ 548126 h 1620000"/>
              <a:gd name="connsiteX14" fmla="*/ 52097 w 1620000"/>
              <a:gd name="connsiteY14" fmla="*/ 422385 h 1620000"/>
              <a:gd name="connsiteX15" fmla="*/ 422420 w 1620000"/>
              <a:gd name="connsiteY15" fmla="*/ 52062 h 1620000"/>
              <a:gd name="connsiteX16" fmla="*/ 548158 w 1620000"/>
              <a:gd name="connsiteY16" fmla="*/ 0 h 162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20000" h="1620000">
                <a:moveTo>
                  <a:pt x="548158" y="0"/>
                </a:moveTo>
                <a:cubicBezTo>
                  <a:pt x="595961" y="0"/>
                  <a:pt x="1024071" y="0"/>
                  <a:pt x="1071874" y="0"/>
                </a:cubicBezTo>
                <a:cubicBezTo>
                  <a:pt x="1119677" y="0"/>
                  <a:pt x="1163812" y="18295"/>
                  <a:pt x="1197614" y="52097"/>
                </a:cubicBezTo>
                <a:cubicBezTo>
                  <a:pt x="1231416" y="85899"/>
                  <a:pt x="1534136" y="388618"/>
                  <a:pt x="1567938" y="422420"/>
                </a:cubicBezTo>
                <a:cubicBezTo>
                  <a:pt x="1601740" y="456222"/>
                  <a:pt x="1620000" y="500355"/>
                  <a:pt x="1620000" y="548158"/>
                </a:cubicBezTo>
                <a:cubicBezTo>
                  <a:pt x="1620000" y="595961"/>
                  <a:pt x="1620000" y="1024071"/>
                  <a:pt x="1620000" y="1071874"/>
                </a:cubicBezTo>
                <a:cubicBezTo>
                  <a:pt x="1620000" y="1119678"/>
                  <a:pt x="1601706" y="1163813"/>
                  <a:pt x="1567904" y="1197615"/>
                </a:cubicBezTo>
                <a:cubicBezTo>
                  <a:pt x="1534102" y="1231417"/>
                  <a:pt x="1231382" y="1534136"/>
                  <a:pt x="1197580" y="1567938"/>
                </a:cubicBezTo>
                <a:cubicBezTo>
                  <a:pt x="1163778" y="1601740"/>
                  <a:pt x="1119645" y="1620000"/>
                  <a:pt x="1071842" y="1620000"/>
                </a:cubicBezTo>
                <a:cubicBezTo>
                  <a:pt x="1024038" y="1620000"/>
                  <a:pt x="595929" y="1620000"/>
                  <a:pt x="548125" y="1620000"/>
                </a:cubicBezTo>
                <a:cubicBezTo>
                  <a:pt x="500322" y="1620000"/>
                  <a:pt x="456188" y="1601705"/>
                  <a:pt x="422385" y="1567903"/>
                </a:cubicBezTo>
                <a:cubicBezTo>
                  <a:pt x="388583" y="1534101"/>
                  <a:pt x="85864" y="1231382"/>
                  <a:pt x="52062" y="1197580"/>
                </a:cubicBezTo>
                <a:cubicBezTo>
                  <a:pt x="18260" y="1163778"/>
                  <a:pt x="0" y="1119646"/>
                  <a:pt x="0" y="1071842"/>
                </a:cubicBezTo>
                <a:cubicBezTo>
                  <a:pt x="0" y="1024039"/>
                  <a:pt x="0" y="595929"/>
                  <a:pt x="0" y="548126"/>
                </a:cubicBezTo>
                <a:cubicBezTo>
                  <a:pt x="0" y="500323"/>
                  <a:pt x="18295" y="456187"/>
                  <a:pt x="52097" y="422385"/>
                </a:cubicBezTo>
                <a:cubicBezTo>
                  <a:pt x="85899" y="388583"/>
                  <a:pt x="388618" y="85864"/>
                  <a:pt x="422420" y="52062"/>
                </a:cubicBezTo>
                <a:cubicBezTo>
                  <a:pt x="456222" y="18260"/>
                  <a:pt x="500355" y="0"/>
                  <a:pt x="548158" y="0"/>
                </a:cubicBezTo>
                <a:close/>
              </a:path>
            </a:pathLst>
          </a:custGeom>
          <a:ln w="38100" cap="flat" cmpd="sng" algn="ctr">
            <a:solidFill>
              <a:schemeClr val="tx1">
                <a:lumMod val="40000"/>
                <a:lumOff val="60000"/>
                <a:alpha val="20000"/>
              </a:schemeClr>
            </a:solidFill>
            <a:prstDash val="solid"/>
            <a:round/>
            <a:headEnd type="none" w="med" len="med"/>
            <a:tailEnd type="none" w="med" len="med"/>
          </a:ln>
        </p:spPr>
      </p:pic>
      <p:sp>
        <p:nvSpPr>
          <p:cNvPr id="16" name="八边形 15">
            <a:extLst>
              <a:ext uri="{FF2B5EF4-FFF2-40B4-BE49-F238E27FC236}">
                <a16:creationId xmlns:a16="http://schemas.microsoft.com/office/drawing/2014/main" id="{0F0597BA-24B9-80A8-F430-A021BCD2A3A6}"/>
              </a:ext>
            </a:extLst>
          </p:cNvPr>
          <p:cNvSpPr/>
          <p:nvPr>
            <p:custDataLst>
              <p:tags r:id="rId22"/>
            </p:custDataLst>
          </p:nvPr>
        </p:nvSpPr>
        <p:spPr>
          <a:xfrm>
            <a:off x="4210276" y="6209954"/>
            <a:ext cx="506392" cy="506392"/>
          </a:xfrm>
          <a:prstGeom prst="octagon">
            <a:avLst/>
          </a:prstGeom>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ormAutofit/>
          </a:bodyPr>
          <a:lstStyle/>
          <a:p>
            <a:pPr algn="ctr">
              <a:spcBef>
                <a:spcPct val="0"/>
              </a:spcBef>
              <a:spcAft>
                <a:spcPct val="0"/>
              </a:spcAft>
            </a:pPr>
            <a:r>
              <a:rPr lang="en-US" altLang="zh-CN" sz="1600" b="1" dirty="0">
                <a:latin typeface="+mn-ea"/>
                <a:cs typeface="+mn-ea"/>
                <a:sym typeface="+mn-ea"/>
              </a:rPr>
              <a:t>05</a:t>
            </a:r>
            <a:endParaRPr lang="zh-CN" altLang="en-US" sz="1600" b="1" dirty="0">
              <a:latin typeface="+mn-ea"/>
              <a:cs typeface="+mn-ea"/>
              <a:sym typeface="+mn-ea"/>
            </a:endParaRPr>
          </a:p>
        </p:txBody>
      </p:sp>
    </p:spTree>
    <p:custDataLst>
      <p:tags r:id="rId1"/>
    </p:custDataLst>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idx="16385"/>
            <p:custDataLst>
              <p:tags r:id="rId2"/>
            </p:custDataLst>
          </p:nvPr>
        </p:nvSpPr>
        <p:spPr>
          <a:noFill/>
        </p:spPr>
        <p:txBody>
          <a:bodyPr vert="horz" wrap="none" lIns="0" tIns="0" rIns="0" bIns="0" rtlCol="0" anchor="t" anchorCtr="0">
            <a:normAutofit/>
          </a:bodyPr>
          <a:lstStyle/>
          <a:p>
            <a:pPr lvl="0" algn="l"/>
            <a:r>
              <a:rPr>
                <a:solidFill>
                  <a:schemeClr val="tx1"/>
                </a:solidFill>
                <a:sym typeface="+mn-ea"/>
              </a:rPr>
              <a:t>机器学习的类型和算法：监督学习</a:t>
            </a:r>
          </a:p>
        </p:txBody>
      </p:sp>
      <p:sp>
        <p:nvSpPr>
          <p:cNvPr id="28" name="文本框 27"/>
          <p:cNvSpPr txBox="1"/>
          <p:nvPr/>
        </p:nvSpPr>
        <p:spPr>
          <a:xfrm>
            <a:off x="635000" y="1397000"/>
            <a:ext cx="10922000" cy="727075"/>
          </a:xfrm>
          <a:prstGeom prst="rect">
            <a:avLst/>
          </a:prstGeom>
          <a:noFill/>
        </p:spPr>
        <p:txBody>
          <a:bodyPr wrap="square" rtlCol="0" anchor="t">
            <a:normAutofit/>
          </a:bodyPr>
          <a:lstStyle/>
          <a:p>
            <a:pPr marL="0" marR="0" lvl="0" indent="0" algn="l" defTabSz="914400" rtl="0" eaLnBrk="1" fontAlgn="auto" latinLnBrk="0" hangingPunct="1">
              <a:lnSpc>
                <a:spcPct val="170000"/>
              </a:lnSpc>
              <a:spcBef>
                <a:spcPts val="0"/>
              </a:spcBef>
              <a:spcAft>
                <a:spcPts val="0"/>
              </a:spcAft>
              <a:buClrTx/>
              <a:buSzTx/>
              <a:buFontTx/>
              <a:buNone/>
              <a:tabLst/>
              <a:defRPr/>
            </a:pPr>
            <a:r>
              <a:rPr kumimoji="0" lang="zh-CN" altLang="en-US" sz="2400" b="1" i="0" u="none" strike="noStrike" kern="100" cap="none" spc="0" normalizeH="0" baseline="0" noProof="0" dirty="0">
                <a:ln>
                  <a:noFill/>
                </a:ln>
                <a:solidFill>
                  <a:srgbClr val="333333"/>
                </a:solidFill>
                <a:effectLst/>
                <a:uLnTx/>
                <a:uFillTx/>
                <a:latin typeface="微软雅黑"/>
                <a:ea typeface="微软雅黑"/>
                <a:cs typeface="+mn-ea"/>
              </a:rPr>
              <a:t>线性回归</a:t>
            </a:r>
          </a:p>
        </p:txBody>
      </p:sp>
      <p:grpSp>
        <p:nvGrpSpPr>
          <p:cNvPr id="89" name="组合 88"/>
          <p:cNvGrpSpPr/>
          <p:nvPr>
            <p:custDataLst>
              <p:tags r:id="rId3"/>
            </p:custDataLst>
          </p:nvPr>
        </p:nvGrpSpPr>
        <p:grpSpPr>
          <a:xfrm>
            <a:off x="609600" y="2215515"/>
            <a:ext cx="5080000" cy="3930650"/>
            <a:chOff x="960" y="3489"/>
            <a:chExt cx="8000" cy="6190"/>
          </a:xfrm>
        </p:grpSpPr>
        <p:sp>
          <p:nvSpPr>
            <p:cNvPr id="90" name="圆角矩形 89"/>
            <p:cNvSpPr/>
            <p:nvPr>
              <p:custDataLst>
                <p:tags r:id="rId6"/>
              </p:custDataLst>
            </p:nvPr>
          </p:nvSpPr>
          <p:spPr>
            <a:xfrm>
              <a:off x="960" y="3489"/>
              <a:ext cx="8000" cy="6191"/>
            </a:xfrm>
            <a:prstGeom prst="roundRect">
              <a:avLst>
                <a:gd name="adj" fmla="val 6553"/>
              </a:avLst>
            </a:prstGeom>
            <a:noFill/>
            <a:ln>
              <a:solidFill>
                <a:schemeClr val="bg2">
                  <a:lumMod val="50000"/>
                </a:schemeClr>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scene3d>
                <a:camera prst="orthographicFront"/>
                <a:lightRig rig="threePt" dir="t"/>
              </a:scene3d>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3758FB"/>
                </a:solidFill>
                <a:effectLst>
                  <a:outerShdw blurRad="38100" dist="25400" dir="5400000" algn="ctr" rotWithShape="0">
                    <a:srgbClr val="6E747A">
                      <a:alpha val="43000"/>
                    </a:srgbClr>
                  </a:outerShdw>
                </a:effectLst>
                <a:uLnTx/>
                <a:uFillTx/>
                <a:latin typeface="Arial"/>
                <a:ea typeface="微软雅黑"/>
                <a:cs typeface="+mn-cs"/>
              </a:endParaRPr>
            </a:p>
          </p:txBody>
        </p:sp>
        <p:grpSp>
          <p:nvGrpSpPr>
            <p:cNvPr id="91" name="组合 90"/>
            <p:cNvGrpSpPr/>
            <p:nvPr>
              <p:custDataLst>
                <p:tags r:id="rId7"/>
              </p:custDataLst>
            </p:nvPr>
          </p:nvGrpSpPr>
          <p:grpSpPr>
            <a:xfrm>
              <a:off x="1696" y="9362"/>
              <a:ext cx="6524" cy="80"/>
              <a:chOff x="3554730" y="4312126"/>
              <a:chExt cx="5080000" cy="50800"/>
            </a:xfrm>
          </p:grpSpPr>
          <p:cxnSp>
            <p:nvCxnSpPr>
              <p:cNvPr id="92" name="直接连接符 91"/>
              <p:cNvCxnSpPr/>
              <p:nvPr>
                <p:custDataLst>
                  <p:tags r:id="rId11"/>
                </p:custDataLst>
              </p:nvPr>
            </p:nvCxnSpPr>
            <p:spPr>
              <a:xfrm>
                <a:off x="3554730" y="4337685"/>
                <a:ext cx="5080000"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93" name="矩形: 圆角 8"/>
              <p:cNvSpPr/>
              <p:nvPr>
                <p:custDataLst>
                  <p:tags r:id="rId12"/>
                </p:custDataLst>
              </p:nvPr>
            </p:nvSpPr>
            <p:spPr>
              <a:xfrm flipV="1">
                <a:off x="5462904" y="4312126"/>
                <a:ext cx="1265555" cy="50800"/>
              </a:xfrm>
              <a:prstGeom prst="roundRect">
                <a:avLst>
                  <a:gd name="adj" fmla="val 50000"/>
                </a:avLst>
              </a:prstGeom>
              <a:solidFill>
                <a:schemeClr val="accent1">
                  <a:lumMod val="60000"/>
                  <a:lumOff val="40000"/>
                </a:schemeClr>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scene3d>
                  <a:camera prst="orthographicFront"/>
                  <a:lightRig rig="threePt" dir="t"/>
                </a:scene3d>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3758FB"/>
                  </a:solidFill>
                  <a:effectLst>
                    <a:outerShdw blurRad="38100" dist="25400" dir="5400000" algn="ctr" rotWithShape="0">
                      <a:srgbClr val="6E747A">
                        <a:alpha val="43000"/>
                      </a:srgbClr>
                    </a:outerShdw>
                  </a:effectLst>
                  <a:uLnTx/>
                  <a:uFillTx/>
                  <a:latin typeface="Arial"/>
                  <a:ea typeface="微软雅黑"/>
                  <a:cs typeface="+mn-cs"/>
                </a:endParaRPr>
              </a:p>
            </p:txBody>
          </p:sp>
        </p:grpSp>
        <p:grpSp>
          <p:nvGrpSpPr>
            <p:cNvPr id="94" name="组合 93"/>
            <p:cNvGrpSpPr/>
            <p:nvPr>
              <p:custDataLst>
                <p:tags r:id="rId8"/>
              </p:custDataLst>
            </p:nvPr>
          </p:nvGrpSpPr>
          <p:grpSpPr>
            <a:xfrm>
              <a:off x="1696" y="3762"/>
              <a:ext cx="6524" cy="80"/>
              <a:chOff x="3554730" y="2156460"/>
              <a:chExt cx="5080000" cy="50800"/>
            </a:xfrm>
          </p:grpSpPr>
          <p:cxnSp>
            <p:nvCxnSpPr>
              <p:cNvPr id="95" name="直接连接符 94"/>
              <p:cNvCxnSpPr/>
              <p:nvPr>
                <p:custDataLst>
                  <p:tags r:id="rId9"/>
                </p:custDataLst>
              </p:nvPr>
            </p:nvCxnSpPr>
            <p:spPr>
              <a:xfrm>
                <a:off x="3554730" y="2181860"/>
                <a:ext cx="5080000"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96" name="矩形: 圆角 9"/>
              <p:cNvSpPr/>
              <p:nvPr>
                <p:custDataLst>
                  <p:tags r:id="rId10"/>
                </p:custDataLst>
              </p:nvPr>
            </p:nvSpPr>
            <p:spPr>
              <a:xfrm flipV="1">
                <a:off x="5462904" y="2156460"/>
                <a:ext cx="1265555" cy="50800"/>
              </a:xfrm>
              <a:prstGeom prst="roundRect">
                <a:avLst>
                  <a:gd name="adj" fmla="val 50000"/>
                </a:avLst>
              </a:prstGeom>
              <a:solidFill>
                <a:schemeClr val="accent1">
                  <a:lumMod val="60000"/>
                  <a:lumOff val="40000"/>
                </a:schemeClr>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scene3d>
                  <a:camera prst="orthographicFront"/>
                  <a:lightRig rig="threePt" dir="t"/>
                </a:scene3d>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3758FB"/>
                  </a:solidFill>
                  <a:effectLst>
                    <a:outerShdw blurRad="38100" dist="25400" dir="5400000" algn="ctr" rotWithShape="0">
                      <a:srgbClr val="6E747A">
                        <a:alpha val="43000"/>
                      </a:srgbClr>
                    </a:outerShdw>
                  </a:effectLst>
                  <a:uLnTx/>
                  <a:uFillTx/>
                  <a:latin typeface="Arial"/>
                  <a:ea typeface="微软雅黑"/>
                  <a:cs typeface="+mn-cs"/>
                </a:endParaRPr>
              </a:p>
            </p:txBody>
          </p:sp>
        </p:grpSp>
      </p:grpSp>
      <p:sp>
        <p:nvSpPr>
          <p:cNvPr id="97" name="文本框 96"/>
          <p:cNvSpPr txBox="1"/>
          <p:nvPr>
            <p:custDataLst>
              <p:tags r:id="rId4"/>
            </p:custDataLst>
          </p:nvPr>
        </p:nvSpPr>
        <p:spPr>
          <a:xfrm>
            <a:off x="1076960" y="2706370"/>
            <a:ext cx="4142740" cy="2949575"/>
          </a:xfrm>
          <a:prstGeom prst="rect">
            <a:avLst/>
          </a:prstGeom>
          <a:noFill/>
          <a:ln w="3175">
            <a:noFill/>
            <a:prstDash val="dash"/>
          </a:ln>
          <a:extLst>
            <a:ext uri="{909E8E84-426E-40DD-AFC4-6F175D3DCCD1}">
              <a14:hiddenFill xmlns:a14="http://schemas.microsoft.com/office/drawing/2010/main">
                <a:solidFill>
                  <a:schemeClr val="bg2"/>
                </a:solidFill>
              </a14:hiddenFill>
            </a:ext>
          </a:extLst>
        </p:spPr>
        <p:txBody>
          <a:bodyPr wrap="square" lIns="72000" tIns="36195" rIns="72000" bIns="36195" rtlCol="0" anchor="t" anchorCtr="0">
            <a:sp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0" marR="0" lvl="0" indent="0" algn="l" defTabSz="913765" rtl="0" eaLnBrk="1" fontAlgn="auto" latinLnBrk="0" hangingPunct="1">
              <a:lnSpc>
                <a:spcPct val="130000"/>
              </a:lnSpc>
              <a:spcBef>
                <a:spcPts val="845"/>
              </a:spcBef>
              <a:spcAft>
                <a:spcPts val="0"/>
              </a:spcAft>
              <a:buClrTx/>
              <a:buSzPct val="100000"/>
              <a:buFontTx/>
              <a:buNone/>
              <a:tabLst/>
              <a:defRPr/>
            </a:pPr>
            <a:r>
              <a:rPr kumimoji="0" lang="zh-CN" altLang="en-US" sz="1800" b="1" i="0" u="none" strike="noStrike" kern="1200" cap="none" spc="182" normalizeH="0" baseline="0" noProof="0">
                <a:ln w="3175">
                  <a:noFill/>
                  <a:prstDash val="dash"/>
                </a:ln>
                <a:solidFill>
                  <a:srgbClr val="333333">
                    <a:lumMod val="75000"/>
                    <a:lumOff val="25000"/>
                  </a:srgbClr>
                </a:solidFill>
                <a:effectLst/>
                <a:uLnTx/>
                <a:uFillTx/>
                <a:latin typeface="微软雅黑" panose="020B0503020204020204" charset="-122"/>
                <a:ea typeface="微软雅黑" panose="020B0503020204020204" charset="-122"/>
                <a:cs typeface="微软雅黑" panose="020B0503020204020204" charset="-122"/>
                <a:sym typeface="+mn-ea"/>
              </a:rPr>
              <a:t>线性回归（</a:t>
            </a:r>
            <a:r>
              <a:rPr kumimoji="0" lang="en-US" altLang="zh-CN" sz="1800" b="1" i="0" u="none" strike="noStrike" kern="1200" cap="none" spc="182" normalizeH="0" baseline="0" noProof="0">
                <a:ln w="3175">
                  <a:noFill/>
                  <a:prstDash val="dash"/>
                </a:ln>
                <a:solidFill>
                  <a:srgbClr val="333333">
                    <a:lumMod val="75000"/>
                    <a:lumOff val="25000"/>
                  </a:srgbClr>
                </a:solidFill>
                <a:effectLst/>
                <a:uLnTx/>
                <a:uFillTx/>
                <a:latin typeface="微软雅黑" panose="020B0503020204020204" charset="-122"/>
                <a:ea typeface="微软雅黑" panose="020B0503020204020204" charset="-122"/>
                <a:cs typeface="微软雅黑" panose="020B0503020204020204" charset="-122"/>
                <a:sym typeface="+mn-ea"/>
              </a:rPr>
              <a:t>Linear Regression</a:t>
            </a:r>
            <a:r>
              <a:rPr kumimoji="0" lang="zh-CN" altLang="en-US" sz="1800" b="1" i="0" u="none" strike="noStrike" kern="1200" cap="none" spc="182" normalizeH="0" baseline="0" noProof="0">
                <a:ln w="3175">
                  <a:noFill/>
                  <a:prstDash val="dash"/>
                </a:ln>
                <a:solidFill>
                  <a:srgbClr val="333333">
                    <a:lumMod val="75000"/>
                    <a:lumOff val="25000"/>
                  </a:srgbClr>
                </a:solidFill>
                <a:effectLst/>
                <a:uLnTx/>
                <a:uFillTx/>
                <a:latin typeface="微软雅黑" panose="020B0503020204020204" charset="-122"/>
                <a:ea typeface="微软雅黑" panose="020B0503020204020204" charset="-122"/>
                <a:cs typeface="微软雅黑" panose="020B0503020204020204" charset="-122"/>
                <a:sym typeface="+mn-ea"/>
              </a:rPr>
              <a:t>）</a:t>
            </a:r>
            <a:r>
              <a:rPr kumimoji="0" lang="zh-CN" altLang="en-US" sz="1800" b="0" i="0" u="none" strike="noStrike" kern="1200" cap="none" spc="182" normalizeH="0" baseline="0" noProof="0">
                <a:ln w="3175">
                  <a:noFill/>
                  <a:prstDash val="dash"/>
                </a:ln>
                <a:solidFill>
                  <a:srgbClr val="333333">
                    <a:lumMod val="75000"/>
                    <a:lumOff val="25000"/>
                  </a:srgbClr>
                </a:solidFill>
                <a:effectLst/>
                <a:uLnTx/>
                <a:uFillTx/>
                <a:latin typeface="微软雅黑" panose="020B0503020204020204" charset="-122"/>
                <a:ea typeface="微软雅黑" panose="020B0503020204020204" charset="-122"/>
                <a:cs typeface="微软雅黑" panose="020B0503020204020204" charset="-122"/>
                <a:sym typeface="+mn-ea"/>
              </a:rPr>
              <a:t>是一种通过线性组合输入特征（自变量）来建模连续型目标变量（因变量）关系的参数化统计方法。它的核心思想是：找到一条最佳拟合直线，来描述输入特征（</a:t>
            </a:r>
            <a:r>
              <a:rPr kumimoji="0" lang="en-US" altLang="zh-CN" sz="1800" b="0" i="0" u="none" strike="noStrike" kern="1200" cap="none" spc="182" normalizeH="0" baseline="0" noProof="0">
                <a:ln w="3175">
                  <a:noFill/>
                  <a:prstDash val="dash"/>
                </a:ln>
                <a:solidFill>
                  <a:srgbClr val="333333">
                    <a:lumMod val="75000"/>
                    <a:lumOff val="25000"/>
                  </a:srgbClr>
                </a:solidFill>
                <a:effectLst/>
                <a:uLnTx/>
                <a:uFillTx/>
                <a:latin typeface="微软雅黑" panose="020B0503020204020204" charset="-122"/>
                <a:ea typeface="微软雅黑" panose="020B0503020204020204" charset="-122"/>
                <a:cs typeface="微软雅黑" panose="020B0503020204020204" charset="-122"/>
                <a:sym typeface="+mn-ea"/>
              </a:rPr>
              <a:t>X</a:t>
            </a:r>
            <a:r>
              <a:rPr kumimoji="0" lang="zh-CN" altLang="en-US" sz="1800" b="0" i="0" u="none" strike="noStrike" kern="1200" cap="none" spc="182" normalizeH="0" baseline="0" noProof="0">
                <a:ln w="3175">
                  <a:noFill/>
                  <a:prstDash val="dash"/>
                </a:ln>
                <a:solidFill>
                  <a:srgbClr val="333333">
                    <a:lumMod val="75000"/>
                    <a:lumOff val="25000"/>
                  </a:srgbClr>
                </a:solidFill>
                <a:effectLst/>
                <a:uLnTx/>
                <a:uFillTx/>
                <a:latin typeface="微软雅黑" panose="020B0503020204020204" charset="-122"/>
                <a:ea typeface="微软雅黑" panose="020B0503020204020204" charset="-122"/>
                <a:cs typeface="微软雅黑" panose="020B0503020204020204" charset="-122"/>
                <a:sym typeface="+mn-ea"/>
              </a:rPr>
              <a:t>）和输出结果（</a:t>
            </a:r>
            <a:r>
              <a:rPr kumimoji="0" lang="en-US" altLang="zh-CN" sz="1800" b="0" i="0" u="none" strike="noStrike" kern="1200" cap="none" spc="182" normalizeH="0" baseline="0" noProof="0">
                <a:ln w="3175">
                  <a:noFill/>
                  <a:prstDash val="dash"/>
                </a:ln>
                <a:solidFill>
                  <a:srgbClr val="333333">
                    <a:lumMod val="75000"/>
                    <a:lumOff val="25000"/>
                  </a:srgbClr>
                </a:solidFill>
                <a:effectLst/>
                <a:uLnTx/>
                <a:uFillTx/>
                <a:latin typeface="微软雅黑" panose="020B0503020204020204" charset="-122"/>
                <a:ea typeface="微软雅黑" panose="020B0503020204020204" charset="-122"/>
                <a:cs typeface="微软雅黑" panose="020B0503020204020204" charset="-122"/>
                <a:sym typeface="+mn-ea"/>
              </a:rPr>
              <a:t>y</a:t>
            </a:r>
            <a:r>
              <a:rPr kumimoji="0" lang="zh-CN" altLang="en-US" sz="1800" b="0" i="0" u="none" strike="noStrike" kern="1200" cap="none" spc="182" normalizeH="0" baseline="0" noProof="0">
                <a:ln w="3175">
                  <a:noFill/>
                  <a:prstDash val="dash"/>
                </a:ln>
                <a:solidFill>
                  <a:srgbClr val="333333">
                    <a:lumMod val="75000"/>
                    <a:lumOff val="25000"/>
                  </a:srgbClr>
                </a:solidFill>
                <a:effectLst/>
                <a:uLnTx/>
                <a:uFillTx/>
                <a:latin typeface="微软雅黑" panose="020B0503020204020204" charset="-122"/>
                <a:ea typeface="微软雅黑" panose="020B0503020204020204" charset="-122"/>
                <a:cs typeface="微软雅黑" panose="020B0503020204020204" charset="-122"/>
                <a:sym typeface="+mn-ea"/>
              </a:rPr>
              <a:t>）之间的线性关系，用输入特征（</a:t>
            </a:r>
            <a:r>
              <a:rPr kumimoji="0" lang="en-US" altLang="zh-CN" sz="1800" b="0" i="0" u="none" strike="noStrike" kern="1200" cap="none" spc="182" normalizeH="0" baseline="0" noProof="0">
                <a:ln w="3175">
                  <a:noFill/>
                  <a:prstDash val="dash"/>
                </a:ln>
                <a:solidFill>
                  <a:srgbClr val="333333">
                    <a:lumMod val="75000"/>
                    <a:lumOff val="25000"/>
                  </a:srgbClr>
                </a:solidFill>
                <a:effectLst/>
                <a:uLnTx/>
                <a:uFillTx/>
                <a:latin typeface="微软雅黑" panose="020B0503020204020204" charset="-122"/>
                <a:ea typeface="微软雅黑" panose="020B0503020204020204" charset="-122"/>
                <a:cs typeface="微软雅黑" panose="020B0503020204020204" charset="-122"/>
                <a:sym typeface="+mn-ea"/>
              </a:rPr>
              <a:t>X</a:t>
            </a:r>
            <a:r>
              <a:rPr kumimoji="0" lang="zh-CN" altLang="en-US" sz="1800" b="0" i="0" u="none" strike="noStrike" kern="1200" cap="none" spc="182" normalizeH="0" baseline="0" noProof="0">
                <a:ln w="3175">
                  <a:noFill/>
                  <a:prstDash val="dash"/>
                </a:ln>
                <a:solidFill>
                  <a:srgbClr val="333333">
                    <a:lumMod val="75000"/>
                    <a:lumOff val="25000"/>
                  </a:srgbClr>
                </a:solidFill>
                <a:effectLst/>
                <a:uLnTx/>
                <a:uFillTx/>
                <a:latin typeface="微软雅黑" panose="020B0503020204020204" charset="-122"/>
                <a:ea typeface="微软雅黑" panose="020B0503020204020204" charset="-122"/>
                <a:cs typeface="微软雅黑" panose="020B0503020204020204" charset="-122"/>
                <a:sym typeface="+mn-ea"/>
              </a:rPr>
              <a:t>）预测连续型输出（</a:t>
            </a:r>
            <a:r>
              <a:rPr kumimoji="0" lang="en-US" altLang="zh-CN" sz="1800" b="0" i="0" u="none" strike="noStrike" kern="1200" cap="none" spc="182" normalizeH="0" baseline="0" noProof="0">
                <a:ln w="3175">
                  <a:noFill/>
                  <a:prstDash val="dash"/>
                </a:ln>
                <a:solidFill>
                  <a:srgbClr val="333333">
                    <a:lumMod val="75000"/>
                    <a:lumOff val="25000"/>
                  </a:srgbClr>
                </a:solidFill>
                <a:effectLst/>
                <a:uLnTx/>
                <a:uFillTx/>
                <a:latin typeface="微软雅黑" panose="020B0503020204020204" charset="-122"/>
                <a:ea typeface="微软雅黑" panose="020B0503020204020204" charset="-122"/>
                <a:cs typeface="微软雅黑" panose="020B0503020204020204" charset="-122"/>
                <a:sym typeface="+mn-ea"/>
              </a:rPr>
              <a:t>y</a:t>
            </a:r>
            <a:r>
              <a:rPr kumimoji="0" lang="zh-CN" altLang="en-US" sz="1800" b="0" i="0" u="none" strike="noStrike" kern="1200" cap="none" spc="182" normalizeH="0" baseline="0" noProof="0">
                <a:ln w="3175">
                  <a:noFill/>
                  <a:prstDash val="dash"/>
                </a:ln>
                <a:solidFill>
                  <a:srgbClr val="333333">
                    <a:lumMod val="75000"/>
                    <a:lumOff val="25000"/>
                  </a:srgbClr>
                </a:solidFill>
                <a:effectLst/>
                <a:uLnTx/>
                <a:uFillTx/>
                <a:latin typeface="微软雅黑" panose="020B0503020204020204" charset="-122"/>
                <a:ea typeface="微软雅黑" panose="020B0503020204020204" charset="-122"/>
                <a:cs typeface="微软雅黑" panose="020B0503020204020204" charset="-122"/>
                <a:sym typeface="+mn-ea"/>
              </a:rPr>
              <a:t>）。</a:t>
            </a:r>
          </a:p>
        </p:txBody>
      </p:sp>
      <p:pic>
        <p:nvPicPr>
          <p:cNvPr id="6" name="图片 5"/>
          <p:cNvPicPr>
            <a:picLocks noChangeAspect="1"/>
          </p:cNvPicPr>
          <p:nvPr>
            <p:custDataLst>
              <p:tags r:id="rId5"/>
            </p:custDataLst>
          </p:nvPr>
        </p:nvPicPr>
        <p:blipFill>
          <a:blip r:embed="rId14"/>
          <a:stretch>
            <a:fillRect/>
          </a:stretch>
        </p:blipFill>
        <p:spPr>
          <a:xfrm>
            <a:off x="6560185" y="2124075"/>
            <a:ext cx="4783561" cy="3600000"/>
          </a:xfrm>
          <a:prstGeom prst="rect">
            <a:avLst/>
          </a:prstGeom>
          <a:noFill/>
          <a:ln>
            <a:noFill/>
          </a:ln>
        </p:spPr>
      </p:pic>
      <p:sp>
        <p:nvSpPr>
          <p:cNvPr id="42" name="文本框 41"/>
          <p:cNvSpPr txBox="1"/>
          <p:nvPr/>
        </p:nvSpPr>
        <p:spPr>
          <a:xfrm>
            <a:off x="7684135" y="5723890"/>
            <a:ext cx="2535555" cy="368300"/>
          </a:xfrm>
          <a:prstGeom prst="rect">
            <a:avLst/>
          </a:prstGeom>
        </p:spPr>
        <p:txBody>
          <a:bodyPr wrap="square">
            <a:spAutoFit/>
          </a:bodyPr>
          <a:lstStyle/>
          <a:p>
            <a:pPr marL="0" marR="0" lvl="0" indent="0" algn="just" defTabSz="266700" rtl="0" eaLnBrk="1" fontAlgn="auto" latinLnBrk="0" hangingPunct="1">
              <a:lnSpc>
                <a:spcPct val="100000"/>
              </a:lnSpc>
              <a:spcBef>
                <a:spcPct val="0"/>
              </a:spcBef>
              <a:spcAft>
                <a:spcPct val="0"/>
              </a:spcAft>
              <a:buClrTx/>
              <a:buSzTx/>
              <a:buFontTx/>
              <a:buNone/>
              <a:tabLst/>
              <a:defRPr/>
            </a:pPr>
            <a:r>
              <a:rPr kumimoji="0" lang="zh-CN" altLang="en-US" sz="1800" b="0" i="0" u="none" strike="noStrike" kern="1200" cap="none" spc="0" normalizeH="0" baseline="0" noProof="0">
                <a:ln>
                  <a:noFill/>
                </a:ln>
                <a:solidFill>
                  <a:srgbClr val="333333"/>
                </a:solidFill>
                <a:effectLst/>
                <a:uLnTx/>
                <a:uFillTx/>
                <a:latin typeface="微软雅黑" panose="020B0503020204020204" charset="-122"/>
                <a:ea typeface="微软雅黑" panose="020B0503020204020204" charset="-122"/>
                <a:cs typeface="微软雅黑" panose="020B0503020204020204" charset="-122"/>
              </a:rPr>
              <a:t>图</a:t>
            </a:r>
            <a:r>
              <a:rPr kumimoji="0" lang="en-US" altLang="zh-CN" sz="1800" b="0" i="0" u="none" strike="noStrike" kern="1200" cap="none" spc="0" normalizeH="0" baseline="0" noProof="0">
                <a:ln>
                  <a:noFill/>
                </a:ln>
                <a:solidFill>
                  <a:srgbClr val="333333"/>
                </a:solidFill>
                <a:effectLst/>
                <a:uLnTx/>
                <a:uFillTx/>
                <a:latin typeface="微软雅黑" panose="020B0503020204020204" charset="-122"/>
                <a:ea typeface="微软雅黑" panose="020B0503020204020204" charset="-122"/>
                <a:cs typeface="微软雅黑" panose="020B0503020204020204" charset="-122"/>
              </a:rPr>
              <a:t>2- 2</a:t>
            </a:r>
            <a:r>
              <a:rPr kumimoji="0" lang="zh-CN" altLang="en-US" sz="1800" b="0" i="0" u="none" strike="noStrike" kern="1200" cap="none" spc="0" normalizeH="0" baseline="0" noProof="0">
                <a:ln>
                  <a:noFill/>
                </a:ln>
                <a:solidFill>
                  <a:srgbClr val="333333"/>
                </a:solidFill>
                <a:effectLst/>
                <a:uLnTx/>
                <a:uFillTx/>
                <a:latin typeface="微软雅黑" panose="020B0503020204020204" charset="-122"/>
                <a:ea typeface="微软雅黑" panose="020B0503020204020204" charset="-122"/>
                <a:cs typeface="微软雅黑" panose="020B0503020204020204" charset="-122"/>
              </a:rPr>
              <a:t>线性回归示意图</a:t>
            </a:r>
          </a:p>
        </p:txBody>
      </p:sp>
    </p:spTree>
    <p:custDataLst>
      <p:tags r:id="rId1"/>
    </p:custDataLst>
    <p:extLst>
      <p:ext uri="{BB962C8B-B14F-4D97-AF65-F5344CB8AC3E}">
        <p14:creationId xmlns:p14="http://schemas.microsoft.com/office/powerpoint/2010/main" val="148155238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标题 16"/>
          <p:cNvSpPr>
            <a:spLocks noGrp="1"/>
          </p:cNvSpPr>
          <p:nvPr>
            <p:ph type="title"/>
            <p:custDataLst>
              <p:tags r:id="rId3"/>
            </p:custDataLst>
          </p:nvPr>
        </p:nvSpPr>
        <p:spPr/>
        <p:txBody>
          <a:bodyPr>
            <a:normAutofit fontScale="90000"/>
          </a:bodyPr>
          <a:lstStyle/>
          <a:p>
            <a:pPr lvl="0"/>
            <a:r>
              <a:rPr lang="en-US" altLang="zh-CN" dirty="0"/>
              <a:t>2.2.1 </a:t>
            </a:r>
            <a:r>
              <a:rPr lang="zh-CN" altLang="en-US" dirty="0"/>
              <a:t>线性回归</a:t>
            </a:r>
          </a:p>
        </p:txBody>
      </p:sp>
      <p:sp>
        <p:nvSpPr>
          <p:cNvPr id="31" name="圆角矩形 30"/>
          <p:cNvSpPr/>
          <p:nvPr>
            <p:custDataLst>
              <p:tags r:id="rId4"/>
            </p:custDataLst>
          </p:nvPr>
        </p:nvSpPr>
        <p:spPr>
          <a:xfrm>
            <a:off x="542957" y="1521817"/>
            <a:ext cx="6720052" cy="4374125"/>
          </a:xfrm>
          <a:prstGeom prst="roundRect">
            <a:avLst>
              <a:gd name="adj" fmla="val 11525"/>
            </a:avLst>
          </a:prstGeom>
          <a:gradFill>
            <a:gsLst>
              <a:gs pos="0">
                <a:schemeClr val="accent1">
                  <a:lumMod val="20000"/>
                  <a:lumOff val="80000"/>
                  <a:alpha val="0"/>
                </a:schemeClr>
              </a:gs>
              <a:gs pos="100000">
                <a:schemeClr val="accent1">
                  <a:lumMod val="20000"/>
                  <a:lumOff val="80000"/>
                  <a:alpha val="44000"/>
                </a:schemeClr>
              </a:gs>
            </a:gsLst>
            <a:lin ang="108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lvl="0" algn="ctr">
              <a:buClrTx/>
              <a:buSzTx/>
              <a:buFontTx/>
            </a:pPr>
            <a:endParaRPr lang="zh-CN" altLang="en-US" sz="1600">
              <a:sym typeface="+mn-ea"/>
            </a:endParaRPr>
          </a:p>
        </p:txBody>
      </p:sp>
      <p:sp>
        <p:nvSpPr>
          <p:cNvPr id="36" name="圆角矩形 35"/>
          <p:cNvSpPr/>
          <p:nvPr>
            <p:custDataLst>
              <p:tags r:id="rId5"/>
            </p:custDataLst>
          </p:nvPr>
        </p:nvSpPr>
        <p:spPr>
          <a:xfrm>
            <a:off x="101671" y="3132725"/>
            <a:ext cx="2088187" cy="720065"/>
          </a:xfrm>
          <a:prstGeom prst="roundRect">
            <a:avLst>
              <a:gd name="adj" fmla="val 14111"/>
            </a:avLst>
          </a:prstGeom>
          <a:solidFill>
            <a:schemeClr val="accent1"/>
          </a:solidFill>
          <a:ln>
            <a:solidFill>
              <a:schemeClr val="accent1">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spcBef>
                <a:spcPct val="0"/>
              </a:spcBef>
              <a:spcAft>
                <a:spcPct val="0"/>
              </a:spcAft>
            </a:pPr>
            <a:r>
              <a:rPr lang="zh-CN" altLang="en-US" sz="2000" b="1" dirty="0">
                <a:solidFill>
                  <a:schemeClr val="lt1">
                    <a:lumMod val="100000"/>
                  </a:schemeClr>
                </a:solidFill>
                <a:latin typeface="+mn-ea"/>
                <a:cs typeface="+mn-ea"/>
                <a:sym typeface="+mn-ea"/>
              </a:rPr>
              <a:t>线性回归</a:t>
            </a:r>
            <a:endParaRPr lang="en-US" altLang="zh-CN" sz="2000" b="1" dirty="0">
              <a:solidFill>
                <a:schemeClr val="lt1">
                  <a:lumMod val="100000"/>
                </a:schemeClr>
              </a:solidFill>
              <a:latin typeface="+mn-ea"/>
              <a:cs typeface="+mn-ea"/>
              <a:sym typeface="+mn-ea"/>
            </a:endParaRPr>
          </a:p>
          <a:p>
            <a:pPr algn="ctr">
              <a:spcBef>
                <a:spcPct val="0"/>
              </a:spcBef>
              <a:spcAft>
                <a:spcPct val="0"/>
              </a:spcAft>
            </a:pPr>
            <a:r>
              <a:rPr lang="zh-CN" altLang="en-US" sz="2000" b="1" dirty="0">
                <a:solidFill>
                  <a:schemeClr val="lt1">
                    <a:lumMod val="100000"/>
                  </a:schemeClr>
                </a:solidFill>
                <a:latin typeface="+mn-ea"/>
                <a:cs typeface="+mn-ea"/>
                <a:sym typeface="+mn-ea"/>
              </a:rPr>
              <a:t>基本概念</a:t>
            </a:r>
          </a:p>
        </p:txBody>
      </p:sp>
      <p:sp>
        <p:nvSpPr>
          <p:cNvPr id="5" name="矩形 4"/>
          <p:cNvSpPr/>
          <p:nvPr>
            <p:custDataLst>
              <p:tags r:id="rId6"/>
            </p:custDataLst>
          </p:nvPr>
        </p:nvSpPr>
        <p:spPr>
          <a:xfrm>
            <a:off x="2358466" y="1500237"/>
            <a:ext cx="4519699" cy="827648"/>
          </a:xfrm>
          <a:prstGeom prst="rect">
            <a:avLst/>
          </a:prstGeom>
          <a:noFill/>
        </p:spPr>
        <p:txBody>
          <a:bodyPr wrap="square" lIns="0" tIns="0" rIns="0" bIns="0" rtlCol="0" anchor="ctr" anchorCtr="0">
            <a:noAutofit/>
          </a:bodyPr>
          <a:lstStyle/>
          <a:p>
            <a:pPr algn="just" fontAlgn="b">
              <a:lnSpc>
                <a:spcPct val="150000"/>
              </a:lnSpc>
              <a:spcBef>
                <a:spcPct val="0"/>
              </a:spcBef>
              <a:spcAft>
                <a:spcPct val="0"/>
              </a:spcAft>
            </a:pPr>
            <a:r>
              <a:rPr lang="zh-CN" altLang="en-US" sz="2000" dirty="0">
                <a:solidFill>
                  <a:schemeClr val="tx1">
                    <a:lumMod val="85000"/>
                    <a:lumOff val="15000"/>
                  </a:schemeClr>
                </a:solidFill>
                <a:latin typeface="+mn-ea"/>
                <a:cs typeface="+mn-ea"/>
              </a:rPr>
              <a:t>当输入为一维数据时，线性回归模型如下式所示：</a:t>
            </a:r>
          </a:p>
        </p:txBody>
      </p:sp>
      <p:pic>
        <p:nvPicPr>
          <p:cNvPr id="2" name="Picture 2" descr="https://ss0.bdstatic.com/70cFuHSh_Q1YnxGkpoWK1HF6hhy/it/u=2884308426,2138558144&amp;fm=26&amp;gp=0.jpg"/>
          <p:cNvPicPr>
            <a:picLocks noChangeAspect="1" noChangeArrowheads="1"/>
          </p:cNvPicPr>
          <p:nvPr/>
        </p:nvPicPr>
        <p:blipFill rotWithShape="1">
          <a:blip r:embed="rId9">
            <a:extLst>
              <a:ext uri="{28A0092B-C50C-407E-A947-70E740481C1C}">
                <a14:useLocalDpi xmlns:a14="http://schemas.microsoft.com/office/drawing/2010/main" val="0"/>
              </a:ext>
            </a:extLst>
          </a:blip>
          <a:srcRect l="5433" t="1618" r="6880" b="373"/>
          <a:stretch>
            <a:fillRect/>
          </a:stretch>
        </p:blipFill>
        <p:spPr bwMode="auto">
          <a:xfrm>
            <a:off x="7263009" y="1450959"/>
            <a:ext cx="4918612" cy="4123263"/>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7" name="对象 6">
            <a:extLst>
              <a:ext uri="{FF2B5EF4-FFF2-40B4-BE49-F238E27FC236}">
                <a16:creationId xmlns:a16="http://schemas.microsoft.com/office/drawing/2014/main" id="{9110F4CB-E1A2-4F4B-A533-B33D4C05C152}"/>
              </a:ext>
            </a:extLst>
          </p:cNvPr>
          <p:cNvGraphicFramePr>
            <a:graphicFrameLocks noChangeAspect="1"/>
          </p:cNvGraphicFramePr>
          <p:nvPr>
            <p:extLst>
              <p:ext uri="{D42A27DB-BD31-4B8C-83A1-F6EECF244321}">
                <p14:modId xmlns:p14="http://schemas.microsoft.com/office/powerpoint/2010/main" val="1083693655"/>
              </p:ext>
            </p:extLst>
          </p:nvPr>
        </p:nvGraphicFramePr>
        <p:xfrm>
          <a:off x="3525420" y="2262546"/>
          <a:ext cx="1920876" cy="556477"/>
        </p:xfrm>
        <a:graphic>
          <a:graphicData uri="http://schemas.openxmlformats.org/presentationml/2006/ole">
            <mc:AlternateContent xmlns:mc="http://schemas.openxmlformats.org/markup-compatibility/2006">
              <mc:Choice xmlns:v="urn:schemas-microsoft-com:vml" Requires="v">
                <p:oleObj spid="_x0000_s1053" name="Equation" r:id="rId10" imgW="787320" imgH="228600" progId="">
                  <p:embed/>
                </p:oleObj>
              </mc:Choice>
              <mc:Fallback>
                <p:oleObj name="Equation" r:id="rId10" imgW="787320" imgH="228600" progId="">
                  <p:embed/>
                  <p:pic>
                    <p:nvPicPr>
                      <p:cNvPr id="0" name="Picture 2"/>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525420" y="2262546"/>
                        <a:ext cx="1920876" cy="55647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mc:AlternateContent xmlns:mc="http://schemas.openxmlformats.org/markup-compatibility/2006" xmlns:a14="http://schemas.microsoft.com/office/drawing/2010/main">
        <mc:Choice Requires="a14">
          <p:sp>
            <p:nvSpPr>
              <p:cNvPr id="13" name="文本框 12">
                <a:extLst>
                  <a:ext uri="{FF2B5EF4-FFF2-40B4-BE49-F238E27FC236}">
                    <a16:creationId xmlns:a16="http://schemas.microsoft.com/office/drawing/2014/main" id="{BE40BD12-0CBB-45B6-A22D-BCDC47128646}"/>
                  </a:ext>
                </a:extLst>
              </p:cNvPr>
              <p:cNvSpPr txBox="1"/>
              <p:nvPr/>
            </p:nvSpPr>
            <p:spPr>
              <a:xfrm>
                <a:off x="2289898" y="2888632"/>
                <a:ext cx="4900753" cy="2215991"/>
              </a:xfrm>
              <a:prstGeom prst="rect">
                <a:avLst/>
              </a:prstGeom>
              <a:noFill/>
            </p:spPr>
            <p:txBody>
              <a:bodyPr wrap="square">
                <a:spAutoFit/>
              </a:bodyPr>
              <a:lstStyle/>
              <a:p>
                <a:pPr algn="just"/>
                <a:r>
                  <a:rPr lang="zh-CN" altLang="en-US" sz="2000" b="0" i="0" dirty="0">
                    <a:effectLst/>
                    <a:latin typeface="-apple-system"/>
                  </a:rPr>
                  <a:t>显然，此时线性回归在平面上对应于一条直线，这也是“线性回归”名称的由来。</a:t>
                </a:r>
                <a:endParaRPr lang="en-US" altLang="zh-CN" sz="2000" dirty="0">
                  <a:latin typeface="-apple-system"/>
                </a:endParaRPr>
              </a:p>
              <a:p>
                <a:endParaRPr lang="en-US" altLang="zh-CN" sz="2000" b="0" i="0" dirty="0">
                  <a:effectLst/>
                  <a:latin typeface="-apple-system"/>
                </a:endParaRPr>
              </a:p>
              <a:p>
                <a:pPr algn="just"/>
                <a:r>
                  <a:rPr lang="zh-CN" altLang="en-US" sz="2000" b="0" i="0" dirty="0">
                    <a:effectLst/>
                    <a:latin typeface="+mn-ea"/>
                  </a:rPr>
                  <a:t>更为一般的情况是，线性回归模型可以扩展到多输入（</a:t>
                </a:r>
                <a14:m>
                  <m:oMath xmlns:m="http://schemas.openxmlformats.org/officeDocument/2006/math">
                    <m:r>
                      <a:rPr lang="zh-CN" altLang="en-US" sz="2000" i="1" smtClean="0">
                        <a:latin typeface="Cambria Math" panose="02040503050406030204" pitchFamily="18" charset="0"/>
                      </a:rPr>
                      <m:t>𝑚</m:t>
                    </m:r>
                  </m:oMath>
                </a14:m>
                <a:r>
                  <a:rPr lang="zh-CN" altLang="en-US" sz="2000" b="0" i="0" dirty="0">
                    <a:effectLst/>
                    <a:latin typeface="+mn-ea"/>
                  </a:rPr>
                  <a:t>个输入）的情况，此时模型可以表示为</a:t>
                </a:r>
                <a:r>
                  <a:rPr lang="zh-CN" altLang="en-US" sz="2000" b="0" i="0" dirty="0">
                    <a:effectLst/>
                    <a:latin typeface="-apple-system"/>
                  </a:rPr>
                  <a:t>：</a:t>
                </a:r>
                <a:endParaRPr lang="en-US" altLang="zh-CN" sz="2000" b="0" i="0" dirty="0">
                  <a:effectLst/>
                  <a:latin typeface="-apple-system"/>
                </a:endParaRPr>
              </a:p>
              <a:p>
                <a:endParaRPr lang="zh-CN" altLang="en-US" dirty="0"/>
              </a:p>
            </p:txBody>
          </p:sp>
        </mc:Choice>
        <mc:Fallback xmlns="">
          <p:sp>
            <p:nvSpPr>
              <p:cNvPr id="13" name="文本框 12">
                <a:extLst>
                  <a:ext uri="{FF2B5EF4-FFF2-40B4-BE49-F238E27FC236}">
                    <a16:creationId xmlns:a16="http://schemas.microsoft.com/office/drawing/2014/main" xmlns="" id="{BE40BD12-0CBB-45B6-A22D-BCDC47128646}"/>
                  </a:ext>
                </a:extLst>
              </p:cNvPr>
              <p:cNvSpPr txBox="1">
                <a:spLocks noRot="1" noChangeAspect="1" noMove="1" noResize="1" noEditPoints="1" noAdjustHandles="1" noChangeArrowheads="1" noChangeShapeType="1" noTextEdit="1"/>
              </p:cNvSpPr>
              <p:nvPr/>
            </p:nvSpPr>
            <p:spPr>
              <a:xfrm>
                <a:off x="2289898" y="2888632"/>
                <a:ext cx="4900753" cy="2215991"/>
              </a:xfrm>
              <a:prstGeom prst="rect">
                <a:avLst/>
              </a:prstGeom>
              <a:blipFill>
                <a:blip r:embed="rId12"/>
                <a:stretch>
                  <a:fillRect l="-1368" t="-1653" r="-1244"/>
                </a:stretch>
              </a:blipFill>
            </p:spPr>
            <p:txBody>
              <a:bodyPr/>
              <a:lstStyle/>
              <a:p>
                <a:r>
                  <a:rPr lang="zh-CN" altLang="en-US">
                    <a:noFill/>
                  </a:rPr>
                  <a:t> </a:t>
                </a:r>
              </a:p>
            </p:txBody>
          </p:sp>
        </mc:Fallback>
      </mc:AlternateContent>
      <p:graphicFrame>
        <p:nvGraphicFramePr>
          <p:cNvPr id="9" name="对象 8">
            <a:extLst>
              <a:ext uri="{FF2B5EF4-FFF2-40B4-BE49-F238E27FC236}">
                <a16:creationId xmlns:a16="http://schemas.microsoft.com/office/drawing/2014/main" id="{172DD447-1802-404B-9C9B-ACE8105EBF7F}"/>
              </a:ext>
            </a:extLst>
          </p:cNvPr>
          <p:cNvGraphicFramePr>
            <a:graphicFrameLocks noChangeAspect="1"/>
          </p:cNvGraphicFramePr>
          <p:nvPr>
            <p:extLst>
              <p:ext uri="{D42A27DB-BD31-4B8C-83A1-F6EECF244321}">
                <p14:modId xmlns:p14="http://schemas.microsoft.com/office/powerpoint/2010/main" val="383443088"/>
              </p:ext>
            </p:extLst>
          </p:nvPr>
        </p:nvGraphicFramePr>
        <p:xfrm>
          <a:off x="2543175" y="4846638"/>
          <a:ext cx="4689475" cy="544512"/>
        </p:xfrm>
        <a:graphic>
          <a:graphicData uri="http://schemas.openxmlformats.org/presentationml/2006/ole">
            <mc:AlternateContent xmlns:mc="http://schemas.openxmlformats.org/markup-compatibility/2006">
              <mc:Choice xmlns:v="urn:schemas-microsoft-com:vml" Requires="v">
                <p:oleObj spid="_x0000_s1054" name="Equation" r:id="rId13" imgW="1968480" imgH="228600" progId="">
                  <p:embed/>
                </p:oleObj>
              </mc:Choice>
              <mc:Fallback>
                <p:oleObj name="Equation" r:id="rId13" imgW="1968480" imgH="228600" progId="">
                  <p:embed/>
                  <p:pic>
                    <p:nvPicPr>
                      <p:cNvPr id="0" name="Picture 3"/>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543175" y="4846638"/>
                        <a:ext cx="4689475" cy="5445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 name="对象 9">
            <a:extLst>
              <a:ext uri="{FF2B5EF4-FFF2-40B4-BE49-F238E27FC236}">
                <a16:creationId xmlns:a16="http://schemas.microsoft.com/office/drawing/2014/main" id="{744263E8-F850-4453-8101-A39F62343D43}"/>
              </a:ext>
            </a:extLst>
          </p:cNvPr>
          <p:cNvGraphicFramePr>
            <a:graphicFrameLocks noChangeAspect="1"/>
          </p:cNvGraphicFramePr>
          <p:nvPr>
            <p:extLst>
              <p:ext uri="{D42A27DB-BD31-4B8C-83A1-F6EECF244321}">
                <p14:modId xmlns:p14="http://schemas.microsoft.com/office/powerpoint/2010/main" val="3228394409"/>
              </p:ext>
            </p:extLst>
          </p:nvPr>
        </p:nvGraphicFramePr>
        <p:xfrm>
          <a:off x="6046788" y="3379788"/>
          <a:ext cx="96837" cy="96837"/>
        </p:xfrm>
        <a:graphic>
          <a:graphicData uri="http://schemas.openxmlformats.org/presentationml/2006/ole">
            <mc:AlternateContent xmlns:mc="http://schemas.openxmlformats.org/markup-compatibility/2006">
              <mc:Choice xmlns:v="urn:schemas-microsoft-com:vml" Requires="v">
                <p:oleObj spid="_x0000_s1055" name="Equation" r:id="rId15" imgW="114120" imgH="114120" progId="">
                  <p:embed/>
                </p:oleObj>
              </mc:Choice>
              <mc:Fallback>
                <p:oleObj name="Equation" r:id="rId15" imgW="114120" imgH="114120" progId="">
                  <p:embed/>
                  <p:pic>
                    <p:nvPicPr>
                      <p:cNvPr id="0" name="Picture 4"/>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6046788" y="3379788"/>
                        <a:ext cx="96837" cy="968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ustDataLst>
      <p:tags r:id="rId2"/>
    </p:custDataLst>
    <p:extLst>
      <p:ext uri="{BB962C8B-B14F-4D97-AF65-F5344CB8AC3E}">
        <p14:creationId xmlns:p14="http://schemas.microsoft.com/office/powerpoint/2010/main" val="3758598799"/>
      </p:ext>
    </p:extLst>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标题 16"/>
          <p:cNvSpPr>
            <a:spLocks noGrp="1"/>
          </p:cNvSpPr>
          <p:nvPr>
            <p:ph type="title"/>
            <p:custDataLst>
              <p:tags r:id="rId3"/>
            </p:custDataLst>
          </p:nvPr>
        </p:nvSpPr>
        <p:spPr/>
        <p:txBody>
          <a:bodyPr>
            <a:normAutofit fontScale="90000"/>
          </a:bodyPr>
          <a:lstStyle/>
          <a:p>
            <a:pPr lvl="0"/>
            <a:r>
              <a:rPr lang="en-US" altLang="zh-CN" dirty="0"/>
              <a:t>2.2.1 </a:t>
            </a:r>
            <a:r>
              <a:rPr lang="zh-CN" altLang="en-US" dirty="0"/>
              <a:t>线性回归</a:t>
            </a:r>
          </a:p>
        </p:txBody>
      </p:sp>
      <p:sp>
        <p:nvSpPr>
          <p:cNvPr id="31" name="圆角矩形 30"/>
          <p:cNvSpPr/>
          <p:nvPr>
            <p:custDataLst>
              <p:tags r:id="rId4"/>
            </p:custDataLst>
          </p:nvPr>
        </p:nvSpPr>
        <p:spPr>
          <a:xfrm>
            <a:off x="542957" y="1521817"/>
            <a:ext cx="6720052" cy="4374125"/>
          </a:xfrm>
          <a:prstGeom prst="roundRect">
            <a:avLst>
              <a:gd name="adj" fmla="val 11525"/>
            </a:avLst>
          </a:prstGeom>
          <a:gradFill>
            <a:gsLst>
              <a:gs pos="0">
                <a:schemeClr val="accent1">
                  <a:lumMod val="20000"/>
                  <a:lumOff val="80000"/>
                  <a:alpha val="0"/>
                </a:schemeClr>
              </a:gs>
              <a:gs pos="100000">
                <a:schemeClr val="accent1">
                  <a:lumMod val="20000"/>
                  <a:lumOff val="80000"/>
                  <a:alpha val="44000"/>
                </a:schemeClr>
              </a:gs>
            </a:gsLst>
            <a:lin ang="108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lvl="0" algn="ctr">
              <a:buClrTx/>
              <a:buSzTx/>
              <a:buFontTx/>
            </a:pPr>
            <a:endParaRPr lang="zh-CN" altLang="en-US" sz="1600" dirty="0">
              <a:solidFill>
                <a:schemeClr val="tx1"/>
              </a:solidFill>
              <a:sym typeface="+mn-ea"/>
            </a:endParaRPr>
          </a:p>
        </p:txBody>
      </p:sp>
      <p:sp>
        <p:nvSpPr>
          <p:cNvPr id="36" name="圆角矩形 35"/>
          <p:cNvSpPr/>
          <p:nvPr>
            <p:custDataLst>
              <p:tags r:id="rId5"/>
            </p:custDataLst>
          </p:nvPr>
        </p:nvSpPr>
        <p:spPr>
          <a:xfrm>
            <a:off x="101671" y="3132725"/>
            <a:ext cx="2088187" cy="720065"/>
          </a:xfrm>
          <a:prstGeom prst="roundRect">
            <a:avLst>
              <a:gd name="adj" fmla="val 14111"/>
            </a:avLst>
          </a:prstGeom>
          <a:solidFill>
            <a:schemeClr val="accent1"/>
          </a:solidFill>
          <a:ln>
            <a:solidFill>
              <a:schemeClr val="accent1">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spcBef>
                <a:spcPct val="0"/>
              </a:spcBef>
              <a:spcAft>
                <a:spcPct val="0"/>
              </a:spcAft>
            </a:pPr>
            <a:r>
              <a:rPr lang="zh-CN" altLang="en-US" sz="2000" b="1" dirty="0">
                <a:solidFill>
                  <a:schemeClr val="lt1">
                    <a:lumMod val="100000"/>
                  </a:schemeClr>
                </a:solidFill>
                <a:latin typeface="+mn-ea"/>
                <a:cs typeface="+mn-ea"/>
                <a:sym typeface="+mn-ea"/>
              </a:rPr>
              <a:t>线性回归</a:t>
            </a:r>
            <a:endParaRPr lang="en-US" altLang="zh-CN" sz="2000" b="1" dirty="0">
              <a:solidFill>
                <a:schemeClr val="lt1">
                  <a:lumMod val="100000"/>
                </a:schemeClr>
              </a:solidFill>
              <a:latin typeface="+mn-ea"/>
              <a:cs typeface="+mn-ea"/>
              <a:sym typeface="+mn-ea"/>
            </a:endParaRPr>
          </a:p>
          <a:p>
            <a:pPr algn="ctr">
              <a:spcBef>
                <a:spcPct val="0"/>
              </a:spcBef>
              <a:spcAft>
                <a:spcPct val="0"/>
              </a:spcAft>
            </a:pPr>
            <a:r>
              <a:rPr lang="zh-CN" altLang="en-US" sz="2000" b="1" dirty="0">
                <a:solidFill>
                  <a:schemeClr val="lt1">
                    <a:lumMod val="100000"/>
                  </a:schemeClr>
                </a:solidFill>
                <a:latin typeface="+mn-ea"/>
                <a:cs typeface="+mn-ea"/>
                <a:sym typeface="+mn-ea"/>
              </a:rPr>
              <a:t>基本概念</a:t>
            </a:r>
          </a:p>
        </p:txBody>
      </p:sp>
      <p:pic>
        <p:nvPicPr>
          <p:cNvPr id="2" name="Picture 2" descr="https://ss0.bdstatic.com/70cFuHSh_Q1YnxGkpoWK1HF6hhy/it/u=2884308426,2138558144&amp;fm=26&amp;gp=0.jpg"/>
          <p:cNvPicPr>
            <a:picLocks noChangeAspect="1" noChangeArrowheads="1"/>
          </p:cNvPicPr>
          <p:nvPr/>
        </p:nvPicPr>
        <p:blipFill rotWithShape="1">
          <a:blip r:embed="rId8">
            <a:extLst>
              <a:ext uri="{28A0092B-C50C-407E-A947-70E740481C1C}">
                <a14:useLocalDpi xmlns:a14="http://schemas.microsoft.com/office/drawing/2010/main" val="0"/>
              </a:ext>
            </a:extLst>
          </a:blip>
          <a:srcRect l="5433" t="1618" r="6880" b="373"/>
          <a:stretch>
            <a:fillRect/>
          </a:stretch>
        </p:blipFill>
        <p:spPr bwMode="auto">
          <a:xfrm>
            <a:off x="7263009" y="1450959"/>
            <a:ext cx="4918612" cy="4123263"/>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10" name="对象 9">
            <a:extLst>
              <a:ext uri="{FF2B5EF4-FFF2-40B4-BE49-F238E27FC236}">
                <a16:creationId xmlns:a16="http://schemas.microsoft.com/office/drawing/2014/main" id="{744263E8-F850-4453-8101-A39F62343D43}"/>
              </a:ext>
            </a:extLst>
          </p:cNvPr>
          <p:cNvGraphicFramePr>
            <a:graphicFrameLocks noChangeAspect="1"/>
          </p:cNvGraphicFramePr>
          <p:nvPr/>
        </p:nvGraphicFramePr>
        <p:xfrm>
          <a:off x="6046788" y="3379788"/>
          <a:ext cx="96837" cy="96837"/>
        </p:xfrm>
        <a:graphic>
          <a:graphicData uri="http://schemas.openxmlformats.org/presentationml/2006/ole">
            <mc:AlternateContent xmlns:mc="http://schemas.openxmlformats.org/markup-compatibility/2006">
              <mc:Choice xmlns:v="urn:schemas-microsoft-com:vml" Requires="v">
                <p:oleObj spid="_x0000_s2077" name="Equation" r:id="rId9" imgW="114120" imgH="114120" progId="">
                  <p:embed/>
                </p:oleObj>
              </mc:Choice>
              <mc:Fallback>
                <p:oleObj name="Equation" r:id="rId9" imgW="114120" imgH="114120" progId="">
                  <p:embed/>
                  <p:pic>
                    <p:nvPicPr>
                      <p:cNvPr id="0" name="Picture 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046788" y="3379788"/>
                        <a:ext cx="96837" cy="968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文本框 2">
            <a:extLst>
              <a:ext uri="{FF2B5EF4-FFF2-40B4-BE49-F238E27FC236}">
                <a16:creationId xmlns:a16="http://schemas.microsoft.com/office/drawing/2014/main" id="{7904901D-1D96-4306-B15E-F304621E7D07}"/>
              </a:ext>
            </a:extLst>
          </p:cNvPr>
          <p:cNvSpPr txBox="1"/>
          <p:nvPr/>
        </p:nvSpPr>
        <p:spPr>
          <a:xfrm>
            <a:off x="2189858" y="2125579"/>
            <a:ext cx="3906142" cy="1261884"/>
          </a:xfrm>
          <a:prstGeom prst="rect">
            <a:avLst/>
          </a:prstGeom>
          <a:noFill/>
        </p:spPr>
        <p:txBody>
          <a:bodyPr wrap="square" rtlCol="0">
            <a:spAutoFit/>
          </a:bodyPr>
          <a:lstStyle/>
          <a:p>
            <a:r>
              <a:rPr lang="zh-CN" altLang="en-US" sz="2000" b="0" i="0" dirty="0">
                <a:solidFill>
                  <a:schemeClr val="tx1"/>
                </a:solidFill>
                <a:effectLst/>
                <a:latin typeface="-apple-system"/>
              </a:rPr>
              <a:t>为了简化书写，上式通常可以表示成矩阵相乘的形式：</a:t>
            </a:r>
            <a:endParaRPr lang="en-US" altLang="zh-CN" sz="2000" b="0" i="0" dirty="0">
              <a:solidFill>
                <a:schemeClr val="tx1"/>
              </a:solidFill>
              <a:effectLst/>
              <a:latin typeface="-apple-system"/>
            </a:endParaRPr>
          </a:p>
          <a:p>
            <a:endParaRPr lang="zh-CN" altLang="en-US" sz="1800" dirty="0">
              <a:solidFill>
                <a:schemeClr val="tx1"/>
              </a:solidFill>
              <a:sym typeface="+mn-ea"/>
            </a:endParaRPr>
          </a:p>
          <a:p>
            <a:endParaRPr lang="zh-CN" altLang="en-US" dirty="0"/>
          </a:p>
        </p:txBody>
      </p:sp>
      <p:sp>
        <p:nvSpPr>
          <p:cNvPr id="6" name="Rectangle 7">
            <a:extLst>
              <a:ext uri="{FF2B5EF4-FFF2-40B4-BE49-F238E27FC236}">
                <a16:creationId xmlns:a16="http://schemas.microsoft.com/office/drawing/2014/main" id="{8BF09D0E-571D-4B00-B4BE-4C321DC1F05A}"/>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8" name="对象 7">
            <a:extLst>
              <a:ext uri="{FF2B5EF4-FFF2-40B4-BE49-F238E27FC236}">
                <a16:creationId xmlns:a16="http://schemas.microsoft.com/office/drawing/2014/main" id="{05A48E97-4D23-4E70-A67B-B089F16C55F7}"/>
              </a:ext>
            </a:extLst>
          </p:cNvPr>
          <p:cNvGraphicFramePr>
            <a:graphicFrameLocks noChangeAspect="1"/>
          </p:cNvGraphicFramePr>
          <p:nvPr>
            <p:extLst>
              <p:ext uri="{D42A27DB-BD31-4B8C-83A1-F6EECF244321}">
                <p14:modId xmlns:p14="http://schemas.microsoft.com/office/powerpoint/2010/main" val="585390331"/>
              </p:ext>
            </p:extLst>
          </p:nvPr>
        </p:nvGraphicFramePr>
        <p:xfrm>
          <a:off x="3125497" y="2826735"/>
          <a:ext cx="1880380" cy="553053"/>
        </p:xfrm>
        <a:graphic>
          <a:graphicData uri="http://schemas.openxmlformats.org/presentationml/2006/ole">
            <mc:AlternateContent xmlns:mc="http://schemas.openxmlformats.org/markup-compatibility/2006">
              <mc:Choice xmlns:v="urn:schemas-microsoft-com:vml" Requires="v">
                <p:oleObj spid="_x0000_s2078" name="Equation" r:id="rId11" imgW="812447" imgH="241195" progId="">
                  <p:embed/>
                </p:oleObj>
              </mc:Choice>
              <mc:Fallback>
                <p:oleObj name="Equation" r:id="rId11" imgW="812447" imgH="241195" progId="">
                  <p:embed/>
                  <p:pic>
                    <p:nvPicPr>
                      <p:cNvPr id="0" name="Picture 3"/>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125497" y="2826735"/>
                        <a:ext cx="1880380" cy="55305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 name="Rectangle 8">
            <a:extLst>
              <a:ext uri="{FF2B5EF4-FFF2-40B4-BE49-F238E27FC236}">
                <a16:creationId xmlns:a16="http://schemas.microsoft.com/office/drawing/2014/main" id="{8A350375-9A8E-4718-AFA8-B64B4534529F}"/>
              </a:ext>
            </a:extLst>
          </p:cNvPr>
          <p:cNvSpPr>
            <a:spLocks noChangeArrowheads="1"/>
          </p:cNvSpPr>
          <p:nvPr/>
        </p:nvSpPr>
        <p:spPr bwMode="auto">
          <a:xfrm>
            <a:off x="107950" y="7493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266700" algn="l" defTabSz="914400" rtl="0" eaLnBrk="0" fontAlgn="base" latinLnBrk="0" hangingPunct="0">
              <a:lnSpc>
                <a:spcPct val="100000"/>
              </a:lnSpc>
              <a:spcBef>
                <a:spcPct val="0"/>
              </a:spcBef>
              <a:spcAft>
                <a:spcPct val="0"/>
              </a:spcAft>
              <a:buClrTx/>
              <a:buSzTx/>
              <a:buFontTx/>
              <a:buNone/>
              <a:tabLst/>
            </a:pPr>
            <a:r>
              <a:rPr kumimoji="0" lang="en-US" altLang="zh-CN" sz="1000" b="0" i="0" u="none" strike="noStrike" cap="none" normalizeH="0" baseline="0">
                <a:ln>
                  <a:noFill/>
                </a:ln>
                <a:solidFill>
                  <a:schemeClr val="tx1"/>
                </a:solidFill>
                <a:effectLst/>
                <a:latin typeface="Arial" panose="020B0604020202020204" pitchFamily="34" charset="0"/>
                <a:cs typeface="宋体" panose="02010600030101010101" pitchFamily="2" charset="-122"/>
              </a:rPr>
              <a:t> </a:t>
            </a:r>
            <a:endParaRPr kumimoji="0" lang="en-US" altLang="zh-CN" sz="1800" b="0" i="0" u="none" strike="noStrike" cap="none" normalizeH="0" baseline="0">
              <a:ln>
                <a:noFill/>
              </a:ln>
              <a:solidFill>
                <a:schemeClr val="tx1"/>
              </a:solidFill>
              <a:effectLst/>
              <a:latin typeface="Arial" panose="020B0604020202020204" pitchFamily="34" charset="0"/>
            </a:endParaRPr>
          </a:p>
        </p:txBody>
      </p:sp>
      <p:sp>
        <p:nvSpPr>
          <p:cNvPr id="18" name="文本框 17">
            <a:extLst>
              <a:ext uri="{FF2B5EF4-FFF2-40B4-BE49-F238E27FC236}">
                <a16:creationId xmlns:a16="http://schemas.microsoft.com/office/drawing/2014/main" id="{7F7B6742-529F-4EA1-B1D2-48AF8D8E73E2}"/>
              </a:ext>
            </a:extLst>
          </p:cNvPr>
          <p:cNvSpPr txBox="1"/>
          <p:nvPr/>
        </p:nvSpPr>
        <p:spPr>
          <a:xfrm>
            <a:off x="2189858" y="3355982"/>
            <a:ext cx="6124072" cy="400110"/>
          </a:xfrm>
          <a:prstGeom prst="rect">
            <a:avLst/>
          </a:prstGeom>
          <a:noFill/>
        </p:spPr>
        <p:txBody>
          <a:bodyPr wrap="square">
            <a:spAutoFit/>
          </a:bodyPr>
          <a:lstStyle/>
          <a:p>
            <a:r>
              <a:rPr lang="zh-CN" altLang="en-US" sz="2000" b="0" i="0" dirty="0">
                <a:effectLst/>
                <a:latin typeface="-apple-system"/>
              </a:rPr>
              <a:t>其中：</a:t>
            </a:r>
            <a:endParaRPr lang="zh-CN" altLang="en-US" sz="2000" dirty="0"/>
          </a:p>
        </p:txBody>
      </p:sp>
      <p:graphicFrame>
        <p:nvGraphicFramePr>
          <p:cNvPr id="14" name="对象 13">
            <a:extLst>
              <a:ext uri="{FF2B5EF4-FFF2-40B4-BE49-F238E27FC236}">
                <a16:creationId xmlns:a16="http://schemas.microsoft.com/office/drawing/2014/main" id="{6DAD0ACA-367D-44C6-9E37-9E815B896811}"/>
              </a:ext>
            </a:extLst>
          </p:cNvPr>
          <p:cNvGraphicFramePr>
            <a:graphicFrameLocks noChangeAspect="1"/>
          </p:cNvGraphicFramePr>
          <p:nvPr>
            <p:extLst>
              <p:ext uri="{D42A27DB-BD31-4B8C-83A1-F6EECF244321}">
                <p14:modId xmlns:p14="http://schemas.microsoft.com/office/powerpoint/2010/main" val="892525122"/>
              </p:ext>
            </p:extLst>
          </p:nvPr>
        </p:nvGraphicFramePr>
        <p:xfrm>
          <a:off x="2828798" y="3649578"/>
          <a:ext cx="2994485" cy="1996323"/>
        </p:xfrm>
        <a:graphic>
          <a:graphicData uri="http://schemas.openxmlformats.org/presentationml/2006/ole">
            <mc:AlternateContent xmlns:mc="http://schemas.openxmlformats.org/markup-compatibility/2006">
              <mc:Choice xmlns:v="urn:schemas-microsoft-com:vml" Requires="v">
                <p:oleObj spid="_x0000_s2079" name="Equation" r:id="rId13" imgW="1371702" imgH="914433" progId="">
                  <p:embed/>
                </p:oleObj>
              </mc:Choice>
              <mc:Fallback>
                <p:oleObj name="Equation" r:id="rId13" imgW="1371702" imgH="914433" progId="">
                  <p:embed/>
                  <p:pic>
                    <p:nvPicPr>
                      <p:cNvPr id="0" name="Picture 4"/>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828798" y="3649578"/>
                        <a:ext cx="2994485" cy="199632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ustDataLst>
      <p:tags r:id="rId2"/>
    </p:custDataLst>
    <p:extLst>
      <p:ext uri="{BB962C8B-B14F-4D97-AF65-F5344CB8AC3E}">
        <p14:creationId xmlns:p14="http://schemas.microsoft.com/office/powerpoint/2010/main" val="1709400349"/>
      </p:ext>
    </p:extLst>
  </p:cSld>
  <p:clrMapOvr>
    <a:masterClrMapping/>
  </p:clrMapOvr>
  <p:transition>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标题 16"/>
          <p:cNvSpPr>
            <a:spLocks noGrp="1"/>
          </p:cNvSpPr>
          <p:nvPr>
            <p:ph type="title"/>
            <p:custDataLst>
              <p:tags r:id="rId3"/>
            </p:custDataLst>
          </p:nvPr>
        </p:nvSpPr>
        <p:spPr/>
        <p:txBody>
          <a:bodyPr>
            <a:normAutofit fontScale="90000"/>
          </a:bodyPr>
          <a:lstStyle/>
          <a:p>
            <a:pPr lvl="0"/>
            <a:r>
              <a:rPr lang="en-US" altLang="zh-CN" dirty="0"/>
              <a:t>2.2.1 </a:t>
            </a:r>
            <a:r>
              <a:rPr lang="zh-CN" altLang="en-US" dirty="0"/>
              <a:t>线性回归</a:t>
            </a:r>
          </a:p>
        </p:txBody>
      </p:sp>
      <p:sp>
        <p:nvSpPr>
          <p:cNvPr id="31" name="圆角矩形 30"/>
          <p:cNvSpPr/>
          <p:nvPr>
            <p:custDataLst>
              <p:tags r:id="rId4"/>
            </p:custDataLst>
          </p:nvPr>
        </p:nvSpPr>
        <p:spPr>
          <a:xfrm>
            <a:off x="542957" y="1521817"/>
            <a:ext cx="6720052" cy="4374125"/>
          </a:xfrm>
          <a:prstGeom prst="roundRect">
            <a:avLst>
              <a:gd name="adj" fmla="val 11525"/>
            </a:avLst>
          </a:prstGeom>
          <a:gradFill>
            <a:gsLst>
              <a:gs pos="0">
                <a:schemeClr val="accent1">
                  <a:lumMod val="20000"/>
                  <a:lumOff val="80000"/>
                  <a:alpha val="0"/>
                </a:schemeClr>
              </a:gs>
              <a:gs pos="100000">
                <a:schemeClr val="accent1">
                  <a:lumMod val="20000"/>
                  <a:lumOff val="80000"/>
                  <a:alpha val="44000"/>
                </a:schemeClr>
              </a:gs>
            </a:gsLst>
            <a:lin ang="108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lvl="0" algn="ctr">
              <a:buClrTx/>
              <a:buSzTx/>
              <a:buFontTx/>
            </a:pPr>
            <a:endParaRPr lang="zh-CN" altLang="en-US" sz="1600" dirty="0">
              <a:solidFill>
                <a:schemeClr val="tx1"/>
              </a:solidFill>
              <a:sym typeface="+mn-ea"/>
            </a:endParaRPr>
          </a:p>
        </p:txBody>
      </p:sp>
      <p:sp>
        <p:nvSpPr>
          <p:cNvPr id="36" name="圆角矩形 35"/>
          <p:cNvSpPr/>
          <p:nvPr>
            <p:custDataLst>
              <p:tags r:id="rId5"/>
            </p:custDataLst>
          </p:nvPr>
        </p:nvSpPr>
        <p:spPr>
          <a:xfrm>
            <a:off x="101671" y="3132725"/>
            <a:ext cx="2088187" cy="720065"/>
          </a:xfrm>
          <a:prstGeom prst="roundRect">
            <a:avLst>
              <a:gd name="adj" fmla="val 14111"/>
            </a:avLst>
          </a:prstGeom>
          <a:solidFill>
            <a:schemeClr val="accent1"/>
          </a:solidFill>
          <a:ln>
            <a:solidFill>
              <a:schemeClr val="accent1">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spcBef>
                <a:spcPct val="0"/>
              </a:spcBef>
              <a:spcAft>
                <a:spcPct val="0"/>
              </a:spcAft>
            </a:pPr>
            <a:r>
              <a:rPr lang="zh-CN" altLang="en-US" sz="2000" b="1" dirty="0">
                <a:solidFill>
                  <a:schemeClr val="lt1">
                    <a:lumMod val="100000"/>
                  </a:schemeClr>
                </a:solidFill>
                <a:latin typeface="+mn-ea"/>
                <a:cs typeface="+mn-ea"/>
                <a:sym typeface="+mn-ea"/>
              </a:rPr>
              <a:t>线性回归</a:t>
            </a:r>
            <a:endParaRPr lang="en-US" altLang="zh-CN" sz="2000" b="1" dirty="0">
              <a:solidFill>
                <a:schemeClr val="lt1">
                  <a:lumMod val="100000"/>
                </a:schemeClr>
              </a:solidFill>
              <a:latin typeface="+mn-ea"/>
              <a:cs typeface="+mn-ea"/>
              <a:sym typeface="+mn-ea"/>
            </a:endParaRPr>
          </a:p>
          <a:p>
            <a:pPr algn="ctr">
              <a:spcBef>
                <a:spcPct val="0"/>
              </a:spcBef>
              <a:spcAft>
                <a:spcPct val="0"/>
              </a:spcAft>
            </a:pPr>
            <a:r>
              <a:rPr lang="zh-CN" altLang="en-US" sz="2000" b="1" dirty="0">
                <a:solidFill>
                  <a:schemeClr val="lt1">
                    <a:lumMod val="100000"/>
                  </a:schemeClr>
                </a:solidFill>
                <a:latin typeface="+mn-ea"/>
                <a:cs typeface="+mn-ea"/>
                <a:sym typeface="+mn-ea"/>
              </a:rPr>
              <a:t>基本概念</a:t>
            </a:r>
          </a:p>
        </p:txBody>
      </p:sp>
      <p:pic>
        <p:nvPicPr>
          <p:cNvPr id="2" name="Picture 2" descr="https://ss0.bdstatic.com/70cFuHSh_Q1YnxGkpoWK1HF6hhy/it/u=2884308426,2138558144&amp;fm=26&amp;gp=0.jpg"/>
          <p:cNvPicPr>
            <a:picLocks noChangeAspect="1" noChangeArrowheads="1"/>
          </p:cNvPicPr>
          <p:nvPr/>
        </p:nvPicPr>
        <p:blipFill rotWithShape="1">
          <a:blip r:embed="rId8">
            <a:extLst>
              <a:ext uri="{28A0092B-C50C-407E-A947-70E740481C1C}">
                <a14:useLocalDpi xmlns:a14="http://schemas.microsoft.com/office/drawing/2010/main" val="0"/>
              </a:ext>
            </a:extLst>
          </a:blip>
          <a:srcRect l="5433" t="1618" r="6880" b="373"/>
          <a:stretch>
            <a:fillRect/>
          </a:stretch>
        </p:blipFill>
        <p:spPr bwMode="auto">
          <a:xfrm>
            <a:off x="7263009" y="1450959"/>
            <a:ext cx="4918612" cy="4123263"/>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10" name="对象 9">
            <a:extLst>
              <a:ext uri="{FF2B5EF4-FFF2-40B4-BE49-F238E27FC236}">
                <a16:creationId xmlns:a16="http://schemas.microsoft.com/office/drawing/2014/main" id="{744263E8-F850-4453-8101-A39F62343D43}"/>
              </a:ext>
            </a:extLst>
          </p:cNvPr>
          <p:cNvGraphicFramePr>
            <a:graphicFrameLocks noChangeAspect="1"/>
          </p:cNvGraphicFramePr>
          <p:nvPr/>
        </p:nvGraphicFramePr>
        <p:xfrm>
          <a:off x="6046788" y="3379788"/>
          <a:ext cx="96837" cy="96837"/>
        </p:xfrm>
        <a:graphic>
          <a:graphicData uri="http://schemas.openxmlformats.org/presentationml/2006/ole">
            <mc:AlternateContent xmlns:mc="http://schemas.openxmlformats.org/markup-compatibility/2006">
              <mc:Choice xmlns:v="urn:schemas-microsoft-com:vml" Requires="v">
                <p:oleObj spid="_x0000_s3128" name="Equation" r:id="rId9" imgW="114120" imgH="114120" progId="">
                  <p:embed/>
                </p:oleObj>
              </mc:Choice>
              <mc:Fallback>
                <p:oleObj name="Equation" r:id="rId9" imgW="114120" imgH="114120" progId="">
                  <p:embed/>
                  <p:pic>
                    <p:nvPicPr>
                      <p:cNvPr id="0" name="Picture 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046788" y="3379788"/>
                        <a:ext cx="96837" cy="968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Rectangle 7">
            <a:extLst>
              <a:ext uri="{FF2B5EF4-FFF2-40B4-BE49-F238E27FC236}">
                <a16:creationId xmlns:a16="http://schemas.microsoft.com/office/drawing/2014/main" id="{8BF09D0E-571D-4B00-B4BE-4C321DC1F05A}"/>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1" name="Rectangle 8">
            <a:extLst>
              <a:ext uri="{FF2B5EF4-FFF2-40B4-BE49-F238E27FC236}">
                <a16:creationId xmlns:a16="http://schemas.microsoft.com/office/drawing/2014/main" id="{8A350375-9A8E-4718-AFA8-B64B4534529F}"/>
              </a:ext>
            </a:extLst>
          </p:cNvPr>
          <p:cNvSpPr>
            <a:spLocks noChangeArrowheads="1"/>
          </p:cNvSpPr>
          <p:nvPr/>
        </p:nvSpPr>
        <p:spPr bwMode="auto">
          <a:xfrm>
            <a:off x="107950" y="7493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266700" algn="l" defTabSz="914400" rtl="0" eaLnBrk="0" fontAlgn="base" latinLnBrk="0" hangingPunct="0">
              <a:lnSpc>
                <a:spcPct val="100000"/>
              </a:lnSpc>
              <a:spcBef>
                <a:spcPct val="0"/>
              </a:spcBef>
              <a:spcAft>
                <a:spcPct val="0"/>
              </a:spcAft>
              <a:buClrTx/>
              <a:buSzTx/>
              <a:buFontTx/>
              <a:buNone/>
              <a:tabLst/>
            </a:pPr>
            <a:r>
              <a:rPr kumimoji="0" lang="en-US" altLang="zh-CN" sz="1000" b="0" i="0" u="none" strike="noStrike" cap="none" normalizeH="0" baseline="0">
                <a:ln>
                  <a:noFill/>
                </a:ln>
                <a:solidFill>
                  <a:schemeClr val="tx1"/>
                </a:solidFill>
                <a:effectLst/>
                <a:latin typeface="Arial" panose="020B0604020202020204" pitchFamily="34" charset="0"/>
                <a:cs typeface="宋体" panose="02010600030101010101" pitchFamily="2" charset="-122"/>
              </a:rPr>
              <a:t> </a:t>
            </a:r>
            <a:endParaRPr kumimoji="0" lang="en-US" altLang="zh-CN" sz="1800" b="0" i="0" u="none" strike="noStrike" cap="none" normalizeH="0" baseline="0">
              <a:ln>
                <a:noFill/>
              </a:ln>
              <a:solidFill>
                <a:schemeClr val="tx1"/>
              </a:solidFill>
              <a:effectLst/>
              <a:latin typeface="Arial" panose="020B0604020202020204" pitchFamily="34" charset="0"/>
            </a:endParaRPr>
          </a:p>
        </p:txBody>
      </p:sp>
      <p:sp>
        <p:nvSpPr>
          <p:cNvPr id="15" name="文本框 14">
            <a:extLst>
              <a:ext uri="{FF2B5EF4-FFF2-40B4-BE49-F238E27FC236}">
                <a16:creationId xmlns:a16="http://schemas.microsoft.com/office/drawing/2014/main" id="{A06CEBA6-7DCA-4452-AC4C-C6051DF83779}"/>
              </a:ext>
            </a:extLst>
          </p:cNvPr>
          <p:cNvSpPr txBox="1"/>
          <p:nvPr/>
        </p:nvSpPr>
        <p:spPr>
          <a:xfrm>
            <a:off x="2258321" y="1883442"/>
            <a:ext cx="3709342" cy="400110"/>
          </a:xfrm>
          <a:prstGeom prst="rect">
            <a:avLst/>
          </a:prstGeom>
          <a:noFill/>
        </p:spPr>
        <p:txBody>
          <a:bodyPr wrap="square">
            <a:spAutoFit/>
          </a:bodyPr>
          <a:lstStyle/>
          <a:p>
            <a:r>
              <a:rPr lang="zh-CN" altLang="en-US" sz="2000" b="0" i="0" dirty="0">
                <a:effectLst/>
                <a:latin typeface="-apple-system"/>
              </a:rPr>
              <a:t>有了线性回归模型：</a:t>
            </a:r>
            <a:endParaRPr lang="zh-CN" altLang="en-US" sz="2000" dirty="0"/>
          </a:p>
        </p:txBody>
      </p:sp>
      <p:graphicFrame>
        <p:nvGraphicFramePr>
          <p:cNvPr id="7" name="对象 6">
            <a:extLst>
              <a:ext uri="{FF2B5EF4-FFF2-40B4-BE49-F238E27FC236}">
                <a16:creationId xmlns:a16="http://schemas.microsoft.com/office/drawing/2014/main" id="{86171EDC-BA6F-4528-B054-84B84E9C6F2D}"/>
              </a:ext>
            </a:extLst>
          </p:cNvPr>
          <p:cNvGraphicFramePr>
            <a:graphicFrameLocks noChangeAspect="1"/>
          </p:cNvGraphicFramePr>
          <p:nvPr>
            <p:extLst>
              <p:ext uri="{D42A27DB-BD31-4B8C-83A1-F6EECF244321}">
                <p14:modId xmlns:p14="http://schemas.microsoft.com/office/powerpoint/2010/main" val="544269580"/>
              </p:ext>
            </p:extLst>
          </p:nvPr>
        </p:nvGraphicFramePr>
        <p:xfrm>
          <a:off x="3109244" y="2337380"/>
          <a:ext cx="1881187" cy="554037"/>
        </p:xfrm>
        <a:graphic>
          <a:graphicData uri="http://schemas.openxmlformats.org/presentationml/2006/ole">
            <mc:AlternateContent xmlns:mc="http://schemas.openxmlformats.org/markup-compatibility/2006">
              <mc:Choice xmlns:v="urn:schemas-microsoft-com:vml" Requires="v">
                <p:oleObj spid="_x0000_s3129" name="Equation" r:id="rId11" imgW="1880780" imgH="553340" progId="">
                  <p:embed/>
                </p:oleObj>
              </mc:Choice>
              <mc:Fallback>
                <p:oleObj name="Equation" r:id="rId11" imgW="1880780" imgH="553340" progId="">
                  <p:embed/>
                  <p:pic>
                    <p:nvPicPr>
                      <p:cNvPr id="0" name="Picture 3"/>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109244" y="2337380"/>
                        <a:ext cx="1881187" cy="5540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9" name="文本框 18">
            <a:extLst>
              <a:ext uri="{FF2B5EF4-FFF2-40B4-BE49-F238E27FC236}">
                <a16:creationId xmlns:a16="http://schemas.microsoft.com/office/drawing/2014/main" id="{C4D52563-F9E7-4F52-BC5D-D32615149AD5}"/>
              </a:ext>
            </a:extLst>
          </p:cNvPr>
          <p:cNvSpPr txBox="1"/>
          <p:nvPr/>
        </p:nvSpPr>
        <p:spPr>
          <a:xfrm>
            <a:off x="2258321" y="3243540"/>
            <a:ext cx="4543532" cy="707886"/>
          </a:xfrm>
          <a:prstGeom prst="rect">
            <a:avLst/>
          </a:prstGeom>
          <a:noFill/>
        </p:spPr>
        <p:txBody>
          <a:bodyPr wrap="square">
            <a:spAutoFit/>
          </a:bodyPr>
          <a:lstStyle/>
          <a:p>
            <a:r>
              <a:rPr lang="zh-CN" altLang="en-US" sz="2000" b="0" i="0" dirty="0">
                <a:effectLst/>
                <a:latin typeface="-apple-system"/>
              </a:rPr>
              <a:t>就可以利用训练数据计算模型中的未知参数：</a:t>
            </a:r>
            <a:endParaRPr lang="zh-CN" altLang="en-US" sz="2000" dirty="0"/>
          </a:p>
        </p:txBody>
      </p:sp>
      <p:graphicFrame>
        <p:nvGraphicFramePr>
          <p:cNvPr id="13" name="对象 12">
            <a:extLst>
              <a:ext uri="{FF2B5EF4-FFF2-40B4-BE49-F238E27FC236}">
                <a16:creationId xmlns:a16="http://schemas.microsoft.com/office/drawing/2014/main" id="{76AC5FBD-9F4E-4657-9D31-222FCC1117CA}"/>
              </a:ext>
            </a:extLst>
          </p:cNvPr>
          <p:cNvGraphicFramePr>
            <a:graphicFrameLocks noChangeAspect="1"/>
          </p:cNvGraphicFramePr>
          <p:nvPr>
            <p:extLst>
              <p:ext uri="{D42A27DB-BD31-4B8C-83A1-F6EECF244321}">
                <p14:modId xmlns:p14="http://schemas.microsoft.com/office/powerpoint/2010/main" val="3980354838"/>
              </p:ext>
            </p:extLst>
          </p:nvPr>
        </p:nvGraphicFramePr>
        <p:xfrm>
          <a:off x="2342731" y="4005275"/>
          <a:ext cx="2306002" cy="499060"/>
        </p:xfrm>
        <a:graphic>
          <a:graphicData uri="http://schemas.openxmlformats.org/presentationml/2006/ole">
            <mc:AlternateContent xmlns:mc="http://schemas.openxmlformats.org/markup-compatibility/2006">
              <mc:Choice xmlns:v="urn:schemas-microsoft-com:vml" Requires="v">
                <p:oleObj spid="_x0000_s3130" name="Equation" r:id="rId13" imgW="1276295" imgH="276130" progId="">
                  <p:embed/>
                </p:oleObj>
              </mc:Choice>
              <mc:Fallback>
                <p:oleObj name="Equation" r:id="rId13" imgW="1276295" imgH="276130" progId="">
                  <p:embed/>
                  <p:pic>
                    <p:nvPicPr>
                      <p:cNvPr id="0" name="Picture 4"/>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342731" y="4005275"/>
                        <a:ext cx="2306002" cy="49906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6" name="对象 15">
            <a:extLst>
              <a:ext uri="{FF2B5EF4-FFF2-40B4-BE49-F238E27FC236}">
                <a16:creationId xmlns:a16="http://schemas.microsoft.com/office/drawing/2014/main" id="{A4C94B8E-8D76-4BA6-A75B-FD97F1C00C66}"/>
              </a:ext>
            </a:extLst>
          </p:cNvPr>
          <p:cNvGraphicFramePr>
            <a:graphicFrameLocks noChangeAspect="1"/>
          </p:cNvGraphicFramePr>
          <p:nvPr>
            <p:extLst>
              <p:ext uri="{D42A27DB-BD31-4B8C-83A1-F6EECF244321}">
                <p14:modId xmlns:p14="http://schemas.microsoft.com/office/powerpoint/2010/main" val="2250543343"/>
              </p:ext>
            </p:extLst>
          </p:nvPr>
        </p:nvGraphicFramePr>
        <p:xfrm>
          <a:off x="5197558" y="4032049"/>
          <a:ext cx="369053" cy="442864"/>
        </p:xfrm>
        <a:graphic>
          <a:graphicData uri="http://schemas.openxmlformats.org/presentationml/2006/ole">
            <mc:AlternateContent xmlns:mc="http://schemas.openxmlformats.org/markup-compatibility/2006">
              <mc:Choice xmlns:v="urn:schemas-microsoft-com:vml" Requires="v">
                <p:oleObj spid="_x0000_s3131" name="Equation" r:id="rId15" imgW="190454" imgH="228608" progId="">
                  <p:embed/>
                </p:oleObj>
              </mc:Choice>
              <mc:Fallback>
                <p:oleObj name="Equation" r:id="rId15" imgW="190454" imgH="228608" progId="">
                  <p:embed/>
                  <p:pic>
                    <p:nvPicPr>
                      <p:cNvPr id="0" name="Picture 5"/>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5197558" y="4032049"/>
                        <a:ext cx="369053" cy="44286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1" name="文本框 20">
            <a:extLst>
              <a:ext uri="{FF2B5EF4-FFF2-40B4-BE49-F238E27FC236}">
                <a16:creationId xmlns:a16="http://schemas.microsoft.com/office/drawing/2014/main" id="{DFCD2D7C-5B56-43FE-893D-44C572205C39}"/>
              </a:ext>
            </a:extLst>
          </p:cNvPr>
          <p:cNvSpPr txBox="1"/>
          <p:nvPr/>
        </p:nvSpPr>
        <p:spPr>
          <a:xfrm>
            <a:off x="2238673" y="4723942"/>
            <a:ext cx="4563179" cy="707886"/>
          </a:xfrm>
          <a:prstGeom prst="rect">
            <a:avLst/>
          </a:prstGeom>
          <a:noFill/>
        </p:spPr>
        <p:txBody>
          <a:bodyPr wrap="square" rtlCol="0">
            <a:spAutoFit/>
          </a:bodyPr>
          <a:lstStyle/>
          <a:p>
            <a:r>
              <a:rPr lang="zh-CN" altLang="en-US" sz="2000" b="0" i="0" dirty="0">
                <a:effectLst/>
                <a:latin typeface="-apple-system"/>
              </a:rPr>
              <a:t>为了顺利求解模型参数    和   </a:t>
            </a:r>
            <a:r>
              <a:rPr lang="en-US" altLang="zh-CN" sz="2000" b="0" i="0" dirty="0">
                <a:effectLst/>
                <a:latin typeface="inherit"/>
              </a:rPr>
              <a:t>​  </a:t>
            </a:r>
            <a:r>
              <a:rPr lang="zh-CN" altLang="en-US" sz="2000" b="0" i="0" dirty="0">
                <a:effectLst/>
                <a:latin typeface="-apple-system"/>
              </a:rPr>
              <a:t>，一般采用梯度下降法。</a:t>
            </a:r>
            <a:endParaRPr lang="zh-CN" altLang="en-US" sz="2000" dirty="0"/>
          </a:p>
        </p:txBody>
      </p:sp>
      <p:graphicFrame>
        <p:nvGraphicFramePr>
          <p:cNvPr id="23" name="对象 22">
            <a:extLst>
              <a:ext uri="{FF2B5EF4-FFF2-40B4-BE49-F238E27FC236}">
                <a16:creationId xmlns:a16="http://schemas.microsoft.com/office/drawing/2014/main" id="{1A7D60DD-4B57-4DEE-A018-DD03F5C3F0F1}"/>
              </a:ext>
            </a:extLst>
          </p:cNvPr>
          <p:cNvGraphicFramePr>
            <a:graphicFrameLocks noChangeAspect="1"/>
          </p:cNvGraphicFramePr>
          <p:nvPr>
            <p:extLst>
              <p:ext uri="{D42A27DB-BD31-4B8C-83A1-F6EECF244321}">
                <p14:modId xmlns:p14="http://schemas.microsoft.com/office/powerpoint/2010/main" val="2966450095"/>
              </p:ext>
            </p:extLst>
          </p:nvPr>
        </p:nvGraphicFramePr>
        <p:xfrm>
          <a:off x="4854720" y="4826567"/>
          <a:ext cx="271421" cy="251318"/>
        </p:xfrm>
        <a:graphic>
          <a:graphicData uri="http://schemas.openxmlformats.org/presentationml/2006/ole">
            <mc:AlternateContent xmlns:mc="http://schemas.openxmlformats.org/markup-compatibility/2006">
              <mc:Choice xmlns:v="urn:schemas-microsoft-com:vml" Requires="v">
                <p:oleObj spid="_x0000_s3132" name="Equation" r:id="rId17" imgW="152280" imgH="139680" progId="">
                  <p:embed/>
                </p:oleObj>
              </mc:Choice>
              <mc:Fallback>
                <p:oleObj name="Equation" r:id="rId17" imgW="152280" imgH="139680" progId="">
                  <p:embed/>
                  <p:pic>
                    <p:nvPicPr>
                      <p:cNvPr id="0" name="Picture 6"/>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4854720" y="4826567"/>
                        <a:ext cx="271421" cy="25131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7" name="对象 26">
            <a:extLst>
              <a:ext uri="{FF2B5EF4-FFF2-40B4-BE49-F238E27FC236}">
                <a16:creationId xmlns:a16="http://schemas.microsoft.com/office/drawing/2014/main" id="{0011952D-3FF0-4A0B-A18C-29F72E5A8F3C}"/>
              </a:ext>
            </a:extLst>
          </p:cNvPr>
          <p:cNvGraphicFramePr>
            <a:graphicFrameLocks noChangeAspect="1"/>
          </p:cNvGraphicFramePr>
          <p:nvPr>
            <p:extLst>
              <p:ext uri="{D42A27DB-BD31-4B8C-83A1-F6EECF244321}">
                <p14:modId xmlns:p14="http://schemas.microsoft.com/office/powerpoint/2010/main" val="1650585842"/>
              </p:ext>
            </p:extLst>
          </p:nvPr>
        </p:nvGraphicFramePr>
        <p:xfrm>
          <a:off x="5313664" y="4731563"/>
          <a:ext cx="333157" cy="397501"/>
        </p:xfrm>
        <a:graphic>
          <a:graphicData uri="http://schemas.openxmlformats.org/presentationml/2006/ole">
            <mc:AlternateContent xmlns:mc="http://schemas.openxmlformats.org/markup-compatibility/2006">
              <mc:Choice xmlns:v="urn:schemas-microsoft-com:vml" Requires="v">
                <p:oleObj spid="_x0000_s3133" name="Equation" r:id="rId19" imgW="370468" imgH="442096" progId="">
                  <p:embed/>
                </p:oleObj>
              </mc:Choice>
              <mc:Fallback>
                <p:oleObj name="Equation" r:id="rId19" imgW="370468" imgH="442096" progId="">
                  <p:embed/>
                  <p:pic>
                    <p:nvPicPr>
                      <p:cNvPr id="0" name="Picture 7"/>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5313664" y="4731563"/>
                        <a:ext cx="333157" cy="39750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ustDataLst>
      <p:tags r:id="rId2"/>
    </p:custDataLst>
    <p:extLst>
      <p:ext uri="{BB962C8B-B14F-4D97-AF65-F5344CB8AC3E}">
        <p14:creationId xmlns:p14="http://schemas.microsoft.com/office/powerpoint/2010/main" val="2774913092"/>
      </p:ext>
    </p:extLst>
  </p:cSld>
  <p:clrMapOvr>
    <a:masterClrMapping/>
  </p:clrMapOvr>
  <p:transition>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标题 16"/>
          <p:cNvSpPr>
            <a:spLocks noGrp="1"/>
          </p:cNvSpPr>
          <p:nvPr>
            <p:ph type="title"/>
            <p:custDataLst>
              <p:tags r:id="rId3"/>
            </p:custDataLst>
          </p:nvPr>
        </p:nvSpPr>
        <p:spPr/>
        <p:txBody>
          <a:bodyPr>
            <a:normAutofit fontScale="90000"/>
          </a:bodyPr>
          <a:lstStyle/>
          <a:p>
            <a:pPr lvl="0"/>
            <a:r>
              <a:rPr lang="en-US" altLang="zh-CN" dirty="0"/>
              <a:t>2.2.1 </a:t>
            </a:r>
            <a:r>
              <a:rPr lang="zh-CN" altLang="en-US" dirty="0"/>
              <a:t>线性回归</a:t>
            </a:r>
          </a:p>
        </p:txBody>
      </p:sp>
      <p:sp>
        <p:nvSpPr>
          <p:cNvPr id="31" name="圆角矩形 30"/>
          <p:cNvSpPr/>
          <p:nvPr>
            <p:custDataLst>
              <p:tags r:id="rId4"/>
            </p:custDataLst>
          </p:nvPr>
        </p:nvSpPr>
        <p:spPr>
          <a:xfrm>
            <a:off x="542957" y="1521817"/>
            <a:ext cx="6720052" cy="4374125"/>
          </a:xfrm>
          <a:prstGeom prst="roundRect">
            <a:avLst>
              <a:gd name="adj" fmla="val 11525"/>
            </a:avLst>
          </a:prstGeom>
          <a:gradFill>
            <a:gsLst>
              <a:gs pos="0">
                <a:schemeClr val="accent1">
                  <a:lumMod val="20000"/>
                  <a:lumOff val="80000"/>
                  <a:alpha val="0"/>
                </a:schemeClr>
              </a:gs>
              <a:gs pos="100000">
                <a:schemeClr val="accent1">
                  <a:lumMod val="20000"/>
                  <a:lumOff val="80000"/>
                  <a:alpha val="44000"/>
                </a:schemeClr>
              </a:gs>
            </a:gsLst>
            <a:lin ang="108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lvl="0" algn="ctr">
              <a:buClrTx/>
              <a:buSzTx/>
              <a:buFontTx/>
            </a:pPr>
            <a:endParaRPr lang="zh-CN" altLang="en-US" sz="1600" dirty="0">
              <a:solidFill>
                <a:schemeClr val="tx1"/>
              </a:solidFill>
              <a:sym typeface="+mn-ea"/>
            </a:endParaRPr>
          </a:p>
        </p:txBody>
      </p:sp>
      <p:sp>
        <p:nvSpPr>
          <p:cNvPr id="36" name="圆角矩形 35"/>
          <p:cNvSpPr/>
          <p:nvPr>
            <p:custDataLst>
              <p:tags r:id="rId5"/>
            </p:custDataLst>
          </p:nvPr>
        </p:nvSpPr>
        <p:spPr>
          <a:xfrm>
            <a:off x="101671" y="3132725"/>
            <a:ext cx="2088187" cy="720065"/>
          </a:xfrm>
          <a:prstGeom prst="roundRect">
            <a:avLst>
              <a:gd name="adj" fmla="val 14111"/>
            </a:avLst>
          </a:prstGeom>
          <a:solidFill>
            <a:schemeClr val="accent1"/>
          </a:solidFill>
          <a:ln>
            <a:solidFill>
              <a:schemeClr val="accent1">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spcBef>
                <a:spcPct val="0"/>
              </a:spcBef>
              <a:spcAft>
                <a:spcPct val="0"/>
              </a:spcAft>
            </a:pPr>
            <a:r>
              <a:rPr lang="zh-CN" altLang="en-US" sz="2000" b="1" dirty="0">
                <a:solidFill>
                  <a:schemeClr val="lt1">
                    <a:lumMod val="100000"/>
                  </a:schemeClr>
                </a:solidFill>
                <a:latin typeface="+mn-ea"/>
                <a:cs typeface="+mn-ea"/>
                <a:sym typeface="+mn-ea"/>
              </a:rPr>
              <a:t>训练集和测试集</a:t>
            </a:r>
          </a:p>
        </p:txBody>
      </p:sp>
      <p:graphicFrame>
        <p:nvGraphicFramePr>
          <p:cNvPr id="10" name="对象 9">
            <a:extLst>
              <a:ext uri="{FF2B5EF4-FFF2-40B4-BE49-F238E27FC236}">
                <a16:creationId xmlns:a16="http://schemas.microsoft.com/office/drawing/2014/main" id="{744263E8-F850-4453-8101-A39F62343D43}"/>
              </a:ext>
            </a:extLst>
          </p:cNvPr>
          <p:cNvGraphicFramePr>
            <a:graphicFrameLocks noChangeAspect="1"/>
          </p:cNvGraphicFramePr>
          <p:nvPr/>
        </p:nvGraphicFramePr>
        <p:xfrm>
          <a:off x="6046788" y="3379788"/>
          <a:ext cx="96837" cy="96837"/>
        </p:xfrm>
        <a:graphic>
          <a:graphicData uri="http://schemas.openxmlformats.org/presentationml/2006/ole">
            <mc:AlternateContent xmlns:mc="http://schemas.openxmlformats.org/markup-compatibility/2006">
              <mc:Choice xmlns:v="urn:schemas-microsoft-com:vml" Requires="v">
                <p:oleObj spid="_x0000_s4107" name="Equation" r:id="rId8" imgW="114120" imgH="114120" progId="">
                  <p:embed/>
                </p:oleObj>
              </mc:Choice>
              <mc:Fallback>
                <p:oleObj name="Equation" r:id="rId8" imgW="114120" imgH="114120" progId="">
                  <p:embed/>
                  <p:pic>
                    <p:nvPicPr>
                      <p:cNvPr id="0" name="Picture 2"/>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046788" y="3379788"/>
                        <a:ext cx="96837" cy="968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Rectangle 7">
            <a:extLst>
              <a:ext uri="{FF2B5EF4-FFF2-40B4-BE49-F238E27FC236}">
                <a16:creationId xmlns:a16="http://schemas.microsoft.com/office/drawing/2014/main" id="{8BF09D0E-571D-4B00-B4BE-4C321DC1F05A}"/>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1" name="Rectangle 8">
            <a:extLst>
              <a:ext uri="{FF2B5EF4-FFF2-40B4-BE49-F238E27FC236}">
                <a16:creationId xmlns:a16="http://schemas.microsoft.com/office/drawing/2014/main" id="{8A350375-9A8E-4718-AFA8-B64B4534529F}"/>
              </a:ext>
            </a:extLst>
          </p:cNvPr>
          <p:cNvSpPr>
            <a:spLocks noChangeArrowheads="1"/>
          </p:cNvSpPr>
          <p:nvPr/>
        </p:nvSpPr>
        <p:spPr bwMode="auto">
          <a:xfrm>
            <a:off x="107950" y="7493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266700" algn="l" defTabSz="914400" rtl="0" eaLnBrk="0" fontAlgn="base" latinLnBrk="0" hangingPunct="0">
              <a:lnSpc>
                <a:spcPct val="100000"/>
              </a:lnSpc>
              <a:spcBef>
                <a:spcPct val="0"/>
              </a:spcBef>
              <a:spcAft>
                <a:spcPct val="0"/>
              </a:spcAft>
              <a:buClrTx/>
              <a:buSzTx/>
              <a:buFontTx/>
              <a:buNone/>
              <a:tabLst/>
            </a:pPr>
            <a:r>
              <a:rPr kumimoji="0" lang="en-US" altLang="zh-CN" sz="1000" b="0" i="0" u="none" strike="noStrike" cap="none" normalizeH="0" baseline="0">
                <a:ln>
                  <a:noFill/>
                </a:ln>
                <a:solidFill>
                  <a:schemeClr val="tx1"/>
                </a:solidFill>
                <a:effectLst/>
                <a:latin typeface="Arial" panose="020B0604020202020204" pitchFamily="34" charset="0"/>
                <a:cs typeface="宋体" panose="02010600030101010101" pitchFamily="2" charset="-122"/>
              </a:rPr>
              <a:t> </a:t>
            </a:r>
            <a:endParaRPr kumimoji="0" lang="en-US" altLang="zh-CN" sz="1800" b="0" i="0" u="none" strike="noStrike" cap="none" normalizeH="0" baseline="0">
              <a:ln>
                <a:noFill/>
              </a:ln>
              <a:solidFill>
                <a:schemeClr val="tx1"/>
              </a:solidFill>
              <a:effectLst/>
              <a:latin typeface="Arial" panose="020B0604020202020204" pitchFamily="34" charset="0"/>
            </a:endParaRPr>
          </a:p>
        </p:txBody>
      </p:sp>
      <p:sp>
        <p:nvSpPr>
          <p:cNvPr id="20" name="文本框 19">
            <a:extLst>
              <a:ext uri="{FF2B5EF4-FFF2-40B4-BE49-F238E27FC236}">
                <a16:creationId xmlns:a16="http://schemas.microsoft.com/office/drawing/2014/main" id="{73FB1171-7A97-4EDB-9504-584A355AA629}"/>
              </a:ext>
            </a:extLst>
          </p:cNvPr>
          <p:cNvSpPr txBox="1"/>
          <p:nvPr/>
        </p:nvSpPr>
        <p:spPr>
          <a:xfrm>
            <a:off x="2037349" y="2924332"/>
            <a:ext cx="4571998" cy="1136850"/>
          </a:xfrm>
          <a:prstGeom prst="rect">
            <a:avLst/>
          </a:prstGeom>
          <a:noFill/>
        </p:spPr>
        <p:txBody>
          <a:bodyPr wrap="square">
            <a:spAutoFit/>
          </a:bodyPr>
          <a:lstStyle/>
          <a:p>
            <a:pPr marL="108585" marR="104775" indent="266700" algn="just">
              <a:lnSpc>
                <a:spcPct val="116000"/>
              </a:lnSpc>
              <a:spcBef>
                <a:spcPts val="855"/>
              </a:spcBef>
              <a:spcAft>
                <a:spcPts val="0"/>
              </a:spcAft>
            </a:pPr>
            <a:r>
              <a:rPr lang="zh-CN" altLang="zh-CN" sz="2000" dirty="0">
                <a:latin typeface="-apple-system"/>
              </a:rPr>
              <a:t>在机器学习中有两个基础的术语</a:t>
            </a:r>
            <a:r>
              <a:rPr lang="en-US" altLang="zh-CN" sz="2000" dirty="0">
                <a:latin typeface="-apple-system"/>
              </a:rPr>
              <a:t>—</a:t>
            </a:r>
            <a:r>
              <a:rPr lang="zh-CN" altLang="zh-CN" sz="2000" dirty="0">
                <a:latin typeface="-apple-system"/>
              </a:rPr>
              <a:t>训练集和测试集，它们分别用于模型的训练阶段和训练后的效果评估阶段。</a:t>
            </a:r>
          </a:p>
        </p:txBody>
      </p:sp>
      <p:pic>
        <p:nvPicPr>
          <p:cNvPr id="23" name="Image 28">
            <a:extLst>
              <a:ext uri="{FF2B5EF4-FFF2-40B4-BE49-F238E27FC236}">
                <a16:creationId xmlns:a16="http://schemas.microsoft.com/office/drawing/2014/main" id="{E4939758-2654-43F8-B416-79941A354FF2}"/>
              </a:ext>
            </a:extLst>
          </p:cNvPr>
          <p:cNvPicPr/>
          <p:nvPr/>
        </p:nvPicPr>
        <p:blipFill>
          <a:blip r:embed="rId10" cstate="print"/>
          <a:stretch>
            <a:fillRect/>
          </a:stretch>
        </p:blipFill>
        <p:spPr>
          <a:xfrm>
            <a:off x="6898104" y="1925055"/>
            <a:ext cx="4285421" cy="3328733"/>
          </a:xfrm>
          <a:prstGeom prst="rect">
            <a:avLst/>
          </a:prstGeom>
        </p:spPr>
      </p:pic>
      <p:sp>
        <p:nvSpPr>
          <p:cNvPr id="26" name="文本框 25">
            <a:extLst>
              <a:ext uri="{FF2B5EF4-FFF2-40B4-BE49-F238E27FC236}">
                <a16:creationId xmlns:a16="http://schemas.microsoft.com/office/drawing/2014/main" id="{78CE6223-4B48-4269-B576-06CA47218CF0}"/>
              </a:ext>
            </a:extLst>
          </p:cNvPr>
          <p:cNvSpPr txBox="1"/>
          <p:nvPr/>
        </p:nvSpPr>
        <p:spPr>
          <a:xfrm>
            <a:off x="7865620" y="5336181"/>
            <a:ext cx="3317905" cy="338554"/>
          </a:xfrm>
          <a:prstGeom prst="rect">
            <a:avLst/>
          </a:prstGeom>
          <a:noFill/>
        </p:spPr>
        <p:txBody>
          <a:bodyPr wrap="square">
            <a:spAutoFit/>
          </a:bodyPr>
          <a:lstStyle/>
          <a:p>
            <a:r>
              <a:rPr lang="zh-CN" altLang="zh-CN" sz="1600" spc="-5" dirty="0">
                <a:effectLst/>
                <a:ea typeface="宋体" panose="02010600030101010101" pitchFamily="2" charset="-122"/>
                <a:cs typeface="宋体" panose="02010600030101010101" pitchFamily="2" charset="-122"/>
              </a:rPr>
              <a:t>训练集和测试集上的损失差异</a:t>
            </a:r>
            <a:endParaRPr lang="zh-CN" altLang="en-US" sz="1600" dirty="0"/>
          </a:p>
        </p:txBody>
      </p:sp>
    </p:spTree>
    <p:custDataLst>
      <p:tags r:id="rId2"/>
    </p:custDataLst>
    <p:extLst>
      <p:ext uri="{BB962C8B-B14F-4D97-AF65-F5344CB8AC3E}">
        <p14:creationId xmlns:p14="http://schemas.microsoft.com/office/powerpoint/2010/main" val="1257624862"/>
      </p:ext>
    </p:extLst>
  </p:cSld>
  <p:clrMapOvr>
    <a:masterClrMapping/>
  </p:clrMapOvr>
  <p:transition>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圆角矩形 11"/>
          <p:cNvSpPr/>
          <p:nvPr>
            <p:custDataLst>
              <p:tags r:id="rId2"/>
            </p:custDataLst>
          </p:nvPr>
        </p:nvSpPr>
        <p:spPr>
          <a:xfrm>
            <a:off x="2708111" y="1291389"/>
            <a:ext cx="7944777" cy="4291332"/>
          </a:xfrm>
          <a:prstGeom prst="roundRect">
            <a:avLst>
              <a:gd name="adj" fmla="val 8702"/>
            </a:avLst>
          </a:prstGeom>
          <a:gradFill>
            <a:gsLst>
              <a:gs pos="0">
                <a:schemeClr val="accent1">
                  <a:lumMod val="60000"/>
                  <a:lumOff val="40000"/>
                  <a:alpha val="0"/>
                </a:schemeClr>
              </a:gs>
              <a:gs pos="65000">
                <a:schemeClr val="accent1">
                  <a:lumMod val="60000"/>
                  <a:lumOff val="40000"/>
                  <a:alpha val="20000"/>
                </a:schemeClr>
              </a:gs>
            </a:gsLst>
            <a:lin ang="10800000" scaled="0"/>
          </a:gradFill>
          <a:ln>
            <a:noFill/>
          </a:ln>
          <a:effectLst>
            <a:outerShdw blurRad="215900" dist="38100" dir="5400000" algn="t" rotWithShape="0">
              <a:schemeClr val="accent1">
                <a:alpha val="10000"/>
              </a:schemeClr>
            </a:outerShdw>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17" name="标题 16"/>
          <p:cNvSpPr>
            <a:spLocks noGrp="1"/>
          </p:cNvSpPr>
          <p:nvPr>
            <p:ph type="title"/>
            <p:custDataLst>
              <p:tags r:id="rId3"/>
            </p:custDataLst>
          </p:nvPr>
        </p:nvSpPr>
        <p:spPr/>
        <p:txBody>
          <a:bodyPr>
            <a:normAutofit fontScale="90000"/>
          </a:bodyPr>
          <a:lstStyle/>
          <a:p>
            <a:r>
              <a:rPr lang="en-US" altLang="zh-CN" dirty="0"/>
              <a:t>2.2.2 </a:t>
            </a:r>
            <a:r>
              <a:rPr lang="zh-CN" altLang="en-US" dirty="0"/>
              <a:t>逻辑回归</a:t>
            </a:r>
          </a:p>
        </p:txBody>
      </p:sp>
      <p:pic>
        <p:nvPicPr>
          <p:cNvPr id="4" name="图片 3" descr="/data/temp/05d0061e-193d-11f0-9f12-4a5a41383fb8.jpg05d0061e-193d-11f0-9f12-4a5a41383fb8"/>
          <p:cNvPicPr>
            <a:picLocks noChangeAspect="1"/>
          </p:cNvPicPr>
          <p:nvPr>
            <p:custDataLst>
              <p:tags r:id="rId4"/>
            </p:custDataLst>
          </p:nvPr>
        </p:nvPicPr>
        <p:blipFill rotWithShape="1">
          <a:blip r:embed="rId8" cstate="print"/>
          <a:srcRect t="41" b="41"/>
          <a:stretch>
            <a:fillRect/>
          </a:stretch>
        </p:blipFill>
        <p:spPr>
          <a:xfrm>
            <a:off x="718726" y="1845573"/>
            <a:ext cx="2018267" cy="3163307"/>
          </a:xfrm>
          <a:prstGeom prst="roundRect">
            <a:avLst>
              <a:gd name="adj" fmla="val 8489"/>
            </a:avLst>
          </a:prstGeom>
          <a:solidFill>
            <a:schemeClr val="accent1"/>
          </a:solidFill>
          <a:ln w="9525" cap="flat" cmpd="sng" algn="ctr">
            <a:solidFill>
              <a:schemeClr val="accent1">
                <a:alpha val="20000"/>
              </a:schemeClr>
            </a:solidFill>
            <a:prstDash val="solid"/>
            <a:round/>
            <a:headEnd type="none" w="med" len="med"/>
            <a:tailEnd type="none" w="med" len="med"/>
          </a:ln>
          <a:effectLst>
            <a:outerShdw blurRad="50800" dist="38100" dir="2700000" algn="tl" rotWithShape="0">
              <a:schemeClr val="accent1">
                <a:lumMod val="75000"/>
                <a:alpha val="12000"/>
              </a:schemeClr>
            </a:outerShdw>
          </a:effectLst>
        </p:spPr>
      </p:pic>
      <p:sp>
        <p:nvSpPr>
          <p:cNvPr id="8" name="矩形 7"/>
          <p:cNvSpPr/>
          <p:nvPr>
            <p:custDataLst>
              <p:tags r:id="rId5"/>
            </p:custDataLst>
          </p:nvPr>
        </p:nvSpPr>
        <p:spPr>
          <a:xfrm>
            <a:off x="2972938" y="1642349"/>
            <a:ext cx="2704148" cy="406448"/>
          </a:xfrm>
          <a:prstGeom prst="rect">
            <a:avLst/>
          </a:prstGeom>
          <a:noFill/>
        </p:spPr>
        <p:txBody>
          <a:bodyPr wrap="square" lIns="0" tIns="0" rIns="0" bIns="0" rtlCol="0" anchor="ctr" anchorCtr="0">
            <a:noAutofit/>
          </a:bodyPr>
          <a:lstStyle/>
          <a:p>
            <a:pPr>
              <a:spcBef>
                <a:spcPct val="0"/>
              </a:spcBef>
              <a:spcAft>
                <a:spcPct val="0"/>
              </a:spcAft>
            </a:pPr>
            <a:r>
              <a:rPr lang="zh-CN" altLang="zh-CN" sz="2000" b="1" dirty="0">
                <a:solidFill>
                  <a:schemeClr val="accent1"/>
                </a:solidFill>
                <a:latin typeface="+mn-ea"/>
                <a:cs typeface="+mn-ea"/>
              </a:rPr>
              <a:t>逻辑函数图形</a:t>
            </a:r>
            <a:endParaRPr lang="zh-CN" altLang="en-US" sz="2000" b="1" dirty="0">
              <a:solidFill>
                <a:schemeClr val="accent1"/>
              </a:solidFill>
              <a:latin typeface="+mn-ea"/>
              <a:cs typeface="+mn-ea"/>
            </a:endParaRPr>
          </a:p>
        </p:txBody>
      </p:sp>
      <p:cxnSp>
        <p:nvCxnSpPr>
          <p:cNvPr id="11" name="直接连接符 10"/>
          <p:cNvCxnSpPr>
            <a:cxnSpLocks/>
          </p:cNvCxnSpPr>
          <p:nvPr>
            <p:custDataLst>
              <p:tags r:id="rId6"/>
            </p:custDataLst>
          </p:nvPr>
        </p:nvCxnSpPr>
        <p:spPr>
          <a:xfrm>
            <a:off x="2972938" y="2093259"/>
            <a:ext cx="1548262" cy="0"/>
          </a:xfrm>
          <a:prstGeom prst="line">
            <a:avLst/>
          </a:prstGeom>
          <a:ln w="44450" cap="rnd">
            <a:gradFill>
              <a:gsLst>
                <a:gs pos="0">
                  <a:schemeClr val="accent1"/>
                </a:gs>
                <a:gs pos="100000">
                  <a:schemeClr val="accent1">
                    <a:alpha val="26000"/>
                  </a:schemeClr>
                </a:gs>
              </a:gsLst>
              <a:lin ang="0"/>
              <a:tileRect/>
            </a:gradFill>
            <a:round/>
          </a:ln>
          <a:effectLst>
            <a:outerShdw blurRad="50800" dist="25400" dir="5400000" algn="t" rotWithShape="0">
              <a:schemeClr val="accent1">
                <a:lumMod val="75000"/>
                <a:alpha val="20000"/>
              </a:schemeClr>
            </a:outerShdw>
          </a:effectLst>
        </p:spPr>
        <p:style>
          <a:lnRef idx="2">
            <a:schemeClr val="accent1"/>
          </a:lnRef>
          <a:fillRef idx="0">
            <a:srgbClr val="FFFFFF"/>
          </a:fillRef>
          <a:effectRef idx="0">
            <a:srgbClr val="FFFFFF"/>
          </a:effectRef>
          <a:fontRef idx="minor">
            <a:schemeClr val="tx1"/>
          </a:fontRef>
        </p:style>
      </p:cxnSp>
      <p:pic>
        <p:nvPicPr>
          <p:cNvPr id="15" name="Image 38">
            <a:extLst>
              <a:ext uri="{FF2B5EF4-FFF2-40B4-BE49-F238E27FC236}">
                <a16:creationId xmlns:a16="http://schemas.microsoft.com/office/drawing/2014/main" id="{C70574DE-09F8-4952-9E50-55092030ABB0}"/>
              </a:ext>
            </a:extLst>
          </p:cNvPr>
          <p:cNvPicPr/>
          <p:nvPr/>
        </p:nvPicPr>
        <p:blipFill>
          <a:blip r:embed="rId9" cstate="print"/>
          <a:stretch>
            <a:fillRect/>
          </a:stretch>
        </p:blipFill>
        <p:spPr>
          <a:xfrm>
            <a:off x="4109531" y="1942396"/>
            <a:ext cx="5197642" cy="2154859"/>
          </a:xfrm>
          <a:prstGeom prst="rect">
            <a:avLst/>
          </a:prstGeom>
        </p:spPr>
      </p:pic>
      <p:sp>
        <p:nvSpPr>
          <p:cNvPr id="18" name="文本框 17">
            <a:extLst>
              <a:ext uri="{FF2B5EF4-FFF2-40B4-BE49-F238E27FC236}">
                <a16:creationId xmlns:a16="http://schemas.microsoft.com/office/drawing/2014/main" id="{9C091F7F-116F-401B-B3AC-E1186AE13CC5}"/>
              </a:ext>
            </a:extLst>
          </p:cNvPr>
          <p:cNvSpPr txBox="1"/>
          <p:nvPr/>
        </p:nvSpPr>
        <p:spPr>
          <a:xfrm>
            <a:off x="5677086" y="4101780"/>
            <a:ext cx="1909090" cy="369332"/>
          </a:xfrm>
          <a:prstGeom prst="rect">
            <a:avLst/>
          </a:prstGeom>
          <a:noFill/>
        </p:spPr>
        <p:txBody>
          <a:bodyPr wrap="square">
            <a:spAutoFit/>
          </a:bodyPr>
          <a:lstStyle/>
          <a:p>
            <a:pPr algn="ctr"/>
            <a:r>
              <a:rPr lang="zh-CN" altLang="zh-CN" kern="0" dirty="0">
                <a:ln>
                  <a:noFill/>
                  <a:prstDash val="sysDot"/>
                </a:ln>
                <a:solidFill>
                  <a:schemeClr val="tx1">
                    <a:lumMod val="85000"/>
                    <a:lumOff val="15000"/>
                  </a:schemeClr>
                </a:solidFill>
                <a:latin typeface="+mn-ea"/>
              </a:rPr>
              <a:t>逻辑函数</a:t>
            </a:r>
            <a:endParaRPr lang="zh-CN" altLang="en-US" kern="0" dirty="0">
              <a:ln>
                <a:noFill/>
                <a:prstDash val="sysDot"/>
              </a:ln>
              <a:solidFill>
                <a:schemeClr val="tx1">
                  <a:lumMod val="85000"/>
                  <a:lumOff val="15000"/>
                </a:schemeClr>
              </a:solidFill>
              <a:latin typeface="+mn-ea"/>
            </a:endParaRPr>
          </a:p>
        </p:txBody>
      </p:sp>
      <p:sp>
        <p:nvSpPr>
          <p:cNvPr id="21" name="文本框 20">
            <a:extLst>
              <a:ext uri="{FF2B5EF4-FFF2-40B4-BE49-F238E27FC236}">
                <a16:creationId xmlns:a16="http://schemas.microsoft.com/office/drawing/2014/main" id="{4912BC4C-8E35-437B-A5FC-5F5B1F81BE38}"/>
              </a:ext>
            </a:extLst>
          </p:cNvPr>
          <p:cNvSpPr txBox="1"/>
          <p:nvPr/>
        </p:nvSpPr>
        <p:spPr>
          <a:xfrm>
            <a:off x="2847475" y="4601796"/>
            <a:ext cx="6938209" cy="923330"/>
          </a:xfrm>
          <a:prstGeom prst="rect">
            <a:avLst/>
          </a:prstGeom>
          <a:noFill/>
        </p:spPr>
        <p:txBody>
          <a:bodyPr wrap="square">
            <a:spAutoFit/>
          </a:bodyPr>
          <a:lstStyle/>
          <a:p>
            <a:r>
              <a:rPr lang="en-US" altLang="zh-CN" sz="1800" spc="-10" dirty="0">
                <a:effectLst/>
                <a:ea typeface="宋体" panose="02010600030101010101" pitchFamily="2" charset="-122"/>
                <a:cs typeface="宋体" panose="02010600030101010101" pitchFamily="2" charset="-122"/>
              </a:rPr>
              <a:t>     </a:t>
            </a:r>
            <a:r>
              <a:rPr lang="zh-CN" altLang="zh-CN" sz="1800" spc="-10" dirty="0">
                <a:effectLst/>
                <a:ea typeface="宋体" panose="02010600030101010101" pitchFamily="2" charset="-122"/>
                <a:cs typeface="宋体" panose="02010600030101010101" pitchFamily="2" charset="-122"/>
              </a:rPr>
              <a:t>逻辑回归即加载逻辑函数的线性回归</a:t>
            </a:r>
            <a:endParaRPr lang="en-US" altLang="zh-CN" sz="1800" spc="-10" dirty="0">
              <a:effectLst/>
              <a:ea typeface="宋体" panose="02010600030101010101" pitchFamily="2" charset="-122"/>
              <a:cs typeface="宋体" panose="02010600030101010101" pitchFamily="2" charset="-122"/>
            </a:endParaRPr>
          </a:p>
          <a:p>
            <a:r>
              <a:rPr lang="en-US" altLang="zh-CN" sz="1800" spc="-10" dirty="0">
                <a:effectLst/>
                <a:ea typeface="宋体" panose="02010600030101010101" pitchFamily="2" charset="-122"/>
                <a:cs typeface="宋体" panose="02010600030101010101" pitchFamily="2" charset="-122"/>
              </a:rPr>
              <a:t>     </a:t>
            </a:r>
            <a:r>
              <a:rPr lang="zh-CN" altLang="zh-CN" sz="1800" spc="-10" dirty="0">
                <a:effectLst/>
                <a:ea typeface="宋体" panose="02010600030101010101" pitchFamily="2" charset="-122"/>
                <a:cs typeface="宋体" panose="02010600030101010101" pitchFamily="2" charset="-122"/>
              </a:rPr>
              <a:t>在这里，</a:t>
            </a:r>
            <a:r>
              <a:rPr lang="en-US" altLang="zh-CN" sz="1800" i="1" spc="-10" dirty="0">
                <a:effectLst/>
                <a:latin typeface="Times New Roman" panose="02020603050405020304" pitchFamily="18" charset="0"/>
                <a:ea typeface="Times New Roman" panose="02020603050405020304" pitchFamily="18" charset="0"/>
                <a:cs typeface="宋体" panose="02010600030101010101" pitchFamily="2" charset="-122"/>
              </a:rPr>
              <a:t>d</a:t>
            </a:r>
            <a:r>
              <a:rPr lang="en-US" altLang="zh-CN" sz="1800" i="1" spc="-60" dirty="0">
                <a:effectLst/>
                <a:latin typeface="Times New Roman" panose="02020603050405020304" pitchFamily="18" charset="0"/>
                <a:ea typeface="Times New Roman" panose="02020603050405020304" pitchFamily="18" charset="0"/>
                <a:cs typeface="宋体" panose="02010600030101010101" pitchFamily="2" charset="-122"/>
              </a:rPr>
              <a:t> </a:t>
            </a:r>
            <a:r>
              <a:rPr lang="zh-CN" altLang="zh-CN" sz="1800" spc="-20" dirty="0">
                <a:effectLst/>
                <a:ea typeface="宋体" panose="02010600030101010101" pitchFamily="2" charset="-122"/>
                <a:cs typeface="宋体" panose="02010600030101010101" pitchFamily="2" charset="-122"/>
              </a:rPr>
              <a:t>实际上是一个线性回归，输出概率 </a:t>
            </a:r>
            <a:r>
              <a:rPr lang="en-US" altLang="zh-CN" sz="1800" i="1" spc="-10" dirty="0">
                <a:effectLst/>
                <a:latin typeface="Times New Roman" panose="02020603050405020304" pitchFamily="18" charset="0"/>
                <a:ea typeface="Times New Roman" panose="02020603050405020304" pitchFamily="18" charset="0"/>
                <a:cs typeface="宋体" panose="02010600030101010101" pitchFamily="2" charset="-122"/>
              </a:rPr>
              <a:t>y</a:t>
            </a:r>
            <a:r>
              <a:rPr lang="en-US" altLang="zh-CN" sz="1800" spc="-10" dirty="0">
                <a:effectLst/>
                <a:latin typeface="Symbol" panose="05050102010706020507" pitchFamily="18" charset="2"/>
                <a:ea typeface="Symbol" panose="05050102010706020507" pitchFamily="18" charset="2"/>
                <a:cs typeface="宋体" panose="02010600030101010101" pitchFamily="2" charset="-122"/>
              </a:rPr>
              <a:t>¢</a:t>
            </a:r>
            <a:r>
              <a:rPr lang="en-US" altLang="zh-CN" sz="1800" spc="-55" dirty="0">
                <a:effectLst/>
                <a:latin typeface="Times New Roman" panose="02020603050405020304" pitchFamily="18" charset="0"/>
                <a:ea typeface="Times New Roman" panose="02020603050405020304" pitchFamily="18" charset="0"/>
                <a:cs typeface="宋体" panose="02010600030101010101" pitchFamily="2" charset="-122"/>
              </a:rPr>
              <a:t> </a:t>
            </a:r>
            <a:r>
              <a:rPr lang="zh-CN" altLang="zh-CN" sz="1800" spc="-10" dirty="0">
                <a:effectLst/>
                <a:ea typeface="宋体" panose="02010600030101010101" pitchFamily="2" charset="-122"/>
                <a:cs typeface="宋体" panose="02010600030101010101" pitchFamily="2" charset="-122"/>
              </a:rPr>
              <a:t>随着</a:t>
            </a:r>
            <a:r>
              <a:rPr lang="en-US" altLang="zh-CN" sz="1800" i="1" spc="-10" dirty="0">
                <a:effectLst/>
                <a:latin typeface="Times New Roman" panose="02020603050405020304" pitchFamily="18" charset="0"/>
                <a:ea typeface="Times New Roman" panose="02020603050405020304" pitchFamily="18" charset="0"/>
                <a:cs typeface="宋体" panose="02010600030101010101" pitchFamily="2" charset="-122"/>
              </a:rPr>
              <a:t>d</a:t>
            </a:r>
            <a:r>
              <a:rPr lang="en-US" altLang="zh-CN" sz="1800" i="1" spc="-55" dirty="0">
                <a:effectLst/>
                <a:latin typeface="Times New Roman" panose="02020603050405020304" pitchFamily="18" charset="0"/>
                <a:ea typeface="Times New Roman" panose="02020603050405020304" pitchFamily="18" charset="0"/>
                <a:cs typeface="宋体" panose="02010600030101010101" pitchFamily="2" charset="-122"/>
              </a:rPr>
              <a:t> </a:t>
            </a:r>
            <a:r>
              <a:rPr lang="zh-CN" altLang="zh-CN" sz="1800" spc="-20" dirty="0">
                <a:effectLst/>
                <a:ea typeface="宋体" panose="02010600030101010101" pitchFamily="2" charset="-122"/>
                <a:cs typeface="宋体" panose="02010600030101010101" pitchFamily="2" charset="-122"/>
              </a:rPr>
              <a:t>的增大而增大且趋近于 </a:t>
            </a:r>
            <a:r>
              <a:rPr lang="en-US" altLang="zh-CN" sz="1800" spc="-10" dirty="0">
                <a:effectLst/>
                <a:latin typeface="Times New Roman" panose="02020603050405020304" pitchFamily="18" charset="0"/>
                <a:ea typeface="Times New Roman" panose="02020603050405020304" pitchFamily="18" charset="0"/>
                <a:cs typeface="宋体" panose="02010600030101010101" pitchFamily="2" charset="-122"/>
              </a:rPr>
              <a:t>1</a:t>
            </a:r>
            <a:r>
              <a:rPr lang="zh-CN" altLang="zh-CN" sz="1800" spc="-35" dirty="0">
                <a:effectLst/>
                <a:ea typeface="宋体" panose="02010600030101010101" pitchFamily="2" charset="-122"/>
                <a:cs typeface="宋体" panose="02010600030101010101" pitchFamily="2" charset="-122"/>
              </a:rPr>
              <a:t>；反之， </a:t>
            </a:r>
            <a:r>
              <a:rPr lang="en-US" altLang="zh-CN" sz="1800" i="1" spc="-10" dirty="0">
                <a:effectLst/>
                <a:latin typeface="Times New Roman" panose="02020603050405020304" pitchFamily="18" charset="0"/>
                <a:ea typeface="Times New Roman" panose="02020603050405020304" pitchFamily="18" charset="0"/>
                <a:cs typeface="宋体" panose="02010600030101010101" pitchFamily="2" charset="-122"/>
              </a:rPr>
              <a:t>y</a:t>
            </a:r>
            <a:r>
              <a:rPr lang="en-US" altLang="zh-CN" sz="1800" spc="-10" dirty="0">
                <a:effectLst/>
                <a:latin typeface="Symbol" panose="05050102010706020507" pitchFamily="18" charset="2"/>
                <a:ea typeface="Symbol" panose="05050102010706020507" pitchFamily="18" charset="2"/>
                <a:cs typeface="宋体" panose="02010600030101010101" pitchFamily="2" charset="-122"/>
              </a:rPr>
              <a:t>¢</a:t>
            </a:r>
            <a:r>
              <a:rPr lang="zh-CN" altLang="zh-CN" sz="1800" spc="85" dirty="0">
                <a:effectLst/>
                <a:ea typeface="宋体" panose="02010600030101010101" pitchFamily="2" charset="-122"/>
                <a:cs typeface="宋体" panose="02010600030101010101" pitchFamily="2" charset="-122"/>
              </a:rPr>
              <a:t>随着</a:t>
            </a:r>
            <a:r>
              <a:rPr lang="en-US" altLang="zh-CN" sz="1800" i="1" dirty="0">
                <a:effectLst/>
                <a:latin typeface="Times New Roman" panose="02020603050405020304" pitchFamily="18" charset="0"/>
                <a:ea typeface="Times New Roman" panose="02020603050405020304" pitchFamily="18" charset="0"/>
                <a:cs typeface="宋体" panose="02010600030101010101" pitchFamily="2" charset="-122"/>
              </a:rPr>
              <a:t>d </a:t>
            </a:r>
            <a:r>
              <a:rPr lang="zh-CN" altLang="zh-CN" sz="1800" spc="-10" dirty="0">
                <a:effectLst/>
                <a:ea typeface="宋体" panose="02010600030101010101" pitchFamily="2" charset="-122"/>
                <a:cs typeface="宋体" panose="02010600030101010101" pitchFamily="2" charset="-122"/>
              </a:rPr>
              <a:t>的减小而减小且趋近于 </a:t>
            </a:r>
            <a:r>
              <a:rPr lang="en-US" altLang="zh-CN" sz="1800" dirty="0">
                <a:effectLst/>
                <a:latin typeface="Times New Roman" panose="02020603050405020304" pitchFamily="18" charset="0"/>
                <a:ea typeface="Times New Roman" panose="02020603050405020304" pitchFamily="18" charset="0"/>
                <a:cs typeface="宋体" panose="02010600030101010101" pitchFamily="2" charset="-122"/>
              </a:rPr>
              <a:t>0</a:t>
            </a:r>
            <a:endParaRPr lang="zh-CN" altLang="en-US" dirty="0"/>
          </a:p>
        </p:txBody>
      </p:sp>
    </p:spTree>
    <p:custDataLst>
      <p:tags r:id="rId1"/>
    </p:custDataLst>
    <p:extLst>
      <p:ext uri="{BB962C8B-B14F-4D97-AF65-F5344CB8AC3E}">
        <p14:creationId xmlns:p14="http://schemas.microsoft.com/office/powerpoint/2010/main" val="953581907"/>
      </p:ext>
    </p:extLst>
  </p:cSld>
  <p:clrMapOvr>
    <a:masterClrMapping/>
  </p:clrMapOvr>
  <p:transition>
    <p:fad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idx="16385"/>
            <p:custDataLst>
              <p:tags r:id="rId2"/>
            </p:custDataLst>
          </p:nvPr>
        </p:nvSpPr>
        <p:spPr>
          <a:noFill/>
        </p:spPr>
        <p:txBody>
          <a:bodyPr vert="horz" wrap="none" lIns="0" tIns="0" rIns="0" bIns="0" rtlCol="0" anchor="t" anchorCtr="0">
            <a:normAutofit/>
          </a:bodyPr>
          <a:lstStyle/>
          <a:p>
            <a:pPr lvl="0" algn="l"/>
            <a:r>
              <a:rPr>
                <a:solidFill>
                  <a:schemeClr val="tx1"/>
                </a:solidFill>
                <a:sym typeface="+mn-ea"/>
              </a:rPr>
              <a:t>机器学习的类型和算法：监督学习</a:t>
            </a:r>
          </a:p>
        </p:txBody>
      </p:sp>
      <p:sp>
        <p:nvSpPr>
          <p:cNvPr id="28" name="文本框 27"/>
          <p:cNvSpPr txBox="1"/>
          <p:nvPr/>
        </p:nvSpPr>
        <p:spPr>
          <a:xfrm>
            <a:off x="635000" y="1397000"/>
            <a:ext cx="10922000" cy="727075"/>
          </a:xfrm>
          <a:prstGeom prst="rect">
            <a:avLst/>
          </a:prstGeom>
          <a:noFill/>
        </p:spPr>
        <p:txBody>
          <a:bodyPr wrap="square" rtlCol="0" anchor="t">
            <a:normAutofit/>
          </a:bodyPr>
          <a:lstStyle/>
          <a:p>
            <a:pPr marL="0" marR="0" lvl="0" indent="0" algn="l" defTabSz="914400" rtl="0" eaLnBrk="1" fontAlgn="auto" latinLnBrk="0" hangingPunct="1">
              <a:lnSpc>
                <a:spcPct val="170000"/>
              </a:lnSpc>
              <a:spcBef>
                <a:spcPts val="0"/>
              </a:spcBef>
              <a:spcAft>
                <a:spcPts val="0"/>
              </a:spcAft>
              <a:buClrTx/>
              <a:buSzTx/>
              <a:buFontTx/>
              <a:buNone/>
              <a:tabLst/>
              <a:defRPr/>
            </a:pPr>
            <a:r>
              <a:rPr kumimoji="0" lang="zh-CN" altLang="en-US" sz="2400" b="1" i="0" u="none" strike="noStrike" kern="100" cap="none" spc="0" normalizeH="0" baseline="0" noProof="0" dirty="0">
                <a:ln>
                  <a:noFill/>
                </a:ln>
                <a:solidFill>
                  <a:srgbClr val="333333"/>
                </a:solidFill>
                <a:effectLst/>
                <a:uLnTx/>
                <a:uFillTx/>
                <a:latin typeface="微软雅黑"/>
                <a:ea typeface="微软雅黑"/>
                <a:cs typeface="+mn-ea"/>
              </a:rPr>
              <a:t>逻辑回归</a:t>
            </a:r>
          </a:p>
        </p:txBody>
      </p:sp>
      <p:grpSp>
        <p:nvGrpSpPr>
          <p:cNvPr id="87" name="组合 86"/>
          <p:cNvGrpSpPr/>
          <p:nvPr>
            <p:custDataLst>
              <p:tags r:id="rId3"/>
            </p:custDataLst>
          </p:nvPr>
        </p:nvGrpSpPr>
        <p:grpSpPr>
          <a:xfrm>
            <a:off x="609600" y="2378075"/>
            <a:ext cx="5302885" cy="3931200"/>
            <a:chOff x="960" y="3745"/>
            <a:chExt cx="8000" cy="4740"/>
          </a:xfrm>
        </p:grpSpPr>
        <p:sp>
          <p:nvSpPr>
            <p:cNvPr id="88" name="圆角矩形 87"/>
            <p:cNvSpPr/>
            <p:nvPr>
              <p:custDataLst>
                <p:tags r:id="rId5"/>
              </p:custDataLst>
            </p:nvPr>
          </p:nvSpPr>
          <p:spPr>
            <a:xfrm>
              <a:off x="960" y="3745"/>
              <a:ext cx="8000" cy="4741"/>
            </a:xfrm>
            <a:prstGeom prst="roundRect">
              <a:avLst>
                <a:gd name="adj" fmla="val 6553"/>
              </a:avLst>
            </a:prstGeom>
            <a:extLst>
              <a:ext uri="{909E8E84-426E-40DD-AFC4-6F175D3DCCD1}">
                <a14:hiddenFill xmlns:a14="http://schemas.microsoft.com/office/drawing/2010/main">
                  <a:solidFill>
                    <a:schemeClr val="accent1"/>
                  </a:solidFill>
                </a14:hiddenFill>
              </a:ext>
            </a:extLst>
          </p:spPr>
          <p:style>
            <a:lnRef idx="2">
              <a:schemeClr val="accent1"/>
            </a:lnRef>
            <a:fillRef idx="0">
              <a:srgbClr val="FFFFFF"/>
            </a:fillRef>
            <a:effectRef idx="0">
              <a:srgbClr val="FFFFFF"/>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333333"/>
                </a:solidFill>
                <a:effectLst/>
                <a:uLnTx/>
                <a:uFillTx/>
                <a:latin typeface="Arial"/>
                <a:ea typeface="微软雅黑"/>
                <a:cs typeface="+mn-cs"/>
              </a:endParaRPr>
            </a:p>
          </p:txBody>
        </p:sp>
        <p:grpSp>
          <p:nvGrpSpPr>
            <p:cNvPr id="89" name="组合 88"/>
            <p:cNvGrpSpPr/>
            <p:nvPr>
              <p:custDataLst>
                <p:tags r:id="rId6"/>
              </p:custDataLst>
            </p:nvPr>
          </p:nvGrpSpPr>
          <p:grpSpPr>
            <a:xfrm>
              <a:off x="1696" y="8168"/>
              <a:ext cx="6524" cy="80"/>
              <a:chOff x="3554730" y="4312126"/>
              <a:chExt cx="5080000" cy="50800"/>
            </a:xfrm>
          </p:grpSpPr>
          <p:cxnSp>
            <p:nvCxnSpPr>
              <p:cNvPr id="90" name="直接连接符 89"/>
              <p:cNvCxnSpPr/>
              <p:nvPr>
                <p:custDataLst>
                  <p:tags r:id="rId10"/>
                </p:custDataLst>
              </p:nvPr>
            </p:nvCxnSpPr>
            <p:spPr>
              <a:xfrm>
                <a:off x="3554730" y="4337685"/>
                <a:ext cx="5080000" cy="0"/>
              </a:xfrm>
              <a:prstGeom prst="line">
                <a:avLst/>
              </a:prstGeom>
            </p:spPr>
            <p:style>
              <a:lnRef idx="2">
                <a:schemeClr val="accent1"/>
              </a:lnRef>
              <a:fillRef idx="0">
                <a:srgbClr val="FFFFFF"/>
              </a:fillRef>
              <a:effectRef idx="0">
                <a:srgbClr val="FFFFFF"/>
              </a:effectRef>
              <a:fontRef idx="minor">
                <a:schemeClr val="tx1"/>
              </a:fontRef>
            </p:style>
          </p:cxnSp>
          <p:sp>
            <p:nvSpPr>
              <p:cNvPr id="91" name="矩形: 圆角 8"/>
              <p:cNvSpPr/>
              <p:nvPr>
                <p:custDataLst>
                  <p:tags r:id="rId11"/>
                </p:custDataLst>
              </p:nvPr>
            </p:nvSpPr>
            <p:spPr>
              <a:xfrm flipV="1">
                <a:off x="5462904" y="4312126"/>
                <a:ext cx="1265555" cy="50800"/>
              </a:xfrm>
              <a:prstGeom prst="roundRect">
                <a:avLst>
                  <a:gd name="adj" fmla="val 50000"/>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微软雅黑"/>
                  <a:cs typeface="+mn-cs"/>
                </a:endParaRPr>
              </a:p>
            </p:txBody>
          </p:sp>
        </p:grpSp>
        <p:grpSp>
          <p:nvGrpSpPr>
            <p:cNvPr id="92" name="组合 91"/>
            <p:cNvGrpSpPr/>
            <p:nvPr>
              <p:custDataLst>
                <p:tags r:id="rId7"/>
              </p:custDataLst>
            </p:nvPr>
          </p:nvGrpSpPr>
          <p:grpSpPr>
            <a:xfrm>
              <a:off x="1696" y="4018"/>
              <a:ext cx="6524" cy="80"/>
              <a:chOff x="3554730" y="2156460"/>
              <a:chExt cx="5080000" cy="50800"/>
            </a:xfrm>
          </p:grpSpPr>
          <p:cxnSp>
            <p:nvCxnSpPr>
              <p:cNvPr id="93" name="直接连接符 92"/>
              <p:cNvCxnSpPr/>
              <p:nvPr>
                <p:custDataLst>
                  <p:tags r:id="rId8"/>
                </p:custDataLst>
              </p:nvPr>
            </p:nvCxnSpPr>
            <p:spPr>
              <a:xfrm>
                <a:off x="3554730" y="2181860"/>
                <a:ext cx="5080000" cy="0"/>
              </a:xfrm>
              <a:prstGeom prst="line">
                <a:avLst/>
              </a:prstGeom>
            </p:spPr>
            <p:style>
              <a:lnRef idx="2">
                <a:schemeClr val="accent1"/>
              </a:lnRef>
              <a:fillRef idx="0">
                <a:srgbClr val="FFFFFF"/>
              </a:fillRef>
              <a:effectRef idx="0">
                <a:srgbClr val="FFFFFF"/>
              </a:effectRef>
              <a:fontRef idx="minor">
                <a:schemeClr val="tx1"/>
              </a:fontRef>
            </p:style>
          </p:cxnSp>
          <p:sp>
            <p:nvSpPr>
              <p:cNvPr id="94" name="矩形: 圆角 9"/>
              <p:cNvSpPr/>
              <p:nvPr>
                <p:custDataLst>
                  <p:tags r:id="rId9"/>
                </p:custDataLst>
              </p:nvPr>
            </p:nvSpPr>
            <p:spPr>
              <a:xfrm flipV="1">
                <a:off x="5462904" y="2156460"/>
                <a:ext cx="1265555" cy="50800"/>
              </a:xfrm>
              <a:prstGeom prst="roundRect">
                <a:avLst>
                  <a:gd name="adj" fmla="val 50000"/>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微软雅黑"/>
                  <a:cs typeface="+mn-cs"/>
                </a:endParaRPr>
              </a:p>
            </p:txBody>
          </p:sp>
        </p:grpSp>
      </p:grpSp>
      <p:sp>
        <p:nvSpPr>
          <p:cNvPr id="95" name="文本框 94"/>
          <p:cNvSpPr txBox="1"/>
          <p:nvPr>
            <p:custDataLst>
              <p:tags r:id="rId4"/>
            </p:custDataLst>
          </p:nvPr>
        </p:nvSpPr>
        <p:spPr>
          <a:xfrm>
            <a:off x="1188085" y="2749550"/>
            <a:ext cx="4142740" cy="3309620"/>
          </a:xfrm>
          <a:prstGeom prst="rect">
            <a:avLst/>
          </a:prstGeom>
          <a:noFill/>
          <a:ln w="3175">
            <a:noFill/>
            <a:prstDash val="dash"/>
          </a:ln>
          <a:extLst>
            <a:ext uri="{909E8E84-426E-40DD-AFC4-6F175D3DCCD1}">
              <a14:hiddenFill xmlns:a14="http://schemas.microsoft.com/office/drawing/2010/main">
                <a:solidFill>
                  <a:schemeClr val="bg2"/>
                </a:solidFill>
              </a14:hiddenFill>
            </a:ext>
          </a:extLst>
        </p:spPr>
        <p:txBody>
          <a:bodyPr wrap="square" lIns="72000" tIns="36195" rIns="72000" bIns="36195" rtlCol="0" anchor="t" anchorCtr="0">
            <a:sp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0" marR="0" lvl="0" indent="0" algn="l" defTabSz="913765" rtl="0" eaLnBrk="1" fontAlgn="auto" latinLnBrk="0" hangingPunct="1">
              <a:lnSpc>
                <a:spcPct val="130000"/>
              </a:lnSpc>
              <a:spcBef>
                <a:spcPts val="845"/>
              </a:spcBef>
              <a:spcAft>
                <a:spcPts val="0"/>
              </a:spcAft>
              <a:buClrTx/>
              <a:buSzTx/>
              <a:buFontTx/>
              <a:buNone/>
              <a:tabLst/>
              <a:defRPr/>
            </a:pPr>
            <a:r>
              <a:rPr kumimoji="0" lang="zh-CN" altLang="en-US" sz="1800" b="1" i="0" u="none" strike="noStrike" kern="1200" cap="none" spc="182" normalizeH="0" baseline="0" noProof="0">
                <a:ln w="3175">
                  <a:noFill/>
                  <a:prstDash val="dash"/>
                </a:ln>
                <a:solidFill>
                  <a:srgbClr val="333333">
                    <a:lumMod val="75000"/>
                    <a:lumOff val="25000"/>
                  </a:srgbClr>
                </a:solidFill>
                <a:effectLst/>
                <a:uLnTx/>
                <a:uFillTx/>
                <a:latin typeface="微软雅黑" panose="020B0503020204020204" charset="-122"/>
                <a:ea typeface="微软雅黑" panose="020B0503020204020204" charset="-122"/>
                <a:cs typeface="微软雅黑" panose="020B0503020204020204" charset="-122"/>
                <a:sym typeface="+mn-ea"/>
              </a:rPr>
              <a:t>逻辑回归（Logistic Regression）</a:t>
            </a:r>
            <a:r>
              <a:rPr kumimoji="0" lang="zh-CN" altLang="en-US" sz="1800" b="0" i="0" u="none" strike="noStrike" kern="1200" cap="none" spc="182" normalizeH="0" baseline="0" noProof="0">
                <a:ln w="3175">
                  <a:noFill/>
                  <a:prstDash val="dash"/>
                </a:ln>
                <a:solidFill>
                  <a:srgbClr val="333333">
                    <a:lumMod val="75000"/>
                    <a:lumOff val="25000"/>
                  </a:srgbClr>
                </a:solidFill>
                <a:effectLst/>
                <a:uLnTx/>
                <a:uFillTx/>
                <a:latin typeface="微软雅黑" panose="020B0503020204020204" charset="-122"/>
                <a:ea typeface="微软雅黑" panose="020B0503020204020204" charset="-122"/>
                <a:cs typeface="微软雅黑" panose="020B0503020204020204" charset="-122"/>
                <a:sym typeface="+mn-ea"/>
              </a:rPr>
              <a:t>是一种用于解决二分类问题（也可扩展至多分类）的监督学习算法。尽管名称中包含“回归”，但它实际上是一种分类模型，通过Sigmoid函数将线性回归的输出映射到[0,1]区间，表示样本属于某一类别的概率。通过设定阈值（如0.5），可以将概率转换为类别。</a:t>
            </a:r>
          </a:p>
        </p:txBody>
      </p:sp>
      <p:pic>
        <p:nvPicPr>
          <p:cNvPr id="21" name="图片 20"/>
          <p:cNvPicPr>
            <a:picLocks noChangeAspect="1"/>
          </p:cNvPicPr>
          <p:nvPr/>
        </p:nvPicPr>
        <p:blipFill>
          <a:blip r:embed="rId13"/>
          <a:stretch>
            <a:fillRect/>
          </a:stretch>
        </p:blipFill>
        <p:spPr>
          <a:xfrm>
            <a:off x="6624003" y="2377758"/>
            <a:ext cx="4805028" cy="3600000"/>
          </a:xfrm>
          <a:prstGeom prst="rect">
            <a:avLst/>
          </a:prstGeom>
          <a:noFill/>
          <a:ln>
            <a:noFill/>
          </a:ln>
        </p:spPr>
      </p:pic>
      <p:sp>
        <p:nvSpPr>
          <p:cNvPr id="22" name="文本框 21"/>
          <p:cNvSpPr txBox="1"/>
          <p:nvPr/>
        </p:nvSpPr>
        <p:spPr>
          <a:xfrm>
            <a:off x="6594475" y="5977890"/>
            <a:ext cx="4805045" cy="368300"/>
          </a:xfrm>
          <a:prstGeom prst="rect">
            <a:avLst/>
          </a:prstGeom>
        </p:spPr>
        <p:txBody>
          <a:bodyPr wrap="square">
            <a:spAutoFit/>
          </a:bodyPr>
          <a:lstStyle/>
          <a:p>
            <a:pPr marL="0" marR="0" lvl="0" indent="0" algn="ctr" defTabSz="2667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a:ln>
                  <a:noFill/>
                </a:ln>
                <a:solidFill>
                  <a:srgbClr val="333333"/>
                </a:solidFill>
                <a:effectLst/>
                <a:uLnTx/>
                <a:uFillTx/>
                <a:latin typeface="微软雅黑" panose="020B0503020204020204" charset="-122"/>
                <a:ea typeface="微软雅黑" panose="020B0503020204020204" charset="-122"/>
                <a:cs typeface="微软雅黑" panose="020B0503020204020204" charset="-122"/>
              </a:rPr>
              <a:t>图2- 3 Sigmoid函数示意图</a:t>
            </a:r>
          </a:p>
        </p:txBody>
      </p:sp>
    </p:spTree>
    <p:custDataLst>
      <p:tags r:id="rId1"/>
    </p:custDataLst>
    <p:extLst>
      <p:ext uri="{BB962C8B-B14F-4D97-AF65-F5344CB8AC3E}">
        <p14:creationId xmlns:p14="http://schemas.microsoft.com/office/powerpoint/2010/main" val="389717112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2"/>
          <p:cNvSpPr>
            <a:spLocks noGrp="1"/>
          </p:cNvSpPr>
          <p:nvPr>
            <p:custDataLst>
              <p:tags r:id="rId2"/>
            </p:custDataLst>
          </p:nvPr>
        </p:nvSpPr>
        <p:spPr>
          <a:xfrm>
            <a:off x="925830" y="2040892"/>
            <a:ext cx="5170170" cy="1510030"/>
          </a:xfrm>
          <a:prstGeom prst="rect">
            <a:avLst/>
          </a:prstGeom>
        </p:spPr>
        <p:txBody>
          <a:bodyPr vert="horz" lIns="90170" tIns="46990" rIns="90170" bIns="46990" rtlCol="0" anchor="ctr" anchorCtr="0">
            <a:normAutofit/>
          </a:bodyPr>
          <a:lstStyle>
            <a:lvl1pPr algn="ctr" defTabSz="914400" rtl="0" eaLnBrk="1" fontAlgn="auto" latinLnBrk="0" hangingPunct="1">
              <a:lnSpc>
                <a:spcPct val="100000"/>
              </a:lnSpc>
              <a:spcBef>
                <a:spcPct val="0"/>
              </a:spcBef>
              <a:buNone/>
              <a:defRPr sz="3200" b="1" u="none" strike="noStrike" kern="1200" cap="none" spc="300" normalizeH="0" baseline="0">
                <a:solidFill>
                  <a:schemeClr val="tx1">
                    <a:lumMod val="85000"/>
                    <a:lumOff val="15000"/>
                  </a:schemeClr>
                </a:solidFill>
                <a:uFillTx/>
                <a:latin typeface="+mj-ea"/>
                <a:ea typeface="+mj-ea"/>
                <a:cs typeface="+mj-cs"/>
              </a:defRPr>
            </a:lvl1pPr>
          </a:lstStyle>
          <a:p>
            <a:pPr algn="l"/>
            <a:r>
              <a:rPr lang="zh-CN" altLang="en-US" sz="4400">
                <a:solidFill>
                  <a:srgbClr val="F9FBFA"/>
                </a:solidFill>
              </a:rPr>
              <a:t>决策树</a:t>
            </a:r>
          </a:p>
        </p:txBody>
      </p:sp>
      <p:sp>
        <p:nvSpPr>
          <p:cNvPr id="3" name="文本框 2"/>
          <p:cNvSpPr txBox="1"/>
          <p:nvPr>
            <p:custDataLst>
              <p:tags r:id="rId3"/>
            </p:custDataLst>
          </p:nvPr>
        </p:nvSpPr>
        <p:spPr>
          <a:xfrm>
            <a:off x="1616922" y="5645362"/>
            <a:ext cx="2125980" cy="662940"/>
          </a:xfrm>
          <a:prstGeom prst="rect">
            <a:avLst/>
          </a:prstGeom>
          <a:noFill/>
        </p:spPr>
        <p:txBody>
          <a:bodyPr wrap="square" lIns="0" tIns="0" rIns="0" bIns="0" rtlCol="0" anchor="t" anchorCtr="0">
            <a:noAutofit/>
          </a:bodyPr>
          <a:lstStyle/>
          <a:p>
            <a:pPr>
              <a:lnSpc>
                <a:spcPct val="90000"/>
              </a:lnSpc>
              <a:spcBef>
                <a:spcPts val="0"/>
              </a:spcBef>
              <a:spcAft>
                <a:spcPts val="0"/>
              </a:spcAft>
            </a:pPr>
            <a:r>
              <a:rPr lang="zh-CN" altLang="en-US" sz="1600" kern="0" spc="0" dirty="0">
                <a:ln>
                  <a:noFill/>
                  <a:prstDash val="sysDot"/>
                </a:ln>
                <a:solidFill>
                  <a:schemeClr val="tx1">
                    <a:lumMod val="85000"/>
                    <a:lumOff val="15000"/>
                  </a:schemeClr>
                </a:solidFill>
                <a:latin typeface="+mn-ea"/>
                <a:ea typeface="+mn-ea"/>
                <a:sym typeface="+mn-ea"/>
              </a:rPr>
              <a:t>决策树通过一系列规则对数据进行分类或回归。</a:t>
            </a:r>
          </a:p>
        </p:txBody>
      </p:sp>
      <p:sp>
        <p:nvSpPr>
          <p:cNvPr id="4" name="文本框 3"/>
          <p:cNvSpPr txBox="1"/>
          <p:nvPr>
            <p:custDataLst>
              <p:tags r:id="rId4"/>
            </p:custDataLst>
          </p:nvPr>
        </p:nvSpPr>
        <p:spPr>
          <a:xfrm>
            <a:off x="1616922" y="5347547"/>
            <a:ext cx="2125980" cy="276860"/>
          </a:xfrm>
          <a:prstGeom prst="rect">
            <a:avLst/>
          </a:prstGeom>
          <a:noFill/>
        </p:spPr>
        <p:txBody>
          <a:bodyPr wrap="square" lIns="0" tIns="0" rIns="0" bIns="0">
            <a:noAutofit/>
          </a:bodyPr>
          <a:lstStyle/>
          <a:p>
            <a:pPr algn="l">
              <a:lnSpc>
                <a:spcPct val="90000"/>
              </a:lnSpc>
            </a:pPr>
            <a:r>
              <a:rPr lang="zh-CN" altLang="en-US" sz="1600" b="1" kern="0" dirty="0">
                <a:latin typeface="+中文正文" charset="0"/>
              </a:rPr>
              <a:t>决策树基本概念</a:t>
            </a:r>
          </a:p>
        </p:txBody>
      </p:sp>
      <p:sp>
        <p:nvSpPr>
          <p:cNvPr id="6" name="矩形 5"/>
          <p:cNvSpPr/>
          <p:nvPr>
            <p:custDataLst>
              <p:tags r:id="rId5"/>
            </p:custDataLst>
          </p:nvPr>
        </p:nvSpPr>
        <p:spPr>
          <a:xfrm>
            <a:off x="1455632" y="5373582"/>
            <a:ext cx="75565" cy="201930"/>
          </a:xfrm>
          <a:prstGeom prst="rect">
            <a:avLst/>
          </a:prstGeom>
          <a:solidFill>
            <a:schemeClr val="accent1">
              <a:lumMod val="7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lnSpc>
                <a:spcPct val="90000"/>
              </a:lnSpc>
            </a:pPr>
            <a:endParaRPr lang="zh-CN" altLang="en-US"/>
          </a:p>
        </p:txBody>
      </p:sp>
      <p:sp>
        <p:nvSpPr>
          <p:cNvPr id="7" name="文本框 6"/>
          <p:cNvSpPr txBox="1"/>
          <p:nvPr>
            <p:custDataLst>
              <p:tags r:id="rId6"/>
            </p:custDataLst>
          </p:nvPr>
        </p:nvSpPr>
        <p:spPr>
          <a:xfrm>
            <a:off x="5066242" y="5645362"/>
            <a:ext cx="2125980" cy="662940"/>
          </a:xfrm>
          <a:prstGeom prst="rect">
            <a:avLst/>
          </a:prstGeom>
          <a:noFill/>
        </p:spPr>
        <p:txBody>
          <a:bodyPr wrap="square" lIns="0" tIns="0" rIns="0" bIns="0" rtlCol="0" anchor="t" anchorCtr="0">
            <a:noAutofit/>
          </a:bodyPr>
          <a:lstStyle/>
          <a:p>
            <a:pPr>
              <a:lnSpc>
                <a:spcPct val="90000"/>
              </a:lnSpc>
              <a:spcBef>
                <a:spcPts val="0"/>
              </a:spcBef>
              <a:spcAft>
                <a:spcPts val="0"/>
              </a:spcAft>
            </a:pPr>
            <a:r>
              <a:rPr lang="zh-CN" altLang="en-US" sz="1600" kern="0" spc="0" dirty="0">
                <a:ln>
                  <a:noFill/>
                  <a:prstDash val="sysDot"/>
                </a:ln>
                <a:solidFill>
                  <a:schemeClr val="tx1">
                    <a:lumMod val="85000"/>
                    <a:lumOff val="15000"/>
                  </a:schemeClr>
                </a:solidFill>
                <a:latin typeface="+mn-ea"/>
                <a:ea typeface="+mn-ea"/>
                <a:sym typeface="+mn-ea"/>
              </a:rPr>
              <a:t>CART算法用于生成决策树，是一种二叉树结构。</a:t>
            </a:r>
          </a:p>
        </p:txBody>
      </p:sp>
      <p:sp>
        <p:nvSpPr>
          <p:cNvPr id="8" name="文本框 7"/>
          <p:cNvSpPr txBox="1"/>
          <p:nvPr>
            <p:custDataLst>
              <p:tags r:id="rId7"/>
            </p:custDataLst>
          </p:nvPr>
        </p:nvSpPr>
        <p:spPr>
          <a:xfrm>
            <a:off x="5066242" y="5347547"/>
            <a:ext cx="2125980" cy="276860"/>
          </a:xfrm>
          <a:prstGeom prst="rect">
            <a:avLst/>
          </a:prstGeom>
          <a:noFill/>
        </p:spPr>
        <p:txBody>
          <a:bodyPr wrap="square" lIns="0" tIns="0" rIns="0" bIns="0">
            <a:noAutofit/>
          </a:bodyPr>
          <a:lstStyle/>
          <a:p>
            <a:pPr algn="l">
              <a:lnSpc>
                <a:spcPct val="90000"/>
              </a:lnSpc>
            </a:pPr>
            <a:r>
              <a:rPr lang="zh-CN" altLang="en-US" sz="1600" b="1" kern="0" dirty="0">
                <a:latin typeface="+中文正文" charset="0"/>
              </a:rPr>
              <a:t>CART算法</a:t>
            </a:r>
          </a:p>
        </p:txBody>
      </p:sp>
      <p:sp>
        <p:nvSpPr>
          <p:cNvPr id="14" name="矩形 13"/>
          <p:cNvSpPr/>
          <p:nvPr>
            <p:custDataLst>
              <p:tags r:id="rId8"/>
            </p:custDataLst>
          </p:nvPr>
        </p:nvSpPr>
        <p:spPr>
          <a:xfrm>
            <a:off x="4892887" y="5373582"/>
            <a:ext cx="75565" cy="201930"/>
          </a:xfrm>
          <a:prstGeom prst="rect">
            <a:avLst/>
          </a:prstGeom>
          <a:solidFill>
            <a:schemeClr val="accent1">
              <a:lumMod val="7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lnSpc>
                <a:spcPct val="90000"/>
              </a:lnSpc>
            </a:pPr>
            <a:endParaRPr lang="zh-CN" altLang="en-US"/>
          </a:p>
        </p:txBody>
      </p:sp>
      <p:sp>
        <p:nvSpPr>
          <p:cNvPr id="18" name="文本框 17"/>
          <p:cNvSpPr txBox="1"/>
          <p:nvPr>
            <p:custDataLst>
              <p:tags r:id="rId9"/>
            </p:custDataLst>
          </p:nvPr>
        </p:nvSpPr>
        <p:spPr>
          <a:xfrm>
            <a:off x="8515562" y="5645362"/>
            <a:ext cx="2125980" cy="662940"/>
          </a:xfrm>
          <a:prstGeom prst="rect">
            <a:avLst/>
          </a:prstGeom>
          <a:noFill/>
        </p:spPr>
        <p:txBody>
          <a:bodyPr wrap="square" lIns="0" tIns="0" rIns="0" bIns="0" rtlCol="0" anchor="t" anchorCtr="0">
            <a:noAutofit/>
          </a:bodyPr>
          <a:lstStyle/>
          <a:p>
            <a:pPr>
              <a:lnSpc>
                <a:spcPct val="90000"/>
              </a:lnSpc>
              <a:spcBef>
                <a:spcPts val="0"/>
              </a:spcBef>
              <a:spcAft>
                <a:spcPts val="0"/>
              </a:spcAft>
            </a:pPr>
            <a:r>
              <a:rPr lang="zh-CN" altLang="en-US" sz="1600" kern="0" spc="0" dirty="0">
                <a:ln>
                  <a:noFill/>
                  <a:prstDash val="sysDot"/>
                </a:ln>
                <a:solidFill>
                  <a:schemeClr val="tx1">
                    <a:lumMod val="85000"/>
                    <a:lumOff val="15000"/>
                  </a:schemeClr>
                </a:solidFill>
                <a:latin typeface="+mn-ea"/>
                <a:ea typeface="+mn-ea"/>
                <a:sym typeface="+mn-ea"/>
              </a:rPr>
              <a:t>决策树的训练包括特征选择、树的生成和剪枝等步骤。</a:t>
            </a:r>
          </a:p>
        </p:txBody>
      </p:sp>
      <p:sp>
        <p:nvSpPr>
          <p:cNvPr id="19" name="文本框 18"/>
          <p:cNvSpPr txBox="1"/>
          <p:nvPr>
            <p:custDataLst>
              <p:tags r:id="rId10"/>
            </p:custDataLst>
          </p:nvPr>
        </p:nvSpPr>
        <p:spPr>
          <a:xfrm>
            <a:off x="8515562" y="5347547"/>
            <a:ext cx="2125980" cy="276860"/>
          </a:xfrm>
          <a:prstGeom prst="rect">
            <a:avLst/>
          </a:prstGeom>
          <a:noFill/>
        </p:spPr>
        <p:txBody>
          <a:bodyPr wrap="square" lIns="0" tIns="0" rIns="0" bIns="0">
            <a:noAutofit/>
          </a:bodyPr>
          <a:lstStyle/>
          <a:p>
            <a:pPr algn="l">
              <a:lnSpc>
                <a:spcPct val="90000"/>
              </a:lnSpc>
            </a:pPr>
            <a:r>
              <a:rPr lang="zh-CN" altLang="en-US" sz="1600" b="1" kern="0" dirty="0">
                <a:latin typeface="+中文正文" charset="0"/>
              </a:rPr>
              <a:t>决策树训练过程</a:t>
            </a:r>
          </a:p>
        </p:txBody>
      </p:sp>
      <p:sp>
        <p:nvSpPr>
          <p:cNvPr id="20" name="矩形 19"/>
          <p:cNvSpPr/>
          <p:nvPr>
            <p:custDataLst>
              <p:tags r:id="rId11"/>
            </p:custDataLst>
          </p:nvPr>
        </p:nvSpPr>
        <p:spPr>
          <a:xfrm>
            <a:off x="8342207" y="5373582"/>
            <a:ext cx="75565" cy="201930"/>
          </a:xfrm>
          <a:prstGeom prst="rect">
            <a:avLst/>
          </a:prstGeom>
          <a:solidFill>
            <a:schemeClr val="accent1">
              <a:lumMod val="7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lnSpc>
                <a:spcPct val="90000"/>
              </a:lnSpc>
            </a:pPr>
            <a:endParaRPr lang="zh-CN" altLang="en-US"/>
          </a:p>
        </p:txBody>
      </p:sp>
      <p:sp>
        <p:nvSpPr>
          <p:cNvPr id="9" name="标题 8"/>
          <p:cNvSpPr>
            <a:spLocks noGrp="1"/>
          </p:cNvSpPr>
          <p:nvPr>
            <p:ph type="title"/>
          </p:nvPr>
        </p:nvSpPr>
        <p:spPr/>
        <p:txBody>
          <a:bodyPr>
            <a:normAutofit fontScale="90000"/>
          </a:bodyPr>
          <a:lstStyle/>
          <a:p>
            <a:r>
              <a:rPr lang="en-US" altLang="zh-CN" dirty="0"/>
              <a:t>2.2.3 </a:t>
            </a:r>
            <a:r>
              <a:rPr lang="zh-CN" altLang="en-US" dirty="0"/>
              <a:t>决策树</a:t>
            </a:r>
          </a:p>
        </p:txBody>
      </p:sp>
      <p:pic>
        <p:nvPicPr>
          <p:cNvPr id="10" name="图片 9">
            <a:extLst>
              <a:ext uri="{FF2B5EF4-FFF2-40B4-BE49-F238E27FC236}">
                <a16:creationId xmlns:a16="http://schemas.microsoft.com/office/drawing/2014/main" id="{2832E3B8-E8D1-C033-C7BC-06F8C896C5CD}"/>
              </a:ext>
            </a:extLst>
          </p:cNvPr>
          <p:cNvPicPr>
            <a:picLocks noChangeAspect="1"/>
          </p:cNvPicPr>
          <p:nvPr/>
        </p:nvPicPr>
        <p:blipFill>
          <a:blip r:embed="rId14">
            <a:clrChange>
              <a:clrFrom>
                <a:srgbClr val="FFFFFF"/>
              </a:clrFrom>
              <a:clrTo>
                <a:srgbClr val="FFFFFF">
                  <a:alpha val="0"/>
                </a:srgbClr>
              </a:clrTo>
            </a:clrChange>
          </a:blip>
          <a:stretch>
            <a:fillRect/>
          </a:stretch>
        </p:blipFill>
        <p:spPr>
          <a:xfrm>
            <a:off x="4812975" y="791706"/>
            <a:ext cx="6114434" cy="4381348"/>
          </a:xfrm>
          <a:prstGeom prst="rect">
            <a:avLst/>
          </a:prstGeom>
        </p:spPr>
      </p:pic>
      <p:sp>
        <p:nvSpPr>
          <p:cNvPr id="15" name="文本框 69">
            <a:extLst>
              <a:ext uri="{FF2B5EF4-FFF2-40B4-BE49-F238E27FC236}">
                <a16:creationId xmlns:a16="http://schemas.microsoft.com/office/drawing/2014/main" id="{3CD305BC-0E1F-294C-8886-D2C7FF299572}"/>
              </a:ext>
            </a:extLst>
          </p:cNvPr>
          <p:cNvSpPr txBox="1"/>
          <p:nvPr>
            <p:custDataLst>
              <p:tags r:id="rId12"/>
            </p:custDataLst>
          </p:nvPr>
        </p:nvSpPr>
        <p:spPr>
          <a:xfrm>
            <a:off x="179070" y="857383"/>
            <a:ext cx="4142740" cy="2198615"/>
          </a:xfrm>
          <a:prstGeom prst="rect">
            <a:avLst/>
          </a:prstGeom>
          <a:noFill/>
          <a:ln w="3175">
            <a:noFill/>
            <a:prstDash val="dash"/>
          </a:ln>
          <a:extLst>
            <a:ext uri="{909E8E84-426E-40DD-AFC4-6F175D3DCCD1}">
              <a14:hiddenFill xmlns:a14="http://schemas.microsoft.com/office/drawing/2010/main">
                <a:solidFill>
                  <a:schemeClr val="bg2"/>
                </a:solidFill>
              </a14:hiddenFill>
            </a:ext>
          </a:extLst>
        </p:spPr>
        <p:txBody>
          <a:bodyPr wrap="square" lIns="72000" tIns="36195" rIns="72000" bIns="36195" rtlCol="0" anchor="t" anchorCtr="0">
            <a:sp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0" lvl="0" indent="0" algn="l" fontAlgn="auto">
              <a:lnSpc>
                <a:spcPct val="130000"/>
              </a:lnSpc>
              <a:spcBef>
                <a:spcPts val="800"/>
              </a:spcBef>
              <a:spcAft>
                <a:spcPts val="0"/>
              </a:spcAft>
              <a:buSzPct val="100000"/>
              <a:buNone/>
            </a:pPr>
            <a:r>
              <a:rPr lang="zh-CN" altLang="en-US" sz="1800" b="1" spc="160" dirty="0">
                <a:ln w="3175">
                  <a:noFill/>
                  <a:prstDash val="dash"/>
                </a:ln>
                <a:solidFill>
                  <a:schemeClr val="tx1">
                    <a:lumMod val="75000"/>
                    <a:lumOff val="25000"/>
                  </a:schemeClr>
                </a:solidFill>
                <a:uFillTx/>
                <a:latin typeface="微软雅黑" panose="020B0503020204020204" charset="-122"/>
                <a:ea typeface="微软雅黑" panose="020B0503020204020204" charset="-122"/>
                <a:cs typeface="微软雅黑" panose="020B0503020204020204" charset="-122"/>
                <a:sym typeface="+mn-ea"/>
              </a:rPr>
              <a:t>决策树（Decision Tree）</a:t>
            </a:r>
            <a:r>
              <a:rPr lang="zh-CN" altLang="en-US" sz="1800" spc="160" dirty="0">
                <a:ln w="3175">
                  <a:noFill/>
                  <a:prstDash val="dash"/>
                </a:ln>
                <a:solidFill>
                  <a:schemeClr val="tx1">
                    <a:lumMod val="75000"/>
                    <a:lumOff val="25000"/>
                  </a:schemeClr>
                </a:solidFill>
                <a:uFillTx/>
                <a:latin typeface="微软雅黑" panose="020B0503020204020204" charset="-122"/>
                <a:ea typeface="微软雅黑" panose="020B0503020204020204" charset="-122"/>
                <a:cs typeface="微软雅黑" panose="020B0503020204020204" charset="-122"/>
                <a:sym typeface="+mn-ea"/>
              </a:rPr>
              <a:t>是一种基于树结构进行决策的分类与回归算法。它通过构建一棵树形模型，将数据集划分为若干子集，每个子集对应一个决策节点或叶子节点，最终实现对目标变量的预测。</a:t>
            </a:r>
          </a:p>
        </p:txBody>
      </p:sp>
    </p:spTree>
    <p:custDataLst>
      <p:tags r:id="rId1"/>
    </p:custDataLst>
  </p:cSld>
  <p:clrMapOvr>
    <a:masterClrMapping/>
  </p:clrMapOvr>
  <p:transition>
    <p:fad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标题 16"/>
          <p:cNvSpPr>
            <a:spLocks noGrp="1"/>
          </p:cNvSpPr>
          <p:nvPr>
            <p:ph type="title"/>
            <p:custDataLst>
              <p:tags r:id="rId2"/>
            </p:custDataLst>
          </p:nvPr>
        </p:nvSpPr>
        <p:spPr/>
        <p:txBody>
          <a:bodyPr>
            <a:normAutofit fontScale="90000"/>
          </a:bodyPr>
          <a:lstStyle/>
          <a:p>
            <a:pPr lvl="0"/>
            <a:r>
              <a:rPr lang="en-US" altLang="zh-CN" dirty="0"/>
              <a:t>2.2.3 </a:t>
            </a:r>
            <a:r>
              <a:rPr lang="zh-CN" altLang="en-US" dirty="0"/>
              <a:t>决策树：定义与原理</a:t>
            </a:r>
          </a:p>
        </p:txBody>
      </p:sp>
      <p:pic>
        <p:nvPicPr>
          <p:cNvPr id="8" name="图片 7" descr="/data/temp/9d9de1ad-19f6-11f0-9da1-261b173b62cb.jpg9d9de1ad-19f6-11f0-9da1-261b173b62cb"/>
          <p:cNvPicPr>
            <a:picLocks noChangeAspect="1"/>
          </p:cNvPicPr>
          <p:nvPr>
            <p:custDataLst>
              <p:tags r:id="rId3"/>
            </p:custDataLst>
          </p:nvPr>
        </p:nvPicPr>
        <p:blipFill>
          <a:blip r:embed="rId12" cstate="print"/>
          <a:srcRect t="410" b="410"/>
          <a:stretch>
            <a:fillRect/>
          </a:stretch>
        </p:blipFill>
        <p:spPr>
          <a:xfrm>
            <a:off x="8219004" y="1362905"/>
            <a:ext cx="3277671" cy="4644000"/>
          </a:xfrm>
          <a:prstGeom prst="round1Rect">
            <a:avLst>
              <a:gd name="adj" fmla="val 39814"/>
            </a:avLst>
          </a:prstGeom>
          <a:ln w="9525" cap="flat" cmpd="sng" algn="ctr">
            <a:solidFill>
              <a:schemeClr val="accent1">
                <a:lumMod val="100000"/>
                <a:alpha val="28000"/>
              </a:schemeClr>
            </a:solidFill>
            <a:prstDash val="solid"/>
            <a:round/>
            <a:headEnd type="none" w="med" len="med"/>
            <a:tailEnd type="none" w="med" len="med"/>
          </a:ln>
          <a:effectLst>
            <a:outerShdw blurRad="203200" dist="38100" dir="2700000" algn="tl" rotWithShape="0">
              <a:schemeClr val="accent1">
                <a:alpha val="60000"/>
              </a:schemeClr>
            </a:outerShdw>
          </a:effectLst>
        </p:spPr>
      </p:pic>
      <p:sp>
        <p:nvSpPr>
          <p:cNvPr id="31" name="圆角矩形 30"/>
          <p:cNvSpPr/>
          <p:nvPr>
            <p:custDataLst>
              <p:tags r:id="rId4"/>
            </p:custDataLst>
          </p:nvPr>
        </p:nvSpPr>
        <p:spPr>
          <a:xfrm>
            <a:off x="1000157" y="1742344"/>
            <a:ext cx="6727158" cy="1763272"/>
          </a:xfrm>
          <a:prstGeom prst="roundRect">
            <a:avLst>
              <a:gd name="adj" fmla="val 11525"/>
            </a:avLst>
          </a:prstGeom>
          <a:gradFill>
            <a:gsLst>
              <a:gs pos="0">
                <a:schemeClr val="accent1">
                  <a:lumMod val="20000"/>
                  <a:lumOff val="80000"/>
                  <a:alpha val="0"/>
                </a:schemeClr>
              </a:gs>
              <a:gs pos="100000">
                <a:schemeClr val="accent1">
                  <a:lumMod val="20000"/>
                  <a:lumOff val="80000"/>
                  <a:alpha val="44000"/>
                </a:schemeClr>
              </a:gs>
            </a:gsLst>
            <a:lin ang="108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lvl="0" algn="ctr">
              <a:buClrTx/>
              <a:buSzTx/>
              <a:buFontTx/>
            </a:pPr>
            <a:endParaRPr lang="zh-CN" altLang="en-US" sz="1600">
              <a:sym typeface="+mn-ea"/>
            </a:endParaRPr>
          </a:p>
        </p:txBody>
      </p:sp>
      <p:sp>
        <p:nvSpPr>
          <p:cNvPr id="36" name="圆角矩形 35"/>
          <p:cNvSpPr/>
          <p:nvPr>
            <p:custDataLst>
              <p:tags r:id="rId5"/>
            </p:custDataLst>
          </p:nvPr>
        </p:nvSpPr>
        <p:spPr>
          <a:xfrm>
            <a:off x="634999" y="2263726"/>
            <a:ext cx="2088187" cy="720065"/>
          </a:xfrm>
          <a:prstGeom prst="roundRect">
            <a:avLst>
              <a:gd name="adj" fmla="val 14111"/>
            </a:avLst>
          </a:prstGeom>
          <a:solidFill>
            <a:schemeClr val="accent1"/>
          </a:solidFill>
          <a:ln>
            <a:solidFill>
              <a:schemeClr val="accent1">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spcBef>
                <a:spcPct val="0"/>
              </a:spcBef>
              <a:spcAft>
                <a:spcPct val="0"/>
              </a:spcAft>
            </a:pPr>
            <a:r>
              <a:rPr lang="zh-CN" altLang="en-US" sz="2000" b="1">
                <a:solidFill>
                  <a:schemeClr val="lt1">
                    <a:lumMod val="100000"/>
                  </a:schemeClr>
                </a:solidFill>
                <a:latin typeface="+mn-ea"/>
                <a:cs typeface="+mn-ea"/>
                <a:sym typeface="+mn-ea"/>
              </a:rPr>
              <a:t>决策树定义</a:t>
            </a:r>
          </a:p>
        </p:txBody>
      </p:sp>
      <p:sp>
        <p:nvSpPr>
          <p:cNvPr id="5" name="矩形 4"/>
          <p:cNvSpPr/>
          <p:nvPr>
            <p:custDataLst>
              <p:tags r:id="rId6"/>
            </p:custDataLst>
          </p:nvPr>
        </p:nvSpPr>
        <p:spPr>
          <a:xfrm>
            <a:off x="2961848" y="1909364"/>
            <a:ext cx="4519699" cy="1428626"/>
          </a:xfrm>
          <a:prstGeom prst="rect">
            <a:avLst/>
          </a:prstGeom>
          <a:noFill/>
        </p:spPr>
        <p:txBody>
          <a:bodyPr wrap="square" lIns="0" tIns="0" rIns="0" bIns="0" rtlCol="0" anchor="ctr" anchorCtr="0">
            <a:noAutofit/>
          </a:bodyPr>
          <a:lstStyle/>
          <a:p>
            <a:pPr algn="just" fontAlgn="b">
              <a:lnSpc>
                <a:spcPct val="150000"/>
              </a:lnSpc>
              <a:spcBef>
                <a:spcPct val="0"/>
              </a:spcBef>
              <a:spcAft>
                <a:spcPct val="0"/>
              </a:spcAft>
            </a:pPr>
            <a:r>
              <a:rPr lang="zh-CN" altLang="en-US" sz="1700">
                <a:solidFill>
                  <a:schemeClr val="tx1">
                    <a:lumMod val="85000"/>
                    <a:lumOff val="15000"/>
                  </a:schemeClr>
                </a:solidFill>
                <a:latin typeface="+mn-ea"/>
                <a:cs typeface="+mn-ea"/>
              </a:rPr>
              <a:t>决策树是一种基于特征条件判断进行分类或回归的模型。</a:t>
            </a:r>
          </a:p>
        </p:txBody>
      </p:sp>
      <p:sp>
        <p:nvSpPr>
          <p:cNvPr id="66" name="圆角矩形 65"/>
          <p:cNvSpPr/>
          <p:nvPr>
            <p:custDataLst>
              <p:tags r:id="rId7"/>
            </p:custDataLst>
          </p:nvPr>
        </p:nvSpPr>
        <p:spPr>
          <a:xfrm>
            <a:off x="1000157" y="3887566"/>
            <a:ext cx="6727158" cy="1763272"/>
          </a:xfrm>
          <a:prstGeom prst="roundRect">
            <a:avLst>
              <a:gd name="adj" fmla="val 11525"/>
            </a:avLst>
          </a:prstGeom>
          <a:gradFill>
            <a:gsLst>
              <a:gs pos="0">
                <a:schemeClr val="accent1">
                  <a:lumMod val="20000"/>
                  <a:lumOff val="80000"/>
                  <a:alpha val="0"/>
                </a:schemeClr>
              </a:gs>
              <a:gs pos="100000">
                <a:schemeClr val="accent1">
                  <a:lumMod val="20000"/>
                  <a:lumOff val="80000"/>
                  <a:alpha val="44000"/>
                </a:schemeClr>
              </a:gs>
            </a:gsLst>
            <a:lin ang="108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lvl="0" algn="ctr">
              <a:buClrTx/>
              <a:buSzTx/>
              <a:buFontTx/>
            </a:pPr>
            <a:endParaRPr lang="zh-CN" altLang="en-US" sz="1600">
              <a:sym typeface="+mn-ea"/>
            </a:endParaRPr>
          </a:p>
        </p:txBody>
      </p:sp>
      <p:sp>
        <p:nvSpPr>
          <p:cNvPr id="4" name="圆角矩形 35"/>
          <p:cNvSpPr/>
          <p:nvPr>
            <p:custDataLst>
              <p:tags r:id="rId8"/>
            </p:custDataLst>
          </p:nvPr>
        </p:nvSpPr>
        <p:spPr>
          <a:xfrm>
            <a:off x="634999" y="4408948"/>
            <a:ext cx="2088187" cy="720065"/>
          </a:xfrm>
          <a:prstGeom prst="roundRect">
            <a:avLst>
              <a:gd name="adj" fmla="val 14111"/>
            </a:avLst>
          </a:prstGeom>
          <a:solidFill>
            <a:schemeClr val="accent1"/>
          </a:solidFill>
          <a:ln>
            <a:solidFill>
              <a:schemeClr val="accent1">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spcBef>
                <a:spcPct val="0"/>
              </a:spcBef>
              <a:spcAft>
                <a:spcPct val="0"/>
              </a:spcAft>
            </a:pPr>
            <a:r>
              <a:rPr lang="zh-CN" altLang="en-US" sz="2000" b="1">
                <a:solidFill>
                  <a:schemeClr val="lt1">
                    <a:lumMod val="100000"/>
                  </a:schemeClr>
                </a:solidFill>
                <a:latin typeface="+mn-ea"/>
                <a:cs typeface="+mn-ea"/>
                <a:sym typeface="+mn-ea"/>
              </a:rPr>
              <a:t>递归分裂数据集</a:t>
            </a:r>
          </a:p>
        </p:txBody>
      </p:sp>
      <p:sp>
        <p:nvSpPr>
          <p:cNvPr id="6" name="矩形 5"/>
          <p:cNvSpPr/>
          <p:nvPr>
            <p:custDataLst>
              <p:tags r:id="rId9"/>
            </p:custDataLst>
          </p:nvPr>
        </p:nvSpPr>
        <p:spPr>
          <a:xfrm>
            <a:off x="2961848" y="4054586"/>
            <a:ext cx="4519699" cy="1428626"/>
          </a:xfrm>
          <a:prstGeom prst="rect">
            <a:avLst/>
          </a:prstGeom>
          <a:noFill/>
        </p:spPr>
        <p:txBody>
          <a:bodyPr wrap="square" lIns="0" tIns="0" rIns="0" bIns="0" rtlCol="0" anchor="ctr" anchorCtr="0">
            <a:noAutofit/>
          </a:bodyPr>
          <a:lstStyle/>
          <a:p>
            <a:pPr algn="just" fontAlgn="b">
              <a:lnSpc>
                <a:spcPct val="150000"/>
              </a:lnSpc>
              <a:spcBef>
                <a:spcPct val="0"/>
              </a:spcBef>
              <a:spcAft>
                <a:spcPct val="0"/>
              </a:spcAft>
            </a:pPr>
            <a:r>
              <a:rPr lang="zh-CN" altLang="en-US" sz="1700">
                <a:solidFill>
                  <a:schemeClr val="tx1">
                    <a:lumMod val="85000"/>
                    <a:lumOff val="15000"/>
                  </a:schemeClr>
                </a:solidFill>
                <a:latin typeface="+mn-ea"/>
                <a:cs typeface="+mn-ea"/>
              </a:rPr>
              <a:t>通过递归地分裂数据集，将复杂问题分解为简单的子问题，形成树状结构。</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p:fade/>
      </p:transition>
    </mc:Choice>
    <mc:Fallback xmlns="">
      <p:transition>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标题 16"/>
          <p:cNvSpPr>
            <a:spLocks noGrp="1"/>
          </p:cNvSpPr>
          <p:nvPr>
            <p:ph type="title"/>
            <p:custDataLst>
              <p:tags r:id="rId2"/>
            </p:custDataLst>
          </p:nvPr>
        </p:nvSpPr>
        <p:spPr/>
        <p:txBody>
          <a:bodyPr>
            <a:normAutofit fontScale="90000"/>
          </a:bodyPr>
          <a:lstStyle/>
          <a:p>
            <a:r>
              <a:rPr lang="en-US" altLang="zh-CN" dirty="0"/>
              <a:t>2.2.3 </a:t>
            </a:r>
            <a:r>
              <a:rPr lang="zh-CN" altLang="en-US" dirty="0"/>
              <a:t>决策树：与逻辑回归对比</a:t>
            </a:r>
          </a:p>
        </p:txBody>
      </p:sp>
      <p:sp>
        <p:nvSpPr>
          <p:cNvPr id="3" name="圆角矩形 2"/>
          <p:cNvSpPr/>
          <p:nvPr>
            <p:custDataLst>
              <p:tags r:id="rId3"/>
            </p:custDataLst>
          </p:nvPr>
        </p:nvSpPr>
        <p:spPr>
          <a:xfrm>
            <a:off x="471511" y="1001845"/>
            <a:ext cx="5260959" cy="3163942"/>
          </a:xfrm>
          <a:prstGeom prst="roundRect">
            <a:avLst>
              <a:gd name="adj" fmla="val 8702"/>
            </a:avLst>
          </a:prstGeom>
          <a:gradFill>
            <a:gsLst>
              <a:gs pos="0">
                <a:schemeClr val="accent1">
                  <a:lumMod val="60000"/>
                  <a:lumOff val="40000"/>
                  <a:alpha val="0"/>
                </a:schemeClr>
              </a:gs>
              <a:gs pos="65000">
                <a:schemeClr val="accent1">
                  <a:lumMod val="60000"/>
                  <a:lumOff val="40000"/>
                  <a:alpha val="20000"/>
                </a:schemeClr>
              </a:gs>
            </a:gsLst>
            <a:lin ang="10800000" scaled="0"/>
          </a:gradFill>
          <a:ln>
            <a:noFill/>
          </a:ln>
          <a:effectLst>
            <a:outerShdw blurRad="215900" dist="38100" dir="5400000" algn="t" rotWithShape="0">
              <a:schemeClr val="accent1">
                <a:alpha val="10000"/>
              </a:schemeClr>
            </a:outerShdw>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7" name="正文"/>
          <p:cNvSpPr txBox="1"/>
          <p:nvPr>
            <p:custDataLst>
              <p:tags r:id="rId4"/>
            </p:custDataLst>
          </p:nvPr>
        </p:nvSpPr>
        <p:spPr>
          <a:xfrm>
            <a:off x="1505554" y="1996531"/>
            <a:ext cx="4102833" cy="2133216"/>
          </a:xfrm>
          <a:prstGeom prst="rect">
            <a:avLst/>
          </a:prstGeom>
          <a:noFill/>
        </p:spPr>
        <p:txBody>
          <a:bodyPr wrap="square" lIns="0" tIns="0" rIns="0" bIns="0" rtlCol="0" anchor="t" anchorCtr="0">
            <a:noAutofit/>
          </a:bodyPr>
          <a:lstStyle/>
          <a:p>
            <a:pPr indent="0" algn="l" fontAlgn="auto">
              <a:lnSpc>
                <a:spcPct val="150000"/>
              </a:lnSpc>
            </a:pPr>
            <a:r>
              <a:rPr lang="zh-CN" altLang="en-US" sz="2000" kern="0" dirty="0">
                <a:ln>
                  <a:noFill/>
                  <a:prstDash val="sysDot"/>
                </a:ln>
                <a:solidFill>
                  <a:schemeClr val="tx1">
                    <a:lumMod val="85000"/>
                    <a:lumOff val="15000"/>
                  </a:schemeClr>
                </a:solidFill>
                <a:latin typeface="+mn-ea"/>
                <a:sym typeface="+mn-ea"/>
              </a:rPr>
              <a:t>逻辑回归通过加权求和和 Sigmoid 函数转换为概率进行分类。</a:t>
            </a:r>
          </a:p>
        </p:txBody>
      </p:sp>
      <p:sp>
        <p:nvSpPr>
          <p:cNvPr id="8" name="矩形 7"/>
          <p:cNvSpPr/>
          <p:nvPr>
            <p:custDataLst>
              <p:tags r:id="rId5"/>
            </p:custDataLst>
          </p:nvPr>
        </p:nvSpPr>
        <p:spPr>
          <a:xfrm>
            <a:off x="1516226" y="1374157"/>
            <a:ext cx="2704148" cy="406448"/>
          </a:xfrm>
          <a:prstGeom prst="rect">
            <a:avLst/>
          </a:prstGeom>
          <a:noFill/>
        </p:spPr>
        <p:txBody>
          <a:bodyPr wrap="square" lIns="0" tIns="0" rIns="0" bIns="0" rtlCol="0" anchor="ctr" anchorCtr="0">
            <a:noAutofit/>
          </a:bodyPr>
          <a:lstStyle/>
          <a:p>
            <a:pPr>
              <a:spcBef>
                <a:spcPct val="0"/>
              </a:spcBef>
              <a:spcAft>
                <a:spcPct val="0"/>
              </a:spcAft>
            </a:pPr>
            <a:r>
              <a:rPr lang="zh-CN" altLang="en-US" sz="2400" b="1" dirty="0">
                <a:solidFill>
                  <a:schemeClr val="accent1"/>
                </a:solidFill>
                <a:latin typeface="+mn-ea"/>
                <a:cs typeface="+mn-ea"/>
              </a:rPr>
              <a:t>逻辑回归分类</a:t>
            </a:r>
          </a:p>
        </p:txBody>
      </p:sp>
      <p:cxnSp>
        <p:nvCxnSpPr>
          <p:cNvPr id="11" name="直接连接符 10"/>
          <p:cNvCxnSpPr/>
          <p:nvPr>
            <p:custDataLst>
              <p:tags r:id="rId6"/>
            </p:custDataLst>
          </p:nvPr>
        </p:nvCxnSpPr>
        <p:spPr>
          <a:xfrm>
            <a:off x="1523847" y="1888567"/>
            <a:ext cx="292769" cy="0"/>
          </a:xfrm>
          <a:prstGeom prst="line">
            <a:avLst/>
          </a:prstGeom>
          <a:ln w="44450" cap="rnd">
            <a:gradFill>
              <a:gsLst>
                <a:gs pos="0">
                  <a:schemeClr val="accent1"/>
                </a:gs>
                <a:gs pos="100000">
                  <a:schemeClr val="accent1">
                    <a:alpha val="26000"/>
                  </a:schemeClr>
                </a:gs>
              </a:gsLst>
              <a:lin ang="0"/>
              <a:tileRect/>
            </a:gradFill>
            <a:round/>
          </a:ln>
          <a:effectLst>
            <a:outerShdw blurRad="50800" dist="25400" dir="5400000" algn="t" rotWithShape="0">
              <a:schemeClr val="accent1">
                <a:lumMod val="75000"/>
                <a:alpha val="20000"/>
              </a:schemeClr>
            </a:outerShdw>
          </a:effectLst>
        </p:spPr>
        <p:style>
          <a:lnRef idx="2">
            <a:schemeClr val="accent1"/>
          </a:lnRef>
          <a:fillRef idx="0">
            <a:srgbClr val="FFFFFF"/>
          </a:fillRef>
          <a:effectRef idx="0">
            <a:srgbClr val="FFFFFF"/>
          </a:effectRef>
          <a:fontRef idx="minor">
            <a:schemeClr val="tx1"/>
          </a:fontRef>
        </p:style>
      </p:cxnSp>
      <p:sp>
        <p:nvSpPr>
          <p:cNvPr id="12" name="圆角矩形 11"/>
          <p:cNvSpPr/>
          <p:nvPr>
            <p:custDataLst>
              <p:tags r:id="rId7"/>
            </p:custDataLst>
          </p:nvPr>
        </p:nvSpPr>
        <p:spPr>
          <a:xfrm>
            <a:off x="6100763" y="1001845"/>
            <a:ext cx="5260959" cy="3163942"/>
          </a:xfrm>
          <a:prstGeom prst="roundRect">
            <a:avLst>
              <a:gd name="adj" fmla="val 8702"/>
            </a:avLst>
          </a:prstGeom>
          <a:gradFill>
            <a:gsLst>
              <a:gs pos="0">
                <a:schemeClr val="accent1">
                  <a:lumMod val="60000"/>
                  <a:lumOff val="40000"/>
                  <a:alpha val="0"/>
                </a:schemeClr>
              </a:gs>
              <a:gs pos="65000">
                <a:schemeClr val="accent1">
                  <a:lumMod val="60000"/>
                  <a:lumOff val="40000"/>
                  <a:alpha val="20000"/>
                </a:schemeClr>
              </a:gs>
            </a:gsLst>
            <a:lin ang="10800000" scaled="0"/>
          </a:gradFill>
          <a:ln>
            <a:noFill/>
          </a:ln>
          <a:effectLst>
            <a:outerShdw blurRad="215900" dist="38100" dir="5400000" algn="t" rotWithShape="0">
              <a:schemeClr val="accent1">
                <a:alpha val="10000"/>
              </a:schemeClr>
            </a:outerShdw>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13" name="正文"/>
          <p:cNvSpPr txBox="1"/>
          <p:nvPr>
            <p:custDataLst>
              <p:tags r:id="rId8"/>
            </p:custDataLst>
          </p:nvPr>
        </p:nvSpPr>
        <p:spPr>
          <a:xfrm>
            <a:off x="7009929" y="1996530"/>
            <a:ext cx="4351793" cy="2133216"/>
          </a:xfrm>
          <a:prstGeom prst="rect">
            <a:avLst/>
          </a:prstGeom>
          <a:noFill/>
        </p:spPr>
        <p:txBody>
          <a:bodyPr wrap="square" lIns="0" tIns="0" rIns="0" bIns="0" rtlCol="0" anchor="t" anchorCtr="0">
            <a:noAutofit/>
          </a:bodyPr>
          <a:lstStyle/>
          <a:p>
            <a:pPr indent="0" algn="l" fontAlgn="auto">
              <a:lnSpc>
                <a:spcPct val="150000"/>
              </a:lnSpc>
            </a:pPr>
            <a:r>
              <a:rPr lang="zh-CN" altLang="en-US" sz="2000" dirty="0">
                <a:solidFill>
                  <a:schemeClr val="tx1">
                    <a:lumMod val="85000"/>
                    <a:lumOff val="15000"/>
                  </a:schemeClr>
                </a:solidFill>
                <a:latin typeface="+mn-ea"/>
                <a:cs typeface="+mn-ea"/>
                <a:sym typeface="+mn-ea"/>
              </a:rPr>
              <a:t>决策树通过依次判断各个特征是否满足预设条件，逐步缩小数据范围，得到分类结果。</a:t>
            </a:r>
          </a:p>
        </p:txBody>
      </p:sp>
      <p:sp>
        <p:nvSpPr>
          <p:cNvPr id="29" name="矩形 28"/>
          <p:cNvSpPr/>
          <p:nvPr>
            <p:custDataLst>
              <p:tags r:id="rId9"/>
            </p:custDataLst>
          </p:nvPr>
        </p:nvSpPr>
        <p:spPr>
          <a:xfrm>
            <a:off x="7009930" y="1374157"/>
            <a:ext cx="2704148" cy="406448"/>
          </a:xfrm>
          <a:prstGeom prst="rect">
            <a:avLst/>
          </a:prstGeom>
          <a:noFill/>
        </p:spPr>
        <p:txBody>
          <a:bodyPr wrap="square" lIns="0" tIns="0" rIns="0" bIns="0" rtlCol="0" anchor="ctr" anchorCtr="0">
            <a:noAutofit/>
          </a:bodyPr>
          <a:lstStyle/>
          <a:p>
            <a:pPr>
              <a:spcBef>
                <a:spcPct val="0"/>
              </a:spcBef>
              <a:spcAft>
                <a:spcPct val="0"/>
              </a:spcAft>
            </a:pPr>
            <a:r>
              <a:rPr lang="zh-CN" altLang="en-US" sz="2400" b="1" dirty="0">
                <a:solidFill>
                  <a:schemeClr val="accent1"/>
                </a:solidFill>
                <a:latin typeface="+mn-ea"/>
                <a:cs typeface="+mn-ea"/>
              </a:rPr>
              <a:t>决策树分类过程</a:t>
            </a:r>
          </a:p>
        </p:txBody>
      </p:sp>
      <p:cxnSp>
        <p:nvCxnSpPr>
          <p:cNvPr id="30" name="直接连接符 29"/>
          <p:cNvCxnSpPr/>
          <p:nvPr>
            <p:custDataLst>
              <p:tags r:id="rId10"/>
            </p:custDataLst>
          </p:nvPr>
        </p:nvCxnSpPr>
        <p:spPr>
          <a:xfrm>
            <a:off x="7017551" y="1888567"/>
            <a:ext cx="292769" cy="0"/>
          </a:xfrm>
          <a:prstGeom prst="line">
            <a:avLst/>
          </a:prstGeom>
          <a:ln w="44450" cap="rnd">
            <a:gradFill>
              <a:gsLst>
                <a:gs pos="0">
                  <a:schemeClr val="accent1"/>
                </a:gs>
                <a:gs pos="100000">
                  <a:schemeClr val="accent1">
                    <a:alpha val="26000"/>
                  </a:schemeClr>
                </a:gs>
              </a:gsLst>
              <a:lin ang="0"/>
              <a:tileRect/>
            </a:gradFill>
            <a:round/>
          </a:ln>
          <a:effectLst>
            <a:outerShdw blurRad="50800" dist="25400" dir="5400000" algn="t" rotWithShape="0">
              <a:schemeClr val="accent1">
                <a:lumMod val="75000"/>
                <a:alpha val="20000"/>
              </a:schemeClr>
            </a:outerShdw>
          </a:effectLst>
        </p:spPr>
        <p:style>
          <a:lnRef idx="2">
            <a:schemeClr val="accent1"/>
          </a:lnRef>
          <a:fillRef idx="0">
            <a:srgbClr val="FFFFFF"/>
          </a:fillRef>
          <a:effectRef idx="0">
            <a:srgbClr val="FFFFFF"/>
          </a:effectRef>
          <a:fontRef idx="minor">
            <a:schemeClr val="tx1"/>
          </a:fontRef>
        </p:style>
      </p:cxnSp>
      <p:pic>
        <p:nvPicPr>
          <p:cNvPr id="2" name="图片 1">
            <a:extLst>
              <a:ext uri="{FF2B5EF4-FFF2-40B4-BE49-F238E27FC236}">
                <a16:creationId xmlns:a16="http://schemas.microsoft.com/office/drawing/2014/main" id="{B908F028-D4BF-AEAA-9A7C-1945BBDDCD7A}"/>
              </a:ext>
            </a:extLst>
          </p:cNvPr>
          <p:cNvPicPr>
            <a:picLocks noChangeAspect="1"/>
          </p:cNvPicPr>
          <p:nvPr/>
        </p:nvPicPr>
        <p:blipFill>
          <a:blip r:embed="rId12"/>
          <a:stretch>
            <a:fillRect/>
          </a:stretch>
        </p:blipFill>
        <p:spPr>
          <a:xfrm>
            <a:off x="611575" y="3330922"/>
            <a:ext cx="5034605" cy="2882206"/>
          </a:xfrm>
          <a:prstGeom prst="rect">
            <a:avLst/>
          </a:prstGeom>
          <a:ln>
            <a:noFill/>
          </a:ln>
          <a:effectLst>
            <a:outerShdw blurRad="292100" dist="139700" dir="2700000" algn="tl" rotWithShape="0">
              <a:srgbClr val="333333">
                <a:alpha val="65000"/>
              </a:srgbClr>
            </a:outerShdw>
          </a:effectLst>
        </p:spPr>
      </p:pic>
      <p:pic>
        <p:nvPicPr>
          <p:cNvPr id="5" name="图片 4">
            <a:extLst>
              <a:ext uri="{FF2B5EF4-FFF2-40B4-BE49-F238E27FC236}">
                <a16:creationId xmlns:a16="http://schemas.microsoft.com/office/drawing/2014/main" id="{CF336FBF-5130-00D5-1956-A15580BDB555}"/>
              </a:ext>
            </a:extLst>
          </p:cNvPr>
          <p:cNvPicPr>
            <a:picLocks noChangeAspect="1"/>
          </p:cNvPicPr>
          <p:nvPr/>
        </p:nvPicPr>
        <p:blipFill>
          <a:blip r:embed="rId13"/>
          <a:stretch>
            <a:fillRect/>
          </a:stretch>
        </p:blipFill>
        <p:spPr>
          <a:xfrm>
            <a:off x="6318800" y="3429000"/>
            <a:ext cx="5734050" cy="2686050"/>
          </a:xfrm>
          <a:prstGeom prst="rect">
            <a:avLst/>
          </a:prstGeom>
          <a:ln>
            <a:noFill/>
          </a:ln>
          <a:effectLst>
            <a:outerShdw blurRad="292100" dist="139700" dir="2700000" algn="tl" rotWithShape="0">
              <a:srgbClr val="333333">
                <a:alpha val="65000"/>
              </a:srgbClr>
            </a:outerShdw>
          </a:effectLst>
        </p:spPr>
      </p:pic>
    </p:spTree>
    <p:custDataLst>
      <p:tags r:id="rId1"/>
    </p:custDataLst>
  </p:cSld>
  <p:clrMapOvr>
    <a:masterClrMapping/>
  </p:clrMapOvr>
  <mc:AlternateContent xmlns:mc="http://schemas.openxmlformats.org/markup-compatibility/2006" xmlns:p14="http://schemas.microsoft.com/office/powerpoint/2010/main">
    <mc:Choice Requires="p14">
      <p:transition>
        <p:fade/>
      </p:transition>
    </mc:Choice>
    <mc:Fallback xmlns="">
      <p:transition>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标题 11"/>
          <p:cNvSpPr>
            <a:spLocks noGrp="1"/>
          </p:cNvSpPr>
          <p:nvPr>
            <p:ph type="title"/>
            <p:custDataLst>
              <p:tags r:id="rId2"/>
            </p:custDataLst>
          </p:nvPr>
        </p:nvSpPr>
        <p:spPr/>
        <p:txBody>
          <a:bodyPr>
            <a:normAutofit fontScale="90000"/>
          </a:bodyPr>
          <a:lstStyle/>
          <a:p>
            <a:r>
              <a:rPr lang="en-US" altLang="zh-CN" dirty="0"/>
              <a:t>2.2.3 </a:t>
            </a:r>
            <a:r>
              <a:rPr lang="zh-CN" altLang="en-US" dirty="0"/>
              <a:t>决策树： CART算法介绍</a:t>
            </a:r>
          </a:p>
        </p:txBody>
      </p:sp>
      <p:pic>
        <p:nvPicPr>
          <p:cNvPr id="16" name="图片 15" descr="/data/temp/99cfed6f-19f6-11f0-9da1-261b173b62cb.jpg99cfed6f-19f6-11f0-9da1-261b173b62cb"/>
          <p:cNvPicPr>
            <a:picLocks noChangeAspect="1"/>
          </p:cNvPicPr>
          <p:nvPr>
            <p:custDataLst>
              <p:tags r:id="rId3"/>
            </p:custDataLst>
          </p:nvPr>
        </p:nvPicPr>
        <p:blipFill rotWithShape="1">
          <a:blip r:embed="rId11" cstate="print"/>
          <a:srcRect l="16888" r="16888"/>
          <a:stretch>
            <a:fillRect/>
          </a:stretch>
        </p:blipFill>
        <p:spPr>
          <a:xfrm>
            <a:off x="2202868" y="1503130"/>
            <a:ext cx="2627340" cy="2805145"/>
          </a:xfrm>
          <a:custGeom>
            <a:avLst/>
            <a:gdLst>
              <a:gd name="connsiteX0" fmla="*/ 1313698 w 2627403"/>
              <a:gd name="connsiteY0" fmla="*/ 0 h 2805212"/>
              <a:gd name="connsiteX1" fmla="*/ 1393218 w 2627403"/>
              <a:gd name="connsiteY1" fmla="*/ 19125 h 2805212"/>
              <a:gd name="connsiteX2" fmla="*/ 2529110 w 2627403"/>
              <a:gd name="connsiteY2" fmla="*/ 587071 h 2805212"/>
              <a:gd name="connsiteX3" fmla="*/ 2627403 w 2627403"/>
              <a:gd name="connsiteY3" fmla="*/ 746105 h 2805212"/>
              <a:gd name="connsiteX4" fmla="*/ 2627403 w 2627403"/>
              <a:gd name="connsiteY4" fmla="*/ 2059094 h 2805212"/>
              <a:gd name="connsiteX5" fmla="*/ 2529117 w 2627403"/>
              <a:gd name="connsiteY5" fmla="*/ 2218139 h 2805212"/>
              <a:gd name="connsiteX6" fmla="*/ 1393225 w 2627403"/>
              <a:gd name="connsiteY6" fmla="*/ 2786085 h 2805212"/>
              <a:gd name="connsiteX7" fmla="*/ 1234185 w 2627403"/>
              <a:gd name="connsiteY7" fmla="*/ 2786089 h 2805212"/>
              <a:gd name="connsiteX8" fmla="*/ 98293 w 2627403"/>
              <a:gd name="connsiteY8" fmla="*/ 2218143 h 2805212"/>
              <a:gd name="connsiteX9" fmla="*/ 0 w 2627403"/>
              <a:gd name="connsiteY9" fmla="*/ 2059109 h 2805212"/>
              <a:gd name="connsiteX10" fmla="*/ 0 w 2627403"/>
              <a:gd name="connsiteY10" fmla="*/ 746120 h 2805212"/>
              <a:gd name="connsiteX11" fmla="*/ 98286 w 2627403"/>
              <a:gd name="connsiteY11" fmla="*/ 587075 h 2805212"/>
              <a:gd name="connsiteX12" fmla="*/ 1234178 w 2627403"/>
              <a:gd name="connsiteY12" fmla="*/ 19129 h 2805212"/>
              <a:gd name="connsiteX13" fmla="*/ 1313698 w 2627403"/>
              <a:gd name="connsiteY13" fmla="*/ 0 h 28052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627403" h="2805212">
                <a:moveTo>
                  <a:pt x="1313698" y="0"/>
                </a:moveTo>
                <a:cubicBezTo>
                  <a:pt x="1340707" y="-1"/>
                  <a:pt x="1367716" y="6374"/>
                  <a:pt x="1393218" y="19125"/>
                </a:cubicBezTo>
                <a:cubicBezTo>
                  <a:pt x="1444222" y="44627"/>
                  <a:pt x="2467209" y="556120"/>
                  <a:pt x="2529110" y="587071"/>
                </a:cubicBezTo>
                <a:cubicBezTo>
                  <a:pt x="2591012" y="618021"/>
                  <a:pt x="2627404" y="676896"/>
                  <a:pt x="2627403" y="746105"/>
                </a:cubicBezTo>
                <a:lnTo>
                  <a:pt x="2627403" y="2059094"/>
                </a:lnTo>
                <a:cubicBezTo>
                  <a:pt x="2627404" y="2128301"/>
                  <a:pt x="2591020" y="2187187"/>
                  <a:pt x="2529117" y="2218139"/>
                </a:cubicBezTo>
                <a:cubicBezTo>
                  <a:pt x="2467217" y="2249089"/>
                  <a:pt x="1444230" y="2760582"/>
                  <a:pt x="1393225" y="2786085"/>
                </a:cubicBezTo>
                <a:cubicBezTo>
                  <a:pt x="1342222" y="2811586"/>
                  <a:pt x="1285190" y="2811590"/>
                  <a:pt x="1234185" y="2786089"/>
                </a:cubicBezTo>
                <a:cubicBezTo>
                  <a:pt x="1183181" y="2760586"/>
                  <a:pt x="160195" y="2249092"/>
                  <a:pt x="98293" y="2218143"/>
                </a:cubicBezTo>
                <a:cubicBezTo>
                  <a:pt x="36393" y="2187191"/>
                  <a:pt x="1" y="2128316"/>
                  <a:pt x="0" y="2059109"/>
                </a:cubicBezTo>
                <a:cubicBezTo>
                  <a:pt x="1" y="1989900"/>
                  <a:pt x="1" y="815327"/>
                  <a:pt x="0" y="746120"/>
                </a:cubicBezTo>
                <a:cubicBezTo>
                  <a:pt x="1" y="676911"/>
                  <a:pt x="36386" y="618025"/>
                  <a:pt x="98286" y="587075"/>
                </a:cubicBezTo>
                <a:cubicBezTo>
                  <a:pt x="160188" y="556123"/>
                  <a:pt x="1183174" y="44630"/>
                  <a:pt x="1234178" y="19129"/>
                </a:cubicBezTo>
                <a:cubicBezTo>
                  <a:pt x="1259681" y="6378"/>
                  <a:pt x="1286689" y="1"/>
                  <a:pt x="1313698" y="0"/>
                </a:cubicBezTo>
                <a:close/>
              </a:path>
            </a:pathLst>
          </a:custGeom>
          <a:solidFill>
            <a:schemeClr val="accent1">
              <a:alpha val="50000"/>
            </a:schemeClr>
          </a:solidFill>
          <a:ln w="3175" cap="flat" cmpd="sng" algn="ctr">
            <a:solidFill>
              <a:schemeClr val="tx1">
                <a:lumMod val="40000"/>
                <a:lumOff val="60000"/>
                <a:alpha val="20000"/>
              </a:schemeClr>
            </a:solidFill>
            <a:prstDash val="solid"/>
            <a:round/>
            <a:headEnd type="none" w="med" len="med"/>
            <a:tailEnd type="none" w="med" len="med"/>
          </a:ln>
        </p:spPr>
      </p:pic>
      <p:sp>
        <p:nvSpPr>
          <p:cNvPr id="10" name="矩形 9"/>
          <p:cNvSpPr/>
          <p:nvPr>
            <p:custDataLst>
              <p:tags r:id="rId4"/>
            </p:custDataLst>
          </p:nvPr>
        </p:nvSpPr>
        <p:spPr>
          <a:xfrm>
            <a:off x="1430396" y="5035551"/>
            <a:ext cx="4162325" cy="1104874"/>
          </a:xfrm>
          <a:prstGeom prst="rect">
            <a:avLst/>
          </a:prstGeom>
          <a:noFill/>
        </p:spPr>
        <p:txBody>
          <a:bodyPr wrap="square" lIns="0" tIns="0" rIns="0" bIns="0" rtlCol="0" anchor="t" anchorCtr="0">
            <a:noAutofit/>
          </a:bodyPr>
          <a:lstStyle/>
          <a:p>
            <a:pPr algn="ctr">
              <a:lnSpc>
                <a:spcPct val="150000"/>
              </a:lnSpc>
              <a:spcBef>
                <a:spcPct val="0"/>
              </a:spcBef>
              <a:spcAft>
                <a:spcPct val="0"/>
              </a:spcAft>
            </a:pPr>
            <a:r>
              <a:rPr lang="zh-CN" altLang="en-US" dirty="0">
                <a:ln>
                  <a:noFill/>
                  <a:prstDash val="sysDot"/>
                </a:ln>
                <a:solidFill>
                  <a:schemeClr val="tx1">
                    <a:lumMod val="85000"/>
                    <a:lumOff val="15000"/>
                  </a:schemeClr>
                </a:solidFill>
                <a:latin typeface="+mn-ea"/>
                <a:cs typeface="+mn-ea"/>
              </a:rPr>
              <a:t>CART算法是一棵二叉树，用于分类和回归的决策树算法。</a:t>
            </a:r>
          </a:p>
        </p:txBody>
      </p:sp>
      <p:sp>
        <p:nvSpPr>
          <p:cNvPr id="11" name="矩形 10"/>
          <p:cNvSpPr/>
          <p:nvPr>
            <p:custDataLst>
              <p:tags r:id="rId5"/>
            </p:custDataLst>
          </p:nvPr>
        </p:nvSpPr>
        <p:spPr>
          <a:xfrm>
            <a:off x="2009502" y="4535183"/>
            <a:ext cx="3004748" cy="462269"/>
          </a:xfrm>
          <a:prstGeom prst="rect">
            <a:avLst/>
          </a:prstGeom>
          <a:noFill/>
        </p:spPr>
        <p:txBody>
          <a:bodyPr wrap="square" lIns="0" tIns="0" rIns="0" bIns="0" rtlCol="0" anchor="b">
            <a:noAutofit/>
          </a:bodyPr>
          <a:lstStyle/>
          <a:p>
            <a:pPr algn="ctr">
              <a:spcBef>
                <a:spcPct val="0"/>
              </a:spcBef>
              <a:spcAft>
                <a:spcPct val="0"/>
              </a:spcAft>
            </a:pPr>
            <a:r>
              <a:rPr lang="zh-CN" altLang="en-US" sz="2800" b="1" kern="0" dirty="0">
                <a:solidFill>
                  <a:schemeClr val="accent1"/>
                </a:solidFill>
                <a:latin typeface="+mn-ea"/>
                <a:cs typeface="+mn-ea"/>
              </a:rPr>
              <a:t>CART算法定义</a:t>
            </a:r>
          </a:p>
        </p:txBody>
      </p:sp>
      <p:pic>
        <p:nvPicPr>
          <p:cNvPr id="13" name="图片 12" descr="/data/temp/99cff072-19f6-11f0-9da1-261b173b62cb.jpg99cff072-19f6-11f0-9da1-261b173b62cb"/>
          <p:cNvPicPr>
            <a:picLocks noChangeAspect="1"/>
          </p:cNvPicPr>
          <p:nvPr>
            <p:custDataLst>
              <p:tags r:id="rId6"/>
            </p:custDataLst>
          </p:nvPr>
        </p:nvPicPr>
        <p:blipFill rotWithShape="1">
          <a:blip r:embed="rId12" cstate="print"/>
          <a:srcRect t="14421" b="14421"/>
          <a:stretch>
            <a:fillRect/>
          </a:stretch>
        </p:blipFill>
        <p:spPr>
          <a:xfrm>
            <a:off x="7209392" y="1503130"/>
            <a:ext cx="2627340" cy="2805145"/>
          </a:xfrm>
          <a:custGeom>
            <a:avLst/>
            <a:gdLst>
              <a:gd name="connsiteX0" fmla="*/ 1313698 w 2627403"/>
              <a:gd name="connsiteY0" fmla="*/ 0 h 2805212"/>
              <a:gd name="connsiteX1" fmla="*/ 1393218 w 2627403"/>
              <a:gd name="connsiteY1" fmla="*/ 19125 h 2805212"/>
              <a:gd name="connsiteX2" fmla="*/ 2529110 w 2627403"/>
              <a:gd name="connsiteY2" fmla="*/ 587071 h 2805212"/>
              <a:gd name="connsiteX3" fmla="*/ 2627403 w 2627403"/>
              <a:gd name="connsiteY3" fmla="*/ 746105 h 2805212"/>
              <a:gd name="connsiteX4" fmla="*/ 2627403 w 2627403"/>
              <a:gd name="connsiteY4" fmla="*/ 2059094 h 2805212"/>
              <a:gd name="connsiteX5" fmla="*/ 2529117 w 2627403"/>
              <a:gd name="connsiteY5" fmla="*/ 2218139 h 2805212"/>
              <a:gd name="connsiteX6" fmla="*/ 1393225 w 2627403"/>
              <a:gd name="connsiteY6" fmla="*/ 2786085 h 2805212"/>
              <a:gd name="connsiteX7" fmla="*/ 1234185 w 2627403"/>
              <a:gd name="connsiteY7" fmla="*/ 2786089 h 2805212"/>
              <a:gd name="connsiteX8" fmla="*/ 98293 w 2627403"/>
              <a:gd name="connsiteY8" fmla="*/ 2218143 h 2805212"/>
              <a:gd name="connsiteX9" fmla="*/ 0 w 2627403"/>
              <a:gd name="connsiteY9" fmla="*/ 2059109 h 2805212"/>
              <a:gd name="connsiteX10" fmla="*/ 0 w 2627403"/>
              <a:gd name="connsiteY10" fmla="*/ 746120 h 2805212"/>
              <a:gd name="connsiteX11" fmla="*/ 98286 w 2627403"/>
              <a:gd name="connsiteY11" fmla="*/ 587075 h 2805212"/>
              <a:gd name="connsiteX12" fmla="*/ 1234178 w 2627403"/>
              <a:gd name="connsiteY12" fmla="*/ 19129 h 2805212"/>
              <a:gd name="connsiteX13" fmla="*/ 1313698 w 2627403"/>
              <a:gd name="connsiteY13" fmla="*/ 0 h 28052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627403" h="2805212">
                <a:moveTo>
                  <a:pt x="1313698" y="0"/>
                </a:moveTo>
                <a:cubicBezTo>
                  <a:pt x="1340707" y="-1"/>
                  <a:pt x="1367715" y="6374"/>
                  <a:pt x="1393218" y="19125"/>
                </a:cubicBezTo>
                <a:cubicBezTo>
                  <a:pt x="1444222" y="44627"/>
                  <a:pt x="2467209" y="556120"/>
                  <a:pt x="2529110" y="587071"/>
                </a:cubicBezTo>
                <a:cubicBezTo>
                  <a:pt x="2591012" y="618021"/>
                  <a:pt x="2627404" y="676896"/>
                  <a:pt x="2627403" y="746105"/>
                </a:cubicBezTo>
                <a:cubicBezTo>
                  <a:pt x="2627404" y="815312"/>
                  <a:pt x="2627404" y="1989885"/>
                  <a:pt x="2627403" y="2059094"/>
                </a:cubicBezTo>
                <a:cubicBezTo>
                  <a:pt x="2627404" y="2128301"/>
                  <a:pt x="2591020" y="2187187"/>
                  <a:pt x="2529117" y="2218139"/>
                </a:cubicBezTo>
                <a:cubicBezTo>
                  <a:pt x="2467217" y="2249089"/>
                  <a:pt x="1444230" y="2760582"/>
                  <a:pt x="1393225" y="2786085"/>
                </a:cubicBezTo>
                <a:cubicBezTo>
                  <a:pt x="1342222" y="2811586"/>
                  <a:pt x="1285190" y="2811590"/>
                  <a:pt x="1234185" y="2786089"/>
                </a:cubicBezTo>
                <a:cubicBezTo>
                  <a:pt x="1183181" y="2760586"/>
                  <a:pt x="160195" y="2249092"/>
                  <a:pt x="98293" y="2218143"/>
                </a:cubicBezTo>
                <a:cubicBezTo>
                  <a:pt x="36393" y="2187191"/>
                  <a:pt x="1" y="2128316"/>
                  <a:pt x="0" y="2059109"/>
                </a:cubicBezTo>
                <a:cubicBezTo>
                  <a:pt x="1" y="1989900"/>
                  <a:pt x="1" y="815327"/>
                  <a:pt x="0" y="746120"/>
                </a:cubicBezTo>
                <a:cubicBezTo>
                  <a:pt x="1" y="676911"/>
                  <a:pt x="36386" y="618025"/>
                  <a:pt x="98286" y="587075"/>
                </a:cubicBezTo>
                <a:cubicBezTo>
                  <a:pt x="160188" y="556123"/>
                  <a:pt x="1183174" y="44630"/>
                  <a:pt x="1234178" y="19129"/>
                </a:cubicBezTo>
                <a:cubicBezTo>
                  <a:pt x="1259681" y="6378"/>
                  <a:pt x="1286689" y="1"/>
                  <a:pt x="1313698" y="0"/>
                </a:cubicBezTo>
                <a:close/>
              </a:path>
            </a:pathLst>
          </a:custGeom>
          <a:solidFill>
            <a:schemeClr val="accent1">
              <a:alpha val="50000"/>
            </a:schemeClr>
          </a:solidFill>
          <a:ln w="3175" cap="flat" cmpd="sng" algn="ctr">
            <a:solidFill>
              <a:schemeClr val="tx1">
                <a:lumMod val="40000"/>
                <a:lumOff val="60000"/>
                <a:alpha val="20000"/>
              </a:schemeClr>
            </a:solidFill>
            <a:prstDash val="solid"/>
            <a:round/>
            <a:headEnd type="none" w="med" len="med"/>
            <a:tailEnd type="none" w="med" len="med"/>
          </a:ln>
        </p:spPr>
      </p:pic>
      <p:sp>
        <p:nvSpPr>
          <p:cNvPr id="14" name="矩形 13"/>
          <p:cNvSpPr/>
          <p:nvPr>
            <p:custDataLst>
              <p:tags r:id="rId7"/>
            </p:custDataLst>
          </p:nvPr>
        </p:nvSpPr>
        <p:spPr>
          <a:xfrm>
            <a:off x="6442331" y="5035551"/>
            <a:ext cx="4162325" cy="1104874"/>
          </a:xfrm>
          <a:prstGeom prst="rect">
            <a:avLst/>
          </a:prstGeom>
          <a:noFill/>
        </p:spPr>
        <p:txBody>
          <a:bodyPr wrap="square" lIns="0" tIns="0" rIns="0" bIns="0" rtlCol="0" anchor="t" anchorCtr="0">
            <a:noAutofit/>
          </a:bodyPr>
          <a:lstStyle/>
          <a:p>
            <a:pPr algn="ctr">
              <a:lnSpc>
                <a:spcPct val="150000"/>
              </a:lnSpc>
              <a:spcBef>
                <a:spcPct val="0"/>
              </a:spcBef>
              <a:spcAft>
                <a:spcPct val="0"/>
              </a:spcAft>
            </a:pPr>
            <a:r>
              <a:rPr lang="zh-CN" altLang="en-US">
                <a:ln>
                  <a:noFill/>
                  <a:prstDash val="sysDot"/>
                </a:ln>
                <a:solidFill>
                  <a:schemeClr val="tx1">
                    <a:lumMod val="85000"/>
                    <a:lumOff val="15000"/>
                  </a:schemeClr>
                </a:solidFill>
                <a:latin typeface="+mn-ea"/>
                <a:cs typeface="+mn-ea"/>
              </a:rPr>
              <a:t>通过递归地分裂数据集，将复杂问题分解为简单的子问题。</a:t>
            </a:r>
          </a:p>
        </p:txBody>
      </p:sp>
      <p:sp>
        <p:nvSpPr>
          <p:cNvPr id="15" name="矩形 14"/>
          <p:cNvSpPr/>
          <p:nvPr>
            <p:custDataLst>
              <p:tags r:id="rId8"/>
            </p:custDataLst>
          </p:nvPr>
        </p:nvSpPr>
        <p:spPr>
          <a:xfrm>
            <a:off x="7021437" y="4535183"/>
            <a:ext cx="3004748" cy="462269"/>
          </a:xfrm>
          <a:prstGeom prst="rect">
            <a:avLst/>
          </a:prstGeom>
          <a:noFill/>
        </p:spPr>
        <p:txBody>
          <a:bodyPr wrap="square" lIns="0" tIns="0" rIns="0" bIns="0" rtlCol="0" anchor="b">
            <a:noAutofit/>
          </a:bodyPr>
          <a:lstStyle/>
          <a:p>
            <a:pPr algn="ctr">
              <a:spcBef>
                <a:spcPct val="0"/>
              </a:spcBef>
              <a:spcAft>
                <a:spcPct val="0"/>
              </a:spcAft>
            </a:pPr>
            <a:r>
              <a:rPr lang="zh-CN" altLang="en-US" sz="2800" b="1" kern="0">
                <a:solidFill>
                  <a:schemeClr val="accent1"/>
                </a:solidFill>
                <a:latin typeface="+mn-ea"/>
                <a:cs typeface="+mn-ea"/>
              </a:rPr>
              <a:t>CART算法特点</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p:fade/>
      </p:transition>
    </mc:Choice>
    <mc:Fallback xmlns="">
      <p:transition>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标题 16"/>
          <p:cNvSpPr>
            <a:spLocks noGrp="1"/>
          </p:cNvSpPr>
          <p:nvPr>
            <p:ph type="title"/>
            <p:custDataLst>
              <p:tags r:id="rId2"/>
            </p:custDataLst>
          </p:nvPr>
        </p:nvSpPr>
        <p:spPr/>
        <p:txBody>
          <a:bodyPr>
            <a:normAutofit fontScale="90000"/>
          </a:bodyPr>
          <a:lstStyle/>
          <a:p>
            <a:r>
              <a:rPr lang="en-US" altLang="zh-CN" dirty="0"/>
              <a:t>2.2.3 </a:t>
            </a:r>
            <a:r>
              <a:rPr lang="zh-CN" altLang="en-US" dirty="0"/>
              <a:t>决策树：算法流程</a:t>
            </a:r>
          </a:p>
        </p:txBody>
      </p:sp>
      <p:sp>
        <p:nvSpPr>
          <p:cNvPr id="2" name="矩形 1"/>
          <p:cNvSpPr/>
          <p:nvPr>
            <p:custDataLst>
              <p:tags r:id="rId3"/>
            </p:custDataLst>
          </p:nvPr>
        </p:nvSpPr>
        <p:spPr>
          <a:xfrm>
            <a:off x="695960" y="1416072"/>
            <a:ext cx="3358599" cy="4643712"/>
          </a:xfrm>
          <a:prstGeom prst="rect">
            <a:avLst/>
          </a:prstGeom>
          <a:solidFill>
            <a:schemeClr val="accent2">
              <a:alpha val="15000"/>
            </a:schemeClr>
          </a:solidFill>
          <a:ln w="9525">
            <a:solidFill>
              <a:schemeClr val="tx1">
                <a:lumMod val="40000"/>
                <a:lumOff val="60000"/>
                <a:alpha val="20000"/>
              </a:schemeClr>
            </a:solidFill>
          </a:ln>
          <a:effectLst/>
        </p:spPr>
        <p:style>
          <a:lnRef idx="2">
            <a:schemeClr val="accent1">
              <a:lumMod val="75000"/>
            </a:schemeClr>
          </a:lnRef>
          <a:fillRef idx="1">
            <a:schemeClr val="accent1"/>
          </a:fillRef>
          <a:effectRef idx="0">
            <a:srgbClr val="FFFFFF"/>
          </a:effectRef>
          <a:fontRef idx="minor">
            <a:schemeClr val="lt1"/>
          </a:fontRef>
        </p:style>
        <p:txBody>
          <a:bodyPr rtlCol="0" anchor="ctr">
            <a:normAutofit/>
          </a:bodyPr>
          <a:lstStyle/>
          <a:p>
            <a:pPr algn="ctr"/>
            <a:endParaRPr lang="zh-CN" altLang="en-US">
              <a:solidFill>
                <a:schemeClr val="bg1"/>
              </a:solidFill>
              <a:latin typeface="+mn-ea"/>
              <a:sym typeface="MiSans Normal" panose="00000500000000000000" charset="-122"/>
            </a:endParaRPr>
          </a:p>
        </p:txBody>
      </p:sp>
      <p:sp>
        <p:nvSpPr>
          <p:cNvPr id="4" name="矩形 3"/>
          <p:cNvSpPr/>
          <p:nvPr>
            <p:custDataLst>
              <p:tags r:id="rId4"/>
            </p:custDataLst>
          </p:nvPr>
        </p:nvSpPr>
        <p:spPr>
          <a:xfrm>
            <a:off x="4417279" y="1416072"/>
            <a:ext cx="3358599" cy="4643712"/>
          </a:xfrm>
          <a:prstGeom prst="rect">
            <a:avLst/>
          </a:prstGeom>
          <a:solidFill>
            <a:schemeClr val="bg1">
              <a:lumMod val="75000"/>
            </a:schemeClr>
          </a:solidFill>
          <a:ln w="9525">
            <a:solidFill>
              <a:schemeClr val="accent1">
                <a:alpha val="50000"/>
              </a:schemeClr>
            </a:solidFill>
          </a:ln>
          <a:effectLst/>
        </p:spPr>
        <p:style>
          <a:lnRef idx="2">
            <a:schemeClr val="accent1">
              <a:lumMod val="75000"/>
            </a:schemeClr>
          </a:lnRef>
          <a:fillRef idx="1">
            <a:schemeClr val="accent1"/>
          </a:fillRef>
          <a:effectRef idx="0">
            <a:srgbClr val="FFFFFF"/>
          </a:effectRef>
          <a:fontRef idx="minor">
            <a:schemeClr val="lt1"/>
          </a:fontRef>
        </p:style>
        <p:txBody>
          <a:bodyPr rtlCol="0" anchor="ctr">
            <a:normAutofit/>
          </a:bodyPr>
          <a:lstStyle/>
          <a:p>
            <a:pPr algn="ctr"/>
            <a:endParaRPr lang="zh-CN" altLang="en-US">
              <a:solidFill>
                <a:schemeClr val="tx1"/>
              </a:solidFill>
              <a:latin typeface="+mn-ea"/>
              <a:sym typeface="MiSans Normal" panose="00000500000000000000" charset="-122"/>
            </a:endParaRPr>
          </a:p>
        </p:txBody>
      </p:sp>
      <p:sp>
        <p:nvSpPr>
          <p:cNvPr id="5" name="矩形 4"/>
          <p:cNvSpPr/>
          <p:nvPr>
            <p:custDataLst>
              <p:tags r:id="rId5"/>
            </p:custDataLst>
          </p:nvPr>
        </p:nvSpPr>
        <p:spPr>
          <a:xfrm>
            <a:off x="8137963" y="1416072"/>
            <a:ext cx="3358599" cy="4643712"/>
          </a:xfrm>
          <a:prstGeom prst="rect">
            <a:avLst/>
          </a:prstGeom>
          <a:solidFill>
            <a:schemeClr val="accent4">
              <a:alpha val="15000"/>
            </a:schemeClr>
          </a:solidFill>
          <a:ln w="9525">
            <a:solidFill>
              <a:schemeClr val="tx1">
                <a:lumMod val="40000"/>
                <a:lumOff val="60000"/>
                <a:alpha val="20000"/>
              </a:schemeClr>
            </a:solidFill>
          </a:ln>
          <a:effectLst/>
        </p:spPr>
        <p:style>
          <a:lnRef idx="2">
            <a:schemeClr val="accent1">
              <a:lumMod val="75000"/>
            </a:schemeClr>
          </a:lnRef>
          <a:fillRef idx="1">
            <a:schemeClr val="accent1"/>
          </a:fillRef>
          <a:effectRef idx="0">
            <a:srgbClr val="FFFFFF"/>
          </a:effectRef>
          <a:fontRef idx="minor">
            <a:schemeClr val="lt1"/>
          </a:fontRef>
        </p:style>
        <p:txBody>
          <a:bodyPr rtlCol="0" anchor="ctr">
            <a:normAutofit/>
          </a:bodyPr>
          <a:lstStyle/>
          <a:p>
            <a:pPr algn="ctr"/>
            <a:endParaRPr lang="zh-CN" altLang="en-US">
              <a:solidFill>
                <a:schemeClr val="bg1"/>
              </a:solidFill>
              <a:latin typeface="+mn-ea"/>
              <a:sym typeface="MiSans Normal" panose="00000500000000000000" charset="-122"/>
            </a:endParaRPr>
          </a:p>
        </p:txBody>
      </p:sp>
      <p:sp>
        <p:nvSpPr>
          <p:cNvPr id="21" name="矩形 20"/>
          <p:cNvSpPr/>
          <p:nvPr>
            <p:custDataLst>
              <p:tags r:id="rId6"/>
            </p:custDataLst>
          </p:nvPr>
        </p:nvSpPr>
        <p:spPr>
          <a:xfrm>
            <a:off x="1188318" y="1744913"/>
            <a:ext cx="2661228" cy="532781"/>
          </a:xfrm>
          <a:prstGeom prst="rect">
            <a:avLst/>
          </a:prstGeom>
          <a:noFill/>
        </p:spPr>
        <p:txBody>
          <a:bodyPr wrap="square" lIns="0" tIns="0" rIns="0" bIns="0" rtlCol="0" anchor="ctr" anchorCtr="0">
            <a:noAutofit/>
          </a:bodyPr>
          <a:lstStyle/>
          <a:p>
            <a:pPr>
              <a:spcBef>
                <a:spcPct val="0"/>
              </a:spcBef>
              <a:spcAft>
                <a:spcPct val="0"/>
              </a:spcAft>
            </a:pPr>
            <a:r>
              <a:rPr lang="en-US" altLang="zh-CN" sz="2400" b="1" dirty="0">
                <a:solidFill>
                  <a:schemeClr val="tx1">
                    <a:lumMod val="85000"/>
                    <a:lumOff val="15000"/>
                  </a:schemeClr>
                </a:solidFill>
                <a:latin typeface="+mn-ea"/>
                <a:cs typeface="+mn-ea"/>
              </a:rPr>
              <a:t>1.</a:t>
            </a:r>
            <a:r>
              <a:rPr lang="zh-CN" altLang="en-US" sz="2400" b="1" dirty="0">
                <a:solidFill>
                  <a:schemeClr val="tx1">
                    <a:lumMod val="85000"/>
                    <a:lumOff val="15000"/>
                  </a:schemeClr>
                </a:solidFill>
                <a:latin typeface="+mn-ea"/>
                <a:cs typeface="+mn-ea"/>
              </a:rPr>
              <a:t>初始化数据集</a:t>
            </a:r>
          </a:p>
        </p:txBody>
      </p:sp>
      <p:sp>
        <p:nvSpPr>
          <p:cNvPr id="22" name="矩形 21"/>
          <p:cNvSpPr/>
          <p:nvPr>
            <p:custDataLst>
              <p:tags r:id="rId7"/>
            </p:custDataLst>
          </p:nvPr>
        </p:nvSpPr>
        <p:spPr>
          <a:xfrm>
            <a:off x="1187683" y="2378045"/>
            <a:ext cx="2661864" cy="796955"/>
          </a:xfrm>
          <a:prstGeom prst="rect">
            <a:avLst/>
          </a:prstGeom>
          <a:noFill/>
        </p:spPr>
        <p:txBody>
          <a:bodyPr wrap="square" lIns="0" tIns="0" rIns="0" bIns="0" rtlCol="0" anchor="t" anchorCtr="0">
            <a:noAutofit/>
          </a:bodyPr>
          <a:lstStyle/>
          <a:p>
            <a:pPr algn="just">
              <a:lnSpc>
                <a:spcPct val="150000"/>
              </a:lnSpc>
              <a:spcBef>
                <a:spcPct val="0"/>
              </a:spcBef>
              <a:spcAft>
                <a:spcPct val="0"/>
              </a:spcAft>
            </a:pPr>
            <a:r>
              <a:rPr lang="zh-CN" altLang="en-US" sz="2000" dirty="0">
                <a:solidFill>
                  <a:schemeClr val="tx1">
                    <a:lumMod val="85000"/>
                    <a:lumOff val="15000"/>
                  </a:schemeClr>
                </a:solidFill>
                <a:latin typeface="+mn-ea"/>
                <a:cs typeface="+mn-ea"/>
              </a:rPr>
              <a:t>当前节点的数据集为D。</a:t>
            </a:r>
          </a:p>
        </p:txBody>
      </p:sp>
      <p:sp>
        <p:nvSpPr>
          <p:cNvPr id="23" name="矩形 22"/>
          <p:cNvSpPr/>
          <p:nvPr>
            <p:custDataLst>
              <p:tags r:id="rId8"/>
            </p:custDataLst>
          </p:nvPr>
        </p:nvSpPr>
        <p:spPr>
          <a:xfrm>
            <a:off x="4909002" y="1742955"/>
            <a:ext cx="2659955" cy="532782"/>
          </a:xfrm>
          <a:prstGeom prst="rect">
            <a:avLst/>
          </a:prstGeom>
          <a:noFill/>
        </p:spPr>
        <p:txBody>
          <a:bodyPr wrap="square" lIns="0" tIns="0" rIns="0" bIns="0" rtlCol="0" anchor="ctr" anchorCtr="0">
            <a:noAutofit/>
          </a:bodyPr>
          <a:lstStyle/>
          <a:p>
            <a:pPr>
              <a:spcBef>
                <a:spcPct val="0"/>
              </a:spcBef>
              <a:spcAft>
                <a:spcPct val="0"/>
              </a:spcAft>
            </a:pPr>
            <a:r>
              <a:rPr lang="en-US" altLang="zh-CN" sz="2400" b="1" dirty="0">
                <a:latin typeface="+mn-ea"/>
                <a:cs typeface="+mn-ea"/>
              </a:rPr>
              <a:t>2.</a:t>
            </a:r>
            <a:r>
              <a:rPr lang="zh-CN" altLang="en-US" sz="2400" b="1" dirty="0">
                <a:latin typeface="+mn-ea"/>
                <a:cs typeface="+mn-ea"/>
              </a:rPr>
              <a:t>判断终止条件</a:t>
            </a:r>
          </a:p>
        </p:txBody>
      </p:sp>
      <p:sp>
        <p:nvSpPr>
          <p:cNvPr id="24" name="矩形 23"/>
          <p:cNvSpPr/>
          <p:nvPr>
            <p:custDataLst>
              <p:tags r:id="rId9"/>
            </p:custDataLst>
          </p:nvPr>
        </p:nvSpPr>
        <p:spPr>
          <a:xfrm>
            <a:off x="4909002" y="2378045"/>
            <a:ext cx="2661864" cy="1410927"/>
          </a:xfrm>
          <a:prstGeom prst="rect">
            <a:avLst/>
          </a:prstGeom>
          <a:noFill/>
        </p:spPr>
        <p:txBody>
          <a:bodyPr wrap="square" lIns="0" tIns="0" rIns="0" bIns="0" rtlCol="0" anchor="t" anchorCtr="0">
            <a:noAutofit/>
          </a:bodyPr>
          <a:lstStyle/>
          <a:p>
            <a:pPr algn="just">
              <a:lnSpc>
                <a:spcPct val="150000"/>
              </a:lnSpc>
              <a:spcBef>
                <a:spcPct val="0"/>
              </a:spcBef>
              <a:spcAft>
                <a:spcPct val="0"/>
              </a:spcAft>
            </a:pPr>
            <a:r>
              <a:rPr lang="zh-CN" altLang="en-US" sz="2000" dirty="0">
                <a:latin typeface="+mn-ea"/>
                <a:cs typeface="+mn-ea"/>
              </a:rPr>
              <a:t>样本数量小于阈值、基尼系数小于阈值、没有可用特征。</a:t>
            </a:r>
          </a:p>
        </p:txBody>
      </p:sp>
      <p:sp>
        <p:nvSpPr>
          <p:cNvPr id="25" name="矩形 24"/>
          <p:cNvSpPr/>
          <p:nvPr>
            <p:custDataLst>
              <p:tags r:id="rId10"/>
            </p:custDataLst>
          </p:nvPr>
        </p:nvSpPr>
        <p:spPr>
          <a:xfrm>
            <a:off x="8631591" y="1744913"/>
            <a:ext cx="2658049" cy="532782"/>
          </a:xfrm>
          <a:prstGeom prst="rect">
            <a:avLst/>
          </a:prstGeom>
          <a:noFill/>
        </p:spPr>
        <p:txBody>
          <a:bodyPr wrap="square" lIns="0" tIns="0" rIns="0" bIns="0" rtlCol="0" anchor="ctr" anchorCtr="0">
            <a:noAutofit/>
          </a:bodyPr>
          <a:lstStyle/>
          <a:p>
            <a:pPr>
              <a:spcBef>
                <a:spcPct val="0"/>
              </a:spcBef>
              <a:spcAft>
                <a:spcPct val="0"/>
              </a:spcAft>
            </a:pPr>
            <a:r>
              <a:rPr lang="en-US" altLang="zh-CN" sz="2400" b="1" dirty="0">
                <a:solidFill>
                  <a:schemeClr val="tx1">
                    <a:lumMod val="85000"/>
                    <a:lumOff val="15000"/>
                  </a:schemeClr>
                </a:solidFill>
                <a:latin typeface="+mn-ea"/>
                <a:cs typeface="+mn-ea"/>
              </a:rPr>
              <a:t>3.</a:t>
            </a:r>
            <a:r>
              <a:rPr lang="zh-CN" altLang="en-US" sz="2400" b="1" dirty="0">
                <a:solidFill>
                  <a:schemeClr val="tx1">
                    <a:lumMod val="85000"/>
                    <a:lumOff val="15000"/>
                  </a:schemeClr>
                </a:solidFill>
                <a:latin typeface="+mn-ea"/>
                <a:cs typeface="+mn-ea"/>
              </a:rPr>
              <a:t>计算基尼系数</a:t>
            </a:r>
          </a:p>
        </p:txBody>
      </p:sp>
      <p:sp>
        <p:nvSpPr>
          <p:cNvPr id="26" name="矩形 25"/>
          <p:cNvSpPr/>
          <p:nvPr>
            <p:custDataLst>
              <p:tags r:id="rId11"/>
            </p:custDataLst>
          </p:nvPr>
        </p:nvSpPr>
        <p:spPr>
          <a:xfrm>
            <a:off x="8629686" y="2378045"/>
            <a:ext cx="2661864" cy="1835087"/>
          </a:xfrm>
          <a:prstGeom prst="rect">
            <a:avLst/>
          </a:prstGeom>
          <a:noFill/>
        </p:spPr>
        <p:txBody>
          <a:bodyPr wrap="square" lIns="0" tIns="0" rIns="0" bIns="0" rtlCol="0" anchor="t" anchorCtr="0">
            <a:noAutofit/>
          </a:bodyPr>
          <a:lstStyle/>
          <a:p>
            <a:pPr algn="just">
              <a:lnSpc>
                <a:spcPct val="150000"/>
              </a:lnSpc>
              <a:spcBef>
                <a:spcPct val="0"/>
              </a:spcBef>
              <a:spcAft>
                <a:spcPct val="0"/>
              </a:spcAft>
            </a:pPr>
            <a:r>
              <a:rPr lang="zh-CN" altLang="en-US" sz="2000" dirty="0">
                <a:solidFill>
                  <a:schemeClr val="tx1">
                    <a:lumMod val="85000"/>
                    <a:lumOff val="15000"/>
                  </a:schemeClr>
                </a:solidFill>
                <a:latin typeface="+mn-ea"/>
                <a:cs typeface="+mn-ea"/>
              </a:rPr>
              <a:t>遍历所有特征及其可能的划分条件，计算划分后的基尼系数。</a:t>
            </a:r>
          </a:p>
        </p:txBody>
      </p:sp>
      <p:sp>
        <p:nvSpPr>
          <p:cNvPr id="3" name="文本框 2">
            <a:extLst>
              <a:ext uri="{FF2B5EF4-FFF2-40B4-BE49-F238E27FC236}">
                <a16:creationId xmlns:a16="http://schemas.microsoft.com/office/drawing/2014/main" id="{8B5FE494-1918-E076-2F05-B7461FBC432A}"/>
              </a:ext>
            </a:extLst>
          </p:cNvPr>
          <p:cNvSpPr txBox="1"/>
          <p:nvPr>
            <p:custDataLst>
              <p:tags r:id="rId12"/>
            </p:custDataLst>
          </p:nvPr>
        </p:nvSpPr>
        <p:spPr>
          <a:xfrm>
            <a:off x="1255844" y="4931031"/>
            <a:ext cx="2400890" cy="662940"/>
          </a:xfrm>
          <a:prstGeom prst="rect">
            <a:avLst/>
          </a:prstGeom>
          <a:noFill/>
        </p:spPr>
        <p:txBody>
          <a:bodyPr wrap="square" lIns="0" tIns="0" rIns="0" bIns="0" rtlCol="0" anchor="t" anchorCtr="0">
            <a:noAutofit/>
          </a:bodyPr>
          <a:lstStyle/>
          <a:p>
            <a:pPr>
              <a:lnSpc>
                <a:spcPct val="90000"/>
              </a:lnSpc>
              <a:spcBef>
                <a:spcPts val="0"/>
              </a:spcBef>
              <a:spcAft>
                <a:spcPts val="0"/>
              </a:spcAft>
            </a:pPr>
            <a:r>
              <a:rPr lang="zh-CN" altLang="en-US" sz="2000" kern="0" spc="0" dirty="0">
                <a:ln>
                  <a:noFill/>
                  <a:prstDash val="sysDot"/>
                </a:ln>
                <a:solidFill>
                  <a:schemeClr val="tx1">
                    <a:lumMod val="85000"/>
                    <a:lumOff val="15000"/>
                  </a:schemeClr>
                </a:solidFill>
                <a:latin typeface="+mn-ea"/>
                <a:ea typeface="+mn-ea"/>
                <a:sym typeface="+mn-ea"/>
              </a:rPr>
              <a:t>选择基尼系数最小的特征及其划分条件。</a:t>
            </a:r>
          </a:p>
        </p:txBody>
      </p:sp>
      <p:sp>
        <p:nvSpPr>
          <p:cNvPr id="6" name="文本框 5">
            <a:extLst>
              <a:ext uri="{FF2B5EF4-FFF2-40B4-BE49-F238E27FC236}">
                <a16:creationId xmlns:a16="http://schemas.microsoft.com/office/drawing/2014/main" id="{2750BBDF-134F-C84B-B8EB-7C8AFCEEF98B}"/>
              </a:ext>
            </a:extLst>
          </p:cNvPr>
          <p:cNvSpPr txBox="1"/>
          <p:nvPr>
            <p:custDataLst>
              <p:tags r:id="rId13"/>
            </p:custDataLst>
          </p:nvPr>
        </p:nvSpPr>
        <p:spPr>
          <a:xfrm>
            <a:off x="1187683" y="4182362"/>
            <a:ext cx="2783184" cy="565712"/>
          </a:xfrm>
          <a:prstGeom prst="rect">
            <a:avLst/>
          </a:prstGeom>
          <a:noFill/>
        </p:spPr>
        <p:txBody>
          <a:bodyPr wrap="square" lIns="0" tIns="0" rIns="0" bIns="0" rtlCol="0" anchor="ctr" anchorCtr="0">
            <a:noAutofit/>
          </a:bodyPr>
          <a:lstStyle>
            <a:defPPr>
              <a:defRPr lang="zh-CN"/>
            </a:defPPr>
            <a:lvl1pPr>
              <a:spcBef>
                <a:spcPct val="0"/>
              </a:spcBef>
              <a:spcAft>
                <a:spcPct val="0"/>
              </a:spcAft>
              <a:defRPr sz="2400" b="1">
                <a:solidFill>
                  <a:schemeClr val="tx1">
                    <a:lumMod val="85000"/>
                    <a:lumOff val="15000"/>
                  </a:schemeClr>
                </a:solidFill>
                <a:latin typeface="+mn-ea"/>
                <a:cs typeface="+mn-ea"/>
              </a:defRPr>
            </a:lvl1pPr>
          </a:lstStyle>
          <a:p>
            <a:r>
              <a:rPr lang="en-US" altLang="zh-CN" dirty="0"/>
              <a:t>4.</a:t>
            </a:r>
            <a:r>
              <a:rPr lang="zh-CN" altLang="en-US" dirty="0"/>
              <a:t>选择最佳划分条件</a:t>
            </a:r>
          </a:p>
        </p:txBody>
      </p:sp>
      <p:sp>
        <p:nvSpPr>
          <p:cNvPr id="8" name="文本框 7">
            <a:extLst>
              <a:ext uri="{FF2B5EF4-FFF2-40B4-BE49-F238E27FC236}">
                <a16:creationId xmlns:a16="http://schemas.microsoft.com/office/drawing/2014/main" id="{83BA652E-ED97-BC4C-BE43-2E4B6F186649}"/>
              </a:ext>
            </a:extLst>
          </p:cNvPr>
          <p:cNvSpPr txBox="1"/>
          <p:nvPr>
            <p:custDataLst>
              <p:tags r:id="rId14"/>
            </p:custDataLst>
          </p:nvPr>
        </p:nvSpPr>
        <p:spPr>
          <a:xfrm>
            <a:off x="4909003" y="4909855"/>
            <a:ext cx="2125980" cy="969061"/>
          </a:xfrm>
          <a:prstGeom prst="rect">
            <a:avLst/>
          </a:prstGeom>
          <a:noFill/>
        </p:spPr>
        <p:txBody>
          <a:bodyPr wrap="square" lIns="0" tIns="0" rIns="0" bIns="0" rtlCol="0" anchor="t" anchorCtr="0">
            <a:noAutofit/>
          </a:bodyPr>
          <a:lstStyle/>
          <a:p>
            <a:pPr>
              <a:lnSpc>
                <a:spcPct val="90000"/>
              </a:lnSpc>
              <a:spcBef>
                <a:spcPts val="0"/>
              </a:spcBef>
              <a:spcAft>
                <a:spcPts val="0"/>
              </a:spcAft>
            </a:pPr>
            <a:r>
              <a:rPr lang="zh-CN" altLang="en-US" sz="2000" kern="0" spc="0" dirty="0">
                <a:ln>
                  <a:noFill/>
                  <a:prstDash val="sysDot"/>
                </a:ln>
                <a:latin typeface="+mn-ea"/>
                <a:ea typeface="+mn-ea"/>
                <a:sym typeface="+mn-ea"/>
              </a:rPr>
              <a:t>根据划分条件将数据集分为左子树和右子树。</a:t>
            </a:r>
          </a:p>
        </p:txBody>
      </p:sp>
      <p:sp>
        <p:nvSpPr>
          <p:cNvPr id="10" name="文本框 9">
            <a:extLst>
              <a:ext uri="{FF2B5EF4-FFF2-40B4-BE49-F238E27FC236}">
                <a16:creationId xmlns:a16="http://schemas.microsoft.com/office/drawing/2014/main" id="{545286B5-0BB6-5A9E-9880-0D8B5CF12134}"/>
              </a:ext>
            </a:extLst>
          </p:cNvPr>
          <p:cNvSpPr txBox="1"/>
          <p:nvPr>
            <p:custDataLst>
              <p:tags r:id="rId15"/>
            </p:custDataLst>
          </p:nvPr>
        </p:nvSpPr>
        <p:spPr>
          <a:xfrm>
            <a:off x="4909003" y="4348431"/>
            <a:ext cx="2125980" cy="276860"/>
          </a:xfrm>
          <a:prstGeom prst="rect">
            <a:avLst/>
          </a:prstGeom>
          <a:noFill/>
        </p:spPr>
        <p:txBody>
          <a:bodyPr wrap="square" lIns="0" tIns="0" rIns="0" bIns="0" rtlCol="0" anchor="ctr" anchorCtr="0">
            <a:noAutofit/>
          </a:bodyPr>
          <a:lstStyle>
            <a:defPPr>
              <a:defRPr lang="zh-CN"/>
            </a:defPPr>
            <a:lvl1pPr>
              <a:spcBef>
                <a:spcPct val="0"/>
              </a:spcBef>
              <a:spcAft>
                <a:spcPct val="0"/>
              </a:spcAft>
              <a:defRPr sz="2400" b="1">
                <a:solidFill>
                  <a:srgbClr val="FFFFFF"/>
                </a:solidFill>
                <a:latin typeface="+mn-ea"/>
                <a:cs typeface="+mn-ea"/>
              </a:defRPr>
            </a:lvl1pPr>
          </a:lstStyle>
          <a:p>
            <a:r>
              <a:rPr lang="en-US" altLang="zh-CN" dirty="0">
                <a:solidFill>
                  <a:schemeClr val="tx1"/>
                </a:solidFill>
              </a:rPr>
              <a:t>5.</a:t>
            </a:r>
            <a:r>
              <a:rPr lang="zh-CN" altLang="en-US" dirty="0">
                <a:solidFill>
                  <a:schemeClr val="tx1"/>
                </a:solidFill>
              </a:rPr>
              <a:t>分裂数据集</a:t>
            </a:r>
          </a:p>
        </p:txBody>
      </p:sp>
      <p:sp>
        <p:nvSpPr>
          <p:cNvPr id="12" name="文本框 11">
            <a:extLst>
              <a:ext uri="{FF2B5EF4-FFF2-40B4-BE49-F238E27FC236}">
                <a16:creationId xmlns:a16="http://schemas.microsoft.com/office/drawing/2014/main" id="{6879B3A7-BA4B-8915-0DC4-FCBC29F7D36A}"/>
              </a:ext>
            </a:extLst>
          </p:cNvPr>
          <p:cNvSpPr txBox="1"/>
          <p:nvPr>
            <p:custDataLst>
              <p:tags r:id="rId16"/>
            </p:custDataLst>
          </p:nvPr>
        </p:nvSpPr>
        <p:spPr>
          <a:xfrm>
            <a:off x="8629687" y="4934322"/>
            <a:ext cx="2756994" cy="1053837"/>
          </a:xfrm>
          <a:prstGeom prst="rect">
            <a:avLst/>
          </a:prstGeom>
          <a:noFill/>
        </p:spPr>
        <p:txBody>
          <a:bodyPr wrap="square" lIns="0" tIns="0" rIns="0" bIns="0" rtlCol="0" anchor="t" anchorCtr="0">
            <a:noAutofit/>
          </a:bodyPr>
          <a:lstStyle/>
          <a:p>
            <a:pPr>
              <a:lnSpc>
                <a:spcPct val="90000"/>
              </a:lnSpc>
              <a:spcBef>
                <a:spcPts val="0"/>
              </a:spcBef>
              <a:spcAft>
                <a:spcPts val="0"/>
              </a:spcAft>
            </a:pPr>
            <a:r>
              <a:rPr lang="zh-CN" altLang="en-US" sz="2000" kern="0" spc="0" dirty="0">
                <a:ln>
                  <a:noFill/>
                  <a:prstDash val="sysDot"/>
                </a:ln>
                <a:solidFill>
                  <a:schemeClr val="tx1">
                    <a:lumMod val="85000"/>
                    <a:lumOff val="15000"/>
                  </a:schemeClr>
                </a:solidFill>
                <a:latin typeface="+mn-ea"/>
                <a:ea typeface="+mn-ea"/>
                <a:sym typeface="+mn-ea"/>
              </a:rPr>
              <a:t>对左子树和右子树重复上述步骤，直到满足终止条件。</a:t>
            </a:r>
          </a:p>
        </p:txBody>
      </p:sp>
      <p:sp>
        <p:nvSpPr>
          <p:cNvPr id="13" name="文本框 12">
            <a:extLst>
              <a:ext uri="{FF2B5EF4-FFF2-40B4-BE49-F238E27FC236}">
                <a16:creationId xmlns:a16="http://schemas.microsoft.com/office/drawing/2014/main" id="{32858BBF-FDEC-248B-9080-395789CE3353}"/>
              </a:ext>
            </a:extLst>
          </p:cNvPr>
          <p:cNvSpPr txBox="1"/>
          <p:nvPr>
            <p:custDataLst>
              <p:tags r:id="rId17"/>
            </p:custDataLst>
          </p:nvPr>
        </p:nvSpPr>
        <p:spPr>
          <a:xfrm>
            <a:off x="8629687" y="4313482"/>
            <a:ext cx="2374630" cy="348944"/>
          </a:xfrm>
          <a:prstGeom prst="rect">
            <a:avLst/>
          </a:prstGeom>
          <a:noFill/>
        </p:spPr>
        <p:txBody>
          <a:bodyPr wrap="square" lIns="0" tIns="0" rIns="0" bIns="0" rtlCol="0" anchor="ctr" anchorCtr="0">
            <a:noAutofit/>
          </a:bodyPr>
          <a:lstStyle>
            <a:defPPr>
              <a:defRPr lang="zh-CN"/>
            </a:defPPr>
            <a:lvl1pPr>
              <a:spcBef>
                <a:spcPct val="0"/>
              </a:spcBef>
              <a:spcAft>
                <a:spcPct val="0"/>
              </a:spcAft>
              <a:defRPr sz="2400" b="1">
                <a:solidFill>
                  <a:schemeClr val="tx1">
                    <a:lumMod val="85000"/>
                    <a:lumOff val="15000"/>
                  </a:schemeClr>
                </a:solidFill>
                <a:latin typeface="+mn-ea"/>
                <a:cs typeface="+mn-ea"/>
              </a:defRPr>
            </a:lvl1pPr>
          </a:lstStyle>
          <a:p>
            <a:r>
              <a:rPr lang="en-US" altLang="zh-CN" dirty="0"/>
              <a:t>6.</a:t>
            </a:r>
            <a:r>
              <a:rPr lang="zh-CN" altLang="en-US" dirty="0"/>
              <a:t>递归生成子树</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p:fade/>
      </p:transition>
    </mc:Choice>
    <mc:Fallback xmlns="">
      <p:transition>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idx="16385"/>
            <p:custDataLst>
              <p:tags r:id="rId2"/>
            </p:custDataLst>
          </p:nvPr>
        </p:nvSpPr>
        <p:spPr>
          <a:noFill/>
        </p:spPr>
        <p:txBody>
          <a:bodyPr vert="horz" wrap="none" lIns="0" tIns="0" rIns="0" bIns="0" rtlCol="0" anchor="t" anchorCtr="0">
            <a:normAutofit/>
          </a:bodyPr>
          <a:lstStyle/>
          <a:p>
            <a:pPr lvl="0" algn="l"/>
            <a:r>
              <a:rPr>
                <a:solidFill>
                  <a:schemeClr val="tx1"/>
                </a:solidFill>
                <a:sym typeface="+mn-ea"/>
              </a:rPr>
              <a:t>机器学习的类型和算法：监督学习</a:t>
            </a:r>
          </a:p>
        </p:txBody>
      </p:sp>
      <p:sp>
        <p:nvSpPr>
          <p:cNvPr id="28" name="文本框 27"/>
          <p:cNvSpPr txBox="1"/>
          <p:nvPr/>
        </p:nvSpPr>
        <p:spPr>
          <a:xfrm>
            <a:off x="635000" y="1397000"/>
            <a:ext cx="10922000" cy="727075"/>
          </a:xfrm>
          <a:prstGeom prst="rect">
            <a:avLst/>
          </a:prstGeom>
          <a:noFill/>
        </p:spPr>
        <p:txBody>
          <a:bodyPr wrap="square" rtlCol="0" anchor="t">
            <a:normAutofit/>
          </a:bodyPr>
          <a:lstStyle/>
          <a:p>
            <a:pPr marL="0" marR="0" lvl="0" indent="0" algn="l" defTabSz="914400" rtl="0" eaLnBrk="1" fontAlgn="auto" latinLnBrk="0" hangingPunct="1">
              <a:lnSpc>
                <a:spcPct val="170000"/>
              </a:lnSpc>
              <a:spcBef>
                <a:spcPts val="0"/>
              </a:spcBef>
              <a:spcAft>
                <a:spcPts val="0"/>
              </a:spcAft>
              <a:buClrTx/>
              <a:buSzTx/>
              <a:buFontTx/>
              <a:buNone/>
              <a:tabLst/>
              <a:defRPr/>
            </a:pPr>
            <a:r>
              <a:rPr kumimoji="0" lang="zh-CN" altLang="en-US" sz="2400" b="1" i="0" u="none" strike="noStrike" kern="100" cap="none" spc="0" normalizeH="0" baseline="0" noProof="0" dirty="0">
                <a:ln>
                  <a:noFill/>
                </a:ln>
                <a:solidFill>
                  <a:srgbClr val="333333"/>
                </a:solidFill>
                <a:effectLst/>
                <a:uLnTx/>
                <a:uFillTx/>
                <a:latin typeface="微软雅黑"/>
                <a:ea typeface="微软雅黑"/>
                <a:cs typeface="+mn-ea"/>
              </a:rPr>
              <a:t>支持向量机</a:t>
            </a:r>
          </a:p>
        </p:txBody>
      </p:sp>
      <p:grpSp>
        <p:nvGrpSpPr>
          <p:cNvPr id="71" name="组合 70"/>
          <p:cNvGrpSpPr/>
          <p:nvPr>
            <p:custDataLst>
              <p:tags r:id="rId3"/>
            </p:custDataLst>
          </p:nvPr>
        </p:nvGrpSpPr>
        <p:grpSpPr>
          <a:xfrm>
            <a:off x="609600" y="2378075"/>
            <a:ext cx="5080000" cy="3933190"/>
            <a:chOff x="960" y="3745"/>
            <a:chExt cx="8000" cy="6194"/>
          </a:xfrm>
        </p:grpSpPr>
        <p:sp>
          <p:nvSpPr>
            <p:cNvPr id="72" name="圆角矩形 71"/>
            <p:cNvSpPr/>
            <p:nvPr>
              <p:custDataLst>
                <p:tags r:id="rId5"/>
              </p:custDataLst>
            </p:nvPr>
          </p:nvSpPr>
          <p:spPr>
            <a:xfrm>
              <a:off x="960" y="3745"/>
              <a:ext cx="8000" cy="6195"/>
            </a:xfrm>
            <a:prstGeom prst="roundRect">
              <a:avLst>
                <a:gd name="adj" fmla="val 6553"/>
              </a:avLst>
            </a:prstGeom>
            <a:extLst>
              <a:ext uri="{909E8E84-426E-40DD-AFC4-6F175D3DCCD1}">
                <a14:hiddenFill xmlns:a14="http://schemas.microsoft.com/office/drawing/2010/main">
                  <a:solidFill>
                    <a:schemeClr val="accent1"/>
                  </a:solidFill>
                </a14:hiddenFill>
              </a:ext>
            </a:extLst>
          </p:spPr>
          <p:style>
            <a:lnRef idx="2">
              <a:schemeClr val="accent1"/>
            </a:lnRef>
            <a:fillRef idx="0">
              <a:srgbClr val="FFFFFF"/>
            </a:fillRef>
            <a:effectRef idx="0">
              <a:srgbClr val="FFFFFF"/>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333333"/>
                </a:solidFill>
                <a:effectLst/>
                <a:uLnTx/>
                <a:uFillTx/>
                <a:latin typeface="Arial"/>
                <a:ea typeface="微软雅黑"/>
                <a:cs typeface="+mn-cs"/>
              </a:endParaRPr>
            </a:p>
          </p:txBody>
        </p:sp>
        <p:grpSp>
          <p:nvGrpSpPr>
            <p:cNvPr id="73" name="组合 72"/>
            <p:cNvGrpSpPr/>
            <p:nvPr>
              <p:custDataLst>
                <p:tags r:id="rId6"/>
              </p:custDataLst>
            </p:nvPr>
          </p:nvGrpSpPr>
          <p:grpSpPr>
            <a:xfrm>
              <a:off x="1696" y="9622"/>
              <a:ext cx="6524" cy="80"/>
              <a:chOff x="3554730" y="4312126"/>
              <a:chExt cx="5080000" cy="50800"/>
            </a:xfrm>
          </p:grpSpPr>
          <p:cxnSp>
            <p:nvCxnSpPr>
              <p:cNvPr id="74" name="直接连接符 73"/>
              <p:cNvCxnSpPr/>
              <p:nvPr>
                <p:custDataLst>
                  <p:tags r:id="rId10"/>
                </p:custDataLst>
              </p:nvPr>
            </p:nvCxnSpPr>
            <p:spPr>
              <a:xfrm>
                <a:off x="3554730" y="4337685"/>
                <a:ext cx="5080000" cy="0"/>
              </a:xfrm>
              <a:prstGeom prst="line">
                <a:avLst/>
              </a:prstGeom>
            </p:spPr>
            <p:style>
              <a:lnRef idx="2">
                <a:schemeClr val="accent1"/>
              </a:lnRef>
              <a:fillRef idx="0">
                <a:srgbClr val="FFFFFF"/>
              </a:fillRef>
              <a:effectRef idx="0">
                <a:srgbClr val="FFFFFF"/>
              </a:effectRef>
              <a:fontRef idx="minor">
                <a:schemeClr val="tx1"/>
              </a:fontRef>
            </p:style>
          </p:cxnSp>
          <p:sp>
            <p:nvSpPr>
              <p:cNvPr id="75" name="矩形: 圆角 8"/>
              <p:cNvSpPr/>
              <p:nvPr>
                <p:custDataLst>
                  <p:tags r:id="rId11"/>
                </p:custDataLst>
              </p:nvPr>
            </p:nvSpPr>
            <p:spPr>
              <a:xfrm flipV="1">
                <a:off x="5462904" y="4312126"/>
                <a:ext cx="1265555" cy="50800"/>
              </a:xfrm>
              <a:prstGeom prst="roundRect">
                <a:avLst>
                  <a:gd name="adj" fmla="val 50000"/>
                </a:avLst>
              </a:prstGeom>
              <a:solidFill>
                <a:schemeClr val="bg2">
                  <a:lumMod val="50000"/>
                </a:schemeClr>
              </a:solidFill>
            </p:spPr>
            <p:style>
              <a:lnRef idx="2">
                <a:schemeClr val="accent1"/>
              </a:lnRef>
              <a:fillRef idx="0">
                <a:srgbClr val="FFFFFF"/>
              </a:fillRef>
              <a:effectRef idx="0">
                <a:srgbClr val="FFFFFF"/>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333333"/>
                  </a:solidFill>
                  <a:effectLst/>
                  <a:uLnTx/>
                  <a:uFillTx/>
                  <a:latin typeface="Arial"/>
                  <a:ea typeface="微软雅黑"/>
                  <a:cs typeface="+mn-cs"/>
                </a:endParaRPr>
              </a:p>
            </p:txBody>
          </p:sp>
        </p:grpSp>
        <p:grpSp>
          <p:nvGrpSpPr>
            <p:cNvPr id="76" name="组合 75"/>
            <p:cNvGrpSpPr/>
            <p:nvPr>
              <p:custDataLst>
                <p:tags r:id="rId7"/>
              </p:custDataLst>
            </p:nvPr>
          </p:nvGrpSpPr>
          <p:grpSpPr>
            <a:xfrm>
              <a:off x="1696" y="4018"/>
              <a:ext cx="6524" cy="80"/>
              <a:chOff x="3554730" y="2156460"/>
              <a:chExt cx="5080000" cy="50800"/>
            </a:xfrm>
          </p:grpSpPr>
          <p:cxnSp>
            <p:nvCxnSpPr>
              <p:cNvPr id="77" name="直接连接符 76"/>
              <p:cNvCxnSpPr/>
              <p:nvPr>
                <p:custDataLst>
                  <p:tags r:id="rId8"/>
                </p:custDataLst>
              </p:nvPr>
            </p:nvCxnSpPr>
            <p:spPr>
              <a:xfrm>
                <a:off x="3554730" y="2181860"/>
                <a:ext cx="5080000" cy="0"/>
              </a:xfrm>
              <a:prstGeom prst="line">
                <a:avLst/>
              </a:prstGeom>
            </p:spPr>
            <p:style>
              <a:lnRef idx="2">
                <a:schemeClr val="accent1"/>
              </a:lnRef>
              <a:fillRef idx="0">
                <a:srgbClr val="FFFFFF"/>
              </a:fillRef>
              <a:effectRef idx="0">
                <a:srgbClr val="FFFFFF"/>
              </a:effectRef>
              <a:fontRef idx="minor">
                <a:schemeClr val="tx1"/>
              </a:fontRef>
            </p:style>
          </p:cxnSp>
          <p:sp>
            <p:nvSpPr>
              <p:cNvPr id="78" name="矩形: 圆角 9"/>
              <p:cNvSpPr/>
              <p:nvPr>
                <p:custDataLst>
                  <p:tags r:id="rId9"/>
                </p:custDataLst>
              </p:nvPr>
            </p:nvSpPr>
            <p:spPr>
              <a:xfrm flipV="1">
                <a:off x="5462904" y="2156460"/>
                <a:ext cx="1265555" cy="50800"/>
              </a:xfrm>
              <a:prstGeom prst="roundRect">
                <a:avLst>
                  <a:gd name="adj" fmla="val 50000"/>
                </a:avLst>
              </a:prstGeom>
              <a:solidFill>
                <a:schemeClr val="bg2">
                  <a:lumMod val="50000"/>
                </a:schemeClr>
              </a:solidFill>
            </p:spPr>
            <p:style>
              <a:lnRef idx="2">
                <a:schemeClr val="accent1"/>
              </a:lnRef>
              <a:fillRef idx="0">
                <a:srgbClr val="FFFFFF"/>
              </a:fillRef>
              <a:effectRef idx="0">
                <a:srgbClr val="FFFFFF"/>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333333"/>
                  </a:solidFill>
                  <a:effectLst/>
                  <a:uLnTx/>
                  <a:uFillTx/>
                  <a:latin typeface="Arial"/>
                  <a:ea typeface="微软雅黑"/>
                  <a:cs typeface="+mn-cs"/>
                </a:endParaRPr>
              </a:p>
            </p:txBody>
          </p:sp>
        </p:grpSp>
      </p:grpSp>
      <p:sp>
        <p:nvSpPr>
          <p:cNvPr id="79" name="文本框 78"/>
          <p:cNvSpPr txBox="1"/>
          <p:nvPr>
            <p:custDataLst>
              <p:tags r:id="rId4"/>
            </p:custDataLst>
          </p:nvPr>
        </p:nvSpPr>
        <p:spPr>
          <a:xfrm>
            <a:off x="1076960" y="2713990"/>
            <a:ext cx="4142740" cy="3309620"/>
          </a:xfrm>
          <a:prstGeom prst="rect">
            <a:avLst/>
          </a:prstGeom>
          <a:noFill/>
          <a:ln w="3175">
            <a:noFill/>
            <a:prstDash val="dash"/>
          </a:ln>
          <a:extLst>
            <a:ext uri="{909E8E84-426E-40DD-AFC4-6F175D3DCCD1}">
              <a14:hiddenFill xmlns:a14="http://schemas.microsoft.com/office/drawing/2010/main">
                <a:solidFill>
                  <a:schemeClr val="bg2"/>
                </a:solidFill>
              </a14:hiddenFill>
            </a:ext>
          </a:extLst>
        </p:spPr>
        <p:txBody>
          <a:bodyPr wrap="square" lIns="72000" tIns="36195" rIns="72000" bIns="36195" rtlCol="0" anchor="t" anchorCtr="0">
            <a:sp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0" marR="0" lvl="0" indent="0" algn="l" defTabSz="913765" rtl="0" eaLnBrk="1" fontAlgn="auto" latinLnBrk="0" hangingPunct="1">
              <a:lnSpc>
                <a:spcPct val="130000"/>
              </a:lnSpc>
              <a:spcBef>
                <a:spcPts val="800"/>
              </a:spcBef>
              <a:spcAft>
                <a:spcPts val="0"/>
              </a:spcAft>
              <a:buClrTx/>
              <a:buSzPct val="100000"/>
              <a:buFontTx/>
              <a:buNone/>
              <a:tabLst/>
              <a:defRPr/>
            </a:pPr>
            <a:r>
              <a:rPr kumimoji="0" lang="zh-CN" altLang="en-US" sz="1800" b="1" i="0" u="none" strike="noStrike" kern="1200" cap="none" spc="160" normalizeH="0" baseline="0" noProof="0">
                <a:ln w="3175">
                  <a:noFill/>
                  <a:prstDash val="dash"/>
                </a:ln>
                <a:solidFill>
                  <a:srgbClr val="333333">
                    <a:lumMod val="75000"/>
                    <a:lumOff val="25000"/>
                  </a:srgbClr>
                </a:solidFill>
                <a:effectLst/>
                <a:uLnTx/>
                <a:uFillTx/>
                <a:latin typeface="微软雅黑" panose="020B0503020204020204" charset="-122"/>
                <a:ea typeface="微软雅黑" panose="020B0503020204020204" charset="-122"/>
                <a:cs typeface="微软雅黑" panose="020B0503020204020204" charset="-122"/>
                <a:sym typeface="+mn-ea"/>
              </a:rPr>
              <a:t>支持向量机（Support Vector Machines,SVM）</a:t>
            </a:r>
            <a:r>
              <a:rPr kumimoji="0" lang="zh-CN" altLang="en-US" sz="1800" b="0" i="0" u="none" strike="noStrike" kern="1200" cap="none" spc="160" normalizeH="0" baseline="0" noProof="0">
                <a:ln w="3175">
                  <a:noFill/>
                  <a:prstDash val="dash"/>
                </a:ln>
                <a:solidFill>
                  <a:srgbClr val="333333">
                    <a:lumMod val="75000"/>
                    <a:lumOff val="25000"/>
                  </a:srgbClr>
                </a:solidFill>
                <a:effectLst/>
                <a:uLnTx/>
                <a:uFillTx/>
                <a:latin typeface="微软雅黑" panose="020B0503020204020204" charset="-122"/>
                <a:ea typeface="微软雅黑" panose="020B0503020204020204" charset="-122"/>
                <a:cs typeface="微软雅黑" panose="020B0503020204020204" charset="-122"/>
                <a:sym typeface="+mn-ea"/>
              </a:rPr>
              <a:t>是一种基于统计学习理论的监督学习算法，用于分类和回归任务。其核心思想是：通过升维来解决在低维中线性不可分的问题，旨在找到一个最优超平面作为线性决策边界，将不同类别的数据点分隔开，同时最大化间隔（Margin），即超平面与最近数据点之间的距离。</a:t>
            </a:r>
          </a:p>
        </p:txBody>
      </p:sp>
      <p:pic>
        <p:nvPicPr>
          <p:cNvPr id="21" name="图片 20"/>
          <p:cNvPicPr>
            <a:picLocks noChangeAspect="1"/>
          </p:cNvPicPr>
          <p:nvPr/>
        </p:nvPicPr>
        <p:blipFill>
          <a:blip r:embed="rId13"/>
          <a:stretch>
            <a:fillRect/>
          </a:stretch>
        </p:blipFill>
        <p:spPr>
          <a:xfrm>
            <a:off x="6587173" y="2377758"/>
            <a:ext cx="4900287" cy="3600000"/>
          </a:xfrm>
          <a:prstGeom prst="rect">
            <a:avLst/>
          </a:prstGeom>
          <a:noFill/>
          <a:ln>
            <a:noFill/>
          </a:ln>
        </p:spPr>
      </p:pic>
      <p:sp>
        <p:nvSpPr>
          <p:cNvPr id="22" name="文本框 21"/>
          <p:cNvSpPr txBox="1"/>
          <p:nvPr/>
        </p:nvSpPr>
        <p:spPr>
          <a:xfrm>
            <a:off x="6587490" y="5977890"/>
            <a:ext cx="4904105" cy="368300"/>
          </a:xfrm>
          <a:prstGeom prst="rect">
            <a:avLst/>
          </a:prstGeom>
        </p:spPr>
        <p:txBody>
          <a:bodyPr wrap="square">
            <a:spAutoFit/>
          </a:bodyPr>
          <a:lstStyle/>
          <a:p>
            <a:pPr marL="0" marR="0" lvl="0" indent="0" algn="ctr" defTabSz="2667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a:ln>
                  <a:noFill/>
                </a:ln>
                <a:solidFill>
                  <a:srgbClr val="333333"/>
                </a:solidFill>
                <a:effectLst/>
                <a:uLnTx/>
                <a:uFillTx/>
                <a:latin typeface="微软雅黑" panose="020B0503020204020204" charset="-122"/>
                <a:ea typeface="微软雅黑" panose="020B0503020204020204" charset="-122"/>
                <a:cs typeface="微软雅黑" panose="020B0503020204020204" charset="-122"/>
                <a:sym typeface="+mn-ea"/>
              </a:rPr>
              <a:t>图2- 5线性不可分数据集</a:t>
            </a:r>
          </a:p>
        </p:txBody>
      </p:sp>
    </p:spTree>
    <p:custDataLst>
      <p:tags r:id="rId1"/>
    </p:custDataLst>
    <p:extLst>
      <p:ext uri="{BB962C8B-B14F-4D97-AF65-F5344CB8AC3E}">
        <p14:creationId xmlns:p14="http://schemas.microsoft.com/office/powerpoint/2010/main" val="165649035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idx="16385"/>
            <p:custDataLst>
              <p:tags r:id="rId2"/>
            </p:custDataLst>
          </p:nvPr>
        </p:nvSpPr>
        <p:spPr>
          <a:noFill/>
        </p:spPr>
        <p:txBody>
          <a:bodyPr vert="horz" wrap="none" lIns="0" tIns="0" rIns="0" bIns="0" rtlCol="0" anchor="t" anchorCtr="0">
            <a:normAutofit/>
          </a:bodyPr>
          <a:lstStyle/>
          <a:p>
            <a:pPr lvl="0" algn="l"/>
            <a:r>
              <a:rPr>
                <a:solidFill>
                  <a:schemeClr val="tx1"/>
                </a:solidFill>
                <a:sym typeface="+mn-ea"/>
              </a:rPr>
              <a:t>机器学习的类型和算法：监督学习</a:t>
            </a:r>
          </a:p>
        </p:txBody>
      </p:sp>
      <p:sp>
        <p:nvSpPr>
          <p:cNvPr id="28" name="文本框 27"/>
          <p:cNvSpPr txBox="1"/>
          <p:nvPr/>
        </p:nvSpPr>
        <p:spPr>
          <a:xfrm>
            <a:off x="635000" y="1397000"/>
            <a:ext cx="10922000" cy="727075"/>
          </a:xfrm>
          <a:prstGeom prst="rect">
            <a:avLst/>
          </a:prstGeom>
          <a:noFill/>
        </p:spPr>
        <p:txBody>
          <a:bodyPr wrap="square" rtlCol="0" anchor="t">
            <a:normAutofit/>
          </a:bodyPr>
          <a:lstStyle/>
          <a:p>
            <a:pPr marL="0" marR="0" lvl="0" indent="0" algn="l" defTabSz="914400" rtl="0" eaLnBrk="1" fontAlgn="auto" latinLnBrk="0" hangingPunct="1">
              <a:lnSpc>
                <a:spcPct val="170000"/>
              </a:lnSpc>
              <a:spcBef>
                <a:spcPts val="0"/>
              </a:spcBef>
              <a:spcAft>
                <a:spcPts val="0"/>
              </a:spcAft>
              <a:buClrTx/>
              <a:buSzTx/>
              <a:buFontTx/>
              <a:buNone/>
              <a:tabLst/>
              <a:defRPr/>
            </a:pPr>
            <a:r>
              <a:rPr kumimoji="0" lang="zh-CN" altLang="en-US" sz="2400" b="1" i="0" u="none" strike="noStrike" kern="100" cap="none" spc="0" normalizeH="0" baseline="0" noProof="0" dirty="0">
                <a:ln>
                  <a:noFill/>
                </a:ln>
                <a:solidFill>
                  <a:srgbClr val="333333"/>
                </a:solidFill>
                <a:effectLst/>
                <a:uLnTx/>
                <a:uFillTx/>
                <a:latin typeface="微软雅黑"/>
                <a:ea typeface="微软雅黑"/>
                <a:cs typeface="+mn-ea"/>
              </a:rPr>
              <a:t>支持向量机</a:t>
            </a:r>
          </a:p>
        </p:txBody>
      </p:sp>
      <p:grpSp>
        <p:nvGrpSpPr>
          <p:cNvPr id="43" name="组合 42"/>
          <p:cNvGrpSpPr/>
          <p:nvPr>
            <p:custDataLst>
              <p:tags r:id="rId3"/>
            </p:custDataLst>
          </p:nvPr>
        </p:nvGrpSpPr>
        <p:grpSpPr>
          <a:xfrm>
            <a:off x="609600" y="2378075"/>
            <a:ext cx="5080000" cy="3140075"/>
            <a:chOff x="960" y="3745"/>
            <a:chExt cx="8000" cy="4178"/>
          </a:xfrm>
        </p:grpSpPr>
        <p:sp>
          <p:nvSpPr>
            <p:cNvPr id="44" name="圆角矩形 43"/>
            <p:cNvSpPr/>
            <p:nvPr>
              <p:custDataLst>
                <p:tags r:id="rId5"/>
              </p:custDataLst>
            </p:nvPr>
          </p:nvSpPr>
          <p:spPr>
            <a:xfrm>
              <a:off x="960" y="3745"/>
              <a:ext cx="8000" cy="4179"/>
            </a:xfrm>
            <a:prstGeom prst="roundRect">
              <a:avLst>
                <a:gd name="adj" fmla="val 6553"/>
              </a:avLst>
            </a:prstGeom>
            <a:extLst>
              <a:ext uri="{909E8E84-426E-40DD-AFC4-6F175D3DCCD1}">
                <a14:hiddenFill xmlns:a14="http://schemas.microsoft.com/office/drawing/2010/main">
                  <a:solidFill>
                    <a:schemeClr val="accent1"/>
                  </a:solidFill>
                </a14:hiddenFill>
              </a:ext>
            </a:extLst>
          </p:spPr>
          <p:style>
            <a:lnRef idx="2">
              <a:schemeClr val="accent1"/>
            </a:lnRef>
            <a:fillRef idx="0">
              <a:srgbClr val="FFFFFF"/>
            </a:fillRef>
            <a:effectRef idx="0">
              <a:srgbClr val="FFFFFF"/>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333333"/>
                </a:solidFill>
                <a:effectLst/>
                <a:uLnTx/>
                <a:uFillTx/>
                <a:latin typeface="Arial"/>
                <a:ea typeface="微软雅黑"/>
                <a:cs typeface="+mn-cs"/>
              </a:endParaRPr>
            </a:p>
          </p:txBody>
        </p:sp>
        <p:grpSp>
          <p:nvGrpSpPr>
            <p:cNvPr id="45" name="组合 44"/>
            <p:cNvGrpSpPr/>
            <p:nvPr>
              <p:custDataLst>
                <p:tags r:id="rId6"/>
              </p:custDataLst>
            </p:nvPr>
          </p:nvGrpSpPr>
          <p:grpSpPr>
            <a:xfrm>
              <a:off x="1696" y="7605"/>
              <a:ext cx="6524" cy="80"/>
              <a:chOff x="3554730" y="4312126"/>
              <a:chExt cx="5080000" cy="50800"/>
            </a:xfrm>
          </p:grpSpPr>
          <p:cxnSp>
            <p:nvCxnSpPr>
              <p:cNvPr id="46" name="直接连接符 45"/>
              <p:cNvCxnSpPr/>
              <p:nvPr>
                <p:custDataLst>
                  <p:tags r:id="rId10"/>
                </p:custDataLst>
              </p:nvPr>
            </p:nvCxnSpPr>
            <p:spPr>
              <a:xfrm>
                <a:off x="3554730" y="4337685"/>
                <a:ext cx="5080000" cy="0"/>
              </a:xfrm>
              <a:prstGeom prst="line">
                <a:avLst/>
              </a:prstGeom>
            </p:spPr>
            <p:style>
              <a:lnRef idx="2">
                <a:schemeClr val="accent1"/>
              </a:lnRef>
              <a:fillRef idx="0">
                <a:srgbClr val="FFFFFF"/>
              </a:fillRef>
              <a:effectRef idx="0">
                <a:srgbClr val="FFFFFF"/>
              </a:effectRef>
              <a:fontRef idx="minor">
                <a:schemeClr val="tx1"/>
              </a:fontRef>
            </p:style>
          </p:cxnSp>
          <p:sp>
            <p:nvSpPr>
              <p:cNvPr id="47" name="矩形: 圆角 8"/>
              <p:cNvSpPr/>
              <p:nvPr>
                <p:custDataLst>
                  <p:tags r:id="rId11"/>
                </p:custDataLst>
              </p:nvPr>
            </p:nvSpPr>
            <p:spPr>
              <a:xfrm flipV="1">
                <a:off x="5462904" y="4312126"/>
                <a:ext cx="1265555" cy="50800"/>
              </a:xfrm>
              <a:prstGeom prst="roundRect">
                <a:avLst>
                  <a:gd name="adj" fmla="val 50000"/>
                </a:avLst>
              </a:prstGeom>
              <a:solidFill>
                <a:schemeClr val="bg2">
                  <a:lumMod val="50000"/>
                </a:schemeClr>
              </a:solidFill>
            </p:spPr>
            <p:style>
              <a:lnRef idx="2">
                <a:schemeClr val="accent1"/>
              </a:lnRef>
              <a:fillRef idx="0">
                <a:srgbClr val="FFFFFF"/>
              </a:fillRef>
              <a:effectRef idx="0">
                <a:srgbClr val="FFFFFF"/>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333333"/>
                  </a:solidFill>
                  <a:effectLst/>
                  <a:uLnTx/>
                  <a:uFillTx/>
                  <a:latin typeface="Arial"/>
                  <a:ea typeface="微软雅黑"/>
                  <a:cs typeface="+mn-cs"/>
                </a:endParaRPr>
              </a:p>
            </p:txBody>
          </p:sp>
        </p:grpSp>
        <p:grpSp>
          <p:nvGrpSpPr>
            <p:cNvPr id="48" name="组合 47"/>
            <p:cNvGrpSpPr/>
            <p:nvPr>
              <p:custDataLst>
                <p:tags r:id="rId7"/>
              </p:custDataLst>
            </p:nvPr>
          </p:nvGrpSpPr>
          <p:grpSpPr>
            <a:xfrm>
              <a:off x="1696" y="4018"/>
              <a:ext cx="6524" cy="80"/>
              <a:chOff x="3554730" y="2156460"/>
              <a:chExt cx="5080000" cy="50800"/>
            </a:xfrm>
          </p:grpSpPr>
          <p:cxnSp>
            <p:nvCxnSpPr>
              <p:cNvPr id="49" name="直接连接符 48"/>
              <p:cNvCxnSpPr/>
              <p:nvPr>
                <p:custDataLst>
                  <p:tags r:id="rId8"/>
                </p:custDataLst>
              </p:nvPr>
            </p:nvCxnSpPr>
            <p:spPr>
              <a:xfrm>
                <a:off x="3554730" y="2181860"/>
                <a:ext cx="5080000" cy="0"/>
              </a:xfrm>
              <a:prstGeom prst="line">
                <a:avLst/>
              </a:prstGeom>
            </p:spPr>
            <p:style>
              <a:lnRef idx="2">
                <a:schemeClr val="accent1"/>
              </a:lnRef>
              <a:fillRef idx="0">
                <a:srgbClr val="FFFFFF"/>
              </a:fillRef>
              <a:effectRef idx="0">
                <a:srgbClr val="FFFFFF"/>
              </a:effectRef>
              <a:fontRef idx="minor">
                <a:schemeClr val="tx1"/>
              </a:fontRef>
            </p:style>
          </p:cxnSp>
          <p:sp>
            <p:nvSpPr>
              <p:cNvPr id="50" name="矩形: 圆角 9"/>
              <p:cNvSpPr/>
              <p:nvPr>
                <p:custDataLst>
                  <p:tags r:id="rId9"/>
                </p:custDataLst>
              </p:nvPr>
            </p:nvSpPr>
            <p:spPr>
              <a:xfrm flipV="1">
                <a:off x="5462904" y="2156460"/>
                <a:ext cx="1265555" cy="50800"/>
              </a:xfrm>
              <a:prstGeom prst="roundRect">
                <a:avLst>
                  <a:gd name="adj" fmla="val 50000"/>
                </a:avLst>
              </a:prstGeom>
              <a:solidFill>
                <a:schemeClr val="bg2">
                  <a:lumMod val="50000"/>
                </a:schemeClr>
              </a:solidFill>
            </p:spPr>
            <p:style>
              <a:lnRef idx="2">
                <a:schemeClr val="accent1"/>
              </a:lnRef>
              <a:fillRef idx="0">
                <a:srgbClr val="FFFFFF"/>
              </a:fillRef>
              <a:effectRef idx="0">
                <a:srgbClr val="FFFFFF"/>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333333"/>
                  </a:solidFill>
                  <a:effectLst/>
                  <a:uLnTx/>
                  <a:uFillTx/>
                  <a:latin typeface="Arial"/>
                  <a:ea typeface="微软雅黑"/>
                  <a:cs typeface="+mn-cs"/>
                </a:endParaRPr>
              </a:p>
            </p:txBody>
          </p:sp>
        </p:grpSp>
      </p:grpSp>
      <p:sp>
        <p:nvSpPr>
          <p:cNvPr id="51" name="文本框 50"/>
          <p:cNvSpPr txBox="1"/>
          <p:nvPr>
            <p:custDataLst>
              <p:tags r:id="rId4"/>
            </p:custDataLst>
          </p:nvPr>
        </p:nvSpPr>
        <p:spPr>
          <a:xfrm>
            <a:off x="1076960" y="3025458"/>
            <a:ext cx="4142740" cy="1870710"/>
          </a:xfrm>
          <a:prstGeom prst="rect">
            <a:avLst/>
          </a:prstGeom>
          <a:noFill/>
          <a:ln w="3175">
            <a:noFill/>
            <a:prstDash val="dash"/>
          </a:ln>
          <a:extLst>
            <a:ext uri="{909E8E84-426E-40DD-AFC4-6F175D3DCCD1}">
              <a14:hiddenFill xmlns:a14="http://schemas.microsoft.com/office/drawing/2010/main">
                <a:solidFill>
                  <a:schemeClr val="bg2"/>
                </a:solidFill>
              </a14:hiddenFill>
            </a:ext>
          </a:extLst>
        </p:spPr>
        <p:txBody>
          <a:bodyPr wrap="square" lIns="72000" tIns="36195" rIns="72000" bIns="36195" rtlCol="0" anchor="t" anchorCtr="0">
            <a:sp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0" marR="0" lvl="0" indent="0" algn="l" defTabSz="913765" rtl="0" eaLnBrk="1" fontAlgn="auto" latinLnBrk="0" hangingPunct="1">
              <a:lnSpc>
                <a:spcPct val="130000"/>
              </a:lnSpc>
              <a:spcBef>
                <a:spcPts val="800"/>
              </a:spcBef>
              <a:spcAft>
                <a:spcPts val="0"/>
              </a:spcAft>
              <a:buClrTx/>
              <a:buSzPct val="100000"/>
              <a:buFontTx/>
              <a:buNone/>
              <a:tabLst/>
              <a:defRPr/>
            </a:pPr>
            <a:r>
              <a:rPr kumimoji="0" lang="zh-CN" altLang="en-US" sz="1800" b="0" i="0" u="none" strike="noStrike" kern="1200" cap="none" spc="160" normalizeH="0" baseline="0" noProof="0">
                <a:ln w="3175">
                  <a:noFill/>
                  <a:prstDash val="dash"/>
                </a:ln>
                <a:solidFill>
                  <a:srgbClr val="333333">
                    <a:lumMod val="75000"/>
                    <a:lumOff val="25000"/>
                  </a:srgbClr>
                </a:solidFill>
                <a:effectLst/>
                <a:uLnTx/>
                <a:uFillTx/>
                <a:latin typeface="微软雅黑" panose="020B0503020204020204" charset="-122"/>
                <a:ea typeface="微软雅黑" panose="020B0503020204020204" charset="-122"/>
                <a:cs typeface="微软雅黑" panose="020B0503020204020204" charset="-122"/>
                <a:sym typeface="+mn-ea"/>
              </a:rPr>
              <a:t>所有样本点很难使用一条直线，或者超平面进行分割，即无法“拐弯”，该数据集被称为“线性不可分”数据集。可以采用支持向量机模型，将低维数据特征投射到高维空间分类</a:t>
            </a:r>
          </a:p>
        </p:txBody>
      </p:sp>
      <p:pic>
        <p:nvPicPr>
          <p:cNvPr id="7" name="图片 2"/>
          <p:cNvPicPr>
            <a:picLocks noChangeAspect="1"/>
          </p:cNvPicPr>
          <p:nvPr/>
        </p:nvPicPr>
        <p:blipFill>
          <a:blip r:embed="rId13"/>
          <a:stretch>
            <a:fillRect/>
          </a:stretch>
        </p:blipFill>
        <p:spPr>
          <a:xfrm>
            <a:off x="6349365" y="2161223"/>
            <a:ext cx="4936009" cy="3600000"/>
          </a:xfrm>
          <a:prstGeom prst="rect">
            <a:avLst/>
          </a:prstGeom>
          <a:ln>
            <a:solidFill>
              <a:schemeClr val="tx1">
                <a:lumMod val="85000"/>
                <a:lumOff val="15000"/>
              </a:schemeClr>
            </a:solidFill>
          </a:ln>
        </p:spPr>
      </p:pic>
      <p:sp>
        <p:nvSpPr>
          <p:cNvPr id="4" name="文本框 3"/>
          <p:cNvSpPr txBox="1"/>
          <p:nvPr/>
        </p:nvSpPr>
        <p:spPr>
          <a:xfrm>
            <a:off x="6349365" y="5798820"/>
            <a:ext cx="4936490" cy="368300"/>
          </a:xfrm>
          <a:prstGeom prst="rect">
            <a:avLst/>
          </a:prstGeom>
        </p:spPr>
        <p:txBody>
          <a:bodyPr wrap="square">
            <a:spAutoFit/>
          </a:bodyPr>
          <a:lstStyle/>
          <a:p>
            <a:pPr marL="0" marR="0" lvl="0" indent="0" algn="ctr" defTabSz="2667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a:ln>
                  <a:noFill/>
                </a:ln>
                <a:solidFill>
                  <a:srgbClr val="333333"/>
                </a:solidFill>
                <a:effectLst/>
                <a:uLnTx/>
                <a:uFillTx/>
                <a:latin typeface="微软雅黑" panose="020B0503020204020204" charset="-122"/>
                <a:ea typeface="微软雅黑" panose="020B0503020204020204" charset="-122"/>
                <a:cs typeface="微软雅黑" panose="020B0503020204020204" charset="-122"/>
                <a:sym typeface="+mn-ea"/>
              </a:rPr>
              <a:t>图2- 6支持向量机分类示意图</a:t>
            </a:r>
          </a:p>
        </p:txBody>
      </p:sp>
    </p:spTree>
    <p:custDataLst>
      <p:tags r:id="rId1"/>
    </p:custDataLst>
    <p:extLst>
      <p:ext uri="{BB962C8B-B14F-4D97-AF65-F5344CB8AC3E}">
        <p14:creationId xmlns:p14="http://schemas.microsoft.com/office/powerpoint/2010/main" val="90069704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idx="16385"/>
            <p:custDataLst>
              <p:tags r:id="rId2"/>
            </p:custDataLst>
          </p:nvPr>
        </p:nvSpPr>
        <p:spPr>
          <a:noFill/>
        </p:spPr>
        <p:txBody>
          <a:bodyPr vert="horz" wrap="none" lIns="0" tIns="0" rIns="0" bIns="0" rtlCol="0" anchor="t" anchorCtr="0">
            <a:normAutofit/>
          </a:bodyPr>
          <a:lstStyle/>
          <a:p>
            <a:pPr lvl="0" algn="l"/>
            <a:r>
              <a:rPr>
                <a:solidFill>
                  <a:schemeClr val="tx1"/>
                </a:solidFill>
                <a:sym typeface="+mn-ea"/>
              </a:rPr>
              <a:t>机器学习的类型和算法：监督学习</a:t>
            </a:r>
          </a:p>
        </p:txBody>
      </p:sp>
      <p:sp>
        <p:nvSpPr>
          <p:cNvPr id="28" name="文本框 27"/>
          <p:cNvSpPr txBox="1"/>
          <p:nvPr/>
        </p:nvSpPr>
        <p:spPr>
          <a:xfrm>
            <a:off x="635000" y="1397000"/>
            <a:ext cx="10922000" cy="727075"/>
          </a:xfrm>
          <a:prstGeom prst="rect">
            <a:avLst/>
          </a:prstGeom>
          <a:noFill/>
        </p:spPr>
        <p:txBody>
          <a:bodyPr wrap="square" rtlCol="0" anchor="t">
            <a:normAutofit/>
          </a:bodyPr>
          <a:lstStyle/>
          <a:p>
            <a:pPr marL="0" marR="0" lvl="0" indent="0" algn="l" defTabSz="914400" rtl="0" eaLnBrk="1" fontAlgn="auto" latinLnBrk="0" hangingPunct="1">
              <a:lnSpc>
                <a:spcPct val="170000"/>
              </a:lnSpc>
              <a:spcBef>
                <a:spcPts val="0"/>
              </a:spcBef>
              <a:spcAft>
                <a:spcPts val="0"/>
              </a:spcAft>
              <a:buClrTx/>
              <a:buSzTx/>
              <a:buFontTx/>
              <a:buNone/>
              <a:tabLst/>
              <a:defRPr/>
            </a:pPr>
            <a:r>
              <a:rPr kumimoji="0" lang="zh-CN" altLang="en-US" sz="2400" b="1" i="0" u="none" strike="noStrike" kern="100" cap="none" spc="0" normalizeH="0" baseline="0" noProof="0" dirty="0">
                <a:ln>
                  <a:noFill/>
                </a:ln>
                <a:solidFill>
                  <a:srgbClr val="333333"/>
                </a:solidFill>
                <a:effectLst/>
                <a:uLnTx/>
                <a:uFillTx/>
                <a:latin typeface="微软雅黑"/>
                <a:ea typeface="微软雅黑"/>
                <a:cs typeface="+mn-ea"/>
              </a:rPr>
              <a:t>朴素贝叶斯</a:t>
            </a:r>
          </a:p>
        </p:txBody>
      </p:sp>
      <p:grpSp>
        <p:nvGrpSpPr>
          <p:cNvPr id="30" name="组合 29"/>
          <p:cNvGrpSpPr/>
          <p:nvPr>
            <p:custDataLst>
              <p:tags r:id="rId3"/>
            </p:custDataLst>
          </p:nvPr>
        </p:nvGrpSpPr>
        <p:grpSpPr>
          <a:xfrm>
            <a:off x="635000" y="2378075"/>
            <a:ext cx="5691505" cy="4223385"/>
            <a:chOff x="1000" y="3745"/>
            <a:chExt cx="8000" cy="9722"/>
          </a:xfrm>
        </p:grpSpPr>
        <p:sp>
          <p:nvSpPr>
            <p:cNvPr id="31" name="圆角矩形 30"/>
            <p:cNvSpPr/>
            <p:nvPr>
              <p:custDataLst>
                <p:tags r:id="rId5"/>
              </p:custDataLst>
            </p:nvPr>
          </p:nvSpPr>
          <p:spPr>
            <a:xfrm>
              <a:off x="1000" y="3745"/>
              <a:ext cx="8000" cy="9722"/>
            </a:xfrm>
            <a:prstGeom prst="roundRect">
              <a:avLst>
                <a:gd name="adj" fmla="val 6553"/>
              </a:avLst>
            </a:prstGeom>
            <a:extLst>
              <a:ext uri="{909E8E84-426E-40DD-AFC4-6F175D3DCCD1}">
                <a14:hiddenFill xmlns:a14="http://schemas.microsoft.com/office/drawing/2010/main">
                  <a:solidFill>
                    <a:schemeClr val="accent1"/>
                  </a:solidFill>
                </a14:hiddenFill>
              </a:ext>
            </a:extLst>
          </p:spPr>
          <p:style>
            <a:lnRef idx="2">
              <a:schemeClr val="accent1"/>
            </a:lnRef>
            <a:fillRef idx="0">
              <a:srgbClr val="FFFFFF"/>
            </a:fillRef>
            <a:effectRef idx="0">
              <a:srgbClr val="FFFFFF"/>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333333"/>
                </a:solidFill>
                <a:effectLst/>
                <a:uLnTx/>
                <a:uFillTx/>
                <a:latin typeface="Arial"/>
                <a:ea typeface="微软雅黑"/>
                <a:cs typeface="+mn-cs"/>
              </a:endParaRPr>
            </a:p>
          </p:txBody>
        </p:sp>
        <p:grpSp>
          <p:nvGrpSpPr>
            <p:cNvPr id="32" name="组合 31"/>
            <p:cNvGrpSpPr/>
            <p:nvPr>
              <p:custDataLst>
                <p:tags r:id="rId6"/>
              </p:custDataLst>
            </p:nvPr>
          </p:nvGrpSpPr>
          <p:grpSpPr>
            <a:xfrm>
              <a:off x="1736" y="13149"/>
              <a:ext cx="6524" cy="80"/>
              <a:chOff x="3554730" y="4312126"/>
              <a:chExt cx="5080000" cy="50800"/>
            </a:xfrm>
          </p:grpSpPr>
          <p:cxnSp>
            <p:nvCxnSpPr>
              <p:cNvPr id="33" name="直接连接符 32"/>
              <p:cNvCxnSpPr/>
              <p:nvPr>
                <p:custDataLst>
                  <p:tags r:id="rId10"/>
                </p:custDataLst>
              </p:nvPr>
            </p:nvCxnSpPr>
            <p:spPr>
              <a:xfrm>
                <a:off x="3554730" y="4337685"/>
                <a:ext cx="5080000" cy="0"/>
              </a:xfrm>
              <a:prstGeom prst="line">
                <a:avLst/>
              </a:prstGeom>
            </p:spPr>
            <p:style>
              <a:lnRef idx="2">
                <a:schemeClr val="accent1"/>
              </a:lnRef>
              <a:fillRef idx="0">
                <a:srgbClr val="FFFFFF"/>
              </a:fillRef>
              <a:effectRef idx="0">
                <a:srgbClr val="FFFFFF"/>
              </a:effectRef>
              <a:fontRef idx="minor">
                <a:schemeClr val="tx1"/>
              </a:fontRef>
            </p:style>
          </p:cxnSp>
          <p:sp>
            <p:nvSpPr>
              <p:cNvPr id="34" name="矩形: 圆角 8"/>
              <p:cNvSpPr/>
              <p:nvPr>
                <p:custDataLst>
                  <p:tags r:id="rId11"/>
                </p:custDataLst>
              </p:nvPr>
            </p:nvSpPr>
            <p:spPr>
              <a:xfrm flipV="1">
                <a:off x="5462904" y="4312126"/>
                <a:ext cx="1265555" cy="50800"/>
              </a:xfrm>
              <a:prstGeom prst="roundRect">
                <a:avLst>
                  <a:gd name="adj" fmla="val 50000"/>
                </a:avLst>
              </a:prstGeom>
              <a:solidFill>
                <a:schemeClr val="bg2">
                  <a:lumMod val="50000"/>
                </a:schemeClr>
              </a:solidFill>
            </p:spPr>
            <p:style>
              <a:lnRef idx="2">
                <a:schemeClr val="accent1"/>
              </a:lnRef>
              <a:fillRef idx="0">
                <a:srgbClr val="FFFFFF"/>
              </a:fillRef>
              <a:effectRef idx="0">
                <a:srgbClr val="FFFFFF"/>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333333"/>
                  </a:solidFill>
                  <a:effectLst/>
                  <a:uLnTx/>
                  <a:uFillTx/>
                  <a:latin typeface="Arial"/>
                  <a:ea typeface="微软雅黑"/>
                  <a:cs typeface="+mn-cs"/>
                </a:endParaRPr>
              </a:p>
            </p:txBody>
          </p:sp>
        </p:grpSp>
        <p:grpSp>
          <p:nvGrpSpPr>
            <p:cNvPr id="35" name="组合 34"/>
            <p:cNvGrpSpPr/>
            <p:nvPr>
              <p:custDataLst>
                <p:tags r:id="rId7"/>
              </p:custDataLst>
            </p:nvPr>
          </p:nvGrpSpPr>
          <p:grpSpPr>
            <a:xfrm>
              <a:off x="1736" y="4019"/>
              <a:ext cx="6524" cy="80"/>
              <a:chOff x="3554730" y="2156460"/>
              <a:chExt cx="5080000" cy="50800"/>
            </a:xfrm>
          </p:grpSpPr>
          <p:cxnSp>
            <p:nvCxnSpPr>
              <p:cNvPr id="36" name="直接连接符 35"/>
              <p:cNvCxnSpPr/>
              <p:nvPr>
                <p:custDataLst>
                  <p:tags r:id="rId8"/>
                </p:custDataLst>
              </p:nvPr>
            </p:nvCxnSpPr>
            <p:spPr>
              <a:xfrm>
                <a:off x="3554730" y="2181860"/>
                <a:ext cx="5080000" cy="0"/>
              </a:xfrm>
              <a:prstGeom prst="line">
                <a:avLst/>
              </a:prstGeom>
            </p:spPr>
            <p:style>
              <a:lnRef idx="2">
                <a:schemeClr val="accent1"/>
              </a:lnRef>
              <a:fillRef idx="0">
                <a:srgbClr val="FFFFFF"/>
              </a:fillRef>
              <a:effectRef idx="0">
                <a:srgbClr val="FFFFFF"/>
              </a:effectRef>
              <a:fontRef idx="minor">
                <a:schemeClr val="tx1"/>
              </a:fontRef>
            </p:style>
          </p:cxnSp>
          <p:sp>
            <p:nvSpPr>
              <p:cNvPr id="37" name="矩形: 圆角 9"/>
              <p:cNvSpPr/>
              <p:nvPr>
                <p:custDataLst>
                  <p:tags r:id="rId9"/>
                </p:custDataLst>
              </p:nvPr>
            </p:nvSpPr>
            <p:spPr>
              <a:xfrm flipV="1">
                <a:off x="5462904" y="2156460"/>
                <a:ext cx="1265555" cy="50800"/>
              </a:xfrm>
              <a:prstGeom prst="roundRect">
                <a:avLst>
                  <a:gd name="adj" fmla="val 50000"/>
                </a:avLst>
              </a:prstGeom>
              <a:solidFill>
                <a:schemeClr val="bg2">
                  <a:lumMod val="50000"/>
                </a:schemeClr>
              </a:solidFill>
            </p:spPr>
            <p:style>
              <a:lnRef idx="2">
                <a:schemeClr val="accent1"/>
              </a:lnRef>
              <a:fillRef idx="0">
                <a:srgbClr val="FFFFFF"/>
              </a:fillRef>
              <a:effectRef idx="0">
                <a:srgbClr val="FFFFFF"/>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333333"/>
                  </a:solidFill>
                  <a:effectLst/>
                  <a:uLnTx/>
                  <a:uFillTx/>
                  <a:latin typeface="Arial"/>
                  <a:ea typeface="微软雅黑"/>
                  <a:cs typeface="+mn-cs"/>
                </a:endParaRPr>
              </a:p>
            </p:txBody>
          </p:sp>
        </p:grpSp>
      </p:grpSp>
      <p:sp>
        <p:nvSpPr>
          <p:cNvPr id="38" name="文本框 37"/>
          <p:cNvSpPr txBox="1"/>
          <p:nvPr>
            <p:custDataLst>
              <p:tags r:id="rId4"/>
            </p:custDataLst>
          </p:nvPr>
        </p:nvSpPr>
        <p:spPr>
          <a:xfrm>
            <a:off x="1042035" y="2701925"/>
            <a:ext cx="5053965" cy="3625850"/>
          </a:xfrm>
          <a:prstGeom prst="rect">
            <a:avLst/>
          </a:prstGeom>
          <a:noFill/>
          <a:ln w="3175">
            <a:noFill/>
            <a:prstDash val="dash"/>
          </a:ln>
          <a:extLst>
            <a:ext uri="{909E8E84-426E-40DD-AFC4-6F175D3DCCD1}">
              <a14:hiddenFill xmlns:a14="http://schemas.microsoft.com/office/drawing/2010/main">
                <a:solidFill>
                  <a:schemeClr val="bg2"/>
                </a:solidFill>
              </a14:hiddenFill>
            </a:ext>
          </a:extLst>
        </p:spPr>
        <p:txBody>
          <a:bodyPr wrap="square" lIns="72000" tIns="36195" rIns="72000" bIns="36195" rtlCol="0" anchor="t" anchorCtr="0">
            <a:no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0" marR="0" lvl="0" indent="0" algn="l" defTabSz="913765" rtl="0" eaLnBrk="1" fontAlgn="auto" latinLnBrk="0" hangingPunct="1">
              <a:lnSpc>
                <a:spcPct val="130000"/>
              </a:lnSpc>
              <a:spcBef>
                <a:spcPts val="1400"/>
              </a:spcBef>
              <a:spcAft>
                <a:spcPts val="0"/>
              </a:spcAft>
              <a:buClrTx/>
              <a:buSzPct val="100000"/>
              <a:buFontTx/>
              <a:buNone/>
              <a:tabLst/>
              <a:defRPr/>
            </a:pPr>
            <a:r>
              <a:rPr kumimoji="0" lang="zh-CN" altLang="en-US" sz="1600" b="1" i="0" u="none" strike="noStrike" kern="1200" cap="none" spc="160" normalizeH="0" baseline="0" noProof="0">
                <a:ln w="3175">
                  <a:noFill/>
                  <a:prstDash val="dash"/>
                </a:ln>
                <a:solidFill>
                  <a:srgbClr val="333333">
                    <a:lumMod val="75000"/>
                    <a:lumOff val="25000"/>
                  </a:srgbClr>
                </a:solidFill>
                <a:effectLst/>
                <a:uLnTx/>
                <a:uFillTx/>
                <a:latin typeface="微软雅黑" panose="020B0503020204020204" charset="-122"/>
                <a:ea typeface="微软雅黑" panose="020B0503020204020204" charset="-122"/>
                <a:cs typeface="微软雅黑" panose="020B0503020204020204" charset="-122"/>
                <a:sym typeface="+mn-ea"/>
              </a:rPr>
              <a:t>朴素贝叶斯（Naive Bayes）</a:t>
            </a:r>
            <a:r>
              <a:rPr kumimoji="0" lang="zh-CN" altLang="en-US" sz="1600" b="0" i="0" u="none" strike="noStrike" kern="1200" cap="none" spc="160" normalizeH="0" baseline="0" noProof="0">
                <a:ln w="3175">
                  <a:noFill/>
                  <a:prstDash val="dash"/>
                </a:ln>
                <a:solidFill>
                  <a:srgbClr val="333333">
                    <a:lumMod val="75000"/>
                    <a:lumOff val="25000"/>
                  </a:srgbClr>
                </a:solidFill>
                <a:effectLst/>
                <a:uLnTx/>
                <a:uFillTx/>
                <a:latin typeface="微软雅黑" panose="020B0503020204020204" charset="-122"/>
                <a:ea typeface="微软雅黑" panose="020B0503020204020204" charset="-122"/>
                <a:cs typeface="微软雅黑" panose="020B0503020204020204" charset="-122"/>
                <a:sym typeface="+mn-ea"/>
              </a:rPr>
              <a:t>是一种基于贝叶斯定理（Bayes' Theorem）的概率型监督学习算法，主要用于分类任务。其核心思想是：假设特征之间条件独立（即“朴素”假设），从而简化联合概率的计算，并基于最大后验概率进行预测。</a:t>
            </a:r>
          </a:p>
          <a:p>
            <a:pPr marL="0" marR="0" lvl="0" indent="0" algn="l" defTabSz="913765" rtl="0" eaLnBrk="1" fontAlgn="auto" latinLnBrk="0" hangingPunct="1">
              <a:lnSpc>
                <a:spcPct val="130000"/>
              </a:lnSpc>
              <a:spcBef>
                <a:spcPts val="1400"/>
              </a:spcBef>
              <a:spcAft>
                <a:spcPts val="0"/>
              </a:spcAft>
              <a:buClrTx/>
              <a:buSzPct val="100000"/>
              <a:buFontTx/>
              <a:buNone/>
              <a:tabLst/>
              <a:defRPr/>
            </a:pPr>
            <a:r>
              <a:rPr kumimoji="0" lang="zh-CN" altLang="en-US" sz="1600" b="0" i="0" u="none" strike="noStrike" kern="1200" cap="none" spc="160" normalizeH="0" baseline="0" noProof="0">
                <a:ln w="3175">
                  <a:noFill/>
                  <a:prstDash val="dash"/>
                </a:ln>
                <a:solidFill>
                  <a:srgbClr val="333333">
                    <a:lumMod val="75000"/>
                    <a:lumOff val="25000"/>
                  </a:srgbClr>
                </a:solidFill>
                <a:effectLst/>
                <a:uLnTx/>
                <a:uFillTx/>
                <a:latin typeface="微软雅黑" panose="020B0503020204020204" charset="-122"/>
                <a:ea typeface="微软雅黑" panose="020B0503020204020204" charset="-122"/>
                <a:cs typeface="微软雅黑" panose="020B0503020204020204" charset="-122"/>
                <a:sym typeface="+mn-ea"/>
              </a:rPr>
              <a:t>根据特征分布假设的不同，主要分为三类：伯努利朴素贝叶斯，适用于二值特征（如“是否出现某单词”）；高斯朴素贝叶斯，适用于连续型特征（如温度、价格），特征服从正态分布；多项式朴素贝叶斯适用于离散计数数据（如文本分类），特征服从多项式分布。</a:t>
            </a:r>
          </a:p>
          <a:p>
            <a:pPr marL="0" marR="0" lvl="0" indent="0" algn="l" defTabSz="913765" rtl="0" eaLnBrk="1" fontAlgn="auto" latinLnBrk="0" hangingPunct="1">
              <a:lnSpc>
                <a:spcPct val="130000"/>
              </a:lnSpc>
              <a:spcBef>
                <a:spcPts val="800"/>
              </a:spcBef>
              <a:spcAft>
                <a:spcPts val="0"/>
              </a:spcAft>
              <a:buClrTx/>
              <a:buSzPct val="100000"/>
              <a:buFontTx/>
              <a:buNone/>
              <a:tabLst/>
              <a:defRPr/>
            </a:pPr>
            <a:endParaRPr kumimoji="0" lang="zh-CN" altLang="en-US" sz="1600" b="0" i="0" u="none" strike="noStrike" kern="1200" cap="none" spc="160" normalizeH="0" baseline="0" noProof="0">
              <a:ln w="3175">
                <a:noFill/>
                <a:prstDash val="dash"/>
              </a:ln>
              <a:solidFill>
                <a:srgbClr val="333333">
                  <a:lumMod val="75000"/>
                  <a:lumOff val="25000"/>
                </a:srgbClr>
              </a:solidFill>
              <a:effectLst/>
              <a:uLnTx/>
              <a:uFillTx/>
              <a:latin typeface="微软雅黑" panose="020B0503020204020204" charset="-122"/>
              <a:ea typeface="微软雅黑" panose="020B0503020204020204" charset="-122"/>
              <a:cs typeface="微软雅黑" panose="020B0503020204020204" charset="-122"/>
              <a:sym typeface="+mn-ea"/>
            </a:endParaRPr>
          </a:p>
        </p:txBody>
      </p:sp>
      <p:pic>
        <p:nvPicPr>
          <p:cNvPr id="5" name="图片 4"/>
          <p:cNvPicPr>
            <a:picLocks noChangeAspect="1"/>
          </p:cNvPicPr>
          <p:nvPr/>
        </p:nvPicPr>
        <p:blipFill>
          <a:blip r:embed="rId13"/>
          <a:stretch>
            <a:fillRect/>
          </a:stretch>
        </p:blipFill>
        <p:spPr>
          <a:xfrm>
            <a:off x="6710363" y="2377758"/>
            <a:ext cx="4871709" cy="3600000"/>
          </a:xfrm>
          <a:prstGeom prst="rect">
            <a:avLst/>
          </a:prstGeom>
          <a:noFill/>
          <a:ln>
            <a:noFill/>
          </a:ln>
        </p:spPr>
      </p:pic>
      <p:sp>
        <p:nvSpPr>
          <p:cNvPr id="4" name="文本框 3"/>
          <p:cNvSpPr txBox="1"/>
          <p:nvPr/>
        </p:nvSpPr>
        <p:spPr>
          <a:xfrm>
            <a:off x="6711315" y="6129655"/>
            <a:ext cx="4871085" cy="368300"/>
          </a:xfrm>
          <a:prstGeom prst="rect">
            <a:avLst/>
          </a:prstGeom>
        </p:spPr>
        <p:txBody>
          <a:bodyPr wrap="square">
            <a:spAutoFit/>
          </a:bodyPr>
          <a:lstStyle/>
          <a:p>
            <a:pPr marL="0" marR="0" lvl="0" indent="0" algn="ctr" defTabSz="2667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a:ln>
                  <a:noFill/>
                </a:ln>
                <a:solidFill>
                  <a:srgbClr val="333333"/>
                </a:solidFill>
                <a:effectLst/>
                <a:uLnTx/>
                <a:uFillTx/>
                <a:latin typeface="微软雅黑" panose="020B0503020204020204" charset="-122"/>
                <a:ea typeface="微软雅黑" panose="020B0503020204020204" charset="-122"/>
                <a:cs typeface="微软雅黑" panose="020B0503020204020204" charset="-122"/>
                <a:sym typeface="+mn-ea"/>
              </a:rPr>
              <a:t>图2- 7高斯朴素贝叶斯模型分类示意图</a:t>
            </a:r>
          </a:p>
        </p:txBody>
      </p:sp>
    </p:spTree>
    <p:custDataLst>
      <p:tags r:id="rId1"/>
    </p:custDataLst>
    <p:extLst>
      <p:ext uri="{BB962C8B-B14F-4D97-AF65-F5344CB8AC3E}">
        <p14:creationId xmlns:p14="http://schemas.microsoft.com/office/powerpoint/2010/main" val="426786711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F0FA99-A2B9-2C4E-BD00-EFF4A874B11A}"/>
              </a:ext>
            </a:extLst>
          </p:cNvPr>
          <p:cNvSpPr>
            <a:spLocks noGrp="1"/>
          </p:cNvSpPr>
          <p:nvPr>
            <p:ph type="title"/>
          </p:nvPr>
        </p:nvSpPr>
        <p:spPr/>
        <p:txBody>
          <a:bodyPr>
            <a:normAutofit fontScale="90000"/>
          </a:bodyPr>
          <a:lstStyle/>
          <a:p>
            <a:endParaRPr lang="en-US"/>
          </a:p>
        </p:txBody>
      </p:sp>
      <p:pic>
        <p:nvPicPr>
          <p:cNvPr id="4" name="Picture 3">
            <a:extLst>
              <a:ext uri="{FF2B5EF4-FFF2-40B4-BE49-F238E27FC236}">
                <a16:creationId xmlns:a16="http://schemas.microsoft.com/office/drawing/2014/main" id="{1B93C8CB-98FA-724C-940B-07015D993620}"/>
              </a:ext>
            </a:extLst>
          </p:cNvPr>
          <p:cNvPicPr>
            <a:picLocks noChangeAspect="1"/>
          </p:cNvPicPr>
          <p:nvPr/>
        </p:nvPicPr>
        <p:blipFill>
          <a:blip r:embed="rId2"/>
          <a:stretch>
            <a:fillRect/>
          </a:stretch>
        </p:blipFill>
        <p:spPr>
          <a:xfrm>
            <a:off x="464901" y="824013"/>
            <a:ext cx="11754756" cy="5421143"/>
          </a:xfrm>
          <a:prstGeom prst="rect">
            <a:avLst/>
          </a:prstGeom>
        </p:spPr>
      </p:pic>
    </p:spTree>
    <p:extLst>
      <p:ext uri="{BB962C8B-B14F-4D97-AF65-F5344CB8AC3E}">
        <p14:creationId xmlns:p14="http://schemas.microsoft.com/office/powerpoint/2010/main" val="167458512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p:cNvSpPr>
            <a:spLocks noGrp="1"/>
          </p:cNvSpPr>
          <p:nvPr>
            <p:ph type="title"/>
            <p:custDataLst>
              <p:tags r:id="rId2"/>
            </p:custDataLst>
          </p:nvPr>
        </p:nvSpPr>
        <p:spPr>
          <a:xfrm>
            <a:off x="5132246" y="2864881"/>
            <a:ext cx="6619487" cy="1325563"/>
          </a:xfrm>
        </p:spPr>
        <p:txBody>
          <a:bodyPr>
            <a:normAutofit/>
          </a:bodyPr>
          <a:lstStyle/>
          <a:p>
            <a:pPr algn="ctr"/>
            <a:r>
              <a:rPr lang="en-US" altLang="zh-CN" dirty="0"/>
              <a:t>2.3 </a:t>
            </a:r>
            <a:r>
              <a:rPr lang="zh-CN" altLang="en-US" dirty="0"/>
              <a:t>无监督学习</a:t>
            </a:r>
          </a:p>
        </p:txBody>
      </p:sp>
    </p:spTree>
    <p:custDataLst>
      <p:tags r:id="rId1"/>
    </p:custDataLst>
  </p:cSld>
  <p:clrMapOvr>
    <a:masterClrMapping/>
  </p:clrMapOvr>
  <p:transition>
    <p:fade/>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idx="16385"/>
            <p:custDataLst>
              <p:tags r:id="rId2"/>
            </p:custDataLst>
          </p:nvPr>
        </p:nvSpPr>
        <p:spPr>
          <a:noFill/>
        </p:spPr>
        <p:txBody>
          <a:bodyPr vert="horz" wrap="none" lIns="0" tIns="0" rIns="0" bIns="0" rtlCol="0" anchor="t" anchorCtr="0">
            <a:normAutofit/>
          </a:bodyPr>
          <a:lstStyle/>
          <a:p>
            <a:pPr lvl="0" algn="l"/>
            <a:r>
              <a:rPr>
                <a:solidFill>
                  <a:schemeClr val="tx1"/>
                </a:solidFill>
                <a:sym typeface="+mn-ea"/>
              </a:rPr>
              <a:t>机器学习的类型和算法：无监督学习</a:t>
            </a:r>
          </a:p>
        </p:txBody>
      </p:sp>
      <p:sp>
        <p:nvSpPr>
          <p:cNvPr id="32" name="任意多边形 31"/>
          <p:cNvSpPr/>
          <p:nvPr>
            <p:custDataLst>
              <p:tags r:id="rId3"/>
            </p:custDataLst>
          </p:nvPr>
        </p:nvSpPr>
        <p:spPr>
          <a:xfrm>
            <a:off x="1509339" y="1306576"/>
            <a:ext cx="1802168" cy="5368865"/>
          </a:xfrm>
          <a:custGeom>
            <a:avLst/>
            <a:gdLst/>
            <a:ahLst/>
            <a:cxnLst>
              <a:cxn ang="3">
                <a:pos x="hc" y="t"/>
              </a:cxn>
              <a:cxn ang="cd2">
                <a:pos x="l" y="vc"/>
              </a:cxn>
              <a:cxn ang="cd4">
                <a:pos x="hc" y="b"/>
              </a:cxn>
              <a:cxn ang="0">
                <a:pos x="r" y="vc"/>
              </a:cxn>
            </a:cxnLst>
            <a:rect l="l" t="t" r="r" b="b"/>
            <a:pathLst>
              <a:path w="3537" h="10537">
                <a:moveTo>
                  <a:pt x="0" y="0"/>
                </a:moveTo>
                <a:lnTo>
                  <a:pt x="44" y="22"/>
                </a:lnTo>
                <a:cubicBezTo>
                  <a:pt x="2114" y="1050"/>
                  <a:pt x="3537" y="3187"/>
                  <a:pt x="3537" y="5655"/>
                </a:cubicBezTo>
                <a:cubicBezTo>
                  <a:pt x="3537" y="7608"/>
                  <a:pt x="2646" y="9353"/>
                  <a:pt x="1249" y="10506"/>
                </a:cubicBezTo>
                <a:lnTo>
                  <a:pt x="1212" y="10537"/>
                </a:lnTo>
                <a:lnTo>
                  <a:pt x="0" y="10537"/>
                </a:lnTo>
                <a:lnTo>
                  <a:pt x="0" y="9335"/>
                </a:lnTo>
                <a:lnTo>
                  <a:pt x="43" y="9303"/>
                </a:lnTo>
                <a:cubicBezTo>
                  <a:pt x="1138" y="8463"/>
                  <a:pt x="1844" y="7142"/>
                  <a:pt x="1844" y="5655"/>
                </a:cubicBezTo>
                <a:cubicBezTo>
                  <a:pt x="1844" y="4168"/>
                  <a:pt x="1138" y="2847"/>
                  <a:pt x="43" y="2007"/>
                </a:cubicBezTo>
                <a:lnTo>
                  <a:pt x="0" y="1975"/>
                </a:lnTo>
                <a:lnTo>
                  <a:pt x="0" y="0"/>
                </a:lnTo>
                <a:close/>
              </a:path>
            </a:pathLst>
          </a:custGeom>
          <a:gradFill>
            <a:gsLst>
              <a:gs pos="100000">
                <a:schemeClr val="accent1">
                  <a:lumMod val="40000"/>
                  <a:lumOff val="60000"/>
                  <a:alpha val="0"/>
                </a:schemeClr>
              </a:gs>
              <a:gs pos="0">
                <a:schemeClr val="accent1">
                  <a:lumMod val="40000"/>
                  <a:lumOff val="60000"/>
                  <a:alpha val="0"/>
                </a:schemeClr>
              </a:gs>
              <a:gs pos="57000">
                <a:schemeClr val="accent1">
                  <a:lumMod val="40000"/>
                  <a:lumOff val="60000"/>
                  <a:alpha val="20000"/>
                </a:schemeClr>
              </a:gs>
              <a:gs pos="43000">
                <a:schemeClr val="accent1">
                  <a:lumMod val="40000"/>
                  <a:lumOff val="60000"/>
                  <a:alpha val="20000"/>
                </a:schemeClr>
              </a:gs>
            </a:gsLst>
            <a:lin ang="54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微软雅黑"/>
              <a:ea typeface="微软雅黑"/>
              <a:cs typeface="+mn-cs"/>
              <a:sym typeface="+mn-ea"/>
            </a:endParaRPr>
          </a:p>
        </p:txBody>
      </p:sp>
      <p:sp>
        <p:nvSpPr>
          <p:cNvPr id="82" name="任意多边形: 形状 81"/>
          <p:cNvSpPr/>
          <p:nvPr>
            <p:custDataLst>
              <p:tags r:id="rId4"/>
            </p:custDataLst>
          </p:nvPr>
        </p:nvSpPr>
        <p:spPr>
          <a:xfrm>
            <a:off x="2642737" y="3029014"/>
            <a:ext cx="7952060" cy="498309"/>
          </a:xfrm>
          <a:custGeom>
            <a:avLst/>
            <a:gdLst>
              <a:gd name="connsiteX0" fmla="*/ 0 w 15607"/>
              <a:gd name="connsiteY0" fmla="*/ 0 h 978"/>
              <a:gd name="connsiteX1" fmla="*/ 1344 w 15607"/>
              <a:gd name="connsiteY1" fmla="*/ 9 h 978"/>
              <a:gd name="connsiteX2" fmla="*/ 1590 w 15607"/>
              <a:gd name="connsiteY2" fmla="*/ 175 h 978"/>
              <a:gd name="connsiteX3" fmla="*/ 1849 w 15607"/>
              <a:gd name="connsiteY3" fmla="*/ 812 h 978"/>
              <a:gd name="connsiteX4" fmla="*/ 2095 w 15607"/>
              <a:gd name="connsiteY4" fmla="*/ 978 h 978"/>
              <a:gd name="connsiteX5" fmla="*/ 15607 w 15607"/>
              <a:gd name="connsiteY5" fmla="*/ 978 h 9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607" h="978">
                <a:moveTo>
                  <a:pt x="0" y="0"/>
                </a:moveTo>
                <a:lnTo>
                  <a:pt x="1344" y="9"/>
                </a:lnTo>
                <a:cubicBezTo>
                  <a:pt x="1452" y="9"/>
                  <a:pt x="1550" y="75"/>
                  <a:pt x="1590" y="175"/>
                </a:cubicBezTo>
                <a:lnTo>
                  <a:pt x="1849" y="812"/>
                </a:lnTo>
                <a:cubicBezTo>
                  <a:pt x="1889" y="912"/>
                  <a:pt x="1987" y="978"/>
                  <a:pt x="2095" y="978"/>
                </a:cubicBezTo>
                <a:lnTo>
                  <a:pt x="15607" y="978"/>
                </a:lnTo>
              </a:path>
            </a:pathLst>
          </a:custGeom>
          <a:noFill/>
          <a:ln w="9525" cap="flat">
            <a:gradFill>
              <a:gsLst>
                <a:gs pos="45000">
                  <a:schemeClr val="accent1">
                    <a:alpha val="30000"/>
                  </a:schemeClr>
                </a:gs>
                <a:gs pos="100000">
                  <a:schemeClr val="accent1">
                    <a:alpha val="0"/>
                  </a:schemeClr>
                </a:gs>
              </a:gsLst>
              <a:lin ang="0" scaled="0"/>
            </a:gra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333333"/>
              </a:solidFill>
              <a:effectLst/>
              <a:uLnTx/>
              <a:uFillTx/>
              <a:latin typeface="微软雅黑"/>
              <a:ea typeface="微软雅黑"/>
              <a:cs typeface="+mn-cs"/>
              <a:sym typeface="+mn-ea"/>
            </a:endParaRPr>
          </a:p>
        </p:txBody>
      </p:sp>
      <p:sp>
        <p:nvSpPr>
          <p:cNvPr id="86" name="任意多边形: 形状 85"/>
          <p:cNvSpPr/>
          <p:nvPr>
            <p:custDataLst>
              <p:tags r:id="rId5"/>
            </p:custDataLst>
          </p:nvPr>
        </p:nvSpPr>
        <p:spPr>
          <a:xfrm>
            <a:off x="2920934" y="5432721"/>
            <a:ext cx="7674372" cy="500857"/>
          </a:xfrm>
          <a:custGeom>
            <a:avLst/>
            <a:gdLst>
              <a:gd name="connsiteX0" fmla="*/ 0 w 15062"/>
              <a:gd name="connsiteY0" fmla="*/ 0 h 983"/>
              <a:gd name="connsiteX1" fmla="*/ 799 w 15062"/>
              <a:gd name="connsiteY1" fmla="*/ 14 h 983"/>
              <a:gd name="connsiteX2" fmla="*/ 1045 w 15062"/>
              <a:gd name="connsiteY2" fmla="*/ 180 h 983"/>
              <a:gd name="connsiteX3" fmla="*/ 1303 w 15062"/>
              <a:gd name="connsiteY3" fmla="*/ 817 h 983"/>
              <a:gd name="connsiteX4" fmla="*/ 1550 w 15062"/>
              <a:gd name="connsiteY4" fmla="*/ 983 h 983"/>
              <a:gd name="connsiteX5" fmla="*/ 15062 w 15062"/>
              <a:gd name="connsiteY5" fmla="*/ 983 h 9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062" h="983">
                <a:moveTo>
                  <a:pt x="0" y="0"/>
                </a:moveTo>
                <a:lnTo>
                  <a:pt x="799" y="14"/>
                </a:lnTo>
                <a:cubicBezTo>
                  <a:pt x="907" y="14"/>
                  <a:pt x="1004" y="80"/>
                  <a:pt x="1045" y="180"/>
                </a:cubicBezTo>
                <a:lnTo>
                  <a:pt x="1303" y="817"/>
                </a:lnTo>
                <a:cubicBezTo>
                  <a:pt x="1344" y="917"/>
                  <a:pt x="1441" y="983"/>
                  <a:pt x="1550" y="983"/>
                </a:cubicBezTo>
                <a:lnTo>
                  <a:pt x="15062" y="983"/>
                </a:lnTo>
              </a:path>
            </a:pathLst>
          </a:custGeom>
          <a:noFill/>
          <a:ln w="9525" cap="flat">
            <a:gradFill>
              <a:gsLst>
                <a:gs pos="45000">
                  <a:schemeClr val="accent2">
                    <a:alpha val="30000"/>
                  </a:schemeClr>
                </a:gs>
                <a:gs pos="100000">
                  <a:schemeClr val="accent2">
                    <a:alpha val="0"/>
                  </a:schemeClr>
                </a:gs>
              </a:gsLst>
              <a:lin ang="0" scaled="0"/>
            </a:gra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333333"/>
              </a:solidFill>
              <a:effectLst/>
              <a:uLnTx/>
              <a:uFillTx/>
              <a:latin typeface="微软雅黑"/>
              <a:ea typeface="微软雅黑"/>
              <a:cs typeface="+mn-cs"/>
              <a:sym typeface="+mn-ea"/>
            </a:endParaRPr>
          </a:p>
        </p:txBody>
      </p:sp>
      <p:sp>
        <p:nvSpPr>
          <p:cNvPr id="33" name="文本框 32"/>
          <p:cNvSpPr txBox="1"/>
          <p:nvPr>
            <p:custDataLst>
              <p:tags r:id="rId6"/>
            </p:custDataLst>
          </p:nvPr>
        </p:nvSpPr>
        <p:spPr>
          <a:xfrm>
            <a:off x="3747135" y="4338320"/>
            <a:ext cx="7118985" cy="1242060"/>
          </a:xfrm>
          <a:prstGeom prst="rect">
            <a:avLst/>
          </a:prstGeom>
          <a:noFill/>
        </p:spPr>
        <p:txBody>
          <a:bodyPr wrap="square" tIns="0" bIns="0" rtlCol="0" anchor="ctr" anchorCtr="0">
            <a:noAutofit/>
          </a:bodyPr>
          <a:lstStyle/>
          <a:p>
            <a:pPr marL="0" marR="0" lvl="0" indent="0" algn="l" defTabSz="914400" rtl="0" eaLnBrk="1" fontAlgn="auto" latinLnBrk="0" hangingPunct="1">
              <a:lnSpc>
                <a:spcPct val="130000"/>
              </a:lnSpc>
              <a:spcBef>
                <a:spcPct val="0"/>
              </a:spcBef>
              <a:spcAft>
                <a:spcPct val="0"/>
              </a:spcAft>
              <a:buClrTx/>
              <a:buSzTx/>
              <a:buFontTx/>
              <a:buNone/>
              <a:tabLst/>
              <a:defRPr/>
            </a:pPr>
            <a:r>
              <a:rPr kumimoji="0" lang="zh-CN" altLang="en-US" sz="1600" b="0" i="0" u="none" strike="noStrike" kern="1200" cap="none" spc="0" normalizeH="0" baseline="0" noProof="0" dirty="0">
                <a:ln>
                  <a:noFill/>
                  <a:prstDash val="sysDot"/>
                </a:ln>
                <a:solidFill>
                  <a:srgbClr val="333333">
                    <a:lumMod val="85000"/>
                    <a:lumOff val="15000"/>
                  </a:srgbClr>
                </a:solidFill>
                <a:effectLst/>
                <a:uLnTx/>
                <a:uFillTx/>
                <a:latin typeface="微软雅黑"/>
                <a:ea typeface="微软雅黑"/>
                <a:cs typeface="+mn-ea"/>
                <a:sym typeface="+mn-ea"/>
              </a:rPr>
              <a:t>举个例子，无监督学习就像让模型自己整理一堆没有答案的习题（比如未标注的动物图片），它需要自行寻找数据中的相似性或模式（比如自动将“尖耳朵”和“圆耳朵”的图片分成两类）。由于没有标签指导，模型只能依赖数据本身的分布来学习，因此适用于探索性分析或缺乏标注数据的场景。简单说，无监督学习就是让模型从未标注的数据中自主发现规律，而不依赖参考答案。</a:t>
            </a:r>
          </a:p>
        </p:txBody>
      </p:sp>
      <p:sp>
        <p:nvSpPr>
          <p:cNvPr id="34" name="文本框 33"/>
          <p:cNvSpPr txBox="1"/>
          <p:nvPr>
            <p:custDataLst>
              <p:tags r:id="rId7"/>
            </p:custDataLst>
          </p:nvPr>
        </p:nvSpPr>
        <p:spPr>
          <a:xfrm>
            <a:off x="3747135" y="2348865"/>
            <a:ext cx="7118350" cy="1242060"/>
          </a:xfrm>
          <a:prstGeom prst="rect">
            <a:avLst/>
          </a:prstGeom>
          <a:noFill/>
        </p:spPr>
        <p:txBody>
          <a:bodyPr wrap="square" tIns="0" bIns="0" rtlCol="0" anchor="ctr" anchorCtr="0">
            <a:noAutofit/>
          </a:bodyPr>
          <a:lstStyle/>
          <a:p>
            <a:pPr marL="0" marR="0" lvl="0" indent="0" algn="l" defTabSz="914400" rtl="0" eaLnBrk="1" fontAlgn="auto" latinLnBrk="0" hangingPunct="1">
              <a:lnSpc>
                <a:spcPct val="130000"/>
              </a:lnSpc>
              <a:spcBef>
                <a:spcPct val="0"/>
              </a:spcBef>
              <a:spcAft>
                <a:spcPct val="0"/>
              </a:spcAft>
              <a:buClrTx/>
              <a:buSzTx/>
              <a:buFontTx/>
              <a:buNone/>
              <a:tabLst/>
              <a:defRPr/>
            </a:pPr>
            <a:r>
              <a:rPr kumimoji="0" lang="zh-CN" altLang="en-US" sz="1600" b="1" i="0" u="none" strike="noStrike" kern="1200" cap="none" spc="0" normalizeH="0" baseline="0" noProof="0" dirty="0">
                <a:ln>
                  <a:noFill/>
                  <a:prstDash val="sysDot"/>
                </a:ln>
                <a:solidFill>
                  <a:srgbClr val="333333">
                    <a:lumMod val="85000"/>
                    <a:lumOff val="15000"/>
                  </a:srgbClr>
                </a:solidFill>
                <a:effectLst/>
                <a:uLnTx/>
                <a:uFillTx/>
                <a:latin typeface="微软雅黑"/>
                <a:ea typeface="微软雅黑"/>
                <a:cs typeface="+mn-ea"/>
                <a:sym typeface="+mn-ea"/>
              </a:rPr>
              <a:t>无监督学习（</a:t>
            </a:r>
            <a:r>
              <a:rPr kumimoji="0" lang="en-US" altLang="zh-CN" sz="1600" b="1" i="0" u="none" strike="noStrike" kern="1200" cap="none" spc="0" normalizeH="0" baseline="0" noProof="0" dirty="0">
                <a:ln>
                  <a:noFill/>
                  <a:prstDash val="sysDot"/>
                </a:ln>
                <a:solidFill>
                  <a:srgbClr val="333333">
                    <a:lumMod val="85000"/>
                    <a:lumOff val="15000"/>
                  </a:srgbClr>
                </a:solidFill>
                <a:effectLst/>
                <a:uLnTx/>
                <a:uFillTx/>
                <a:latin typeface="微软雅黑"/>
                <a:ea typeface="微软雅黑"/>
                <a:cs typeface="+mn-ea"/>
                <a:sym typeface="+mn-ea"/>
              </a:rPr>
              <a:t>Unsupervised Learning</a:t>
            </a:r>
            <a:r>
              <a:rPr kumimoji="0" lang="zh-CN" altLang="en-US" sz="1600" b="1" i="0" u="none" strike="noStrike" kern="1200" cap="none" spc="0" normalizeH="0" baseline="0" noProof="0" dirty="0">
                <a:ln>
                  <a:noFill/>
                  <a:prstDash val="sysDot"/>
                </a:ln>
                <a:solidFill>
                  <a:srgbClr val="333333">
                    <a:lumMod val="85000"/>
                    <a:lumOff val="15000"/>
                  </a:srgbClr>
                </a:solidFill>
                <a:effectLst/>
                <a:uLnTx/>
                <a:uFillTx/>
                <a:latin typeface="微软雅黑"/>
                <a:ea typeface="微软雅黑"/>
                <a:cs typeface="+mn-ea"/>
                <a:sym typeface="+mn-ea"/>
              </a:rPr>
              <a:t>）</a:t>
            </a:r>
            <a:r>
              <a:rPr kumimoji="0" lang="zh-CN" altLang="en-US" sz="1600" b="0" i="0" u="none" strike="noStrike" kern="1200" cap="none" spc="0" normalizeH="0" baseline="0" noProof="0" dirty="0">
                <a:ln>
                  <a:noFill/>
                  <a:prstDash val="sysDot"/>
                </a:ln>
                <a:solidFill>
                  <a:srgbClr val="333333">
                    <a:lumMod val="85000"/>
                    <a:lumOff val="15000"/>
                  </a:srgbClr>
                </a:solidFill>
                <a:effectLst/>
                <a:uLnTx/>
                <a:uFillTx/>
                <a:latin typeface="微软雅黑"/>
                <a:ea typeface="微软雅黑"/>
                <a:cs typeface="+mn-ea"/>
                <a:sym typeface="+mn-ea"/>
              </a:rPr>
              <a:t>是机器学习的重要类型，其特点是训练数据仅包含输入特征而没有对应的标签</a:t>
            </a:r>
            <a:r>
              <a:rPr kumimoji="0" lang="en-US" altLang="zh-CN" sz="1600" b="0" i="0" u="none" strike="noStrike" kern="1200" cap="none" spc="0" normalizeH="0" baseline="0" noProof="0" dirty="0">
                <a:ln>
                  <a:noFill/>
                  <a:prstDash val="sysDot"/>
                </a:ln>
                <a:solidFill>
                  <a:srgbClr val="333333">
                    <a:lumMod val="85000"/>
                    <a:lumOff val="15000"/>
                  </a:srgbClr>
                </a:solidFill>
                <a:effectLst/>
                <a:uLnTx/>
                <a:uFillTx/>
                <a:latin typeface="微软雅黑"/>
                <a:ea typeface="微软雅黑"/>
                <a:cs typeface="+mn-ea"/>
                <a:sym typeface="+mn-ea"/>
              </a:rPr>
              <a:t>/</a:t>
            </a:r>
            <a:r>
              <a:rPr kumimoji="0" lang="zh-CN" altLang="en-US" sz="1600" b="0" i="0" u="none" strike="noStrike" kern="1200" cap="none" spc="0" normalizeH="0" baseline="0" noProof="0" dirty="0">
                <a:ln>
                  <a:noFill/>
                  <a:prstDash val="sysDot"/>
                </a:ln>
                <a:solidFill>
                  <a:srgbClr val="333333">
                    <a:lumMod val="85000"/>
                    <a:lumOff val="15000"/>
                  </a:srgbClr>
                </a:solidFill>
                <a:effectLst/>
                <a:uLnTx/>
                <a:uFillTx/>
                <a:latin typeface="微软雅黑"/>
                <a:ea typeface="微软雅黑"/>
                <a:cs typeface="+mn-ea"/>
                <a:sym typeface="+mn-ea"/>
              </a:rPr>
              <a:t>输出。模型通过分析数据的内在结构和模式，自主发现隐藏的规律或分组，而不是学习输入到输出的映射关系。</a:t>
            </a:r>
          </a:p>
        </p:txBody>
      </p:sp>
      <p:sp>
        <p:nvSpPr>
          <p:cNvPr id="35" name="任意多边形: 形状 40"/>
          <p:cNvSpPr/>
          <p:nvPr>
            <p:custDataLst>
              <p:tags r:id="rId8"/>
            </p:custDataLst>
          </p:nvPr>
        </p:nvSpPr>
        <p:spPr>
          <a:xfrm>
            <a:off x="2371163" y="2728398"/>
            <a:ext cx="551299" cy="551299"/>
          </a:xfrm>
          <a:custGeom>
            <a:avLst/>
            <a:gdLst>
              <a:gd name="connsiteX0" fmla="*/ 687324 w 687323"/>
              <a:gd name="connsiteY0" fmla="*/ 343662 h 687324"/>
              <a:gd name="connsiteX1" fmla="*/ 343662 w 687323"/>
              <a:gd name="connsiteY1" fmla="*/ 687324 h 687324"/>
              <a:gd name="connsiteX2" fmla="*/ 0 w 687323"/>
              <a:gd name="connsiteY2" fmla="*/ 343662 h 687324"/>
              <a:gd name="connsiteX3" fmla="*/ 343662 w 687323"/>
              <a:gd name="connsiteY3" fmla="*/ 0 h 687324"/>
              <a:gd name="connsiteX4" fmla="*/ 687324 w 687323"/>
              <a:gd name="connsiteY4" fmla="*/ 343662 h 6873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7323" h="687324">
                <a:moveTo>
                  <a:pt x="687324" y="343662"/>
                </a:moveTo>
                <a:cubicBezTo>
                  <a:pt x="687324" y="533461"/>
                  <a:pt x="533461" y="687324"/>
                  <a:pt x="343662" y="687324"/>
                </a:cubicBezTo>
                <a:cubicBezTo>
                  <a:pt x="153863" y="687324"/>
                  <a:pt x="0" y="533461"/>
                  <a:pt x="0" y="343662"/>
                </a:cubicBezTo>
                <a:cubicBezTo>
                  <a:pt x="0" y="153863"/>
                  <a:pt x="153863" y="0"/>
                  <a:pt x="343662" y="0"/>
                </a:cubicBezTo>
                <a:cubicBezTo>
                  <a:pt x="533461" y="0"/>
                  <a:pt x="687324" y="153863"/>
                  <a:pt x="687324" y="343662"/>
                </a:cubicBezTo>
                <a:close/>
              </a:path>
            </a:pathLst>
          </a:custGeom>
          <a:solidFill>
            <a:schemeClr val="accent1"/>
          </a:solidFill>
          <a:ln w="7620"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333333"/>
              </a:solidFill>
              <a:effectLst/>
              <a:uLnTx/>
              <a:uFillTx/>
              <a:latin typeface="微软雅黑"/>
              <a:ea typeface="微软雅黑"/>
              <a:cs typeface="+mn-cs"/>
              <a:sym typeface="+mn-ea"/>
            </a:endParaRPr>
          </a:p>
        </p:txBody>
      </p:sp>
      <p:pic>
        <p:nvPicPr>
          <p:cNvPr id="36" name="图片 16" descr="信件邮件"/>
          <p:cNvPicPr>
            <a:picLocks noChangeAspect="1"/>
          </p:cNvPicPr>
          <p:nvPr>
            <p:custDataLst>
              <p:tags r:id="rId9"/>
            </p:custDataLst>
          </p:nvPr>
        </p:nvPicPr>
        <p:blipFill>
          <a:blip r:embed="rId13">
            <a:extLst>
              <a:ext uri="{96DAC541-7B7A-43D3-8B79-37D633B846F1}">
                <asvg:svgBlip xmlns:asvg="http://schemas.microsoft.com/office/drawing/2016/SVG/main" r:embed="rId14"/>
              </a:ext>
            </a:extLst>
          </a:blip>
          <a:stretch>
            <a:fillRect/>
          </a:stretch>
        </p:blipFill>
        <p:spPr>
          <a:xfrm>
            <a:off x="2513829" y="2871063"/>
            <a:ext cx="265969" cy="265969"/>
          </a:xfrm>
          <a:prstGeom prst="rect">
            <a:avLst/>
          </a:prstGeom>
        </p:spPr>
      </p:pic>
      <p:sp>
        <p:nvSpPr>
          <p:cNvPr id="37" name="任意多边形: 形状 50"/>
          <p:cNvSpPr/>
          <p:nvPr>
            <p:custDataLst>
              <p:tags r:id="rId10"/>
            </p:custDataLst>
          </p:nvPr>
        </p:nvSpPr>
        <p:spPr>
          <a:xfrm>
            <a:off x="2370144" y="5157581"/>
            <a:ext cx="552318" cy="551809"/>
          </a:xfrm>
          <a:custGeom>
            <a:avLst/>
            <a:gdLst>
              <a:gd name="connsiteX0" fmla="*/ 618134 w 618134"/>
              <a:gd name="connsiteY0" fmla="*/ 309067 h 618134"/>
              <a:gd name="connsiteX1" fmla="*/ 309067 w 618134"/>
              <a:gd name="connsiteY1" fmla="*/ 618135 h 618134"/>
              <a:gd name="connsiteX2" fmla="*/ 0 w 618134"/>
              <a:gd name="connsiteY2" fmla="*/ 309067 h 618134"/>
              <a:gd name="connsiteX3" fmla="*/ 309067 w 618134"/>
              <a:gd name="connsiteY3" fmla="*/ 0 h 618134"/>
              <a:gd name="connsiteX4" fmla="*/ 618134 w 618134"/>
              <a:gd name="connsiteY4" fmla="*/ 309067 h 6181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8134" h="618134">
                <a:moveTo>
                  <a:pt x="618134" y="309067"/>
                </a:moveTo>
                <a:cubicBezTo>
                  <a:pt x="618134" y="479760"/>
                  <a:pt x="479760" y="618135"/>
                  <a:pt x="309067" y="618135"/>
                </a:cubicBezTo>
                <a:cubicBezTo>
                  <a:pt x="138374" y="618135"/>
                  <a:pt x="0" y="479760"/>
                  <a:pt x="0" y="309067"/>
                </a:cubicBezTo>
                <a:cubicBezTo>
                  <a:pt x="0" y="138374"/>
                  <a:pt x="138374" y="0"/>
                  <a:pt x="309067" y="0"/>
                </a:cubicBezTo>
                <a:cubicBezTo>
                  <a:pt x="479760" y="0"/>
                  <a:pt x="618134" y="138374"/>
                  <a:pt x="618134" y="309067"/>
                </a:cubicBezTo>
                <a:close/>
              </a:path>
            </a:pathLst>
          </a:custGeom>
          <a:solidFill>
            <a:schemeClr val="accent2">
              <a:alpha val="5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微软雅黑"/>
              <a:ea typeface="微软雅黑"/>
              <a:cs typeface="+mn-cs"/>
              <a:sym typeface="+mn-ea"/>
            </a:endParaRPr>
          </a:p>
        </p:txBody>
      </p:sp>
      <p:pic>
        <p:nvPicPr>
          <p:cNvPr id="38" name="图片 14" descr="文件"/>
          <p:cNvPicPr>
            <a:picLocks noChangeAspect="1"/>
          </p:cNvPicPr>
          <p:nvPr>
            <p:custDataLst>
              <p:tags r:id="rId11"/>
            </p:custDataLst>
          </p:nvPr>
        </p:nvPicPr>
        <p:blipFill>
          <a:blip r:embed="rId15">
            <a:extLst>
              <a:ext uri="{96DAC541-7B7A-43D3-8B79-37D633B846F1}">
                <asvg:svgBlip xmlns:asvg="http://schemas.microsoft.com/office/drawing/2016/SVG/main" r:embed="rId16"/>
              </a:ext>
            </a:extLst>
          </a:blip>
          <a:stretch>
            <a:fillRect/>
          </a:stretch>
        </p:blipFill>
        <p:spPr>
          <a:xfrm>
            <a:off x="2517905" y="5304832"/>
            <a:ext cx="257817" cy="257307"/>
          </a:xfrm>
          <a:prstGeom prst="rect">
            <a:avLst/>
          </a:prstGeom>
        </p:spPr>
      </p:pic>
    </p:spTree>
    <p:custDataLst>
      <p:tags r:id="rId1"/>
    </p:custDataLst>
    <p:extLst>
      <p:ext uri="{BB962C8B-B14F-4D97-AF65-F5344CB8AC3E}">
        <p14:creationId xmlns:p14="http://schemas.microsoft.com/office/powerpoint/2010/main" val="113994049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p:cNvSpPr/>
          <p:nvPr/>
        </p:nvSpPr>
        <p:spPr>
          <a:xfrm>
            <a:off x="413693" y="542495"/>
            <a:ext cx="11082472" cy="787844"/>
          </a:xfrm>
          <a:prstGeom prst="rect">
            <a:avLst/>
          </a:prstGeom>
          <a:noFill/>
        </p:spPr>
        <p:txBody>
          <a:bodyPr wrap="square" lIns="127000" tIns="127000" rIns="127000" bIns="127000" rtlCol="0" anchor="t">
            <a:spAutoFit/>
          </a:bodyPr>
          <a:lstStyle/>
          <a:p>
            <a:pPr>
              <a:spcBef>
                <a:spcPts val="500"/>
              </a:spcBef>
            </a:pPr>
            <a:r>
              <a:rPr lang="en-US" sz="3453" b="1" dirty="0">
                <a:solidFill>
                  <a:srgbClr val="083775"/>
                </a:solidFill>
                <a:latin typeface="微软雅黑" panose="020B0503020204020204" pitchFamily="34" charset="-122"/>
                <a:ea typeface="微软雅黑" panose="020B0503020204020204" pitchFamily="34" charset="-122"/>
                <a:cs typeface="微软雅黑" panose="020B0503020204020204" pitchFamily="34" charset="-120"/>
              </a:rPr>
              <a:t>无监督学习</a:t>
            </a:r>
            <a:endParaRPr lang="en-US" sz="1920" dirty="0"/>
          </a:p>
        </p:txBody>
      </p:sp>
      <p:sp>
        <p:nvSpPr>
          <p:cNvPr id="4" name="Shape 1"/>
          <p:cNvSpPr/>
          <p:nvPr/>
        </p:nvSpPr>
        <p:spPr>
          <a:xfrm>
            <a:off x="578055" y="298655"/>
            <a:ext cx="243840" cy="24384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FF8989"/>
          </a:solidFill>
        </p:spPr>
      </p:sp>
      <p:sp>
        <p:nvSpPr>
          <p:cNvPr id="5" name="Shape 2"/>
          <p:cNvSpPr/>
          <p:nvPr/>
        </p:nvSpPr>
        <p:spPr>
          <a:xfrm>
            <a:off x="1049357" y="298655"/>
            <a:ext cx="243840" cy="24384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D8F1FF"/>
          </a:solidFill>
        </p:spPr>
      </p:sp>
      <p:sp>
        <p:nvSpPr>
          <p:cNvPr id="6" name="Shape 3"/>
          <p:cNvSpPr/>
          <p:nvPr/>
        </p:nvSpPr>
        <p:spPr>
          <a:xfrm>
            <a:off x="1520661" y="298655"/>
            <a:ext cx="243840" cy="24384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FFDB41"/>
          </a:solidFill>
        </p:spPr>
      </p:sp>
      <p:sp>
        <p:nvSpPr>
          <p:cNvPr id="7" name="Text 4"/>
          <p:cNvSpPr/>
          <p:nvPr/>
        </p:nvSpPr>
        <p:spPr>
          <a:xfrm>
            <a:off x="3657600" y="1360764"/>
            <a:ext cx="4876800" cy="611514"/>
          </a:xfrm>
          <a:prstGeom prst="rect">
            <a:avLst/>
          </a:prstGeom>
          <a:noFill/>
        </p:spPr>
        <p:txBody>
          <a:bodyPr wrap="square" lIns="127000" tIns="127000" rIns="127000" bIns="127000" rtlCol="0" anchor="ctr">
            <a:spAutoFit/>
          </a:bodyPr>
          <a:lstStyle/>
          <a:p>
            <a:pPr algn="ctr">
              <a:spcBef>
                <a:spcPts val="500"/>
              </a:spcBef>
            </a:pPr>
            <a:r>
              <a:rPr lang="en-US" sz="2307" b="1" dirty="0">
                <a:solidFill>
                  <a:srgbClr val="1859AE"/>
                </a:solidFill>
                <a:latin typeface="微软雅黑" panose="020B0503020204020204" pitchFamily="34" charset="-122"/>
                <a:ea typeface="微软雅黑" panose="020B0503020204020204" pitchFamily="34" charset="-122"/>
                <a:cs typeface="微软雅黑" panose="020B0503020204020204" pitchFamily="34" charset="-120"/>
              </a:rPr>
              <a:t>无监督学习的定义</a:t>
            </a:r>
            <a:endParaRPr lang="en-US" sz="1920" dirty="0"/>
          </a:p>
        </p:txBody>
      </p:sp>
      <p:sp>
        <p:nvSpPr>
          <p:cNvPr id="8" name="Text 5"/>
          <p:cNvSpPr/>
          <p:nvPr/>
        </p:nvSpPr>
        <p:spPr>
          <a:xfrm>
            <a:off x="3657600" y="1824229"/>
            <a:ext cx="4876800" cy="1487587"/>
          </a:xfrm>
          <a:prstGeom prst="rect">
            <a:avLst/>
          </a:prstGeom>
          <a:noFill/>
        </p:spPr>
        <p:txBody>
          <a:bodyPr wrap="square" lIns="127000" tIns="127000" rIns="127000" bIns="127000" rtlCol="0" anchor="t">
            <a:spAutoFit/>
          </a:bodyPr>
          <a:lstStyle/>
          <a:p>
            <a:pPr algn="just">
              <a:spcBef>
                <a:spcPts val="500"/>
              </a:spcBef>
            </a:pPr>
            <a:r>
              <a:rPr lang="en-US" sz="2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无监督学习是一种机器学习方法，处理的是没有标记的数据。它通过算法自动发现数据中的模式和结构，无需预先定义类别或标签。</a:t>
            </a:r>
            <a:endParaRPr lang="en-US" sz="2000" dirty="0"/>
          </a:p>
        </p:txBody>
      </p:sp>
      <p:sp>
        <p:nvSpPr>
          <p:cNvPr id="9" name="Text 6"/>
          <p:cNvSpPr/>
          <p:nvPr/>
        </p:nvSpPr>
        <p:spPr>
          <a:xfrm>
            <a:off x="696944" y="3416335"/>
            <a:ext cx="4876800" cy="611514"/>
          </a:xfrm>
          <a:prstGeom prst="rect">
            <a:avLst/>
          </a:prstGeom>
          <a:noFill/>
        </p:spPr>
        <p:txBody>
          <a:bodyPr wrap="square" lIns="127000" tIns="127000" rIns="127000" bIns="127000" rtlCol="0" anchor="ctr">
            <a:spAutoFit/>
          </a:bodyPr>
          <a:lstStyle/>
          <a:p>
            <a:pPr algn="ctr">
              <a:spcBef>
                <a:spcPts val="500"/>
              </a:spcBef>
            </a:pPr>
            <a:r>
              <a:rPr lang="en-US" sz="2307" b="1" dirty="0">
                <a:solidFill>
                  <a:srgbClr val="1859AE"/>
                </a:solidFill>
                <a:latin typeface="微软雅黑" panose="020B0503020204020204" pitchFamily="34" charset="-122"/>
                <a:ea typeface="微软雅黑" panose="020B0503020204020204" pitchFamily="34" charset="-122"/>
                <a:cs typeface="微软雅黑" panose="020B0503020204020204" pitchFamily="34" charset="-120"/>
              </a:rPr>
              <a:t>聚类问题的应用</a:t>
            </a:r>
            <a:endParaRPr lang="en-US" sz="1920" dirty="0"/>
          </a:p>
        </p:txBody>
      </p:sp>
      <p:sp>
        <p:nvSpPr>
          <p:cNvPr id="10" name="Text 7"/>
          <p:cNvSpPr/>
          <p:nvPr/>
        </p:nvSpPr>
        <p:spPr>
          <a:xfrm>
            <a:off x="696944" y="3865957"/>
            <a:ext cx="4876800" cy="1487587"/>
          </a:xfrm>
          <a:prstGeom prst="rect">
            <a:avLst/>
          </a:prstGeom>
          <a:noFill/>
        </p:spPr>
        <p:txBody>
          <a:bodyPr wrap="square" lIns="127000" tIns="127000" rIns="127000" bIns="127000" rtlCol="0" anchor="t">
            <a:spAutoFit/>
          </a:bodyPr>
          <a:lstStyle/>
          <a:p>
            <a:pPr algn="just">
              <a:spcBef>
                <a:spcPts val="500"/>
              </a:spcBef>
            </a:pPr>
            <a:r>
              <a:rPr lang="en-US" sz="2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聚类问题是无监督学习的一种常见应用，通过将相似的数据点归为一类，帮助理解和分析大规模数据集，如用户行为、市场细分等。</a:t>
            </a:r>
            <a:endParaRPr lang="en-US" sz="2000" dirty="0"/>
          </a:p>
        </p:txBody>
      </p:sp>
      <p:sp>
        <p:nvSpPr>
          <p:cNvPr id="11" name="Text 8"/>
          <p:cNvSpPr/>
          <p:nvPr/>
        </p:nvSpPr>
        <p:spPr>
          <a:xfrm>
            <a:off x="6618256" y="3416335"/>
            <a:ext cx="4876800" cy="611514"/>
          </a:xfrm>
          <a:prstGeom prst="rect">
            <a:avLst/>
          </a:prstGeom>
          <a:noFill/>
        </p:spPr>
        <p:txBody>
          <a:bodyPr wrap="square" lIns="127000" tIns="127000" rIns="127000" bIns="127000" rtlCol="0" anchor="ctr">
            <a:spAutoFit/>
          </a:bodyPr>
          <a:lstStyle/>
          <a:p>
            <a:pPr algn="ctr">
              <a:spcBef>
                <a:spcPts val="500"/>
              </a:spcBef>
            </a:pPr>
            <a:r>
              <a:rPr lang="en-US" sz="2307" b="1" dirty="0">
                <a:solidFill>
                  <a:srgbClr val="1859AE"/>
                </a:solidFill>
                <a:latin typeface="微软雅黑" panose="020B0503020204020204" pitchFamily="34" charset="-122"/>
                <a:ea typeface="微软雅黑" panose="020B0503020204020204" pitchFamily="34" charset="-122"/>
                <a:cs typeface="微软雅黑" panose="020B0503020204020204" pitchFamily="34" charset="-120"/>
              </a:rPr>
              <a:t>商业价值与影响</a:t>
            </a:r>
            <a:endParaRPr lang="en-US" sz="1920" dirty="0"/>
          </a:p>
        </p:txBody>
      </p:sp>
      <p:sp>
        <p:nvSpPr>
          <p:cNvPr id="12" name="Text 9"/>
          <p:cNvSpPr/>
          <p:nvPr/>
        </p:nvSpPr>
        <p:spPr>
          <a:xfrm>
            <a:off x="6618256" y="3865957"/>
            <a:ext cx="4876800" cy="1487587"/>
          </a:xfrm>
          <a:prstGeom prst="rect">
            <a:avLst/>
          </a:prstGeom>
          <a:noFill/>
        </p:spPr>
        <p:txBody>
          <a:bodyPr wrap="square" lIns="127000" tIns="127000" rIns="127000" bIns="127000" rtlCol="0" anchor="t">
            <a:spAutoFit/>
          </a:bodyPr>
          <a:lstStyle/>
          <a:p>
            <a:pPr algn="just"/>
            <a:r>
              <a:rPr lang="en-US" sz="2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在商业实践中，聚类可以帮助公司发现特定的人群结构，理解不同用户群体的特点和需求，从而指导产品开发、市场定位和营销策略。</a:t>
            </a:r>
            <a:endParaRPr lang="en-US" sz="2000" dirty="0"/>
          </a:p>
        </p:txBody>
      </p:sp>
    </p:spTree>
    <p:extLst>
      <p:ext uri="{BB962C8B-B14F-4D97-AF65-F5344CB8AC3E}">
        <p14:creationId xmlns:p14="http://schemas.microsoft.com/office/powerpoint/2010/main" val="98394493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custDataLst>
              <p:tags r:id="rId2"/>
            </p:custDataLst>
          </p:nvPr>
        </p:nvSpPr>
        <p:spPr/>
        <p:txBody>
          <a:bodyPr>
            <a:normAutofit fontScale="90000"/>
          </a:bodyPr>
          <a:lstStyle/>
          <a:p>
            <a:r>
              <a:rPr lang="zh-CN" altLang="en-US" dirty="0"/>
              <a:t>无监督学习</a:t>
            </a:r>
          </a:p>
        </p:txBody>
      </p:sp>
      <p:pic>
        <p:nvPicPr>
          <p:cNvPr id="4" name="图片 3" descr="/data/temp/07b0decd-193d-11f0-99b1-e6b3cb9c3223.jpg07b0decd-193d-11f0-99b1-e6b3cb9c3223"/>
          <p:cNvPicPr>
            <a:picLocks noChangeAspect="1"/>
          </p:cNvPicPr>
          <p:nvPr>
            <p:custDataLst>
              <p:tags r:id="rId3"/>
            </p:custDataLst>
          </p:nvPr>
        </p:nvPicPr>
        <p:blipFill rotWithShape="1">
          <a:blip r:embed="rId13" cstate="print"/>
          <a:srcRect l="437" r="437"/>
          <a:stretch>
            <a:fillRect/>
          </a:stretch>
        </p:blipFill>
        <p:spPr>
          <a:xfrm>
            <a:off x="695326" y="4048671"/>
            <a:ext cx="4259186" cy="1965513"/>
          </a:xfrm>
          <a:custGeom>
            <a:avLst/>
            <a:gdLst>
              <a:gd name="connsiteX0" fmla="*/ 0 w 4258967"/>
              <a:gd name="connsiteY0" fmla="*/ 0 h 1965412"/>
              <a:gd name="connsiteX1" fmla="*/ 4258967 w 4258967"/>
              <a:gd name="connsiteY1" fmla="*/ 0 h 1965412"/>
              <a:gd name="connsiteX2" fmla="*/ 4258967 w 4258967"/>
              <a:gd name="connsiteY2" fmla="*/ 1965412 h 1965412"/>
              <a:gd name="connsiteX3" fmla="*/ 0 w 4258967"/>
              <a:gd name="connsiteY3" fmla="*/ 1965412 h 1965412"/>
            </a:gdLst>
            <a:ahLst/>
            <a:cxnLst>
              <a:cxn ang="0">
                <a:pos x="connsiteX0" y="connsiteY0"/>
              </a:cxn>
              <a:cxn ang="0">
                <a:pos x="connsiteX1" y="connsiteY1"/>
              </a:cxn>
              <a:cxn ang="0">
                <a:pos x="connsiteX2" y="connsiteY2"/>
              </a:cxn>
              <a:cxn ang="0">
                <a:pos x="connsiteX3" y="connsiteY3"/>
              </a:cxn>
            </a:cxnLst>
            <a:rect l="l" t="t" r="r" b="b"/>
            <a:pathLst>
              <a:path w="4258967" h="1965412">
                <a:moveTo>
                  <a:pt x="0" y="0"/>
                </a:moveTo>
                <a:lnTo>
                  <a:pt x="4258967" y="0"/>
                </a:lnTo>
                <a:lnTo>
                  <a:pt x="4258967" y="1965412"/>
                </a:lnTo>
                <a:lnTo>
                  <a:pt x="0" y="1965412"/>
                </a:lnTo>
                <a:close/>
              </a:path>
            </a:pathLst>
          </a:custGeom>
          <a:ln w="3175" cap="flat" cmpd="sng" algn="ctr">
            <a:solidFill>
              <a:schemeClr val="tx1">
                <a:lumMod val="40000"/>
                <a:lumOff val="60000"/>
                <a:alpha val="20000"/>
              </a:schemeClr>
            </a:solidFill>
            <a:prstDash val="solid"/>
            <a:round/>
            <a:headEnd type="none" w="med" len="med"/>
            <a:tailEnd type="none" w="med" len="med"/>
          </a:ln>
        </p:spPr>
      </p:pic>
      <p:pic>
        <p:nvPicPr>
          <p:cNvPr id="10" name="图片 9" descr="/data/temp/07b0dcfc-193d-11f0-99b1-e6b3cb9c3223.jpg07b0dcfc-193d-11f0-99b1-e6b3cb9c3223"/>
          <p:cNvPicPr>
            <a:picLocks noChangeAspect="1"/>
          </p:cNvPicPr>
          <p:nvPr>
            <p:custDataLst>
              <p:tags r:id="rId4"/>
            </p:custDataLst>
          </p:nvPr>
        </p:nvPicPr>
        <p:blipFill rotWithShape="1">
          <a:blip r:embed="rId14" cstate="print"/>
          <a:srcRect l="437" r="437"/>
          <a:stretch>
            <a:fillRect/>
          </a:stretch>
        </p:blipFill>
        <p:spPr>
          <a:xfrm>
            <a:off x="695326" y="1167733"/>
            <a:ext cx="4259186" cy="1965513"/>
          </a:xfrm>
          <a:custGeom>
            <a:avLst/>
            <a:gdLst>
              <a:gd name="connsiteX0" fmla="*/ 0 w 4258967"/>
              <a:gd name="connsiteY0" fmla="*/ 0 h 1965412"/>
              <a:gd name="connsiteX1" fmla="*/ 4258967 w 4258967"/>
              <a:gd name="connsiteY1" fmla="*/ 0 h 1965412"/>
              <a:gd name="connsiteX2" fmla="*/ 4258967 w 4258967"/>
              <a:gd name="connsiteY2" fmla="*/ 1965412 h 1965412"/>
              <a:gd name="connsiteX3" fmla="*/ 0 w 4258967"/>
              <a:gd name="connsiteY3" fmla="*/ 1965412 h 1965412"/>
            </a:gdLst>
            <a:ahLst/>
            <a:cxnLst>
              <a:cxn ang="0">
                <a:pos x="connsiteX0" y="connsiteY0"/>
              </a:cxn>
              <a:cxn ang="0">
                <a:pos x="connsiteX1" y="connsiteY1"/>
              </a:cxn>
              <a:cxn ang="0">
                <a:pos x="connsiteX2" y="connsiteY2"/>
              </a:cxn>
              <a:cxn ang="0">
                <a:pos x="connsiteX3" y="connsiteY3"/>
              </a:cxn>
            </a:cxnLst>
            <a:rect l="l" t="t" r="r" b="b"/>
            <a:pathLst>
              <a:path w="4258967" h="1965412">
                <a:moveTo>
                  <a:pt x="0" y="0"/>
                </a:moveTo>
                <a:lnTo>
                  <a:pt x="4258967" y="0"/>
                </a:lnTo>
                <a:lnTo>
                  <a:pt x="4258967" y="1965412"/>
                </a:lnTo>
                <a:lnTo>
                  <a:pt x="0" y="1965412"/>
                </a:lnTo>
                <a:close/>
              </a:path>
            </a:pathLst>
          </a:custGeom>
          <a:ln w="3175" cap="flat" cmpd="sng" algn="ctr">
            <a:solidFill>
              <a:schemeClr val="tx1">
                <a:lumMod val="40000"/>
                <a:lumOff val="60000"/>
                <a:alpha val="20000"/>
              </a:schemeClr>
            </a:solidFill>
            <a:prstDash val="solid"/>
            <a:round/>
            <a:headEnd type="none" w="med" len="med"/>
            <a:tailEnd type="none" w="med" len="med"/>
          </a:ln>
        </p:spPr>
      </p:pic>
      <p:sp>
        <p:nvSpPr>
          <p:cNvPr id="11" name="矩形 10"/>
          <p:cNvSpPr/>
          <p:nvPr>
            <p:custDataLst>
              <p:tags r:id="rId5"/>
            </p:custDataLst>
          </p:nvPr>
        </p:nvSpPr>
        <p:spPr>
          <a:xfrm>
            <a:off x="5860901" y="1663725"/>
            <a:ext cx="6119432" cy="1149621"/>
          </a:xfrm>
          <a:prstGeom prst="rect">
            <a:avLst/>
          </a:prstGeom>
          <a:noFill/>
        </p:spPr>
        <p:txBody>
          <a:bodyPr wrap="square" lIns="0" tIns="0" rIns="0" bIns="0" rtlCol="0" anchor="t" anchorCtr="0">
            <a:noAutofit/>
          </a:bodyPr>
          <a:lstStyle/>
          <a:p>
            <a:pPr>
              <a:lnSpc>
                <a:spcPct val="150000"/>
              </a:lnSpc>
              <a:spcBef>
                <a:spcPct val="0"/>
              </a:spcBef>
              <a:spcAft>
                <a:spcPct val="0"/>
              </a:spcAft>
            </a:pPr>
            <a:r>
              <a:rPr lang="zh-CN" altLang="en-US" sz="2400" dirty="0">
                <a:ln>
                  <a:noFill/>
                  <a:prstDash val="sysDot"/>
                </a:ln>
                <a:solidFill>
                  <a:schemeClr val="tx1">
                    <a:lumMod val="85000"/>
                    <a:lumOff val="15000"/>
                  </a:schemeClr>
                </a:solidFill>
                <a:latin typeface="+mn-ea"/>
                <a:cs typeface="+mn-ea"/>
              </a:rPr>
              <a:t>无监督学习是机器学习的一种，它处理没有标签的数据集，旨在发现数据中的隐藏结构。</a:t>
            </a:r>
          </a:p>
        </p:txBody>
      </p:sp>
      <p:sp>
        <p:nvSpPr>
          <p:cNvPr id="12" name="矩形 11"/>
          <p:cNvSpPr/>
          <p:nvPr>
            <p:custDataLst>
              <p:tags r:id="rId6"/>
            </p:custDataLst>
          </p:nvPr>
        </p:nvSpPr>
        <p:spPr>
          <a:xfrm>
            <a:off x="5860901" y="1217933"/>
            <a:ext cx="5491048" cy="369351"/>
          </a:xfrm>
          <a:prstGeom prst="rect">
            <a:avLst/>
          </a:prstGeom>
          <a:noFill/>
        </p:spPr>
        <p:txBody>
          <a:bodyPr wrap="square" lIns="0" tIns="0" rIns="0" bIns="0" rtlCol="0" anchor="b">
            <a:noAutofit/>
          </a:bodyPr>
          <a:lstStyle/>
          <a:p>
            <a:pPr>
              <a:spcBef>
                <a:spcPct val="0"/>
              </a:spcBef>
              <a:spcAft>
                <a:spcPct val="0"/>
              </a:spcAft>
              <a:buClr>
                <a:schemeClr val="accent1"/>
              </a:buClr>
              <a:buSzPct val="70000"/>
            </a:pPr>
            <a:r>
              <a:rPr lang="zh-CN" altLang="en-US" sz="2400" b="1" dirty="0">
                <a:solidFill>
                  <a:schemeClr val="accent1"/>
                </a:solidFill>
                <a:latin typeface="+mn-ea"/>
                <a:cs typeface="+mn-ea"/>
              </a:rPr>
              <a:t>定义</a:t>
            </a:r>
          </a:p>
        </p:txBody>
      </p:sp>
      <p:sp>
        <p:nvSpPr>
          <p:cNvPr id="13" name="矩形 12"/>
          <p:cNvSpPr/>
          <p:nvPr>
            <p:custDataLst>
              <p:tags r:id="rId7"/>
            </p:custDataLst>
          </p:nvPr>
        </p:nvSpPr>
        <p:spPr>
          <a:xfrm>
            <a:off x="5330649" y="1217933"/>
            <a:ext cx="477140" cy="369351"/>
          </a:xfrm>
          <a:prstGeom prst="rect">
            <a:avLst/>
          </a:prstGeom>
          <a:noFill/>
        </p:spPr>
        <p:txBody>
          <a:bodyPr wrap="none" lIns="0" tIns="0" rIns="0" bIns="0" rtlCol="0" anchor="b">
            <a:normAutofit fontScale="97500"/>
          </a:bodyPr>
          <a:lstStyle/>
          <a:p>
            <a:pPr>
              <a:spcBef>
                <a:spcPct val="0"/>
              </a:spcBef>
              <a:spcAft>
                <a:spcPct val="0"/>
              </a:spcAft>
              <a:buClr>
                <a:schemeClr val="accent1"/>
              </a:buClr>
              <a:buSzPct val="70000"/>
            </a:pPr>
            <a:r>
              <a:rPr lang="en-US" altLang="zh-CN" sz="2400" b="1">
                <a:solidFill>
                  <a:schemeClr val="accent1"/>
                </a:solidFill>
                <a:latin typeface="+mn-ea"/>
                <a:cs typeface="+mn-ea"/>
              </a:rPr>
              <a:t>01</a:t>
            </a:r>
            <a:endParaRPr lang="zh-CN" altLang="en-US" sz="2400" b="1">
              <a:solidFill>
                <a:schemeClr val="accent1"/>
              </a:solidFill>
              <a:latin typeface="+mn-ea"/>
              <a:cs typeface="+mn-ea"/>
            </a:endParaRPr>
          </a:p>
        </p:txBody>
      </p:sp>
      <p:sp>
        <p:nvSpPr>
          <p:cNvPr id="14" name="矩形 13"/>
          <p:cNvSpPr/>
          <p:nvPr>
            <p:custDataLst>
              <p:tags r:id="rId8"/>
            </p:custDataLst>
          </p:nvPr>
        </p:nvSpPr>
        <p:spPr>
          <a:xfrm>
            <a:off x="5873186" y="4724817"/>
            <a:ext cx="6195632" cy="1149621"/>
          </a:xfrm>
          <a:prstGeom prst="rect">
            <a:avLst/>
          </a:prstGeom>
          <a:noFill/>
        </p:spPr>
        <p:txBody>
          <a:bodyPr wrap="square" lIns="0" tIns="0" rIns="0" bIns="0" rtlCol="0" anchor="t" anchorCtr="0">
            <a:noAutofit/>
          </a:bodyPr>
          <a:lstStyle/>
          <a:p>
            <a:pPr>
              <a:lnSpc>
                <a:spcPct val="150000"/>
              </a:lnSpc>
              <a:spcBef>
                <a:spcPct val="0"/>
              </a:spcBef>
              <a:spcAft>
                <a:spcPct val="0"/>
              </a:spcAft>
            </a:pPr>
            <a:r>
              <a:rPr lang="zh-CN" altLang="en-US" sz="2400" dirty="0">
                <a:ln>
                  <a:noFill/>
                  <a:prstDash val="sysDot"/>
                </a:ln>
                <a:solidFill>
                  <a:schemeClr val="tx1">
                    <a:lumMod val="85000"/>
                    <a:lumOff val="15000"/>
                  </a:schemeClr>
                </a:solidFill>
                <a:latin typeface="+mn-ea"/>
                <a:cs typeface="+mn-ea"/>
              </a:rPr>
              <a:t>无监督学习包括聚类、降维或流形学习等任务，常用于数据挖掘和模式识别。</a:t>
            </a:r>
          </a:p>
        </p:txBody>
      </p:sp>
      <p:sp>
        <p:nvSpPr>
          <p:cNvPr id="15" name="矩形 14"/>
          <p:cNvSpPr/>
          <p:nvPr>
            <p:custDataLst>
              <p:tags r:id="rId9"/>
            </p:custDataLst>
          </p:nvPr>
        </p:nvSpPr>
        <p:spPr>
          <a:xfrm>
            <a:off x="5873186" y="4279025"/>
            <a:ext cx="5491048" cy="369351"/>
          </a:xfrm>
          <a:prstGeom prst="rect">
            <a:avLst/>
          </a:prstGeom>
          <a:noFill/>
        </p:spPr>
        <p:txBody>
          <a:bodyPr wrap="square" lIns="0" tIns="0" rIns="0" bIns="0" rtlCol="0" anchor="b">
            <a:noAutofit/>
          </a:bodyPr>
          <a:lstStyle/>
          <a:p>
            <a:pPr>
              <a:spcBef>
                <a:spcPct val="0"/>
              </a:spcBef>
              <a:spcAft>
                <a:spcPct val="0"/>
              </a:spcAft>
              <a:buClr>
                <a:schemeClr val="accent1"/>
              </a:buClr>
              <a:buSzPct val="70000"/>
            </a:pPr>
            <a:r>
              <a:rPr lang="zh-CN" altLang="en-US" sz="2400" b="1" dirty="0">
                <a:solidFill>
                  <a:schemeClr val="accent1"/>
                </a:solidFill>
                <a:latin typeface="+mn-ea"/>
                <a:cs typeface="+mn-ea"/>
              </a:rPr>
              <a:t>分类</a:t>
            </a:r>
          </a:p>
        </p:txBody>
      </p:sp>
      <p:sp>
        <p:nvSpPr>
          <p:cNvPr id="16" name="矩形 15"/>
          <p:cNvSpPr/>
          <p:nvPr>
            <p:custDataLst>
              <p:tags r:id="rId10"/>
            </p:custDataLst>
          </p:nvPr>
        </p:nvSpPr>
        <p:spPr>
          <a:xfrm>
            <a:off x="5342934" y="4279025"/>
            <a:ext cx="477140" cy="369351"/>
          </a:xfrm>
          <a:prstGeom prst="rect">
            <a:avLst/>
          </a:prstGeom>
          <a:noFill/>
        </p:spPr>
        <p:txBody>
          <a:bodyPr wrap="none" lIns="0" tIns="0" rIns="0" bIns="0" rtlCol="0" anchor="b">
            <a:normAutofit fontScale="97500"/>
          </a:bodyPr>
          <a:lstStyle/>
          <a:p>
            <a:pPr>
              <a:spcBef>
                <a:spcPct val="0"/>
              </a:spcBef>
              <a:spcAft>
                <a:spcPct val="0"/>
              </a:spcAft>
              <a:buClr>
                <a:schemeClr val="accent1"/>
              </a:buClr>
              <a:buSzPct val="70000"/>
            </a:pPr>
            <a:r>
              <a:rPr lang="en-US" altLang="zh-CN" sz="2400" b="1">
                <a:solidFill>
                  <a:schemeClr val="accent1"/>
                </a:solidFill>
                <a:latin typeface="+mn-ea"/>
                <a:cs typeface="+mn-ea"/>
              </a:rPr>
              <a:t>02</a:t>
            </a:r>
            <a:endParaRPr lang="zh-CN" altLang="en-US" sz="2400" b="1">
              <a:solidFill>
                <a:schemeClr val="accent1"/>
              </a:solidFill>
              <a:latin typeface="+mn-ea"/>
              <a:cs typeface="+mn-ea"/>
            </a:endParaRPr>
          </a:p>
        </p:txBody>
      </p:sp>
    </p:spTree>
    <p:custDataLst>
      <p:tags r:id="rId1"/>
    </p:custDataLst>
  </p:cSld>
  <p:clrMapOvr>
    <a:masterClrMapping/>
  </p:clrMapOvr>
  <p:transition>
    <p:fade/>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装饰  6"/>
          <p:cNvSpPr>
            <a:spLocks noGrp="1"/>
          </p:cNvSpPr>
          <p:nvPr>
            <p:ph type="body" idx="16392"/>
            <p:custDataLst>
              <p:tags r:id="rId2"/>
            </p:custDataLst>
          </p:nvPr>
        </p:nvSpPr>
        <p:spPr/>
        <p:txBody>
          <a:bodyPr/>
          <a:lstStyle/>
          <a:p>
            <a:r>
              <a:rPr lang="zh-CN" altLang="en-US"/>
              <a:t> </a:t>
            </a:r>
          </a:p>
        </p:txBody>
      </p:sp>
      <p:sp>
        <p:nvSpPr>
          <p:cNvPr id="2" name="标题 1"/>
          <p:cNvSpPr>
            <a:spLocks noGrp="1"/>
          </p:cNvSpPr>
          <p:nvPr>
            <p:ph type="ctrTitle" idx="16385"/>
            <p:custDataLst>
              <p:tags r:id="rId3"/>
            </p:custDataLst>
          </p:nvPr>
        </p:nvSpPr>
        <p:spPr>
          <a:noFill/>
        </p:spPr>
        <p:txBody>
          <a:bodyPr vert="horz" wrap="none" lIns="0" tIns="0" rIns="0" bIns="0" rtlCol="0" anchor="t" anchorCtr="0">
            <a:normAutofit/>
          </a:bodyPr>
          <a:lstStyle/>
          <a:p>
            <a:pPr lvl="0" algn="l"/>
            <a:r>
              <a:rPr>
                <a:solidFill>
                  <a:schemeClr val="tx1"/>
                </a:solidFill>
                <a:sym typeface="+mn-ea"/>
              </a:rPr>
              <a:t>机器学习的类型和算法：无监督学习</a:t>
            </a:r>
          </a:p>
        </p:txBody>
      </p:sp>
      <p:sp>
        <p:nvSpPr>
          <p:cNvPr id="5" name="文本占位符 4"/>
          <p:cNvSpPr>
            <a:spLocks noGrp="1"/>
          </p:cNvSpPr>
          <p:nvPr>
            <p:ph type="body" idx="16386"/>
            <p:custDataLst>
              <p:tags r:id="rId4"/>
            </p:custDataLst>
          </p:nvPr>
        </p:nvSpPr>
        <p:spPr/>
        <p:txBody>
          <a:bodyPr/>
          <a:lstStyle/>
          <a:p>
            <a:r>
              <a:rPr lang="zh-CN" altLang="en-US" b="1">
                <a:solidFill>
                  <a:schemeClr val="tx1"/>
                </a:solidFill>
              </a:rPr>
              <a:t>K均值聚类</a:t>
            </a:r>
          </a:p>
        </p:txBody>
      </p:sp>
      <p:sp>
        <p:nvSpPr>
          <p:cNvPr id="6" name="文本占位符 5"/>
          <p:cNvSpPr>
            <a:spLocks noGrp="1"/>
          </p:cNvSpPr>
          <p:nvPr>
            <p:ph type="body" idx="16387"/>
            <p:custDataLst>
              <p:tags r:id="rId5"/>
            </p:custDataLst>
          </p:nvPr>
        </p:nvSpPr>
        <p:spPr/>
        <p:txBody>
          <a:bodyPr/>
          <a:lstStyle/>
          <a:p>
            <a:r>
              <a:rPr lang="zh-CN" altLang="en-US">
                <a:solidFill>
                  <a:schemeClr val="tx1"/>
                </a:solidFill>
              </a:rPr>
              <a:t>K均值聚类是将数据划分为K个互斥的簇，使得同一簇内的数据点相似性最大，而不同簇之间的相似性最小。</a:t>
            </a:r>
          </a:p>
        </p:txBody>
      </p:sp>
      <p:sp>
        <p:nvSpPr>
          <p:cNvPr id="7" name="装饰  3"/>
          <p:cNvSpPr>
            <a:spLocks noGrp="1"/>
          </p:cNvSpPr>
          <p:nvPr>
            <p:ph type="body" idx="16394"/>
            <p:custDataLst>
              <p:tags r:id="rId6"/>
            </p:custDataLst>
          </p:nvPr>
        </p:nvSpPr>
        <p:spPr/>
        <p:txBody>
          <a:bodyPr/>
          <a:lstStyle/>
          <a:p>
            <a:r>
              <a:rPr lang="zh-CN" altLang="en-US"/>
              <a:t> </a:t>
            </a:r>
          </a:p>
        </p:txBody>
      </p:sp>
      <p:sp>
        <p:nvSpPr>
          <p:cNvPr id="9" name="文本占位符 8"/>
          <p:cNvSpPr>
            <a:spLocks noGrp="1"/>
          </p:cNvSpPr>
          <p:nvPr>
            <p:ph type="body" idx="16388"/>
            <p:custDataLst>
              <p:tags r:id="rId7"/>
            </p:custDataLst>
          </p:nvPr>
        </p:nvSpPr>
        <p:spPr/>
        <p:txBody>
          <a:bodyPr/>
          <a:lstStyle/>
          <a:p>
            <a:r>
              <a:rPr lang="zh-CN" altLang="en-US" b="1">
                <a:solidFill>
                  <a:schemeClr val="tx1"/>
                </a:solidFill>
              </a:rPr>
              <a:t>DBSCAN聚类</a:t>
            </a:r>
          </a:p>
        </p:txBody>
      </p:sp>
      <p:sp>
        <p:nvSpPr>
          <p:cNvPr id="10" name="文本占位符 9"/>
          <p:cNvSpPr>
            <a:spLocks noGrp="1"/>
          </p:cNvSpPr>
          <p:nvPr>
            <p:ph type="body" idx="16389"/>
            <p:custDataLst>
              <p:tags r:id="rId8"/>
            </p:custDataLst>
          </p:nvPr>
        </p:nvSpPr>
        <p:spPr/>
        <p:txBody>
          <a:bodyPr/>
          <a:lstStyle/>
          <a:p>
            <a:r>
              <a:rPr lang="zh-CN" altLang="en-US">
                <a:solidFill>
                  <a:schemeClr val="tx1"/>
                </a:solidFill>
              </a:rPr>
              <a:t>DBSCAN是一种基于密度的无监督学习算法，用于发现任意形状的簇，并识别噪声点。</a:t>
            </a:r>
          </a:p>
        </p:txBody>
      </p:sp>
      <p:sp>
        <p:nvSpPr>
          <p:cNvPr id="11" name="装饰  7"/>
          <p:cNvSpPr>
            <a:spLocks noGrp="1"/>
          </p:cNvSpPr>
          <p:nvPr>
            <p:ph type="body" idx="16396"/>
            <p:custDataLst>
              <p:tags r:id="rId9"/>
            </p:custDataLst>
          </p:nvPr>
        </p:nvSpPr>
        <p:spPr/>
        <p:txBody>
          <a:bodyPr/>
          <a:lstStyle/>
          <a:p>
            <a:r>
              <a:rPr lang="zh-CN" altLang="en-US"/>
              <a:t> </a:t>
            </a:r>
          </a:p>
        </p:txBody>
      </p:sp>
      <p:sp>
        <p:nvSpPr>
          <p:cNvPr id="13" name="文本占位符 12"/>
          <p:cNvSpPr>
            <a:spLocks noGrp="1"/>
          </p:cNvSpPr>
          <p:nvPr>
            <p:ph type="body" idx="16390"/>
            <p:custDataLst>
              <p:tags r:id="rId10"/>
            </p:custDataLst>
          </p:nvPr>
        </p:nvSpPr>
        <p:spPr/>
        <p:txBody>
          <a:bodyPr/>
          <a:lstStyle/>
          <a:p>
            <a:r>
              <a:rPr lang="zh-CN" altLang="en-US" b="1">
                <a:solidFill>
                  <a:schemeClr val="tx1"/>
                </a:solidFill>
              </a:rPr>
              <a:t>降维</a:t>
            </a:r>
          </a:p>
        </p:txBody>
      </p:sp>
      <p:sp>
        <p:nvSpPr>
          <p:cNvPr id="14" name="文本占位符 13"/>
          <p:cNvSpPr>
            <a:spLocks noGrp="1"/>
          </p:cNvSpPr>
          <p:nvPr>
            <p:ph type="body" idx="16391"/>
            <p:custDataLst>
              <p:tags r:id="rId11"/>
            </p:custDataLst>
          </p:nvPr>
        </p:nvSpPr>
        <p:spPr/>
        <p:txBody>
          <a:bodyPr/>
          <a:lstStyle/>
          <a:p>
            <a:r>
              <a:rPr lang="zh-CN" altLang="en-US">
                <a:solidFill>
                  <a:schemeClr val="tx1"/>
                </a:solidFill>
              </a:rPr>
              <a:t>降维技术将高维数据转换为低</a:t>
            </a:r>
          </a:p>
          <a:p>
            <a:r>
              <a:rPr lang="zh-CN" altLang="en-US">
                <a:solidFill>
                  <a:schemeClr val="tx1"/>
                </a:solidFill>
              </a:rPr>
              <a:t>维表示，保留关键信息，提升计算效率。</a:t>
            </a:r>
          </a:p>
        </p:txBody>
      </p:sp>
      <p:pic>
        <p:nvPicPr>
          <p:cNvPr id="15" name="图片占位符 14"/>
          <p:cNvPicPr>
            <a:picLocks noGrp="1" noChangeAspect="1"/>
          </p:cNvPicPr>
          <p:nvPr>
            <p:ph type="pic" idx="16393"/>
            <p:custDataLst>
              <p:tags r:id="rId12"/>
            </p:custDataLst>
          </p:nvPr>
        </p:nvPicPr>
        <p:blipFill>
          <a:blip r:embed="rId16"/>
          <a:stretch>
            <a:fillRect/>
          </a:stretch>
        </p:blipFill>
        <p:spPr>
          <a:xfrm>
            <a:off x="609600" y="1632585"/>
            <a:ext cx="3454400" cy="2423160"/>
          </a:xfrm>
          <a:prstGeom prst="rect">
            <a:avLst/>
          </a:prstGeom>
        </p:spPr>
      </p:pic>
      <p:pic>
        <p:nvPicPr>
          <p:cNvPr id="17" name="图片占位符 16" descr="图片1"/>
          <p:cNvPicPr>
            <a:picLocks noGrp="1" noChangeAspect="1"/>
          </p:cNvPicPr>
          <p:nvPr>
            <p:ph type="pic" idx="16395"/>
            <p:custDataLst>
              <p:tags r:id="rId13"/>
            </p:custDataLst>
          </p:nvPr>
        </p:nvPicPr>
        <p:blipFill>
          <a:blip r:embed="rId17"/>
          <a:stretch>
            <a:fillRect/>
          </a:stretch>
        </p:blipFill>
        <p:spPr>
          <a:xfrm>
            <a:off x="4368800" y="1663700"/>
            <a:ext cx="3454400" cy="2360930"/>
          </a:xfrm>
          <a:prstGeom prst="rect">
            <a:avLst/>
          </a:prstGeom>
        </p:spPr>
      </p:pic>
      <p:pic>
        <p:nvPicPr>
          <p:cNvPr id="18" name="图片占位符 17"/>
          <p:cNvPicPr>
            <a:picLocks noGrp="1" noChangeAspect="1"/>
          </p:cNvPicPr>
          <p:nvPr>
            <p:ph type="pic" idx="16397"/>
            <p:custDataLst>
              <p:tags r:id="rId14"/>
            </p:custDataLst>
          </p:nvPr>
        </p:nvPicPr>
        <p:blipFill>
          <a:blip r:embed="rId18"/>
          <a:stretch>
            <a:fillRect/>
          </a:stretch>
        </p:blipFill>
        <p:spPr>
          <a:xfrm>
            <a:off x="8150860" y="1666875"/>
            <a:ext cx="3420000" cy="2366919"/>
          </a:xfrm>
          <a:prstGeom prst="rect">
            <a:avLst/>
          </a:prstGeom>
          <a:ln>
            <a:solidFill>
              <a:schemeClr val="tx1">
                <a:lumMod val="95000"/>
                <a:lumOff val="5000"/>
              </a:schemeClr>
            </a:solidFill>
          </a:ln>
        </p:spPr>
      </p:pic>
    </p:spTree>
    <p:custDataLst>
      <p:tags r:id="rId1"/>
    </p:custDataLst>
    <p:extLst>
      <p:ext uri="{BB962C8B-B14F-4D97-AF65-F5344CB8AC3E}">
        <p14:creationId xmlns:p14="http://schemas.microsoft.com/office/powerpoint/2010/main" val="31007547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p:cNvSpPr/>
          <p:nvPr/>
        </p:nvSpPr>
        <p:spPr>
          <a:xfrm>
            <a:off x="413693" y="542495"/>
            <a:ext cx="11082472" cy="787844"/>
          </a:xfrm>
          <a:prstGeom prst="rect">
            <a:avLst/>
          </a:prstGeom>
          <a:noFill/>
        </p:spPr>
        <p:txBody>
          <a:bodyPr wrap="square" lIns="127000" tIns="127000" rIns="127000" bIns="127000" rtlCol="0" anchor="t">
            <a:spAutoFit/>
          </a:bodyPr>
          <a:lstStyle/>
          <a:p>
            <a:pPr>
              <a:spcBef>
                <a:spcPts val="500"/>
              </a:spcBef>
            </a:pPr>
            <a:r>
              <a:rPr lang="en-US" sz="3453" b="1" dirty="0">
                <a:solidFill>
                  <a:srgbClr val="083775"/>
                </a:solidFill>
                <a:latin typeface="微软雅黑" panose="020B0503020204020204" pitchFamily="34" charset="-122"/>
                <a:ea typeface="微软雅黑" panose="020B0503020204020204" pitchFamily="34" charset="-122"/>
                <a:cs typeface="微软雅黑" panose="020B0503020204020204" pitchFamily="34" charset="-120"/>
              </a:rPr>
              <a:t>聚类问题</a:t>
            </a:r>
            <a:endParaRPr lang="en-US" sz="1920" dirty="0"/>
          </a:p>
        </p:txBody>
      </p:sp>
      <p:sp>
        <p:nvSpPr>
          <p:cNvPr id="4" name="Shape 1"/>
          <p:cNvSpPr/>
          <p:nvPr/>
        </p:nvSpPr>
        <p:spPr>
          <a:xfrm>
            <a:off x="578055" y="298655"/>
            <a:ext cx="243840" cy="24384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FF8989"/>
          </a:solidFill>
        </p:spPr>
      </p:sp>
      <p:sp>
        <p:nvSpPr>
          <p:cNvPr id="5" name="Shape 2"/>
          <p:cNvSpPr/>
          <p:nvPr/>
        </p:nvSpPr>
        <p:spPr>
          <a:xfrm>
            <a:off x="1049357" y="298655"/>
            <a:ext cx="243840" cy="24384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D8F1FF"/>
          </a:solidFill>
        </p:spPr>
      </p:sp>
      <p:sp>
        <p:nvSpPr>
          <p:cNvPr id="6" name="Shape 3"/>
          <p:cNvSpPr/>
          <p:nvPr/>
        </p:nvSpPr>
        <p:spPr>
          <a:xfrm>
            <a:off x="1520661" y="298655"/>
            <a:ext cx="243840" cy="24384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FFDB41"/>
          </a:solidFill>
        </p:spPr>
      </p:sp>
      <p:sp>
        <p:nvSpPr>
          <p:cNvPr id="7" name="Shape 4"/>
          <p:cNvSpPr/>
          <p:nvPr/>
        </p:nvSpPr>
        <p:spPr>
          <a:xfrm rot="2700000">
            <a:off x="1126213" y="3718237"/>
            <a:ext cx="755904" cy="755904"/>
          </a:xfrm>
          <a:custGeom>
            <a:avLst/>
            <a:gdLst/>
            <a:ahLst/>
            <a:cxnLst/>
            <a:rect l="l" t="t" r="r" b="b"/>
            <a:pathLst>
              <a:path w="566928" h="566928">
                <a:moveTo>
                  <a:pt x="0" y="0"/>
                </a:moveTo>
                <a:moveTo>
                  <a:pt x="0" y="0"/>
                </a:moveTo>
                <a:lnTo>
                  <a:pt x="566928" y="0"/>
                </a:lnTo>
                <a:lnTo>
                  <a:pt x="566928" y="566928"/>
                </a:lnTo>
                <a:lnTo>
                  <a:pt x="0" y="566928"/>
                </a:lnTo>
                <a:close/>
              </a:path>
            </a:pathLst>
          </a:custGeom>
          <a:solidFill>
            <a:srgbClr val="5196FF">
              <a:alpha val="50000"/>
            </a:srgbClr>
          </a:solidFill>
        </p:spPr>
      </p:sp>
      <p:sp>
        <p:nvSpPr>
          <p:cNvPr id="8" name="Shape 5"/>
          <p:cNvSpPr/>
          <p:nvPr/>
        </p:nvSpPr>
        <p:spPr>
          <a:xfrm rot="2700000">
            <a:off x="1126213" y="2337977"/>
            <a:ext cx="755904" cy="755904"/>
          </a:xfrm>
          <a:custGeom>
            <a:avLst/>
            <a:gdLst/>
            <a:ahLst/>
            <a:cxnLst/>
            <a:rect l="l" t="t" r="r" b="b"/>
            <a:pathLst>
              <a:path w="566928" h="566928">
                <a:moveTo>
                  <a:pt x="0" y="0"/>
                </a:moveTo>
                <a:moveTo>
                  <a:pt x="0" y="0"/>
                </a:moveTo>
                <a:lnTo>
                  <a:pt x="566928" y="0"/>
                </a:lnTo>
                <a:lnTo>
                  <a:pt x="566928" y="566928"/>
                </a:lnTo>
                <a:lnTo>
                  <a:pt x="0" y="566928"/>
                </a:lnTo>
                <a:close/>
              </a:path>
            </a:pathLst>
          </a:custGeom>
          <a:solidFill>
            <a:srgbClr val="5196FF">
              <a:alpha val="50000"/>
            </a:srgbClr>
          </a:solidFill>
        </p:spPr>
      </p:sp>
      <p:sp>
        <p:nvSpPr>
          <p:cNvPr id="9" name="Shape 6"/>
          <p:cNvSpPr/>
          <p:nvPr/>
        </p:nvSpPr>
        <p:spPr>
          <a:xfrm rot="2700000">
            <a:off x="1126213" y="3053433"/>
            <a:ext cx="755904" cy="755904"/>
          </a:xfrm>
          <a:custGeom>
            <a:avLst/>
            <a:gdLst/>
            <a:ahLst/>
            <a:cxnLst/>
            <a:rect l="l" t="t" r="r" b="b"/>
            <a:pathLst>
              <a:path w="566928" h="566928">
                <a:moveTo>
                  <a:pt x="0" y="0"/>
                </a:moveTo>
                <a:moveTo>
                  <a:pt x="0" y="0"/>
                </a:moveTo>
                <a:lnTo>
                  <a:pt x="566928" y="0"/>
                </a:lnTo>
                <a:lnTo>
                  <a:pt x="566928" y="566928"/>
                </a:lnTo>
                <a:lnTo>
                  <a:pt x="0" y="566928"/>
                </a:lnTo>
                <a:close/>
              </a:path>
            </a:pathLst>
          </a:custGeom>
          <a:solidFill>
            <a:srgbClr val="0084FF"/>
          </a:solidFill>
        </p:spPr>
      </p:sp>
      <p:sp>
        <p:nvSpPr>
          <p:cNvPr id="10" name="Shape 7"/>
          <p:cNvSpPr/>
          <p:nvPr/>
        </p:nvSpPr>
        <p:spPr>
          <a:xfrm rot="2700000">
            <a:off x="1126213" y="4426553"/>
            <a:ext cx="755904" cy="755904"/>
          </a:xfrm>
          <a:custGeom>
            <a:avLst/>
            <a:gdLst/>
            <a:ahLst/>
            <a:cxnLst/>
            <a:rect l="l" t="t" r="r" b="b"/>
            <a:pathLst>
              <a:path w="566928" h="566928">
                <a:moveTo>
                  <a:pt x="0" y="0"/>
                </a:moveTo>
                <a:moveTo>
                  <a:pt x="0" y="0"/>
                </a:moveTo>
                <a:lnTo>
                  <a:pt x="566928" y="0"/>
                </a:lnTo>
                <a:lnTo>
                  <a:pt x="566928" y="566928"/>
                </a:lnTo>
                <a:lnTo>
                  <a:pt x="0" y="566928"/>
                </a:lnTo>
                <a:close/>
              </a:path>
            </a:pathLst>
          </a:custGeom>
          <a:solidFill>
            <a:srgbClr val="0084FF"/>
          </a:solidFill>
        </p:spPr>
      </p:sp>
      <p:sp>
        <p:nvSpPr>
          <p:cNvPr id="11" name="Shape 8"/>
          <p:cNvSpPr/>
          <p:nvPr/>
        </p:nvSpPr>
        <p:spPr>
          <a:xfrm rot="2700000">
            <a:off x="1126213" y="1622393"/>
            <a:ext cx="755904" cy="755904"/>
          </a:xfrm>
          <a:custGeom>
            <a:avLst/>
            <a:gdLst/>
            <a:ahLst/>
            <a:cxnLst/>
            <a:rect l="l" t="t" r="r" b="b"/>
            <a:pathLst>
              <a:path w="566928" h="566928">
                <a:moveTo>
                  <a:pt x="0" y="0"/>
                </a:moveTo>
                <a:moveTo>
                  <a:pt x="0" y="0"/>
                </a:moveTo>
                <a:lnTo>
                  <a:pt x="566928" y="0"/>
                </a:lnTo>
                <a:lnTo>
                  <a:pt x="566928" y="566928"/>
                </a:lnTo>
                <a:lnTo>
                  <a:pt x="0" y="566928"/>
                </a:lnTo>
                <a:close/>
              </a:path>
            </a:pathLst>
          </a:custGeom>
          <a:solidFill>
            <a:srgbClr val="0084FF"/>
          </a:solidFill>
        </p:spPr>
      </p:sp>
      <p:sp>
        <p:nvSpPr>
          <p:cNvPr id="12" name="Text 9"/>
          <p:cNvSpPr/>
          <p:nvPr/>
        </p:nvSpPr>
        <p:spPr>
          <a:xfrm>
            <a:off x="1048492" y="3053434"/>
            <a:ext cx="911347" cy="688715"/>
          </a:xfrm>
          <a:prstGeom prst="rect">
            <a:avLst/>
          </a:prstGeom>
          <a:noFill/>
        </p:spPr>
        <p:txBody>
          <a:bodyPr wrap="square" lIns="127000" tIns="127000" rIns="127000" bIns="127000" rtlCol="0" anchor="t">
            <a:spAutoFit/>
          </a:bodyPr>
          <a:lstStyle/>
          <a:p>
            <a:pPr algn="ctr">
              <a:lnSpc>
                <a:spcPct val="113000"/>
              </a:lnSpc>
              <a:spcBef>
                <a:spcPts val="500"/>
              </a:spcBef>
            </a:pPr>
            <a:r>
              <a:rPr lang="en-US" sz="2687"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02</a:t>
            </a:r>
            <a:endParaRPr lang="en-US" sz="1920" dirty="0"/>
          </a:p>
        </p:txBody>
      </p:sp>
      <p:sp>
        <p:nvSpPr>
          <p:cNvPr id="13" name="Text 10"/>
          <p:cNvSpPr/>
          <p:nvPr/>
        </p:nvSpPr>
        <p:spPr>
          <a:xfrm>
            <a:off x="1048492" y="4426554"/>
            <a:ext cx="911347" cy="688715"/>
          </a:xfrm>
          <a:prstGeom prst="rect">
            <a:avLst/>
          </a:prstGeom>
          <a:noFill/>
        </p:spPr>
        <p:txBody>
          <a:bodyPr wrap="square" lIns="127000" tIns="127000" rIns="127000" bIns="127000" rtlCol="0" anchor="t">
            <a:spAutoFit/>
          </a:bodyPr>
          <a:lstStyle/>
          <a:p>
            <a:pPr algn="ctr">
              <a:lnSpc>
                <a:spcPct val="113000"/>
              </a:lnSpc>
              <a:spcBef>
                <a:spcPts val="500"/>
              </a:spcBef>
            </a:pPr>
            <a:r>
              <a:rPr lang="en-US" sz="2687"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03</a:t>
            </a:r>
            <a:endParaRPr lang="en-US" sz="1920" dirty="0"/>
          </a:p>
        </p:txBody>
      </p:sp>
      <p:sp>
        <p:nvSpPr>
          <p:cNvPr id="14" name="Text 11"/>
          <p:cNvSpPr/>
          <p:nvPr/>
        </p:nvSpPr>
        <p:spPr>
          <a:xfrm>
            <a:off x="1048492" y="1622394"/>
            <a:ext cx="911347" cy="688715"/>
          </a:xfrm>
          <a:prstGeom prst="rect">
            <a:avLst/>
          </a:prstGeom>
          <a:noFill/>
        </p:spPr>
        <p:txBody>
          <a:bodyPr wrap="square" lIns="127000" tIns="127000" rIns="127000" bIns="127000" rtlCol="0" anchor="t">
            <a:spAutoFit/>
          </a:bodyPr>
          <a:lstStyle/>
          <a:p>
            <a:pPr algn="ctr">
              <a:lnSpc>
                <a:spcPct val="113000"/>
              </a:lnSpc>
              <a:spcBef>
                <a:spcPts val="500"/>
              </a:spcBef>
            </a:pPr>
            <a:r>
              <a:rPr lang="en-US" sz="2687"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01</a:t>
            </a:r>
            <a:endParaRPr lang="en-US" sz="1920" dirty="0"/>
          </a:p>
        </p:txBody>
      </p:sp>
      <p:sp>
        <p:nvSpPr>
          <p:cNvPr id="15" name="Shape 12"/>
          <p:cNvSpPr/>
          <p:nvPr/>
        </p:nvSpPr>
        <p:spPr>
          <a:xfrm>
            <a:off x="1837268" y="1478528"/>
            <a:ext cx="9374104" cy="1097280"/>
          </a:xfrm>
          <a:custGeom>
            <a:avLst/>
            <a:gdLst/>
            <a:ahLst/>
            <a:cxnLst/>
            <a:rect l="l" t="t" r="r" b="b"/>
            <a:pathLst>
              <a:path w="7030578" h="822960">
                <a:moveTo>
                  <a:pt x="102870" y="0"/>
                </a:moveTo>
                <a:moveTo>
                  <a:pt x="102870" y="0"/>
                </a:moveTo>
                <a:lnTo>
                  <a:pt x="6927708" y="0"/>
                </a:lnTo>
                <a:quadBezTo>
                  <a:pt x="7030578" y="0"/>
                  <a:pt x="7030578" y="102870"/>
                </a:quadBezTo>
                <a:lnTo>
                  <a:pt x="7030578" y="720090"/>
                </a:lnTo>
                <a:quadBezTo>
                  <a:pt x="7030578" y="822960"/>
                  <a:pt x="6927708" y="822960"/>
                </a:quadBezTo>
                <a:lnTo>
                  <a:pt x="102870" y="822960"/>
                </a:lnTo>
                <a:quadBezTo>
                  <a:pt x="0" y="822960"/>
                  <a:pt x="0" y="720090"/>
                </a:quadBezTo>
                <a:lnTo>
                  <a:pt x="0" y="102870"/>
                </a:lnTo>
                <a:quadBezTo>
                  <a:pt x="0" y="0"/>
                  <a:pt x="102870" y="0"/>
                </a:quadBezTo>
                <a:close/>
              </a:path>
            </a:pathLst>
          </a:custGeom>
          <a:solidFill>
            <a:srgbClr val="0084FF">
              <a:alpha val="0"/>
            </a:srgbClr>
          </a:solidFill>
          <a:ln w="19050">
            <a:solidFill>
              <a:srgbClr val="1859AE"/>
            </a:solidFill>
            <a:prstDash val="solid"/>
          </a:ln>
        </p:spPr>
      </p:sp>
      <p:sp>
        <p:nvSpPr>
          <p:cNvPr id="16" name="Text 13"/>
          <p:cNvSpPr/>
          <p:nvPr/>
        </p:nvSpPr>
        <p:spPr>
          <a:xfrm>
            <a:off x="2038669" y="1728464"/>
            <a:ext cx="3169920" cy="611514"/>
          </a:xfrm>
          <a:prstGeom prst="rect">
            <a:avLst/>
          </a:prstGeom>
          <a:noFill/>
        </p:spPr>
        <p:txBody>
          <a:bodyPr wrap="square" lIns="127000" tIns="127000" rIns="127000" bIns="127000" rtlCol="0" anchor="t">
            <a:spAutoFit/>
          </a:bodyPr>
          <a:lstStyle/>
          <a:p>
            <a:pPr>
              <a:spcBef>
                <a:spcPts val="500"/>
              </a:spcBef>
            </a:pPr>
            <a:r>
              <a:rPr lang="en-US" sz="2307" b="1" dirty="0">
                <a:solidFill>
                  <a:srgbClr val="4586DB"/>
                </a:solidFill>
                <a:latin typeface="微软雅黑" panose="020B0503020204020204" pitchFamily="34" charset="-122"/>
                <a:ea typeface="微软雅黑" panose="020B0503020204020204" pitchFamily="34" charset="-122"/>
                <a:cs typeface="微软雅黑" panose="020B0503020204020204" pitchFamily="34" charset="-120"/>
              </a:rPr>
              <a:t>聚类问题的定义</a:t>
            </a:r>
            <a:endParaRPr lang="en-US" sz="1920" dirty="0"/>
          </a:p>
        </p:txBody>
      </p:sp>
      <p:sp>
        <p:nvSpPr>
          <p:cNvPr id="17" name="Text 14"/>
          <p:cNvSpPr/>
          <p:nvPr/>
        </p:nvSpPr>
        <p:spPr>
          <a:xfrm>
            <a:off x="5208820" y="1466337"/>
            <a:ext cx="6002553" cy="1179810"/>
          </a:xfrm>
          <a:prstGeom prst="rect">
            <a:avLst/>
          </a:prstGeom>
          <a:noFill/>
        </p:spPr>
        <p:txBody>
          <a:bodyPr wrap="square" lIns="127000" tIns="127000" rIns="127000" bIns="127000" rtlCol="0" anchor="t">
            <a:spAutoFit/>
          </a:bodyPr>
          <a:lstStyle/>
          <a:p>
            <a:r>
              <a:rPr lang="en-US" sz="2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聚类问题是机器学习中的一种任务，旨在将无标记的数据分组，通过识别数据间的相似性，形成具有共同特征的簇。</a:t>
            </a:r>
            <a:endParaRPr lang="en-US" sz="2000" dirty="0"/>
          </a:p>
        </p:txBody>
      </p:sp>
      <p:sp>
        <p:nvSpPr>
          <p:cNvPr id="18" name="Shape 15"/>
          <p:cNvSpPr/>
          <p:nvPr/>
        </p:nvSpPr>
        <p:spPr>
          <a:xfrm>
            <a:off x="1837268" y="2908649"/>
            <a:ext cx="9385072" cy="1097280"/>
          </a:xfrm>
          <a:custGeom>
            <a:avLst/>
            <a:gdLst/>
            <a:ahLst/>
            <a:cxnLst/>
            <a:rect l="l" t="t" r="r" b="b"/>
            <a:pathLst>
              <a:path w="7038804" h="822960">
                <a:moveTo>
                  <a:pt x="102870" y="0"/>
                </a:moveTo>
                <a:moveTo>
                  <a:pt x="102870" y="0"/>
                </a:moveTo>
                <a:lnTo>
                  <a:pt x="6935934" y="0"/>
                </a:lnTo>
                <a:quadBezTo>
                  <a:pt x="7038804" y="0"/>
                  <a:pt x="7038804" y="102870"/>
                </a:quadBezTo>
                <a:lnTo>
                  <a:pt x="7038804" y="720090"/>
                </a:lnTo>
                <a:quadBezTo>
                  <a:pt x="7038804" y="822960"/>
                  <a:pt x="6935934" y="822960"/>
                </a:quadBezTo>
                <a:lnTo>
                  <a:pt x="102870" y="822960"/>
                </a:lnTo>
                <a:quadBezTo>
                  <a:pt x="0" y="822960"/>
                  <a:pt x="0" y="720090"/>
                </a:quadBezTo>
                <a:lnTo>
                  <a:pt x="0" y="102870"/>
                </a:lnTo>
                <a:quadBezTo>
                  <a:pt x="0" y="0"/>
                  <a:pt x="102870" y="0"/>
                </a:quadBezTo>
                <a:close/>
              </a:path>
            </a:pathLst>
          </a:custGeom>
          <a:solidFill>
            <a:srgbClr val="FFFFFF">
              <a:alpha val="0"/>
            </a:srgbClr>
          </a:solidFill>
          <a:ln w="19050">
            <a:solidFill>
              <a:srgbClr val="1859AE"/>
            </a:solidFill>
            <a:prstDash val="solid"/>
          </a:ln>
        </p:spPr>
      </p:sp>
      <p:sp>
        <p:nvSpPr>
          <p:cNvPr id="19" name="Shape 16"/>
          <p:cNvSpPr/>
          <p:nvPr/>
        </p:nvSpPr>
        <p:spPr>
          <a:xfrm>
            <a:off x="1837268" y="4282688"/>
            <a:ext cx="9374104" cy="1097280"/>
          </a:xfrm>
          <a:custGeom>
            <a:avLst/>
            <a:gdLst/>
            <a:ahLst/>
            <a:cxnLst/>
            <a:rect l="l" t="t" r="r" b="b"/>
            <a:pathLst>
              <a:path w="7030578" h="822960">
                <a:moveTo>
                  <a:pt x="102870" y="0"/>
                </a:moveTo>
                <a:moveTo>
                  <a:pt x="102870" y="0"/>
                </a:moveTo>
                <a:lnTo>
                  <a:pt x="6927708" y="0"/>
                </a:lnTo>
                <a:quadBezTo>
                  <a:pt x="7030578" y="0"/>
                  <a:pt x="7030578" y="102870"/>
                </a:quadBezTo>
                <a:lnTo>
                  <a:pt x="7030578" y="720090"/>
                </a:lnTo>
                <a:quadBezTo>
                  <a:pt x="7030578" y="822960"/>
                  <a:pt x="6927708" y="822960"/>
                </a:quadBezTo>
                <a:lnTo>
                  <a:pt x="102870" y="822960"/>
                </a:lnTo>
                <a:quadBezTo>
                  <a:pt x="0" y="822960"/>
                  <a:pt x="0" y="720090"/>
                </a:quadBezTo>
                <a:lnTo>
                  <a:pt x="0" y="102870"/>
                </a:lnTo>
                <a:quadBezTo>
                  <a:pt x="0" y="0"/>
                  <a:pt x="102870" y="0"/>
                </a:quadBezTo>
                <a:close/>
              </a:path>
            </a:pathLst>
          </a:custGeom>
          <a:solidFill>
            <a:srgbClr val="FFFFFF">
              <a:alpha val="0"/>
            </a:srgbClr>
          </a:solidFill>
          <a:ln w="19050">
            <a:solidFill>
              <a:srgbClr val="1859AE"/>
            </a:solidFill>
            <a:prstDash val="solid"/>
          </a:ln>
        </p:spPr>
      </p:sp>
      <p:sp>
        <p:nvSpPr>
          <p:cNvPr id="20" name="Text 17"/>
          <p:cNvSpPr/>
          <p:nvPr/>
        </p:nvSpPr>
        <p:spPr>
          <a:xfrm>
            <a:off x="2038669" y="3158585"/>
            <a:ext cx="3169920" cy="611514"/>
          </a:xfrm>
          <a:prstGeom prst="rect">
            <a:avLst/>
          </a:prstGeom>
          <a:noFill/>
        </p:spPr>
        <p:txBody>
          <a:bodyPr wrap="square" lIns="127000" tIns="127000" rIns="127000" bIns="127000" rtlCol="0" anchor="t">
            <a:spAutoFit/>
          </a:bodyPr>
          <a:lstStyle/>
          <a:p>
            <a:pPr>
              <a:spcBef>
                <a:spcPts val="500"/>
              </a:spcBef>
            </a:pPr>
            <a:r>
              <a:rPr lang="en-US" sz="2307" b="1" dirty="0">
                <a:solidFill>
                  <a:srgbClr val="4586DB"/>
                </a:solidFill>
                <a:latin typeface="微软雅黑" panose="020B0503020204020204" pitchFamily="34" charset="-122"/>
                <a:ea typeface="微软雅黑" panose="020B0503020204020204" pitchFamily="34" charset="-122"/>
                <a:cs typeface="微软雅黑" panose="020B0503020204020204" pitchFamily="34" charset="-120"/>
              </a:rPr>
              <a:t>聚类的商业应用</a:t>
            </a:r>
            <a:endParaRPr lang="en-US" sz="1920" dirty="0"/>
          </a:p>
        </p:txBody>
      </p:sp>
      <p:sp>
        <p:nvSpPr>
          <p:cNvPr id="21" name="Text 18"/>
          <p:cNvSpPr/>
          <p:nvPr/>
        </p:nvSpPr>
        <p:spPr>
          <a:xfrm>
            <a:off x="5208820" y="2896458"/>
            <a:ext cx="6002553" cy="1179810"/>
          </a:xfrm>
          <a:prstGeom prst="rect">
            <a:avLst/>
          </a:prstGeom>
          <a:noFill/>
        </p:spPr>
        <p:txBody>
          <a:bodyPr wrap="square" lIns="127000" tIns="127000" rIns="127000" bIns="127000" rtlCol="0" anchor="t">
            <a:spAutoFit/>
          </a:bodyPr>
          <a:lstStyle/>
          <a:p>
            <a:pPr>
              <a:spcBef>
                <a:spcPts val="500"/>
              </a:spcBef>
            </a:pPr>
            <a:r>
              <a:rPr lang="en-US" sz="2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在商业实践中，聚类分析帮助公司理解用户群体结构，通过对全球数亿用户的多维度分析，揭示不同用户群体的特征和需求。</a:t>
            </a:r>
            <a:endParaRPr lang="en-US" sz="2000" dirty="0"/>
          </a:p>
        </p:txBody>
      </p:sp>
      <p:sp>
        <p:nvSpPr>
          <p:cNvPr id="22" name="Text 19"/>
          <p:cNvSpPr/>
          <p:nvPr/>
        </p:nvSpPr>
        <p:spPr>
          <a:xfrm>
            <a:off x="2038899" y="4532625"/>
            <a:ext cx="3169920" cy="966547"/>
          </a:xfrm>
          <a:prstGeom prst="rect">
            <a:avLst/>
          </a:prstGeom>
          <a:noFill/>
        </p:spPr>
        <p:txBody>
          <a:bodyPr wrap="square" lIns="127000" tIns="127000" rIns="127000" bIns="127000" rtlCol="0" anchor="t">
            <a:spAutoFit/>
          </a:bodyPr>
          <a:lstStyle/>
          <a:p>
            <a:pPr>
              <a:spcBef>
                <a:spcPts val="500"/>
              </a:spcBef>
            </a:pPr>
            <a:r>
              <a:rPr lang="en-US" sz="2307" b="1" dirty="0">
                <a:solidFill>
                  <a:srgbClr val="4586DB"/>
                </a:solidFill>
                <a:latin typeface="微软雅黑" panose="020B0503020204020204" pitchFamily="34" charset="-122"/>
                <a:ea typeface="微软雅黑" panose="020B0503020204020204" pitchFamily="34" charset="-122"/>
                <a:cs typeface="微软雅黑" panose="020B0503020204020204" pitchFamily="34" charset="-120"/>
              </a:rPr>
              <a:t>聚类对品牌定位的影响</a:t>
            </a:r>
            <a:endParaRPr lang="en-US" sz="1920" dirty="0"/>
          </a:p>
        </p:txBody>
      </p:sp>
      <p:sp>
        <p:nvSpPr>
          <p:cNvPr id="23" name="Text 20"/>
          <p:cNvSpPr/>
          <p:nvPr/>
        </p:nvSpPr>
        <p:spPr>
          <a:xfrm>
            <a:off x="5211257" y="4270497"/>
            <a:ext cx="6000115" cy="1179810"/>
          </a:xfrm>
          <a:prstGeom prst="rect">
            <a:avLst/>
          </a:prstGeom>
          <a:noFill/>
        </p:spPr>
        <p:txBody>
          <a:bodyPr wrap="square" lIns="127000" tIns="127000" rIns="127000" bIns="127000" rtlCol="0" anchor="t">
            <a:spAutoFit/>
          </a:bodyPr>
          <a:lstStyle/>
          <a:p>
            <a:pPr>
              <a:spcBef>
                <a:spcPts val="500"/>
              </a:spcBef>
            </a:pPr>
            <a:r>
              <a:rPr lang="en-US" sz="2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聚类结果可以揭示未被充分关注的用户群体，影响品牌定位和市场策略，使企业能够更精准地开发和推广产品。</a:t>
            </a:r>
            <a:endParaRPr lang="en-US" sz="2000" dirty="0"/>
          </a:p>
        </p:txBody>
      </p:sp>
    </p:spTree>
    <p:extLst>
      <p:ext uri="{BB962C8B-B14F-4D97-AF65-F5344CB8AC3E}">
        <p14:creationId xmlns:p14="http://schemas.microsoft.com/office/powerpoint/2010/main" val="324071203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标题 16"/>
          <p:cNvSpPr>
            <a:spLocks noGrp="1"/>
          </p:cNvSpPr>
          <p:nvPr>
            <p:ph type="title"/>
            <p:custDataLst>
              <p:tags r:id="rId2"/>
            </p:custDataLst>
          </p:nvPr>
        </p:nvSpPr>
        <p:spPr/>
        <p:txBody>
          <a:bodyPr>
            <a:normAutofit fontScale="90000"/>
          </a:bodyPr>
          <a:lstStyle/>
          <a:p>
            <a:pPr lvl="0"/>
            <a:r>
              <a:rPr lang="en-US" altLang="zh-CN" dirty="0"/>
              <a:t>2.3.1 K-means</a:t>
            </a:r>
            <a:r>
              <a:rPr lang="zh-CN" altLang="en-US" dirty="0"/>
              <a:t>聚类：算法定义</a:t>
            </a:r>
          </a:p>
        </p:txBody>
      </p:sp>
      <p:sp>
        <p:nvSpPr>
          <p:cNvPr id="31" name="圆角矩形 30"/>
          <p:cNvSpPr/>
          <p:nvPr>
            <p:custDataLst>
              <p:tags r:id="rId3"/>
            </p:custDataLst>
          </p:nvPr>
        </p:nvSpPr>
        <p:spPr>
          <a:xfrm>
            <a:off x="678423" y="1742344"/>
            <a:ext cx="6727158" cy="1763272"/>
          </a:xfrm>
          <a:prstGeom prst="roundRect">
            <a:avLst>
              <a:gd name="adj" fmla="val 11525"/>
            </a:avLst>
          </a:prstGeom>
          <a:gradFill>
            <a:gsLst>
              <a:gs pos="0">
                <a:schemeClr val="accent1">
                  <a:lumMod val="20000"/>
                  <a:lumOff val="80000"/>
                  <a:alpha val="0"/>
                </a:schemeClr>
              </a:gs>
              <a:gs pos="100000">
                <a:schemeClr val="accent1">
                  <a:lumMod val="20000"/>
                  <a:lumOff val="80000"/>
                  <a:alpha val="44000"/>
                </a:schemeClr>
              </a:gs>
            </a:gsLst>
            <a:lin ang="108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lvl="0" algn="ctr">
              <a:buClrTx/>
              <a:buSzTx/>
              <a:buFontTx/>
            </a:pPr>
            <a:endParaRPr lang="zh-CN" altLang="en-US" sz="1600">
              <a:sym typeface="+mn-ea"/>
            </a:endParaRPr>
          </a:p>
        </p:txBody>
      </p:sp>
      <p:sp>
        <p:nvSpPr>
          <p:cNvPr id="36" name="圆角矩形 35"/>
          <p:cNvSpPr/>
          <p:nvPr>
            <p:custDataLst>
              <p:tags r:id="rId4"/>
            </p:custDataLst>
          </p:nvPr>
        </p:nvSpPr>
        <p:spPr>
          <a:xfrm>
            <a:off x="313265" y="2263726"/>
            <a:ext cx="2088187" cy="720065"/>
          </a:xfrm>
          <a:prstGeom prst="roundRect">
            <a:avLst>
              <a:gd name="adj" fmla="val 14111"/>
            </a:avLst>
          </a:prstGeom>
          <a:solidFill>
            <a:schemeClr val="accent1"/>
          </a:solidFill>
          <a:ln>
            <a:solidFill>
              <a:schemeClr val="accent1">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spcBef>
                <a:spcPct val="0"/>
              </a:spcBef>
              <a:spcAft>
                <a:spcPct val="0"/>
              </a:spcAft>
            </a:pPr>
            <a:r>
              <a:rPr lang="zh-CN" altLang="en-US" sz="2000" b="1" dirty="0">
                <a:solidFill>
                  <a:schemeClr val="lt1">
                    <a:lumMod val="100000"/>
                  </a:schemeClr>
                </a:solidFill>
                <a:latin typeface="+mn-ea"/>
                <a:cs typeface="+mn-ea"/>
                <a:sym typeface="+mn-ea"/>
              </a:rPr>
              <a:t>基于距离的无监督聚类</a:t>
            </a:r>
          </a:p>
        </p:txBody>
      </p:sp>
      <p:sp>
        <p:nvSpPr>
          <p:cNvPr id="5" name="矩形 4"/>
          <p:cNvSpPr/>
          <p:nvPr>
            <p:custDataLst>
              <p:tags r:id="rId5"/>
            </p:custDataLst>
          </p:nvPr>
        </p:nvSpPr>
        <p:spPr>
          <a:xfrm>
            <a:off x="2640115" y="1909364"/>
            <a:ext cx="3923928" cy="1428626"/>
          </a:xfrm>
          <a:prstGeom prst="rect">
            <a:avLst/>
          </a:prstGeom>
          <a:noFill/>
        </p:spPr>
        <p:txBody>
          <a:bodyPr wrap="square" lIns="0" tIns="0" rIns="0" bIns="0" rtlCol="0" anchor="ctr" anchorCtr="0">
            <a:noAutofit/>
          </a:bodyPr>
          <a:lstStyle/>
          <a:p>
            <a:pPr algn="just" fontAlgn="b">
              <a:lnSpc>
                <a:spcPct val="150000"/>
              </a:lnSpc>
              <a:spcBef>
                <a:spcPct val="0"/>
              </a:spcBef>
              <a:spcAft>
                <a:spcPct val="0"/>
              </a:spcAft>
            </a:pPr>
            <a:r>
              <a:rPr lang="zh-CN" altLang="en-US" sz="1700" dirty="0">
                <a:solidFill>
                  <a:schemeClr val="tx1">
                    <a:lumMod val="85000"/>
                    <a:lumOff val="15000"/>
                  </a:schemeClr>
                </a:solidFill>
                <a:latin typeface="+mn-ea"/>
                <a:cs typeface="+mn-ea"/>
              </a:rPr>
              <a:t>K-means 是一种基于距离的无监督聚类算法，通过将数据点划分为 K 个类簇。</a:t>
            </a:r>
          </a:p>
        </p:txBody>
      </p:sp>
      <p:sp>
        <p:nvSpPr>
          <p:cNvPr id="66" name="圆角矩形 65"/>
          <p:cNvSpPr/>
          <p:nvPr>
            <p:custDataLst>
              <p:tags r:id="rId6"/>
            </p:custDataLst>
          </p:nvPr>
        </p:nvSpPr>
        <p:spPr>
          <a:xfrm>
            <a:off x="678423" y="3887566"/>
            <a:ext cx="6727158" cy="1763272"/>
          </a:xfrm>
          <a:prstGeom prst="roundRect">
            <a:avLst>
              <a:gd name="adj" fmla="val 11525"/>
            </a:avLst>
          </a:prstGeom>
          <a:gradFill>
            <a:gsLst>
              <a:gs pos="0">
                <a:schemeClr val="accent1">
                  <a:lumMod val="20000"/>
                  <a:lumOff val="80000"/>
                  <a:alpha val="0"/>
                </a:schemeClr>
              </a:gs>
              <a:gs pos="100000">
                <a:schemeClr val="accent1">
                  <a:lumMod val="20000"/>
                  <a:lumOff val="80000"/>
                  <a:alpha val="44000"/>
                </a:schemeClr>
              </a:gs>
            </a:gsLst>
            <a:lin ang="108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lvl="0" algn="ctr">
              <a:buClrTx/>
              <a:buSzTx/>
              <a:buFontTx/>
            </a:pPr>
            <a:endParaRPr lang="zh-CN" altLang="en-US" sz="1600">
              <a:sym typeface="+mn-ea"/>
            </a:endParaRPr>
          </a:p>
        </p:txBody>
      </p:sp>
      <p:sp>
        <p:nvSpPr>
          <p:cNvPr id="4" name="圆角矩形 35"/>
          <p:cNvSpPr/>
          <p:nvPr>
            <p:custDataLst>
              <p:tags r:id="rId7"/>
            </p:custDataLst>
          </p:nvPr>
        </p:nvSpPr>
        <p:spPr>
          <a:xfrm>
            <a:off x="313265" y="4408948"/>
            <a:ext cx="2088187" cy="720065"/>
          </a:xfrm>
          <a:prstGeom prst="roundRect">
            <a:avLst>
              <a:gd name="adj" fmla="val 14111"/>
            </a:avLst>
          </a:prstGeom>
          <a:solidFill>
            <a:schemeClr val="accent1"/>
          </a:solidFill>
          <a:ln>
            <a:solidFill>
              <a:schemeClr val="accent1">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spcBef>
                <a:spcPct val="0"/>
              </a:spcBef>
              <a:spcAft>
                <a:spcPct val="0"/>
              </a:spcAft>
            </a:pPr>
            <a:r>
              <a:rPr lang="zh-CN" altLang="en-US" sz="2000" b="1" dirty="0">
                <a:solidFill>
                  <a:schemeClr val="lt1">
                    <a:lumMod val="100000"/>
                  </a:schemeClr>
                </a:solidFill>
                <a:latin typeface="+mn-ea"/>
                <a:cs typeface="+mn-ea"/>
                <a:sym typeface="+mn-ea"/>
              </a:rPr>
              <a:t>类簇内数据点相似</a:t>
            </a:r>
          </a:p>
        </p:txBody>
      </p:sp>
      <p:sp>
        <p:nvSpPr>
          <p:cNvPr id="6" name="矩形 5"/>
          <p:cNvSpPr/>
          <p:nvPr>
            <p:custDataLst>
              <p:tags r:id="rId8"/>
            </p:custDataLst>
          </p:nvPr>
        </p:nvSpPr>
        <p:spPr>
          <a:xfrm>
            <a:off x="2640114" y="4054586"/>
            <a:ext cx="3923929" cy="1428626"/>
          </a:xfrm>
          <a:prstGeom prst="rect">
            <a:avLst/>
          </a:prstGeom>
          <a:noFill/>
        </p:spPr>
        <p:txBody>
          <a:bodyPr wrap="square" lIns="0" tIns="0" rIns="0" bIns="0" rtlCol="0" anchor="ctr" anchorCtr="0">
            <a:noAutofit/>
          </a:bodyPr>
          <a:lstStyle/>
          <a:p>
            <a:pPr algn="just" fontAlgn="b">
              <a:lnSpc>
                <a:spcPct val="150000"/>
              </a:lnSpc>
              <a:spcBef>
                <a:spcPct val="0"/>
              </a:spcBef>
              <a:spcAft>
                <a:spcPct val="0"/>
              </a:spcAft>
            </a:pPr>
            <a:r>
              <a:rPr lang="zh-CN" altLang="en-US" sz="1700" dirty="0">
                <a:solidFill>
                  <a:schemeClr val="tx1">
                    <a:lumMod val="85000"/>
                    <a:lumOff val="15000"/>
                  </a:schemeClr>
                </a:solidFill>
                <a:latin typeface="+mn-ea"/>
                <a:cs typeface="+mn-ea"/>
              </a:rPr>
              <a:t>使得每个类簇内的数据点尽可能相似，而不同类簇之间的数据点尽可能不同。</a:t>
            </a:r>
          </a:p>
        </p:txBody>
      </p:sp>
      <p:pic>
        <p:nvPicPr>
          <p:cNvPr id="2" name="图片 1">
            <a:extLst>
              <a:ext uri="{FF2B5EF4-FFF2-40B4-BE49-F238E27FC236}">
                <a16:creationId xmlns:a16="http://schemas.microsoft.com/office/drawing/2014/main" id="{442A0516-C636-B02B-0AED-E84E069F2F01}"/>
              </a:ext>
            </a:extLst>
          </p:cNvPr>
          <p:cNvPicPr>
            <a:picLocks noChangeAspect="1"/>
          </p:cNvPicPr>
          <p:nvPr/>
        </p:nvPicPr>
        <p:blipFill>
          <a:blip r:embed="rId11"/>
          <a:srcRect l="11195" t="4739" r="3914" b="8768"/>
          <a:stretch/>
        </p:blipFill>
        <p:spPr>
          <a:xfrm>
            <a:off x="6789172" y="1742344"/>
            <a:ext cx="5156200" cy="3918278"/>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custDataLst>
      <p:tags r:id="rId1"/>
    </p:custDataLst>
  </p:cSld>
  <p:clrMapOvr>
    <a:masterClrMapping/>
  </p:clrMapOvr>
  <mc:AlternateContent xmlns:mc="http://schemas.openxmlformats.org/markup-compatibility/2006" xmlns:p14="http://schemas.microsoft.com/office/powerpoint/2010/main">
    <mc:Choice Requires="p14">
      <p:transition>
        <p:fade/>
      </p:transition>
    </mc:Choice>
    <mc:Fallback xmlns="">
      <p:transition>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标题 11"/>
          <p:cNvSpPr>
            <a:spLocks noGrp="1"/>
          </p:cNvSpPr>
          <p:nvPr>
            <p:ph type="title"/>
            <p:custDataLst>
              <p:tags r:id="rId2"/>
            </p:custDataLst>
          </p:nvPr>
        </p:nvSpPr>
        <p:spPr/>
        <p:txBody>
          <a:bodyPr>
            <a:normAutofit fontScale="90000"/>
          </a:bodyPr>
          <a:lstStyle/>
          <a:p>
            <a:r>
              <a:rPr lang="en-US" altLang="zh-CN" dirty="0"/>
              <a:t>2.3.1 K-means</a:t>
            </a:r>
            <a:r>
              <a:rPr lang="zh-CN" altLang="en-US" dirty="0"/>
              <a:t>聚类：核心思想</a:t>
            </a:r>
          </a:p>
        </p:txBody>
      </p:sp>
      <p:pic>
        <p:nvPicPr>
          <p:cNvPr id="16" name="图片 15" descr="/data/temp/d2ebf0c0-19f8-11f0-9dc1-5a03cfdf3532.pngd2ebf0c0-19f8-11f0-9dc1-5a03cfdf3532"/>
          <p:cNvPicPr>
            <a:picLocks noChangeAspect="1"/>
          </p:cNvPicPr>
          <p:nvPr>
            <p:custDataLst>
              <p:tags r:id="rId3"/>
            </p:custDataLst>
          </p:nvPr>
        </p:nvPicPr>
        <p:blipFill rotWithShape="1">
          <a:blip r:embed="rId11" cstate="print"/>
          <a:srcRect l="3169" r="3169"/>
          <a:stretch>
            <a:fillRect/>
          </a:stretch>
        </p:blipFill>
        <p:spPr>
          <a:xfrm>
            <a:off x="2274927" y="1799464"/>
            <a:ext cx="2627340" cy="2805145"/>
          </a:xfrm>
          <a:custGeom>
            <a:avLst/>
            <a:gdLst>
              <a:gd name="connsiteX0" fmla="*/ 1313698 w 2627403"/>
              <a:gd name="connsiteY0" fmla="*/ 0 h 2805212"/>
              <a:gd name="connsiteX1" fmla="*/ 1393218 w 2627403"/>
              <a:gd name="connsiteY1" fmla="*/ 19125 h 2805212"/>
              <a:gd name="connsiteX2" fmla="*/ 2529110 w 2627403"/>
              <a:gd name="connsiteY2" fmla="*/ 587071 h 2805212"/>
              <a:gd name="connsiteX3" fmla="*/ 2627403 w 2627403"/>
              <a:gd name="connsiteY3" fmla="*/ 746105 h 2805212"/>
              <a:gd name="connsiteX4" fmla="*/ 2627403 w 2627403"/>
              <a:gd name="connsiteY4" fmla="*/ 2059094 h 2805212"/>
              <a:gd name="connsiteX5" fmla="*/ 2529117 w 2627403"/>
              <a:gd name="connsiteY5" fmla="*/ 2218139 h 2805212"/>
              <a:gd name="connsiteX6" fmla="*/ 1393225 w 2627403"/>
              <a:gd name="connsiteY6" fmla="*/ 2786085 h 2805212"/>
              <a:gd name="connsiteX7" fmla="*/ 1234185 w 2627403"/>
              <a:gd name="connsiteY7" fmla="*/ 2786089 h 2805212"/>
              <a:gd name="connsiteX8" fmla="*/ 98293 w 2627403"/>
              <a:gd name="connsiteY8" fmla="*/ 2218143 h 2805212"/>
              <a:gd name="connsiteX9" fmla="*/ 0 w 2627403"/>
              <a:gd name="connsiteY9" fmla="*/ 2059109 h 2805212"/>
              <a:gd name="connsiteX10" fmla="*/ 0 w 2627403"/>
              <a:gd name="connsiteY10" fmla="*/ 746120 h 2805212"/>
              <a:gd name="connsiteX11" fmla="*/ 98286 w 2627403"/>
              <a:gd name="connsiteY11" fmla="*/ 587075 h 2805212"/>
              <a:gd name="connsiteX12" fmla="*/ 1234178 w 2627403"/>
              <a:gd name="connsiteY12" fmla="*/ 19129 h 2805212"/>
              <a:gd name="connsiteX13" fmla="*/ 1313698 w 2627403"/>
              <a:gd name="connsiteY13" fmla="*/ 0 h 28052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627403" h="2805212">
                <a:moveTo>
                  <a:pt x="1313698" y="0"/>
                </a:moveTo>
                <a:cubicBezTo>
                  <a:pt x="1340707" y="-1"/>
                  <a:pt x="1367716" y="6374"/>
                  <a:pt x="1393218" y="19125"/>
                </a:cubicBezTo>
                <a:cubicBezTo>
                  <a:pt x="1444222" y="44627"/>
                  <a:pt x="2467209" y="556120"/>
                  <a:pt x="2529110" y="587071"/>
                </a:cubicBezTo>
                <a:cubicBezTo>
                  <a:pt x="2591012" y="618021"/>
                  <a:pt x="2627404" y="676896"/>
                  <a:pt x="2627403" y="746105"/>
                </a:cubicBezTo>
                <a:lnTo>
                  <a:pt x="2627403" y="2059094"/>
                </a:lnTo>
                <a:cubicBezTo>
                  <a:pt x="2627404" y="2128301"/>
                  <a:pt x="2591020" y="2187187"/>
                  <a:pt x="2529117" y="2218139"/>
                </a:cubicBezTo>
                <a:cubicBezTo>
                  <a:pt x="2467217" y="2249089"/>
                  <a:pt x="1444230" y="2760582"/>
                  <a:pt x="1393225" y="2786085"/>
                </a:cubicBezTo>
                <a:cubicBezTo>
                  <a:pt x="1342222" y="2811586"/>
                  <a:pt x="1285190" y="2811590"/>
                  <a:pt x="1234185" y="2786089"/>
                </a:cubicBezTo>
                <a:cubicBezTo>
                  <a:pt x="1183181" y="2760586"/>
                  <a:pt x="160195" y="2249092"/>
                  <a:pt x="98293" y="2218143"/>
                </a:cubicBezTo>
                <a:cubicBezTo>
                  <a:pt x="36393" y="2187191"/>
                  <a:pt x="1" y="2128316"/>
                  <a:pt x="0" y="2059109"/>
                </a:cubicBezTo>
                <a:cubicBezTo>
                  <a:pt x="1" y="1989900"/>
                  <a:pt x="1" y="815327"/>
                  <a:pt x="0" y="746120"/>
                </a:cubicBezTo>
                <a:cubicBezTo>
                  <a:pt x="1" y="676911"/>
                  <a:pt x="36386" y="618025"/>
                  <a:pt x="98286" y="587075"/>
                </a:cubicBezTo>
                <a:cubicBezTo>
                  <a:pt x="160188" y="556123"/>
                  <a:pt x="1183174" y="44630"/>
                  <a:pt x="1234178" y="19129"/>
                </a:cubicBezTo>
                <a:cubicBezTo>
                  <a:pt x="1259681" y="6378"/>
                  <a:pt x="1286689" y="1"/>
                  <a:pt x="1313698" y="0"/>
                </a:cubicBezTo>
                <a:close/>
              </a:path>
            </a:pathLst>
          </a:custGeom>
          <a:solidFill>
            <a:schemeClr val="accent1">
              <a:alpha val="50000"/>
            </a:schemeClr>
          </a:solidFill>
          <a:ln w="3175" cap="flat" cmpd="sng" algn="ctr">
            <a:solidFill>
              <a:schemeClr val="tx1">
                <a:lumMod val="40000"/>
                <a:lumOff val="60000"/>
                <a:alpha val="20000"/>
              </a:schemeClr>
            </a:solidFill>
            <a:prstDash val="solid"/>
            <a:round/>
            <a:headEnd type="none" w="med" len="med"/>
            <a:tailEnd type="none" w="med" len="med"/>
          </a:ln>
        </p:spPr>
      </p:pic>
      <p:sp>
        <p:nvSpPr>
          <p:cNvPr id="10" name="矩形 9"/>
          <p:cNvSpPr/>
          <p:nvPr>
            <p:custDataLst>
              <p:tags r:id="rId4"/>
            </p:custDataLst>
          </p:nvPr>
        </p:nvSpPr>
        <p:spPr>
          <a:xfrm>
            <a:off x="1506596" y="5331885"/>
            <a:ext cx="4162325" cy="1104874"/>
          </a:xfrm>
          <a:prstGeom prst="rect">
            <a:avLst/>
          </a:prstGeom>
          <a:noFill/>
        </p:spPr>
        <p:txBody>
          <a:bodyPr wrap="square" lIns="0" tIns="0" rIns="0" bIns="0" rtlCol="0" anchor="t" anchorCtr="0">
            <a:noAutofit/>
          </a:bodyPr>
          <a:lstStyle/>
          <a:p>
            <a:pPr algn="ctr">
              <a:lnSpc>
                <a:spcPct val="150000"/>
              </a:lnSpc>
              <a:spcBef>
                <a:spcPct val="0"/>
              </a:spcBef>
              <a:spcAft>
                <a:spcPct val="0"/>
              </a:spcAft>
            </a:pPr>
            <a:r>
              <a:rPr lang="zh-CN" altLang="en-US">
                <a:ln>
                  <a:noFill/>
                  <a:prstDash val="sysDot"/>
                </a:ln>
                <a:solidFill>
                  <a:schemeClr val="tx1">
                    <a:lumMod val="85000"/>
                    <a:lumOff val="15000"/>
                  </a:schemeClr>
                </a:solidFill>
                <a:latin typeface="+mn-ea"/>
                <a:cs typeface="+mn-ea"/>
              </a:rPr>
              <a:t>如果两个数据点的距离较近，它们更可能属于同一个类簇。</a:t>
            </a:r>
          </a:p>
        </p:txBody>
      </p:sp>
      <p:sp>
        <p:nvSpPr>
          <p:cNvPr id="11" name="矩形 10"/>
          <p:cNvSpPr/>
          <p:nvPr>
            <p:custDataLst>
              <p:tags r:id="rId5"/>
            </p:custDataLst>
          </p:nvPr>
        </p:nvSpPr>
        <p:spPr>
          <a:xfrm>
            <a:off x="2085702" y="4831517"/>
            <a:ext cx="3004748" cy="462269"/>
          </a:xfrm>
          <a:prstGeom prst="rect">
            <a:avLst/>
          </a:prstGeom>
          <a:noFill/>
        </p:spPr>
        <p:txBody>
          <a:bodyPr wrap="square" lIns="0" tIns="0" rIns="0" bIns="0" rtlCol="0" anchor="b">
            <a:noAutofit/>
          </a:bodyPr>
          <a:lstStyle/>
          <a:p>
            <a:pPr algn="ctr">
              <a:spcBef>
                <a:spcPct val="0"/>
              </a:spcBef>
              <a:spcAft>
                <a:spcPct val="0"/>
              </a:spcAft>
            </a:pPr>
            <a:r>
              <a:rPr lang="zh-CN" altLang="en-US" sz="2800" b="1" kern="0" dirty="0">
                <a:solidFill>
                  <a:schemeClr val="accent1"/>
                </a:solidFill>
                <a:latin typeface="+mn-ea"/>
                <a:cs typeface="+mn-ea"/>
              </a:rPr>
              <a:t>物以类聚</a:t>
            </a:r>
          </a:p>
        </p:txBody>
      </p:sp>
      <p:pic>
        <p:nvPicPr>
          <p:cNvPr id="13" name="图片 12" descr="/data/temp/d2ebf154-19f8-11f0-9dc1-5a03cfdf3532.jpgd2ebf154-19f8-11f0-9dc1-5a03cfdf3532"/>
          <p:cNvPicPr>
            <a:picLocks noChangeAspect="1"/>
          </p:cNvPicPr>
          <p:nvPr>
            <p:custDataLst>
              <p:tags r:id="rId6"/>
            </p:custDataLst>
          </p:nvPr>
        </p:nvPicPr>
        <p:blipFill rotWithShape="1">
          <a:blip r:embed="rId12" cstate="print"/>
          <a:srcRect l="12811" r="12811"/>
          <a:stretch>
            <a:fillRect/>
          </a:stretch>
        </p:blipFill>
        <p:spPr>
          <a:xfrm>
            <a:off x="7285592" y="1799464"/>
            <a:ext cx="2627340" cy="2805145"/>
          </a:xfrm>
          <a:custGeom>
            <a:avLst/>
            <a:gdLst>
              <a:gd name="connsiteX0" fmla="*/ 1313698 w 2627403"/>
              <a:gd name="connsiteY0" fmla="*/ 0 h 2805212"/>
              <a:gd name="connsiteX1" fmla="*/ 1393218 w 2627403"/>
              <a:gd name="connsiteY1" fmla="*/ 19125 h 2805212"/>
              <a:gd name="connsiteX2" fmla="*/ 2529110 w 2627403"/>
              <a:gd name="connsiteY2" fmla="*/ 587071 h 2805212"/>
              <a:gd name="connsiteX3" fmla="*/ 2627403 w 2627403"/>
              <a:gd name="connsiteY3" fmla="*/ 746105 h 2805212"/>
              <a:gd name="connsiteX4" fmla="*/ 2627403 w 2627403"/>
              <a:gd name="connsiteY4" fmla="*/ 2059094 h 2805212"/>
              <a:gd name="connsiteX5" fmla="*/ 2529117 w 2627403"/>
              <a:gd name="connsiteY5" fmla="*/ 2218139 h 2805212"/>
              <a:gd name="connsiteX6" fmla="*/ 1393225 w 2627403"/>
              <a:gd name="connsiteY6" fmla="*/ 2786085 h 2805212"/>
              <a:gd name="connsiteX7" fmla="*/ 1234185 w 2627403"/>
              <a:gd name="connsiteY7" fmla="*/ 2786089 h 2805212"/>
              <a:gd name="connsiteX8" fmla="*/ 98293 w 2627403"/>
              <a:gd name="connsiteY8" fmla="*/ 2218143 h 2805212"/>
              <a:gd name="connsiteX9" fmla="*/ 0 w 2627403"/>
              <a:gd name="connsiteY9" fmla="*/ 2059109 h 2805212"/>
              <a:gd name="connsiteX10" fmla="*/ 0 w 2627403"/>
              <a:gd name="connsiteY10" fmla="*/ 746120 h 2805212"/>
              <a:gd name="connsiteX11" fmla="*/ 98286 w 2627403"/>
              <a:gd name="connsiteY11" fmla="*/ 587075 h 2805212"/>
              <a:gd name="connsiteX12" fmla="*/ 1234178 w 2627403"/>
              <a:gd name="connsiteY12" fmla="*/ 19129 h 2805212"/>
              <a:gd name="connsiteX13" fmla="*/ 1313698 w 2627403"/>
              <a:gd name="connsiteY13" fmla="*/ 0 h 28052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627403" h="2805212">
                <a:moveTo>
                  <a:pt x="1313698" y="0"/>
                </a:moveTo>
                <a:cubicBezTo>
                  <a:pt x="1340707" y="-1"/>
                  <a:pt x="1367715" y="6374"/>
                  <a:pt x="1393218" y="19125"/>
                </a:cubicBezTo>
                <a:cubicBezTo>
                  <a:pt x="1444222" y="44627"/>
                  <a:pt x="2467209" y="556120"/>
                  <a:pt x="2529110" y="587071"/>
                </a:cubicBezTo>
                <a:cubicBezTo>
                  <a:pt x="2591012" y="618021"/>
                  <a:pt x="2627404" y="676896"/>
                  <a:pt x="2627403" y="746105"/>
                </a:cubicBezTo>
                <a:cubicBezTo>
                  <a:pt x="2627404" y="815312"/>
                  <a:pt x="2627404" y="1989885"/>
                  <a:pt x="2627403" y="2059094"/>
                </a:cubicBezTo>
                <a:cubicBezTo>
                  <a:pt x="2627404" y="2128301"/>
                  <a:pt x="2591020" y="2187187"/>
                  <a:pt x="2529117" y="2218139"/>
                </a:cubicBezTo>
                <a:cubicBezTo>
                  <a:pt x="2467217" y="2249089"/>
                  <a:pt x="1444230" y="2760582"/>
                  <a:pt x="1393225" y="2786085"/>
                </a:cubicBezTo>
                <a:cubicBezTo>
                  <a:pt x="1342222" y="2811586"/>
                  <a:pt x="1285190" y="2811590"/>
                  <a:pt x="1234185" y="2786089"/>
                </a:cubicBezTo>
                <a:cubicBezTo>
                  <a:pt x="1183181" y="2760586"/>
                  <a:pt x="160195" y="2249092"/>
                  <a:pt x="98293" y="2218143"/>
                </a:cubicBezTo>
                <a:cubicBezTo>
                  <a:pt x="36393" y="2187191"/>
                  <a:pt x="1" y="2128316"/>
                  <a:pt x="0" y="2059109"/>
                </a:cubicBezTo>
                <a:cubicBezTo>
                  <a:pt x="1" y="1989900"/>
                  <a:pt x="1" y="815327"/>
                  <a:pt x="0" y="746120"/>
                </a:cubicBezTo>
                <a:cubicBezTo>
                  <a:pt x="1" y="676911"/>
                  <a:pt x="36386" y="618025"/>
                  <a:pt x="98286" y="587075"/>
                </a:cubicBezTo>
                <a:cubicBezTo>
                  <a:pt x="160188" y="556123"/>
                  <a:pt x="1183174" y="44630"/>
                  <a:pt x="1234178" y="19129"/>
                </a:cubicBezTo>
                <a:cubicBezTo>
                  <a:pt x="1259681" y="6378"/>
                  <a:pt x="1286689" y="1"/>
                  <a:pt x="1313698" y="0"/>
                </a:cubicBezTo>
                <a:close/>
              </a:path>
            </a:pathLst>
          </a:custGeom>
          <a:solidFill>
            <a:schemeClr val="accent1">
              <a:alpha val="50000"/>
            </a:schemeClr>
          </a:solidFill>
          <a:ln w="3175" cap="flat" cmpd="sng" algn="ctr">
            <a:solidFill>
              <a:schemeClr val="tx1">
                <a:lumMod val="40000"/>
                <a:lumOff val="60000"/>
                <a:alpha val="20000"/>
              </a:schemeClr>
            </a:solidFill>
            <a:prstDash val="solid"/>
            <a:round/>
            <a:headEnd type="none" w="med" len="med"/>
            <a:tailEnd type="none" w="med" len="med"/>
          </a:ln>
        </p:spPr>
      </p:pic>
      <p:sp>
        <p:nvSpPr>
          <p:cNvPr id="14" name="矩形 13"/>
          <p:cNvSpPr/>
          <p:nvPr>
            <p:custDataLst>
              <p:tags r:id="rId7"/>
            </p:custDataLst>
          </p:nvPr>
        </p:nvSpPr>
        <p:spPr>
          <a:xfrm>
            <a:off x="6518531" y="5331885"/>
            <a:ext cx="4162325" cy="1104874"/>
          </a:xfrm>
          <a:prstGeom prst="rect">
            <a:avLst/>
          </a:prstGeom>
          <a:noFill/>
        </p:spPr>
        <p:txBody>
          <a:bodyPr wrap="square" lIns="0" tIns="0" rIns="0" bIns="0" rtlCol="0" anchor="t" anchorCtr="0">
            <a:noAutofit/>
          </a:bodyPr>
          <a:lstStyle/>
          <a:p>
            <a:pPr algn="ctr">
              <a:lnSpc>
                <a:spcPct val="150000"/>
              </a:lnSpc>
              <a:spcBef>
                <a:spcPct val="0"/>
              </a:spcBef>
              <a:spcAft>
                <a:spcPct val="0"/>
              </a:spcAft>
            </a:pPr>
            <a:r>
              <a:rPr lang="zh-CN" altLang="en-US">
                <a:ln>
                  <a:noFill/>
                  <a:prstDash val="sysDot"/>
                </a:ln>
                <a:solidFill>
                  <a:schemeClr val="tx1">
                    <a:lumMod val="85000"/>
                    <a:lumOff val="15000"/>
                  </a:schemeClr>
                </a:solidFill>
                <a:latin typeface="+mn-ea"/>
                <a:cs typeface="+mn-ea"/>
              </a:rPr>
              <a:t>算法通过迭代优化类簇的质心，使得所有数据点到其所属类簇质心的距离之和最小。</a:t>
            </a:r>
          </a:p>
        </p:txBody>
      </p:sp>
      <p:sp>
        <p:nvSpPr>
          <p:cNvPr id="15" name="矩形 14"/>
          <p:cNvSpPr/>
          <p:nvPr>
            <p:custDataLst>
              <p:tags r:id="rId8"/>
            </p:custDataLst>
          </p:nvPr>
        </p:nvSpPr>
        <p:spPr>
          <a:xfrm>
            <a:off x="7097637" y="4831517"/>
            <a:ext cx="3004748" cy="462269"/>
          </a:xfrm>
          <a:prstGeom prst="rect">
            <a:avLst/>
          </a:prstGeom>
          <a:noFill/>
        </p:spPr>
        <p:txBody>
          <a:bodyPr wrap="square" lIns="0" tIns="0" rIns="0" bIns="0" rtlCol="0" anchor="b">
            <a:noAutofit/>
          </a:bodyPr>
          <a:lstStyle/>
          <a:p>
            <a:pPr algn="ctr">
              <a:spcBef>
                <a:spcPct val="0"/>
              </a:spcBef>
              <a:spcAft>
                <a:spcPct val="0"/>
              </a:spcAft>
            </a:pPr>
            <a:r>
              <a:rPr lang="zh-CN" altLang="en-US" sz="2800" b="1" kern="0">
                <a:solidFill>
                  <a:schemeClr val="accent1"/>
                </a:solidFill>
                <a:latin typeface="+mn-ea"/>
                <a:cs typeface="+mn-ea"/>
              </a:rPr>
              <a:t>迭代优化质心</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p:fade/>
      </p:transition>
    </mc:Choice>
    <mc:Fallback xmlns="">
      <p:transition>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a:extLst>
              <a:ext uri="{FF2B5EF4-FFF2-40B4-BE49-F238E27FC236}">
                <a16:creationId xmlns:a16="http://schemas.microsoft.com/office/drawing/2014/main" id="{D1316DCE-05E2-4DD6-96C4-36EB9E76540F}"/>
              </a:ext>
            </a:extLst>
          </p:cNvPr>
          <p:cNvGrpSpPr/>
          <p:nvPr/>
        </p:nvGrpSpPr>
        <p:grpSpPr>
          <a:xfrm>
            <a:off x="970398" y="1998281"/>
            <a:ext cx="2060465" cy="2015584"/>
            <a:chOff x="891332" y="2623021"/>
            <a:chExt cx="1437517" cy="1323774"/>
          </a:xfrm>
        </p:grpSpPr>
        <p:sp>
          <p:nvSpPr>
            <p:cNvPr id="2" name="椭圆 1">
              <a:extLst>
                <a:ext uri="{FF2B5EF4-FFF2-40B4-BE49-F238E27FC236}">
                  <a16:creationId xmlns:a16="http://schemas.microsoft.com/office/drawing/2014/main" id="{97139215-7DD8-473D-9088-85D3FE8672B5}"/>
                </a:ext>
              </a:extLst>
            </p:cNvPr>
            <p:cNvSpPr/>
            <p:nvPr/>
          </p:nvSpPr>
          <p:spPr>
            <a:xfrm>
              <a:off x="1055321" y="3396580"/>
              <a:ext cx="51313" cy="47112"/>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 name="椭圆 6">
              <a:extLst>
                <a:ext uri="{FF2B5EF4-FFF2-40B4-BE49-F238E27FC236}">
                  <a16:creationId xmlns:a16="http://schemas.microsoft.com/office/drawing/2014/main" id="{EF81D277-B3B8-426B-9AEC-D70F61666537}"/>
                </a:ext>
              </a:extLst>
            </p:cNvPr>
            <p:cNvSpPr/>
            <p:nvPr/>
          </p:nvSpPr>
          <p:spPr>
            <a:xfrm>
              <a:off x="1170476" y="3373133"/>
              <a:ext cx="51313" cy="47112"/>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 name="椭圆 7">
              <a:extLst>
                <a:ext uri="{FF2B5EF4-FFF2-40B4-BE49-F238E27FC236}">
                  <a16:creationId xmlns:a16="http://schemas.microsoft.com/office/drawing/2014/main" id="{AB5BDD99-8F5F-4BCB-A60F-908A9CED93B1}"/>
                </a:ext>
              </a:extLst>
            </p:cNvPr>
            <p:cNvSpPr/>
            <p:nvPr/>
          </p:nvSpPr>
          <p:spPr>
            <a:xfrm>
              <a:off x="1322876" y="3525533"/>
              <a:ext cx="51313" cy="47112"/>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 name="椭圆 8">
              <a:extLst>
                <a:ext uri="{FF2B5EF4-FFF2-40B4-BE49-F238E27FC236}">
                  <a16:creationId xmlns:a16="http://schemas.microsoft.com/office/drawing/2014/main" id="{C9DEB5E5-5068-47BA-88E7-9B1740BF9AE2}"/>
                </a:ext>
              </a:extLst>
            </p:cNvPr>
            <p:cNvSpPr/>
            <p:nvPr/>
          </p:nvSpPr>
          <p:spPr>
            <a:xfrm>
              <a:off x="891332" y="3420245"/>
              <a:ext cx="51313" cy="47112"/>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 name="椭圆 9">
              <a:extLst>
                <a:ext uri="{FF2B5EF4-FFF2-40B4-BE49-F238E27FC236}">
                  <a16:creationId xmlns:a16="http://schemas.microsoft.com/office/drawing/2014/main" id="{C79697D9-1BF3-4EBE-B1B2-CCD2C3D6DC59}"/>
                </a:ext>
              </a:extLst>
            </p:cNvPr>
            <p:cNvSpPr/>
            <p:nvPr/>
          </p:nvSpPr>
          <p:spPr>
            <a:xfrm>
              <a:off x="1043732" y="3572645"/>
              <a:ext cx="51313" cy="47112"/>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 name="椭圆 11">
              <a:extLst>
                <a:ext uri="{FF2B5EF4-FFF2-40B4-BE49-F238E27FC236}">
                  <a16:creationId xmlns:a16="http://schemas.microsoft.com/office/drawing/2014/main" id="{E80758F7-B80A-4103-99C4-E048CF92E9D5}"/>
                </a:ext>
              </a:extLst>
            </p:cNvPr>
            <p:cNvSpPr/>
            <p:nvPr/>
          </p:nvSpPr>
          <p:spPr>
            <a:xfrm>
              <a:off x="1196132" y="3725045"/>
              <a:ext cx="51313" cy="47112"/>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4" name="椭圆 13">
              <a:extLst>
                <a:ext uri="{FF2B5EF4-FFF2-40B4-BE49-F238E27FC236}">
                  <a16:creationId xmlns:a16="http://schemas.microsoft.com/office/drawing/2014/main" id="{6DC80A1F-A2CF-4C33-84A1-99FE28E2465B}"/>
                </a:ext>
              </a:extLst>
            </p:cNvPr>
            <p:cNvSpPr/>
            <p:nvPr/>
          </p:nvSpPr>
          <p:spPr>
            <a:xfrm>
              <a:off x="1322876" y="3525533"/>
              <a:ext cx="51313" cy="47112"/>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5" name="椭圆 14">
              <a:extLst>
                <a:ext uri="{FF2B5EF4-FFF2-40B4-BE49-F238E27FC236}">
                  <a16:creationId xmlns:a16="http://schemas.microsoft.com/office/drawing/2014/main" id="{1BBB4EF6-8DB0-428C-835F-BD3498C6AE00}"/>
                </a:ext>
              </a:extLst>
            </p:cNvPr>
            <p:cNvSpPr/>
            <p:nvPr/>
          </p:nvSpPr>
          <p:spPr>
            <a:xfrm>
              <a:off x="1116851" y="3899683"/>
              <a:ext cx="51313" cy="47112"/>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 name="椭圆 15">
              <a:extLst>
                <a:ext uri="{FF2B5EF4-FFF2-40B4-BE49-F238E27FC236}">
                  <a16:creationId xmlns:a16="http://schemas.microsoft.com/office/drawing/2014/main" id="{4DED2772-9B24-4011-BB7C-01909B4C53F3}"/>
                </a:ext>
              </a:extLst>
            </p:cNvPr>
            <p:cNvSpPr/>
            <p:nvPr/>
          </p:nvSpPr>
          <p:spPr>
            <a:xfrm>
              <a:off x="1310047" y="3677933"/>
              <a:ext cx="51313" cy="47112"/>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7" name="椭圆 16">
              <a:extLst>
                <a:ext uri="{FF2B5EF4-FFF2-40B4-BE49-F238E27FC236}">
                  <a16:creationId xmlns:a16="http://schemas.microsoft.com/office/drawing/2014/main" id="{3DE3E336-F1F1-448D-BA9A-B17DF69BF85C}"/>
                </a:ext>
              </a:extLst>
            </p:cNvPr>
            <p:cNvSpPr/>
            <p:nvPr/>
          </p:nvSpPr>
          <p:spPr>
            <a:xfrm>
              <a:off x="1308136" y="3815387"/>
              <a:ext cx="51313" cy="47112"/>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8" name="椭圆 17">
              <a:extLst>
                <a:ext uri="{FF2B5EF4-FFF2-40B4-BE49-F238E27FC236}">
                  <a16:creationId xmlns:a16="http://schemas.microsoft.com/office/drawing/2014/main" id="{83A23C64-AA9A-45E7-90C1-4910FF44DD88}"/>
                </a:ext>
              </a:extLst>
            </p:cNvPr>
            <p:cNvSpPr/>
            <p:nvPr/>
          </p:nvSpPr>
          <p:spPr>
            <a:xfrm>
              <a:off x="1196131" y="3530113"/>
              <a:ext cx="51313" cy="47112"/>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9" name="椭圆 18">
              <a:extLst>
                <a:ext uri="{FF2B5EF4-FFF2-40B4-BE49-F238E27FC236}">
                  <a16:creationId xmlns:a16="http://schemas.microsoft.com/office/drawing/2014/main" id="{CB35504C-3DAF-4347-9C2A-B8BF4A80A9C4}"/>
                </a:ext>
              </a:extLst>
            </p:cNvPr>
            <p:cNvSpPr/>
            <p:nvPr/>
          </p:nvSpPr>
          <p:spPr>
            <a:xfrm>
              <a:off x="966763" y="3783221"/>
              <a:ext cx="51313" cy="47112"/>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0" name="椭圆 19">
              <a:extLst>
                <a:ext uri="{FF2B5EF4-FFF2-40B4-BE49-F238E27FC236}">
                  <a16:creationId xmlns:a16="http://schemas.microsoft.com/office/drawing/2014/main" id="{725B2ED3-6B5A-46F1-A899-72E574F3D151}"/>
                </a:ext>
              </a:extLst>
            </p:cNvPr>
            <p:cNvSpPr/>
            <p:nvPr/>
          </p:nvSpPr>
          <p:spPr>
            <a:xfrm>
              <a:off x="1437550" y="2623021"/>
              <a:ext cx="51313" cy="47112"/>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1" name="椭圆 20">
              <a:extLst>
                <a:ext uri="{FF2B5EF4-FFF2-40B4-BE49-F238E27FC236}">
                  <a16:creationId xmlns:a16="http://schemas.microsoft.com/office/drawing/2014/main" id="{33943473-1455-42BD-962F-C7076BFDCFE7}"/>
                </a:ext>
              </a:extLst>
            </p:cNvPr>
            <p:cNvSpPr/>
            <p:nvPr/>
          </p:nvSpPr>
          <p:spPr>
            <a:xfrm>
              <a:off x="1582482" y="2672642"/>
              <a:ext cx="51313" cy="47112"/>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2" name="椭圆 21">
              <a:extLst>
                <a:ext uri="{FF2B5EF4-FFF2-40B4-BE49-F238E27FC236}">
                  <a16:creationId xmlns:a16="http://schemas.microsoft.com/office/drawing/2014/main" id="{C9B8E2E8-B3EB-46F7-B6F8-0806BB6A3DDE}"/>
                </a:ext>
              </a:extLst>
            </p:cNvPr>
            <p:cNvSpPr/>
            <p:nvPr/>
          </p:nvSpPr>
          <p:spPr>
            <a:xfrm>
              <a:off x="1734882" y="2825042"/>
              <a:ext cx="51313" cy="47112"/>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3" name="椭圆 22">
              <a:extLst>
                <a:ext uri="{FF2B5EF4-FFF2-40B4-BE49-F238E27FC236}">
                  <a16:creationId xmlns:a16="http://schemas.microsoft.com/office/drawing/2014/main" id="{B8F70481-714C-435B-8F1A-80C700635174}"/>
                </a:ext>
              </a:extLst>
            </p:cNvPr>
            <p:cNvSpPr/>
            <p:nvPr/>
          </p:nvSpPr>
          <p:spPr>
            <a:xfrm>
              <a:off x="1303338" y="2719754"/>
              <a:ext cx="51313" cy="47112"/>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4" name="椭圆 23">
              <a:extLst>
                <a:ext uri="{FF2B5EF4-FFF2-40B4-BE49-F238E27FC236}">
                  <a16:creationId xmlns:a16="http://schemas.microsoft.com/office/drawing/2014/main" id="{C71976F1-779C-4E86-85DF-15CD69FE4F8E}"/>
                </a:ext>
              </a:extLst>
            </p:cNvPr>
            <p:cNvSpPr/>
            <p:nvPr/>
          </p:nvSpPr>
          <p:spPr>
            <a:xfrm>
              <a:off x="1455738" y="2872154"/>
              <a:ext cx="51313" cy="47112"/>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5" name="椭圆 24">
              <a:extLst>
                <a:ext uri="{FF2B5EF4-FFF2-40B4-BE49-F238E27FC236}">
                  <a16:creationId xmlns:a16="http://schemas.microsoft.com/office/drawing/2014/main" id="{E62EB829-1A77-400B-87BD-9C4D56B6C224}"/>
                </a:ext>
              </a:extLst>
            </p:cNvPr>
            <p:cNvSpPr/>
            <p:nvPr/>
          </p:nvSpPr>
          <p:spPr>
            <a:xfrm>
              <a:off x="1608138" y="3024554"/>
              <a:ext cx="51313" cy="47112"/>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6" name="椭圆 25">
              <a:extLst>
                <a:ext uri="{FF2B5EF4-FFF2-40B4-BE49-F238E27FC236}">
                  <a16:creationId xmlns:a16="http://schemas.microsoft.com/office/drawing/2014/main" id="{6246FE3D-1CED-49C9-9A1B-3C7CBDF4D9A1}"/>
                </a:ext>
              </a:extLst>
            </p:cNvPr>
            <p:cNvSpPr/>
            <p:nvPr/>
          </p:nvSpPr>
          <p:spPr>
            <a:xfrm>
              <a:off x="1734882" y="2825042"/>
              <a:ext cx="51313" cy="47112"/>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7" name="椭圆 26">
              <a:extLst>
                <a:ext uri="{FF2B5EF4-FFF2-40B4-BE49-F238E27FC236}">
                  <a16:creationId xmlns:a16="http://schemas.microsoft.com/office/drawing/2014/main" id="{986184EC-2312-4E81-B3EC-7C82830FFCD8}"/>
                </a:ext>
              </a:extLst>
            </p:cNvPr>
            <p:cNvSpPr/>
            <p:nvPr/>
          </p:nvSpPr>
          <p:spPr>
            <a:xfrm>
              <a:off x="1765821" y="2705597"/>
              <a:ext cx="51313" cy="47112"/>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8" name="椭圆 27">
              <a:extLst>
                <a:ext uri="{FF2B5EF4-FFF2-40B4-BE49-F238E27FC236}">
                  <a16:creationId xmlns:a16="http://schemas.microsoft.com/office/drawing/2014/main" id="{60A82FCA-6FDE-4417-949F-469C24283E74}"/>
                </a:ext>
              </a:extLst>
            </p:cNvPr>
            <p:cNvSpPr/>
            <p:nvPr/>
          </p:nvSpPr>
          <p:spPr>
            <a:xfrm>
              <a:off x="1722053" y="2977442"/>
              <a:ext cx="51313" cy="47112"/>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9" name="椭圆 28">
              <a:extLst>
                <a:ext uri="{FF2B5EF4-FFF2-40B4-BE49-F238E27FC236}">
                  <a16:creationId xmlns:a16="http://schemas.microsoft.com/office/drawing/2014/main" id="{EF29AA9E-9ED6-4D91-A0F1-23ACC72E118A}"/>
                </a:ext>
              </a:extLst>
            </p:cNvPr>
            <p:cNvSpPr/>
            <p:nvPr/>
          </p:nvSpPr>
          <p:spPr>
            <a:xfrm>
              <a:off x="1328994" y="2848598"/>
              <a:ext cx="51313" cy="47112"/>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0" name="椭圆 29">
              <a:extLst>
                <a:ext uri="{FF2B5EF4-FFF2-40B4-BE49-F238E27FC236}">
                  <a16:creationId xmlns:a16="http://schemas.microsoft.com/office/drawing/2014/main" id="{4E27F94C-48B9-4DCA-8A47-FE986DAB67E9}"/>
                </a:ext>
              </a:extLst>
            </p:cNvPr>
            <p:cNvSpPr/>
            <p:nvPr/>
          </p:nvSpPr>
          <p:spPr>
            <a:xfrm>
              <a:off x="1608137" y="2829622"/>
              <a:ext cx="51313" cy="47112"/>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1" name="椭圆 30">
              <a:extLst>
                <a:ext uri="{FF2B5EF4-FFF2-40B4-BE49-F238E27FC236}">
                  <a16:creationId xmlns:a16="http://schemas.microsoft.com/office/drawing/2014/main" id="{AB446C8F-D10D-4B31-A6F2-EEF41099B9B6}"/>
                </a:ext>
              </a:extLst>
            </p:cNvPr>
            <p:cNvSpPr/>
            <p:nvPr/>
          </p:nvSpPr>
          <p:spPr>
            <a:xfrm>
              <a:off x="1404424" y="3045326"/>
              <a:ext cx="51313" cy="47112"/>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2" name="椭圆 31">
              <a:extLst>
                <a:ext uri="{FF2B5EF4-FFF2-40B4-BE49-F238E27FC236}">
                  <a16:creationId xmlns:a16="http://schemas.microsoft.com/office/drawing/2014/main" id="{5EF5924C-562A-465D-94F7-F3D61B48BEBF}"/>
                </a:ext>
              </a:extLst>
            </p:cNvPr>
            <p:cNvSpPr/>
            <p:nvPr/>
          </p:nvSpPr>
          <p:spPr>
            <a:xfrm>
              <a:off x="1930484" y="3433106"/>
              <a:ext cx="51313" cy="47112"/>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3" name="椭圆 32">
              <a:extLst>
                <a:ext uri="{FF2B5EF4-FFF2-40B4-BE49-F238E27FC236}">
                  <a16:creationId xmlns:a16="http://schemas.microsoft.com/office/drawing/2014/main" id="{08724AA7-8209-4DCE-A4D8-5C10ECD863A8}"/>
                </a:ext>
              </a:extLst>
            </p:cNvPr>
            <p:cNvSpPr/>
            <p:nvPr/>
          </p:nvSpPr>
          <p:spPr>
            <a:xfrm>
              <a:off x="2045639" y="3409659"/>
              <a:ext cx="51313" cy="47112"/>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4" name="椭圆 33">
              <a:extLst>
                <a:ext uri="{FF2B5EF4-FFF2-40B4-BE49-F238E27FC236}">
                  <a16:creationId xmlns:a16="http://schemas.microsoft.com/office/drawing/2014/main" id="{B0F8DCA5-E034-48AC-8465-1F373A288415}"/>
                </a:ext>
              </a:extLst>
            </p:cNvPr>
            <p:cNvSpPr/>
            <p:nvPr/>
          </p:nvSpPr>
          <p:spPr>
            <a:xfrm>
              <a:off x="2198039" y="3562059"/>
              <a:ext cx="51313" cy="47112"/>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5" name="椭圆 34">
              <a:extLst>
                <a:ext uri="{FF2B5EF4-FFF2-40B4-BE49-F238E27FC236}">
                  <a16:creationId xmlns:a16="http://schemas.microsoft.com/office/drawing/2014/main" id="{45B92A72-67E9-4342-8BED-714F01B70748}"/>
                </a:ext>
              </a:extLst>
            </p:cNvPr>
            <p:cNvSpPr/>
            <p:nvPr/>
          </p:nvSpPr>
          <p:spPr>
            <a:xfrm>
              <a:off x="1766495" y="3456771"/>
              <a:ext cx="51313" cy="47112"/>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6" name="椭圆 35">
              <a:extLst>
                <a:ext uri="{FF2B5EF4-FFF2-40B4-BE49-F238E27FC236}">
                  <a16:creationId xmlns:a16="http://schemas.microsoft.com/office/drawing/2014/main" id="{C6FAE62F-E27E-4632-B164-313EC9A07D79}"/>
                </a:ext>
              </a:extLst>
            </p:cNvPr>
            <p:cNvSpPr/>
            <p:nvPr/>
          </p:nvSpPr>
          <p:spPr>
            <a:xfrm>
              <a:off x="1918895" y="3609171"/>
              <a:ext cx="51313" cy="47112"/>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7" name="椭圆 36">
              <a:extLst>
                <a:ext uri="{FF2B5EF4-FFF2-40B4-BE49-F238E27FC236}">
                  <a16:creationId xmlns:a16="http://schemas.microsoft.com/office/drawing/2014/main" id="{3562EA9B-9687-444E-B86C-1EA4ED0ACFF7}"/>
                </a:ext>
              </a:extLst>
            </p:cNvPr>
            <p:cNvSpPr/>
            <p:nvPr/>
          </p:nvSpPr>
          <p:spPr>
            <a:xfrm>
              <a:off x="2071295" y="3761571"/>
              <a:ext cx="51313" cy="47112"/>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8" name="椭圆 37">
              <a:extLst>
                <a:ext uri="{FF2B5EF4-FFF2-40B4-BE49-F238E27FC236}">
                  <a16:creationId xmlns:a16="http://schemas.microsoft.com/office/drawing/2014/main" id="{B54F9EED-DD98-4E33-B06B-D190C0470164}"/>
                </a:ext>
              </a:extLst>
            </p:cNvPr>
            <p:cNvSpPr/>
            <p:nvPr/>
          </p:nvSpPr>
          <p:spPr>
            <a:xfrm>
              <a:off x="2198039" y="3562059"/>
              <a:ext cx="51313" cy="47112"/>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9" name="椭圆 38">
              <a:extLst>
                <a:ext uri="{FF2B5EF4-FFF2-40B4-BE49-F238E27FC236}">
                  <a16:creationId xmlns:a16="http://schemas.microsoft.com/office/drawing/2014/main" id="{65BF6B6E-251A-40F4-8298-B5F782A198B2}"/>
                </a:ext>
              </a:extLst>
            </p:cNvPr>
            <p:cNvSpPr/>
            <p:nvPr/>
          </p:nvSpPr>
          <p:spPr>
            <a:xfrm>
              <a:off x="1961141" y="3738015"/>
              <a:ext cx="51313" cy="47112"/>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0" name="椭圆 39">
              <a:extLst>
                <a:ext uri="{FF2B5EF4-FFF2-40B4-BE49-F238E27FC236}">
                  <a16:creationId xmlns:a16="http://schemas.microsoft.com/office/drawing/2014/main" id="{A78CC3B7-344B-4419-BC18-628219C1A482}"/>
                </a:ext>
              </a:extLst>
            </p:cNvPr>
            <p:cNvSpPr/>
            <p:nvPr/>
          </p:nvSpPr>
          <p:spPr>
            <a:xfrm>
              <a:off x="2185210" y="3714459"/>
              <a:ext cx="51313" cy="47112"/>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1" name="椭圆 40">
              <a:extLst>
                <a:ext uri="{FF2B5EF4-FFF2-40B4-BE49-F238E27FC236}">
                  <a16:creationId xmlns:a16="http://schemas.microsoft.com/office/drawing/2014/main" id="{94879729-5C70-4B07-A205-3A47234BC3A7}"/>
                </a:ext>
              </a:extLst>
            </p:cNvPr>
            <p:cNvSpPr/>
            <p:nvPr/>
          </p:nvSpPr>
          <p:spPr>
            <a:xfrm>
              <a:off x="1751054" y="3609062"/>
              <a:ext cx="51313" cy="47112"/>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2" name="椭圆 41">
              <a:extLst>
                <a:ext uri="{FF2B5EF4-FFF2-40B4-BE49-F238E27FC236}">
                  <a16:creationId xmlns:a16="http://schemas.microsoft.com/office/drawing/2014/main" id="{A27122D2-D106-46DF-AF78-447AC2E16581}"/>
                </a:ext>
              </a:extLst>
            </p:cNvPr>
            <p:cNvSpPr/>
            <p:nvPr/>
          </p:nvSpPr>
          <p:spPr>
            <a:xfrm>
              <a:off x="2071294" y="3566639"/>
              <a:ext cx="51313" cy="47112"/>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3" name="椭圆 42">
              <a:extLst>
                <a:ext uri="{FF2B5EF4-FFF2-40B4-BE49-F238E27FC236}">
                  <a16:creationId xmlns:a16="http://schemas.microsoft.com/office/drawing/2014/main" id="{00CC95F3-D922-430D-8250-55D5BF4D8471}"/>
                </a:ext>
              </a:extLst>
            </p:cNvPr>
            <p:cNvSpPr/>
            <p:nvPr/>
          </p:nvSpPr>
          <p:spPr>
            <a:xfrm>
              <a:off x="1841926" y="3819747"/>
              <a:ext cx="51313" cy="47112"/>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4" name="椭圆 43">
              <a:extLst>
                <a:ext uri="{FF2B5EF4-FFF2-40B4-BE49-F238E27FC236}">
                  <a16:creationId xmlns:a16="http://schemas.microsoft.com/office/drawing/2014/main" id="{EB24D39D-6E7E-4383-B2F4-4B612C5C2067}"/>
                </a:ext>
              </a:extLst>
            </p:cNvPr>
            <p:cNvSpPr/>
            <p:nvPr/>
          </p:nvSpPr>
          <p:spPr>
            <a:xfrm>
              <a:off x="907744" y="3595213"/>
              <a:ext cx="51313" cy="47112"/>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5" name="椭圆 44">
              <a:extLst>
                <a:ext uri="{FF2B5EF4-FFF2-40B4-BE49-F238E27FC236}">
                  <a16:creationId xmlns:a16="http://schemas.microsoft.com/office/drawing/2014/main" id="{053B44CC-3E32-47FE-9D08-900A2BFC972F}"/>
                </a:ext>
              </a:extLst>
            </p:cNvPr>
            <p:cNvSpPr/>
            <p:nvPr/>
          </p:nvSpPr>
          <p:spPr>
            <a:xfrm>
              <a:off x="1069388" y="3736109"/>
              <a:ext cx="51313" cy="47112"/>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6" name="椭圆 45">
              <a:extLst>
                <a:ext uri="{FF2B5EF4-FFF2-40B4-BE49-F238E27FC236}">
                  <a16:creationId xmlns:a16="http://schemas.microsoft.com/office/drawing/2014/main" id="{9FC911EC-9703-4014-8CE9-146AB69FC506}"/>
                </a:ext>
              </a:extLst>
            </p:cNvPr>
            <p:cNvSpPr/>
            <p:nvPr/>
          </p:nvSpPr>
          <p:spPr>
            <a:xfrm>
              <a:off x="1480991" y="2762012"/>
              <a:ext cx="51313" cy="47112"/>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 name="十字形 3">
              <a:extLst>
                <a:ext uri="{FF2B5EF4-FFF2-40B4-BE49-F238E27FC236}">
                  <a16:creationId xmlns:a16="http://schemas.microsoft.com/office/drawing/2014/main" id="{94C3871D-9CC9-4F0F-BF06-F1A9E676B7D5}"/>
                </a:ext>
              </a:extLst>
            </p:cNvPr>
            <p:cNvSpPr/>
            <p:nvPr/>
          </p:nvSpPr>
          <p:spPr>
            <a:xfrm>
              <a:off x="1187030" y="2996968"/>
              <a:ext cx="114398" cy="113080"/>
            </a:xfrm>
            <a:prstGeom prst="plus">
              <a:avLst>
                <a:gd name="adj" fmla="val 45410"/>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十字形 46">
              <a:extLst>
                <a:ext uri="{FF2B5EF4-FFF2-40B4-BE49-F238E27FC236}">
                  <a16:creationId xmlns:a16="http://schemas.microsoft.com/office/drawing/2014/main" id="{040329AC-F4F1-4923-BACA-EA1D70B672F8}"/>
                </a:ext>
              </a:extLst>
            </p:cNvPr>
            <p:cNvSpPr/>
            <p:nvPr/>
          </p:nvSpPr>
          <p:spPr>
            <a:xfrm>
              <a:off x="2214451" y="3354277"/>
              <a:ext cx="114398" cy="113080"/>
            </a:xfrm>
            <a:prstGeom prst="plus">
              <a:avLst>
                <a:gd name="adj" fmla="val 45410"/>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十字形 47">
              <a:extLst>
                <a:ext uri="{FF2B5EF4-FFF2-40B4-BE49-F238E27FC236}">
                  <a16:creationId xmlns:a16="http://schemas.microsoft.com/office/drawing/2014/main" id="{FFDD07AD-A71C-4A1D-A4DD-C117E1BE1092}"/>
                </a:ext>
              </a:extLst>
            </p:cNvPr>
            <p:cNvSpPr/>
            <p:nvPr/>
          </p:nvSpPr>
          <p:spPr>
            <a:xfrm>
              <a:off x="1417562" y="3744351"/>
              <a:ext cx="114398" cy="113080"/>
            </a:xfrm>
            <a:prstGeom prst="plus">
              <a:avLst>
                <a:gd name="adj" fmla="val 45410"/>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3" name="组合 12">
            <a:extLst>
              <a:ext uri="{FF2B5EF4-FFF2-40B4-BE49-F238E27FC236}">
                <a16:creationId xmlns:a16="http://schemas.microsoft.com/office/drawing/2014/main" id="{3A426560-90BE-49F4-9870-A2C4D8C9C990}"/>
              </a:ext>
            </a:extLst>
          </p:cNvPr>
          <p:cNvGrpSpPr/>
          <p:nvPr/>
        </p:nvGrpSpPr>
        <p:grpSpPr>
          <a:xfrm>
            <a:off x="3623233" y="1992137"/>
            <a:ext cx="2099769" cy="2021728"/>
            <a:chOff x="8455073" y="3963959"/>
            <a:chExt cx="1437517" cy="1323774"/>
          </a:xfrm>
        </p:grpSpPr>
        <p:sp>
          <p:nvSpPr>
            <p:cNvPr id="50" name="椭圆 49">
              <a:extLst>
                <a:ext uri="{FF2B5EF4-FFF2-40B4-BE49-F238E27FC236}">
                  <a16:creationId xmlns:a16="http://schemas.microsoft.com/office/drawing/2014/main" id="{458BEE1D-CC22-4767-98FF-4EEEFA7E5B0B}"/>
                </a:ext>
              </a:extLst>
            </p:cNvPr>
            <p:cNvSpPr/>
            <p:nvPr/>
          </p:nvSpPr>
          <p:spPr>
            <a:xfrm>
              <a:off x="8619062" y="4737518"/>
              <a:ext cx="51313" cy="47112"/>
            </a:xfrm>
            <a:prstGeom prst="ellipse">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1" name="椭圆 50">
              <a:extLst>
                <a:ext uri="{FF2B5EF4-FFF2-40B4-BE49-F238E27FC236}">
                  <a16:creationId xmlns:a16="http://schemas.microsoft.com/office/drawing/2014/main" id="{B1D053EA-031F-4D4A-BEFE-AEF6EECCD371}"/>
                </a:ext>
              </a:extLst>
            </p:cNvPr>
            <p:cNvSpPr/>
            <p:nvPr/>
          </p:nvSpPr>
          <p:spPr>
            <a:xfrm>
              <a:off x="8734217" y="4714071"/>
              <a:ext cx="51313" cy="47112"/>
            </a:xfrm>
            <a:prstGeom prst="ellipse">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2" name="椭圆 51">
              <a:extLst>
                <a:ext uri="{FF2B5EF4-FFF2-40B4-BE49-F238E27FC236}">
                  <a16:creationId xmlns:a16="http://schemas.microsoft.com/office/drawing/2014/main" id="{8FB18BF9-B29C-4B53-B7B4-A25FF2516C01}"/>
                </a:ext>
              </a:extLst>
            </p:cNvPr>
            <p:cNvSpPr/>
            <p:nvPr/>
          </p:nvSpPr>
          <p:spPr>
            <a:xfrm>
              <a:off x="8886617" y="4866471"/>
              <a:ext cx="51313" cy="47112"/>
            </a:xfrm>
            <a:prstGeom prst="ellipse">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3" name="椭圆 52">
              <a:extLst>
                <a:ext uri="{FF2B5EF4-FFF2-40B4-BE49-F238E27FC236}">
                  <a16:creationId xmlns:a16="http://schemas.microsoft.com/office/drawing/2014/main" id="{33B3A367-326C-4253-83BC-128A2124AADE}"/>
                </a:ext>
              </a:extLst>
            </p:cNvPr>
            <p:cNvSpPr/>
            <p:nvPr/>
          </p:nvSpPr>
          <p:spPr>
            <a:xfrm>
              <a:off x="8455073" y="4761183"/>
              <a:ext cx="51313" cy="47112"/>
            </a:xfrm>
            <a:prstGeom prst="ellipse">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4" name="椭圆 53">
              <a:extLst>
                <a:ext uri="{FF2B5EF4-FFF2-40B4-BE49-F238E27FC236}">
                  <a16:creationId xmlns:a16="http://schemas.microsoft.com/office/drawing/2014/main" id="{9672EB87-4FFE-46C7-BE7C-C20B7086DDD7}"/>
                </a:ext>
              </a:extLst>
            </p:cNvPr>
            <p:cNvSpPr/>
            <p:nvPr/>
          </p:nvSpPr>
          <p:spPr>
            <a:xfrm>
              <a:off x="8607473" y="4913583"/>
              <a:ext cx="51313" cy="47112"/>
            </a:xfrm>
            <a:prstGeom prst="ellipse">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5" name="椭圆 54">
              <a:extLst>
                <a:ext uri="{FF2B5EF4-FFF2-40B4-BE49-F238E27FC236}">
                  <a16:creationId xmlns:a16="http://schemas.microsoft.com/office/drawing/2014/main" id="{825635DF-C03A-49DD-B350-27F9E519AC60}"/>
                </a:ext>
              </a:extLst>
            </p:cNvPr>
            <p:cNvSpPr/>
            <p:nvPr/>
          </p:nvSpPr>
          <p:spPr>
            <a:xfrm>
              <a:off x="8759873" y="5065983"/>
              <a:ext cx="51313" cy="47112"/>
            </a:xfrm>
            <a:prstGeom prst="ellipse">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6" name="椭圆 55">
              <a:extLst>
                <a:ext uri="{FF2B5EF4-FFF2-40B4-BE49-F238E27FC236}">
                  <a16:creationId xmlns:a16="http://schemas.microsoft.com/office/drawing/2014/main" id="{34A53362-A7E8-499A-850E-62207690FC7E}"/>
                </a:ext>
              </a:extLst>
            </p:cNvPr>
            <p:cNvSpPr/>
            <p:nvPr/>
          </p:nvSpPr>
          <p:spPr>
            <a:xfrm>
              <a:off x="8886617" y="4866471"/>
              <a:ext cx="51313" cy="47112"/>
            </a:xfrm>
            <a:prstGeom prst="ellipse">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7" name="椭圆 56">
              <a:extLst>
                <a:ext uri="{FF2B5EF4-FFF2-40B4-BE49-F238E27FC236}">
                  <a16:creationId xmlns:a16="http://schemas.microsoft.com/office/drawing/2014/main" id="{E64AC785-02DA-434D-984A-5AB524D5FA7A}"/>
                </a:ext>
              </a:extLst>
            </p:cNvPr>
            <p:cNvSpPr/>
            <p:nvPr/>
          </p:nvSpPr>
          <p:spPr>
            <a:xfrm>
              <a:off x="8680592" y="5240621"/>
              <a:ext cx="51313" cy="47112"/>
            </a:xfrm>
            <a:prstGeom prst="ellipse">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8" name="椭圆 57">
              <a:extLst>
                <a:ext uri="{FF2B5EF4-FFF2-40B4-BE49-F238E27FC236}">
                  <a16:creationId xmlns:a16="http://schemas.microsoft.com/office/drawing/2014/main" id="{A4B29D28-0F10-4B99-8BAC-5572FE095B37}"/>
                </a:ext>
              </a:extLst>
            </p:cNvPr>
            <p:cNvSpPr/>
            <p:nvPr/>
          </p:nvSpPr>
          <p:spPr>
            <a:xfrm>
              <a:off x="8873788" y="5018871"/>
              <a:ext cx="51313" cy="47112"/>
            </a:xfrm>
            <a:prstGeom prst="ellipse">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9" name="椭圆 58">
              <a:extLst>
                <a:ext uri="{FF2B5EF4-FFF2-40B4-BE49-F238E27FC236}">
                  <a16:creationId xmlns:a16="http://schemas.microsoft.com/office/drawing/2014/main" id="{0646B019-3EC9-4A74-B2BB-4C856DF6F07D}"/>
                </a:ext>
              </a:extLst>
            </p:cNvPr>
            <p:cNvSpPr/>
            <p:nvPr/>
          </p:nvSpPr>
          <p:spPr>
            <a:xfrm>
              <a:off x="8871877" y="5156325"/>
              <a:ext cx="51313" cy="47112"/>
            </a:xfrm>
            <a:prstGeom prst="ellipse">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0" name="椭圆 59">
              <a:extLst>
                <a:ext uri="{FF2B5EF4-FFF2-40B4-BE49-F238E27FC236}">
                  <a16:creationId xmlns:a16="http://schemas.microsoft.com/office/drawing/2014/main" id="{CE179847-0888-4906-888C-7861A3DE4035}"/>
                </a:ext>
              </a:extLst>
            </p:cNvPr>
            <p:cNvSpPr/>
            <p:nvPr/>
          </p:nvSpPr>
          <p:spPr>
            <a:xfrm>
              <a:off x="8759872" y="4871051"/>
              <a:ext cx="51313" cy="47112"/>
            </a:xfrm>
            <a:prstGeom prst="ellipse">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1" name="椭圆 60">
              <a:extLst>
                <a:ext uri="{FF2B5EF4-FFF2-40B4-BE49-F238E27FC236}">
                  <a16:creationId xmlns:a16="http://schemas.microsoft.com/office/drawing/2014/main" id="{6A49BE97-A724-4710-8F12-419D07453AEB}"/>
                </a:ext>
              </a:extLst>
            </p:cNvPr>
            <p:cNvSpPr/>
            <p:nvPr/>
          </p:nvSpPr>
          <p:spPr>
            <a:xfrm>
              <a:off x="8530504" y="5124159"/>
              <a:ext cx="51313" cy="47112"/>
            </a:xfrm>
            <a:prstGeom prst="ellipse">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2" name="椭圆 61">
              <a:extLst>
                <a:ext uri="{FF2B5EF4-FFF2-40B4-BE49-F238E27FC236}">
                  <a16:creationId xmlns:a16="http://schemas.microsoft.com/office/drawing/2014/main" id="{7B784FBF-76B6-4556-B962-3462F6F7032A}"/>
                </a:ext>
              </a:extLst>
            </p:cNvPr>
            <p:cNvSpPr/>
            <p:nvPr/>
          </p:nvSpPr>
          <p:spPr>
            <a:xfrm>
              <a:off x="9001291" y="3963959"/>
              <a:ext cx="51313" cy="47112"/>
            </a:xfrm>
            <a:prstGeom prst="ellipse">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3" name="椭圆 62">
              <a:extLst>
                <a:ext uri="{FF2B5EF4-FFF2-40B4-BE49-F238E27FC236}">
                  <a16:creationId xmlns:a16="http://schemas.microsoft.com/office/drawing/2014/main" id="{0DB40800-1B05-465F-B07A-744A8E41D7B4}"/>
                </a:ext>
              </a:extLst>
            </p:cNvPr>
            <p:cNvSpPr/>
            <p:nvPr/>
          </p:nvSpPr>
          <p:spPr>
            <a:xfrm>
              <a:off x="9146223" y="4013580"/>
              <a:ext cx="51313" cy="47112"/>
            </a:xfrm>
            <a:prstGeom prst="ellipse">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4" name="椭圆 63">
              <a:extLst>
                <a:ext uri="{FF2B5EF4-FFF2-40B4-BE49-F238E27FC236}">
                  <a16:creationId xmlns:a16="http://schemas.microsoft.com/office/drawing/2014/main" id="{85EF0F63-4DE4-41E4-8784-74ECC346973D}"/>
                </a:ext>
              </a:extLst>
            </p:cNvPr>
            <p:cNvSpPr/>
            <p:nvPr/>
          </p:nvSpPr>
          <p:spPr>
            <a:xfrm>
              <a:off x="9298623" y="4165980"/>
              <a:ext cx="51313" cy="47112"/>
            </a:xfrm>
            <a:prstGeom prst="ellipse">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5" name="椭圆 64">
              <a:extLst>
                <a:ext uri="{FF2B5EF4-FFF2-40B4-BE49-F238E27FC236}">
                  <a16:creationId xmlns:a16="http://schemas.microsoft.com/office/drawing/2014/main" id="{72F05220-38ED-4131-819A-5A98D2FCFEC9}"/>
                </a:ext>
              </a:extLst>
            </p:cNvPr>
            <p:cNvSpPr/>
            <p:nvPr/>
          </p:nvSpPr>
          <p:spPr>
            <a:xfrm>
              <a:off x="8867079" y="4060692"/>
              <a:ext cx="51313" cy="47112"/>
            </a:xfrm>
            <a:prstGeom prst="ellipse">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6" name="椭圆 65">
              <a:extLst>
                <a:ext uri="{FF2B5EF4-FFF2-40B4-BE49-F238E27FC236}">
                  <a16:creationId xmlns:a16="http://schemas.microsoft.com/office/drawing/2014/main" id="{4FA3DAC1-0977-4022-B05A-37894EA20BBB}"/>
                </a:ext>
              </a:extLst>
            </p:cNvPr>
            <p:cNvSpPr/>
            <p:nvPr/>
          </p:nvSpPr>
          <p:spPr>
            <a:xfrm>
              <a:off x="9019479" y="4213092"/>
              <a:ext cx="51313" cy="47112"/>
            </a:xfrm>
            <a:prstGeom prst="ellipse">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7" name="椭圆 66">
              <a:extLst>
                <a:ext uri="{FF2B5EF4-FFF2-40B4-BE49-F238E27FC236}">
                  <a16:creationId xmlns:a16="http://schemas.microsoft.com/office/drawing/2014/main" id="{6360B34F-EEC2-46B7-9940-C38FC7946401}"/>
                </a:ext>
              </a:extLst>
            </p:cNvPr>
            <p:cNvSpPr/>
            <p:nvPr/>
          </p:nvSpPr>
          <p:spPr>
            <a:xfrm>
              <a:off x="9171879" y="4365492"/>
              <a:ext cx="51313" cy="47112"/>
            </a:xfrm>
            <a:prstGeom prst="ellipse">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8" name="椭圆 67">
              <a:extLst>
                <a:ext uri="{FF2B5EF4-FFF2-40B4-BE49-F238E27FC236}">
                  <a16:creationId xmlns:a16="http://schemas.microsoft.com/office/drawing/2014/main" id="{212F63FA-83D9-4BB2-834A-3D7B5B358F55}"/>
                </a:ext>
              </a:extLst>
            </p:cNvPr>
            <p:cNvSpPr/>
            <p:nvPr/>
          </p:nvSpPr>
          <p:spPr>
            <a:xfrm>
              <a:off x="9298623" y="4165980"/>
              <a:ext cx="51313" cy="47112"/>
            </a:xfrm>
            <a:prstGeom prst="ellipse">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9" name="椭圆 68">
              <a:extLst>
                <a:ext uri="{FF2B5EF4-FFF2-40B4-BE49-F238E27FC236}">
                  <a16:creationId xmlns:a16="http://schemas.microsoft.com/office/drawing/2014/main" id="{F3A677FB-677B-4C5E-91EC-8C2D7DFC4E04}"/>
                </a:ext>
              </a:extLst>
            </p:cNvPr>
            <p:cNvSpPr/>
            <p:nvPr/>
          </p:nvSpPr>
          <p:spPr>
            <a:xfrm>
              <a:off x="9329562" y="4046535"/>
              <a:ext cx="51313" cy="47112"/>
            </a:xfrm>
            <a:prstGeom prst="ellipse">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0" name="椭圆 69">
              <a:extLst>
                <a:ext uri="{FF2B5EF4-FFF2-40B4-BE49-F238E27FC236}">
                  <a16:creationId xmlns:a16="http://schemas.microsoft.com/office/drawing/2014/main" id="{8F6BFE07-576A-4CA6-991C-2A0EF608D654}"/>
                </a:ext>
              </a:extLst>
            </p:cNvPr>
            <p:cNvSpPr/>
            <p:nvPr/>
          </p:nvSpPr>
          <p:spPr>
            <a:xfrm>
              <a:off x="9285794" y="4318380"/>
              <a:ext cx="51313" cy="47112"/>
            </a:xfrm>
            <a:prstGeom prst="ellipse">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1" name="椭圆 70">
              <a:extLst>
                <a:ext uri="{FF2B5EF4-FFF2-40B4-BE49-F238E27FC236}">
                  <a16:creationId xmlns:a16="http://schemas.microsoft.com/office/drawing/2014/main" id="{187DDF0D-9380-4432-837D-A73B0AB83952}"/>
                </a:ext>
              </a:extLst>
            </p:cNvPr>
            <p:cNvSpPr/>
            <p:nvPr/>
          </p:nvSpPr>
          <p:spPr>
            <a:xfrm>
              <a:off x="8892735" y="4189536"/>
              <a:ext cx="51313" cy="47112"/>
            </a:xfrm>
            <a:prstGeom prst="ellipse">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2" name="椭圆 71">
              <a:extLst>
                <a:ext uri="{FF2B5EF4-FFF2-40B4-BE49-F238E27FC236}">
                  <a16:creationId xmlns:a16="http://schemas.microsoft.com/office/drawing/2014/main" id="{DF2AE9AA-3D5E-4BFA-AD97-1BF4A3DFE99E}"/>
                </a:ext>
              </a:extLst>
            </p:cNvPr>
            <p:cNvSpPr/>
            <p:nvPr/>
          </p:nvSpPr>
          <p:spPr>
            <a:xfrm>
              <a:off x="9171878" y="4170560"/>
              <a:ext cx="51313" cy="47112"/>
            </a:xfrm>
            <a:prstGeom prst="ellipse">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3" name="椭圆 72">
              <a:extLst>
                <a:ext uri="{FF2B5EF4-FFF2-40B4-BE49-F238E27FC236}">
                  <a16:creationId xmlns:a16="http://schemas.microsoft.com/office/drawing/2014/main" id="{02AC8FB8-924E-45D6-8E58-D0BFC788A928}"/>
                </a:ext>
              </a:extLst>
            </p:cNvPr>
            <p:cNvSpPr/>
            <p:nvPr/>
          </p:nvSpPr>
          <p:spPr>
            <a:xfrm>
              <a:off x="8968165" y="4386264"/>
              <a:ext cx="51313" cy="47112"/>
            </a:xfrm>
            <a:prstGeom prst="ellipse">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4" name="椭圆 73">
              <a:extLst>
                <a:ext uri="{FF2B5EF4-FFF2-40B4-BE49-F238E27FC236}">
                  <a16:creationId xmlns:a16="http://schemas.microsoft.com/office/drawing/2014/main" id="{8EF63E48-25EF-40CE-9854-F685AA89CEEF}"/>
                </a:ext>
              </a:extLst>
            </p:cNvPr>
            <p:cNvSpPr/>
            <p:nvPr/>
          </p:nvSpPr>
          <p:spPr>
            <a:xfrm>
              <a:off x="9494225" y="4774044"/>
              <a:ext cx="51313" cy="47112"/>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5" name="椭圆 74">
              <a:extLst>
                <a:ext uri="{FF2B5EF4-FFF2-40B4-BE49-F238E27FC236}">
                  <a16:creationId xmlns:a16="http://schemas.microsoft.com/office/drawing/2014/main" id="{2092D910-1312-474A-A2B2-56C787F44C76}"/>
                </a:ext>
              </a:extLst>
            </p:cNvPr>
            <p:cNvSpPr/>
            <p:nvPr/>
          </p:nvSpPr>
          <p:spPr>
            <a:xfrm>
              <a:off x="9609380" y="4750597"/>
              <a:ext cx="51313" cy="47112"/>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6" name="椭圆 75">
              <a:extLst>
                <a:ext uri="{FF2B5EF4-FFF2-40B4-BE49-F238E27FC236}">
                  <a16:creationId xmlns:a16="http://schemas.microsoft.com/office/drawing/2014/main" id="{20B81C86-01B6-42A1-B6A4-2A23A2043A9B}"/>
                </a:ext>
              </a:extLst>
            </p:cNvPr>
            <p:cNvSpPr/>
            <p:nvPr/>
          </p:nvSpPr>
          <p:spPr>
            <a:xfrm>
              <a:off x="9761780" y="4902997"/>
              <a:ext cx="51313" cy="47112"/>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7" name="椭圆 76">
              <a:extLst>
                <a:ext uri="{FF2B5EF4-FFF2-40B4-BE49-F238E27FC236}">
                  <a16:creationId xmlns:a16="http://schemas.microsoft.com/office/drawing/2014/main" id="{14F86FAD-1016-4C8B-A7DC-DFC5C9FEDD24}"/>
                </a:ext>
              </a:extLst>
            </p:cNvPr>
            <p:cNvSpPr/>
            <p:nvPr/>
          </p:nvSpPr>
          <p:spPr>
            <a:xfrm>
              <a:off x="9330236" y="4797709"/>
              <a:ext cx="51313" cy="47112"/>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8" name="椭圆 77">
              <a:extLst>
                <a:ext uri="{FF2B5EF4-FFF2-40B4-BE49-F238E27FC236}">
                  <a16:creationId xmlns:a16="http://schemas.microsoft.com/office/drawing/2014/main" id="{0DC95AF6-E705-4AF7-9E29-600021B85479}"/>
                </a:ext>
              </a:extLst>
            </p:cNvPr>
            <p:cNvSpPr/>
            <p:nvPr/>
          </p:nvSpPr>
          <p:spPr>
            <a:xfrm>
              <a:off x="9482636" y="4950109"/>
              <a:ext cx="51313" cy="47112"/>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9" name="椭圆 78">
              <a:extLst>
                <a:ext uri="{FF2B5EF4-FFF2-40B4-BE49-F238E27FC236}">
                  <a16:creationId xmlns:a16="http://schemas.microsoft.com/office/drawing/2014/main" id="{240848C7-BC91-4638-A564-214ED7B8E400}"/>
                </a:ext>
              </a:extLst>
            </p:cNvPr>
            <p:cNvSpPr/>
            <p:nvPr/>
          </p:nvSpPr>
          <p:spPr>
            <a:xfrm>
              <a:off x="9635036" y="5102509"/>
              <a:ext cx="51313" cy="47112"/>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0" name="椭圆 79">
              <a:extLst>
                <a:ext uri="{FF2B5EF4-FFF2-40B4-BE49-F238E27FC236}">
                  <a16:creationId xmlns:a16="http://schemas.microsoft.com/office/drawing/2014/main" id="{674463E4-BB3D-4B88-938A-926741DE3718}"/>
                </a:ext>
              </a:extLst>
            </p:cNvPr>
            <p:cNvSpPr/>
            <p:nvPr/>
          </p:nvSpPr>
          <p:spPr>
            <a:xfrm>
              <a:off x="9761780" y="4902997"/>
              <a:ext cx="51313" cy="47112"/>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1" name="椭圆 80">
              <a:extLst>
                <a:ext uri="{FF2B5EF4-FFF2-40B4-BE49-F238E27FC236}">
                  <a16:creationId xmlns:a16="http://schemas.microsoft.com/office/drawing/2014/main" id="{A5D31D45-20A7-4F5B-BD39-77B71DDB39B1}"/>
                </a:ext>
              </a:extLst>
            </p:cNvPr>
            <p:cNvSpPr/>
            <p:nvPr/>
          </p:nvSpPr>
          <p:spPr>
            <a:xfrm>
              <a:off x="9524882" y="5078953"/>
              <a:ext cx="51313" cy="47112"/>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2" name="椭圆 81">
              <a:extLst>
                <a:ext uri="{FF2B5EF4-FFF2-40B4-BE49-F238E27FC236}">
                  <a16:creationId xmlns:a16="http://schemas.microsoft.com/office/drawing/2014/main" id="{C2F6156D-AA89-4B57-8469-2269615F92C7}"/>
                </a:ext>
              </a:extLst>
            </p:cNvPr>
            <p:cNvSpPr/>
            <p:nvPr/>
          </p:nvSpPr>
          <p:spPr>
            <a:xfrm>
              <a:off x="9748951" y="5055397"/>
              <a:ext cx="51313" cy="47112"/>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3" name="椭圆 82">
              <a:extLst>
                <a:ext uri="{FF2B5EF4-FFF2-40B4-BE49-F238E27FC236}">
                  <a16:creationId xmlns:a16="http://schemas.microsoft.com/office/drawing/2014/main" id="{DF0F1273-FDB3-454D-B9D8-1DF10F879083}"/>
                </a:ext>
              </a:extLst>
            </p:cNvPr>
            <p:cNvSpPr/>
            <p:nvPr/>
          </p:nvSpPr>
          <p:spPr>
            <a:xfrm>
              <a:off x="9314795" y="4950000"/>
              <a:ext cx="51313" cy="47112"/>
            </a:xfrm>
            <a:prstGeom prst="ellipse">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4" name="椭圆 83">
              <a:extLst>
                <a:ext uri="{FF2B5EF4-FFF2-40B4-BE49-F238E27FC236}">
                  <a16:creationId xmlns:a16="http://schemas.microsoft.com/office/drawing/2014/main" id="{29BA501A-EDAE-4141-9C27-D00E8D2FC77D}"/>
                </a:ext>
              </a:extLst>
            </p:cNvPr>
            <p:cNvSpPr/>
            <p:nvPr/>
          </p:nvSpPr>
          <p:spPr>
            <a:xfrm>
              <a:off x="9635035" y="4907577"/>
              <a:ext cx="51313" cy="47112"/>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5" name="椭圆 84">
              <a:extLst>
                <a:ext uri="{FF2B5EF4-FFF2-40B4-BE49-F238E27FC236}">
                  <a16:creationId xmlns:a16="http://schemas.microsoft.com/office/drawing/2014/main" id="{7E4D97D0-9266-4648-B5C8-A85AC383106F}"/>
                </a:ext>
              </a:extLst>
            </p:cNvPr>
            <p:cNvSpPr/>
            <p:nvPr/>
          </p:nvSpPr>
          <p:spPr>
            <a:xfrm>
              <a:off x="9405667" y="5160685"/>
              <a:ext cx="51313" cy="47112"/>
            </a:xfrm>
            <a:prstGeom prst="ellipse">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6" name="椭圆 85">
              <a:extLst>
                <a:ext uri="{FF2B5EF4-FFF2-40B4-BE49-F238E27FC236}">
                  <a16:creationId xmlns:a16="http://schemas.microsoft.com/office/drawing/2014/main" id="{046DC373-BE3D-4652-A85A-64DA4B27B81D}"/>
                </a:ext>
              </a:extLst>
            </p:cNvPr>
            <p:cNvSpPr/>
            <p:nvPr/>
          </p:nvSpPr>
          <p:spPr>
            <a:xfrm>
              <a:off x="8471485" y="4936151"/>
              <a:ext cx="51313" cy="47112"/>
            </a:xfrm>
            <a:prstGeom prst="ellipse">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7" name="椭圆 86">
              <a:extLst>
                <a:ext uri="{FF2B5EF4-FFF2-40B4-BE49-F238E27FC236}">
                  <a16:creationId xmlns:a16="http://schemas.microsoft.com/office/drawing/2014/main" id="{F5962E40-AE2F-46C7-8212-A94BC75183CD}"/>
                </a:ext>
              </a:extLst>
            </p:cNvPr>
            <p:cNvSpPr/>
            <p:nvPr/>
          </p:nvSpPr>
          <p:spPr>
            <a:xfrm>
              <a:off x="8633129" y="5077047"/>
              <a:ext cx="51313" cy="47112"/>
            </a:xfrm>
            <a:prstGeom prst="ellipse">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8" name="椭圆 87">
              <a:extLst>
                <a:ext uri="{FF2B5EF4-FFF2-40B4-BE49-F238E27FC236}">
                  <a16:creationId xmlns:a16="http://schemas.microsoft.com/office/drawing/2014/main" id="{C4D4BCCF-C94D-4F3D-B6BE-94E992B3DA36}"/>
                </a:ext>
              </a:extLst>
            </p:cNvPr>
            <p:cNvSpPr/>
            <p:nvPr/>
          </p:nvSpPr>
          <p:spPr>
            <a:xfrm>
              <a:off x="9044732" y="4102950"/>
              <a:ext cx="51313" cy="47112"/>
            </a:xfrm>
            <a:prstGeom prst="ellipse">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9" name="十字形 88">
              <a:extLst>
                <a:ext uri="{FF2B5EF4-FFF2-40B4-BE49-F238E27FC236}">
                  <a16:creationId xmlns:a16="http://schemas.microsoft.com/office/drawing/2014/main" id="{0CF4CF0E-DAA2-4370-8797-5C197EFBED20}"/>
                </a:ext>
              </a:extLst>
            </p:cNvPr>
            <p:cNvSpPr/>
            <p:nvPr/>
          </p:nvSpPr>
          <p:spPr>
            <a:xfrm>
              <a:off x="8750771" y="4337906"/>
              <a:ext cx="114398" cy="113080"/>
            </a:xfrm>
            <a:prstGeom prst="plus">
              <a:avLst>
                <a:gd name="adj" fmla="val 45410"/>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0" name="十字形 89">
              <a:extLst>
                <a:ext uri="{FF2B5EF4-FFF2-40B4-BE49-F238E27FC236}">
                  <a16:creationId xmlns:a16="http://schemas.microsoft.com/office/drawing/2014/main" id="{BA4B294D-1561-446A-8C15-676DB214D294}"/>
                </a:ext>
              </a:extLst>
            </p:cNvPr>
            <p:cNvSpPr/>
            <p:nvPr/>
          </p:nvSpPr>
          <p:spPr>
            <a:xfrm>
              <a:off x="9778192" y="4695215"/>
              <a:ext cx="114398" cy="113080"/>
            </a:xfrm>
            <a:prstGeom prst="plus">
              <a:avLst>
                <a:gd name="adj" fmla="val 45410"/>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1" name="十字形 90">
              <a:extLst>
                <a:ext uri="{FF2B5EF4-FFF2-40B4-BE49-F238E27FC236}">
                  <a16:creationId xmlns:a16="http://schemas.microsoft.com/office/drawing/2014/main" id="{9458A4F7-EFAA-4D5C-973E-86EEA1CCDE86}"/>
                </a:ext>
              </a:extLst>
            </p:cNvPr>
            <p:cNvSpPr/>
            <p:nvPr/>
          </p:nvSpPr>
          <p:spPr>
            <a:xfrm>
              <a:off x="8981303" y="5085289"/>
              <a:ext cx="114398" cy="113080"/>
            </a:xfrm>
            <a:prstGeom prst="plus">
              <a:avLst>
                <a:gd name="adj" fmla="val 45410"/>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096" name="组合 4095">
            <a:extLst>
              <a:ext uri="{FF2B5EF4-FFF2-40B4-BE49-F238E27FC236}">
                <a16:creationId xmlns:a16="http://schemas.microsoft.com/office/drawing/2014/main" id="{7645BED8-DA73-4936-B87F-8BB19D32ADC0}"/>
              </a:ext>
            </a:extLst>
          </p:cNvPr>
          <p:cNvGrpSpPr/>
          <p:nvPr/>
        </p:nvGrpSpPr>
        <p:grpSpPr>
          <a:xfrm>
            <a:off x="6295047" y="2035279"/>
            <a:ext cx="2167257" cy="1978586"/>
            <a:chOff x="9572381" y="2208718"/>
            <a:chExt cx="1358020" cy="1323774"/>
          </a:xfrm>
        </p:grpSpPr>
        <p:sp>
          <p:nvSpPr>
            <p:cNvPr id="92" name="椭圆 91">
              <a:extLst>
                <a:ext uri="{FF2B5EF4-FFF2-40B4-BE49-F238E27FC236}">
                  <a16:creationId xmlns:a16="http://schemas.microsoft.com/office/drawing/2014/main" id="{E9658CE4-9A38-4F98-9471-637883B8A644}"/>
                </a:ext>
              </a:extLst>
            </p:cNvPr>
            <p:cNvSpPr/>
            <p:nvPr/>
          </p:nvSpPr>
          <p:spPr>
            <a:xfrm>
              <a:off x="9736370" y="2982277"/>
              <a:ext cx="51313" cy="47112"/>
            </a:xfrm>
            <a:prstGeom prst="ellipse">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3" name="椭圆 92">
              <a:extLst>
                <a:ext uri="{FF2B5EF4-FFF2-40B4-BE49-F238E27FC236}">
                  <a16:creationId xmlns:a16="http://schemas.microsoft.com/office/drawing/2014/main" id="{E73BF336-B582-463D-B480-48AEAD770F56}"/>
                </a:ext>
              </a:extLst>
            </p:cNvPr>
            <p:cNvSpPr/>
            <p:nvPr/>
          </p:nvSpPr>
          <p:spPr>
            <a:xfrm>
              <a:off x="9851525" y="2958830"/>
              <a:ext cx="51313" cy="47112"/>
            </a:xfrm>
            <a:prstGeom prst="ellipse">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4" name="椭圆 93">
              <a:extLst>
                <a:ext uri="{FF2B5EF4-FFF2-40B4-BE49-F238E27FC236}">
                  <a16:creationId xmlns:a16="http://schemas.microsoft.com/office/drawing/2014/main" id="{B5558514-61DC-4149-95FE-3FEA2B352D68}"/>
                </a:ext>
              </a:extLst>
            </p:cNvPr>
            <p:cNvSpPr/>
            <p:nvPr/>
          </p:nvSpPr>
          <p:spPr>
            <a:xfrm>
              <a:off x="10003925" y="3111230"/>
              <a:ext cx="51313" cy="47112"/>
            </a:xfrm>
            <a:prstGeom prst="ellipse">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5" name="椭圆 94">
              <a:extLst>
                <a:ext uri="{FF2B5EF4-FFF2-40B4-BE49-F238E27FC236}">
                  <a16:creationId xmlns:a16="http://schemas.microsoft.com/office/drawing/2014/main" id="{1DC6857B-6DC0-4A50-8179-B1906916F511}"/>
                </a:ext>
              </a:extLst>
            </p:cNvPr>
            <p:cNvSpPr/>
            <p:nvPr/>
          </p:nvSpPr>
          <p:spPr>
            <a:xfrm>
              <a:off x="9572381" y="3005942"/>
              <a:ext cx="51313" cy="47112"/>
            </a:xfrm>
            <a:prstGeom prst="ellipse">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6" name="椭圆 95">
              <a:extLst>
                <a:ext uri="{FF2B5EF4-FFF2-40B4-BE49-F238E27FC236}">
                  <a16:creationId xmlns:a16="http://schemas.microsoft.com/office/drawing/2014/main" id="{50B61981-36D5-4327-B694-73938EAF8724}"/>
                </a:ext>
              </a:extLst>
            </p:cNvPr>
            <p:cNvSpPr/>
            <p:nvPr/>
          </p:nvSpPr>
          <p:spPr>
            <a:xfrm>
              <a:off x="9724781" y="3158342"/>
              <a:ext cx="51313" cy="47112"/>
            </a:xfrm>
            <a:prstGeom prst="ellipse">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7" name="椭圆 96">
              <a:extLst>
                <a:ext uri="{FF2B5EF4-FFF2-40B4-BE49-F238E27FC236}">
                  <a16:creationId xmlns:a16="http://schemas.microsoft.com/office/drawing/2014/main" id="{E4CCAB94-5E73-4DD9-A9C7-E6E4AC62E7E6}"/>
                </a:ext>
              </a:extLst>
            </p:cNvPr>
            <p:cNvSpPr/>
            <p:nvPr/>
          </p:nvSpPr>
          <p:spPr>
            <a:xfrm>
              <a:off x="9877181" y="3310742"/>
              <a:ext cx="51313" cy="47112"/>
            </a:xfrm>
            <a:prstGeom prst="ellipse">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8" name="椭圆 97">
              <a:extLst>
                <a:ext uri="{FF2B5EF4-FFF2-40B4-BE49-F238E27FC236}">
                  <a16:creationId xmlns:a16="http://schemas.microsoft.com/office/drawing/2014/main" id="{6A008AFA-828A-4D22-9C81-771051434F4D}"/>
                </a:ext>
              </a:extLst>
            </p:cNvPr>
            <p:cNvSpPr/>
            <p:nvPr/>
          </p:nvSpPr>
          <p:spPr>
            <a:xfrm>
              <a:off x="10003925" y="3111230"/>
              <a:ext cx="51313" cy="47112"/>
            </a:xfrm>
            <a:prstGeom prst="ellipse">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9" name="椭圆 98">
              <a:extLst>
                <a:ext uri="{FF2B5EF4-FFF2-40B4-BE49-F238E27FC236}">
                  <a16:creationId xmlns:a16="http://schemas.microsoft.com/office/drawing/2014/main" id="{C512CB2C-32A8-451F-A69C-E7D1B81CB6CF}"/>
                </a:ext>
              </a:extLst>
            </p:cNvPr>
            <p:cNvSpPr/>
            <p:nvPr/>
          </p:nvSpPr>
          <p:spPr>
            <a:xfrm>
              <a:off x="9797900" y="3485380"/>
              <a:ext cx="51313" cy="47112"/>
            </a:xfrm>
            <a:prstGeom prst="ellipse">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0" name="椭圆 99">
              <a:extLst>
                <a:ext uri="{FF2B5EF4-FFF2-40B4-BE49-F238E27FC236}">
                  <a16:creationId xmlns:a16="http://schemas.microsoft.com/office/drawing/2014/main" id="{53D254C1-E706-43BA-9541-A5B2D76177B0}"/>
                </a:ext>
              </a:extLst>
            </p:cNvPr>
            <p:cNvSpPr/>
            <p:nvPr/>
          </p:nvSpPr>
          <p:spPr>
            <a:xfrm>
              <a:off x="9991096" y="3263630"/>
              <a:ext cx="51313" cy="47112"/>
            </a:xfrm>
            <a:prstGeom prst="ellipse">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1" name="椭圆 100">
              <a:extLst>
                <a:ext uri="{FF2B5EF4-FFF2-40B4-BE49-F238E27FC236}">
                  <a16:creationId xmlns:a16="http://schemas.microsoft.com/office/drawing/2014/main" id="{DFFC223F-6E52-4EB0-B54D-6FEB8FB31CD3}"/>
                </a:ext>
              </a:extLst>
            </p:cNvPr>
            <p:cNvSpPr/>
            <p:nvPr/>
          </p:nvSpPr>
          <p:spPr>
            <a:xfrm>
              <a:off x="9989185" y="3401084"/>
              <a:ext cx="51313" cy="47112"/>
            </a:xfrm>
            <a:prstGeom prst="ellipse">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2" name="椭圆 101">
              <a:extLst>
                <a:ext uri="{FF2B5EF4-FFF2-40B4-BE49-F238E27FC236}">
                  <a16:creationId xmlns:a16="http://schemas.microsoft.com/office/drawing/2014/main" id="{1D44FE3E-BA7C-4DFC-BEA9-5E0E43D71E70}"/>
                </a:ext>
              </a:extLst>
            </p:cNvPr>
            <p:cNvSpPr/>
            <p:nvPr/>
          </p:nvSpPr>
          <p:spPr>
            <a:xfrm>
              <a:off x="9877180" y="3115810"/>
              <a:ext cx="51313" cy="47112"/>
            </a:xfrm>
            <a:prstGeom prst="ellipse">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3" name="椭圆 102">
              <a:extLst>
                <a:ext uri="{FF2B5EF4-FFF2-40B4-BE49-F238E27FC236}">
                  <a16:creationId xmlns:a16="http://schemas.microsoft.com/office/drawing/2014/main" id="{4ED5106E-A51F-4931-B0D2-BC079F213E3E}"/>
                </a:ext>
              </a:extLst>
            </p:cNvPr>
            <p:cNvSpPr/>
            <p:nvPr/>
          </p:nvSpPr>
          <p:spPr>
            <a:xfrm>
              <a:off x="9647812" y="3368918"/>
              <a:ext cx="51313" cy="47112"/>
            </a:xfrm>
            <a:prstGeom prst="ellipse">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4" name="椭圆 103">
              <a:extLst>
                <a:ext uri="{FF2B5EF4-FFF2-40B4-BE49-F238E27FC236}">
                  <a16:creationId xmlns:a16="http://schemas.microsoft.com/office/drawing/2014/main" id="{7CB9A6E7-6397-4065-9167-713D91F887CA}"/>
                </a:ext>
              </a:extLst>
            </p:cNvPr>
            <p:cNvSpPr/>
            <p:nvPr/>
          </p:nvSpPr>
          <p:spPr>
            <a:xfrm>
              <a:off x="10118599" y="2208718"/>
              <a:ext cx="51313" cy="47112"/>
            </a:xfrm>
            <a:prstGeom prst="ellipse">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5" name="椭圆 104">
              <a:extLst>
                <a:ext uri="{FF2B5EF4-FFF2-40B4-BE49-F238E27FC236}">
                  <a16:creationId xmlns:a16="http://schemas.microsoft.com/office/drawing/2014/main" id="{8238DA56-11B8-4C49-A197-8682AFD408EF}"/>
                </a:ext>
              </a:extLst>
            </p:cNvPr>
            <p:cNvSpPr/>
            <p:nvPr/>
          </p:nvSpPr>
          <p:spPr>
            <a:xfrm>
              <a:off x="10263531" y="2258339"/>
              <a:ext cx="51313" cy="47112"/>
            </a:xfrm>
            <a:prstGeom prst="ellipse">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6" name="椭圆 105">
              <a:extLst>
                <a:ext uri="{FF2B5EF4-FFF2-40B4-BE49-F238E27FC236}">
                  <a16:creationId xmlns:a16="http://schemas.microsoft.com/office/drawing/2014/main" id="{632F8E84-D57E-45EC-ACCC-60D728666827}"/>
                </a:ext>
              </a:extLst>
            </p:cNvPr>
            <p:cNvSpPr/>
            <p:nvPr/>
          </p:nvSpPr>
          <p:spPr>
            <a:xfrm>
              <a:off x="10415931" y="2410739"/>
              <a:ext cx="51313" cy="47112"/>
            </a:xfrm>
            <a:prstGeom prst="ellipse">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7" name="椭圆 106">
              <a:extLst>
                <a:ext uri="{FF2B5EF4-FFF2-40B4-BE49-F238E27FC236}">
                  <a16:creationId xmlns:a16="http://schemas.microsoft.com/office/drawing/2014/main" id="{1B3EEF7D-F1F9-4828-8125-A5E939E53881}"/>
                </a:ext>
              </a:extLst>
            </p:cNvPr>
            <p:cNvSpPr/>
            <p:nvPr/>
          </p:nvSpPr>
          <p:spPr>
            <a:xfrm>
              <a:off x="9984387" y="2305451"/>
              <a:ext cx="51313" cy="47112"/>
            </a:xfrm>
            <a:prstGeom prst="ellipse">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8" name="椭圆 107">
              <a:extLst>
                <a:ext uri="{FF2B5EF4-FFF2-40B4-BE49-F238E27FC236}">
                  <a16:creationId xmlns:a16="http://schemas.microsoft.com/office/drawing/2014/main" id="{49D8D1D8-6425-4711-90CA-834FE7BC0CB9}"/>
                </a:ext>
              </a:extLst>
            </p:cNvPr>
            <p:cNvSpPr/>
            <p:nvPr/>
          </p:nvSpPr>
          <p:spPr>
            <a:xfrm>
              <a:off x="10136787" y="2457851"/>
              <a:ext cx="51313" cy="47112"/>
            </a:xfrm>
            <a:prstGeom prst="ellipse">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9" name="椭圆 108">
              <a:extLst>
                <a:ext uri="{FF2B5EF4-FFF2-40B4-BE49-F238E27FC236}">
                  <a16:creationId xmlns:a16="http://schemas.microsoft.com/office/drawing/2014/main" id="{670C58DE-D14A-4042-826D-7687C1B56F8C}"/>
                </a:ext>
              </a:extLst>
            </p:cNvPr>
            <p:cNvSpPr/>
            <p:nvPr/>
          </p:nvSpPr>
          <p:spPr>
            <a:xfrm>
              <a:off x="10289187" y="2610251"/>
              <a:ext cx="51313" cy="47112"/>
            </a:xfrm>
            <a:prstGeom prst="ellipse">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0" name="椭圆 109">
              <a:extLst>
                <a:ext uri="{FF2B5EF4-FFF2-40B4-BE49-F238E27FC236}">
                  <a16:creationId xmlns:a16="http://schemas.microsoft.com/office/drawing/2014/main" id="{25113CA1-622F-4CF7-B208-6A4CC5C29250}"/>
                </a:ext>
              </a:extLst>
            </p:cNvPr>
            <p:cNvSpPr/>
            <p:nvPr/>
          </p:nvSpPr>
          <p:spPr>
            <a:xfrm>
              <a:off x="10415931" y="2410739"/>
              <a:ext cx="51313" cy="47112"/>
            </a:xfrm>
            <a:prstGeom prst="ellipse">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1" name="椭圆 110">
              <a:extLst>
                <a:ext uri="{FF2B5EF4-FFF2-40B4-BE49-F238E27FC236}">
                  <a16:creationId xmlns:a16="http://schemas.microsoft.com/office/drawing/2014/main" id="{BD82DD3A-2082-4D4F-BBA2-F95BC6038DBD}"/>
                </a:ext>
              </a:extLst>
            </p:cNvPr>
            <p:cNvSpPr/>
            <p:nvPr/>
          </p:nvSpPr>
          <p:spPr>
            <a:xfrm>
              <a:off x="10446870" y="2291294"/>
              <a:ext cx="51313" cy="47112"/>
            </a:xfrm>
            <a:prstGeom prst="ellipse">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2" name="椭圆 111">
              <a:extLst>
                <a:ext uri="{FF2B5EF4-FFF2-40B4-BE49-F238E27FC236}">
                  <a16:creationId xmlns:a16="http://schemas.microsoft.com/office/drawing/2014/main" id="{19C7FFDB-FB9E-49DB-BA52-EFF0A116B89A}"/>
                </a:ext>
              </a:extLst>
            </p:cNvPr>
            <p:cNvSpPr/>
            <p:nvPr/>
          </p:nvSpPr>
          <p:spPr>
            <a:xfrm>
              <a:off x="10403102" y="2563139"/>
              <a:ext cx="51313" cy="47112"/>
            </a:xfrm>
            <a:prstGeom prst="ellipse">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3" name="椭圆 112">
              <a:extLst>
                <a:ext uri="{FF2B5EF4-FFF2-40B4-BE49-F238E27FC236}">
                  <a16:creationId xmlns:a16="http://schemas.microsoft.com/office/drawing/2014/main" id="{1C4052EC-369C-4331-BE6C-29D6AA3D55F8}"/>
                </a:ext>
              </a:extLst>
            </p:cNvPr>
            <p:cNvSpPr/>
            <p:nvPr/>
          </p:nvSpPr>
          <p:spPr>
            <a:xfrm>
              <a:off x="10010043" y="2434295"/>
              <a:ext cx="51313" cy="47112"/>
            </a:xfrm>
            <a:prstGeom prst="ellipse">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4" name="椭圆 113">
              <a:extLst>
                <a:ext uri="{FF2B5EF4-FFF2-40B4-BE49-F238E27FC236}">
                  <a16:creationId xmlns:a16="http://schemas.microsoft.com/office/drawing/2014/main" id="{51BDBBAB-520A-4309-B12E-51DD7B9FCEFA}"/>
                </a:ext>
              </a:extLst>
            </p:cNvPr>
            <p:cNvSpPr/>
            <p:nvPr/>
          </p:nvSpPr>
          <p:spPr>
            <a:xfrm>
              <a:off x="10289186" y="2415319"/>
              <a:ext cx="51313" cy="47112"/>
            </a:xfrm>
            <a:prstGeom prst="ellipse">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5" name="椭圆 114">
              <a:extLst>
                <a:ext uri="{FF2B5EF4-FFF2-40B4-BE49-F238E27FC236}">
                  <a16:creationId xmlns:a16="http://schemas.microsoft.com/office/drawing/2014/main" id="{A5095131-56AB-4706-B583-D6700AE50AFF}"/>
                </a:ext>
              </a:extLst>
            </p:cNvPr>
            <p:cNvSpPr/>
            <p:nvPr/>
          </p:nvSpPr>
          <p:spPr>
            <a:xfrm>
              <a:off x="10085473" y="2631023"/>
              <a:ext cx="51313" cy="47112"/>
            </a:xfrm>
            <a:prstGeom prst="ellipse">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6" name="椭圆 115">
              <a:extLst>
                <a:ext uri="{FF2B5EF4-FFF2-40B4-BE49-F238E27FC236}">
                  <a16:creationId xmlns:a16="http://schemas.microsoft.com/office/drawing/2014/main" id="{0CE2C1B5-314B-4450-B640-50827ACCE9F6}"/>
                </a:ext>
              </a:extLst>
            </p:cNvPr>
            <p:cNvSpPr/>
            <p:nvPr/>
          </p:nvSpPr>
          <p:spPr>
            <a:xfrm>
              <a:off x="10611533" y="3018803"/>
              <a:ext cx="51313" cy="47112"/>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7" name="椭圆 116">
              <a:extLst>
                <a:ext uri="{FF2B5EF4-FFF2-40B4-BE49-F238E27FC236}">
                  <a16:creationId xmlns:a16="http://schemas.microsoft.com/office/drawing/2014/main" id="{0430865A-5A21-49B4-B888-C51F7882D088}"/>
                </a:ext>
              </a:extLst>
            </p:cNvPr>
            <p:cNvSpPr/>
            <p:nvPr/>
          </p:nvSpPr>
          <p:spPr>
            <a:xfrm>
              <a:off x="10726688" y="2995356"/>
              <a:ext cx="51313" cy="47112"/>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8" name="椭圆 117">
              <a:extLst>
                <a:ext uri="{FF2B5EF4-FFF2-40B4-BE49-F238E27FC236}">
                  <a16:creationId xmlns:a16="http://schemas.microsoft.com/office/drawing/2014/main" id="{97D87A01-9EB0-4A55-B5DC-79E62038E07C}"/>
                </a:ext>
              </a:extLst>
            </p:cNvPr>
            <p:cNvSpPr/>
            <p:nvPr/>
          </p:nvSpPr>
          <p:spPr>
            <a:xfrm>
              <a:off x="10879088" y="3147756"/>
              <a:ext cx="51313" cy="47112"/>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9" name="椭圆 118">
              <a:extLst>
                <a:ext uri="{FF2B5EF4-FFF2-40B4-BE49-F238E27FC236}">
                  <a16:creationId xmlns:a16="http://schemas.microsoft.com/office/drawing/2014/main" id="{E62E3273-CD48-4021-859C-2A47BA019963}"/>
                </a:ext>
              </a:extLst>
            </p:cNvPr>
            <p:cNvSpPr/>
            <p:nvPr/>
          </p:nvSpPr>
          <p:spPr>
            <a:xfrm>
              <a:off x="10447544" y="3042468"/>
              <a:ext cx="51313" cy="47112"/>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0" name="椭圆 119">
              <a:extLst>
                <a:ext uri="{FF2B5EF4-FFF2-40B4-BE49-F238E27FC236}">
                  <a16:creationId xmlns:a16="http://schemas.microsoft.com/office/drawing/2014/main" id="{B90B76EB-2440-40E6-A35F-6F70E8C66D42}"/>
                </a:ext>
              </a:extLst>
            </p:cNvPr>
            <p:cNvSpPr/>
            <p:nvPr/>
          </p:nvSpPr>
          <p:spPr>
            <a:xfrm>
              <a:off x="10599944" y="3194868"/>
              <a:ext cx="51313" cy="47112"/>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1" name="椭圆 120">
              <a:extLst>
                <a:ext uri="{FF2B5EF4-FFF2-40B4-BE49-F238E27FC236}">
                  <a16:creationId xmlns:a16="http://schemas.microsoft.com/office/drawing/2014/main" id="{D62B7873-8FA6-455E-A8B1-426A34B7C08B}"/>
                </a:ext>
              </a:extLst>
            </p:cNvPr>
            <p:cNvSpPr/>
            <p:nvPr/>
          </p:nvSpPr>
          <p:spPr>
            <a:xfrm>
              <a:off x="10752344" y="3347268"/>
              <a:ext cx="51313" cy="47112"/>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2" name="椭圆 121">
              <a:extLst>
                <a:ext uri="{FF2B5EF4-FFF2-40B4-BE49-F238E27FC236}">
                  <a16:creationId xmlns:a16="http://schemas.microsoft.com/office/drawing/2014/main" id="{8F4E8AB1-5439-4404-9F2E-B8CFBCECFEEE}"/>
                </a:ext>
              </a:extLst>
            </p:cNvPr>
            <p:cNvSpPr/>
            <p:nvPr/>
          </p:nvSpPr>
          <p:spPr>
            <a:xfrm>
              <a:off x="10879088" y="3147756"/>
              <a:ext cx="51313" cy="47112"/>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3" name="椭圆 122">
              <a:extLst>
                <a:ext uri="{FF2B5EF4-FFF2-40B4-BE49-F238E27FC236}">
                  <a16:creationId xmlns:a16="http://schemas.microsoft.com/office/drawing/2014/main" id="{1434BD55-6A86-4CFF-9272-528D18A09A3F}"/>
                </a:ext>
              </a:extLst>
            </p:cNvPr>
            <p:cNvSpPr/>
            <p:nvPr/>
          </p:nvSpPr>
          <p:spPr>
            <a:xfrm>
              <a:off x="10642190" y="3323712"/>
              <a:ext cx="51313" cy="47112"/>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4" name="椭圆 123">
              <a:extLst>
                <a:ext uri="{FF2B5EF4-FFF2-40B4-BE49-F238E27FC236}">
                  <a16:creationId xmlns:a16="http://schemas.microsoft.com/office/drawing/2014/main" id="{C8FE09E7-9DF5-4736-9B2E-9EA8B458C084}"/>
                </a:ext>
              </a:extLst>
            </p:cNvPr>
            <p:cNvSpPr/>
            <p:nvPr/>
          </p:nvSpPr>
          <p:spPr>
            <a:xfrm>
              <a:off x="10866259" y="3300156"/>
              <a:ext cx="51313" cy="47112"/>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5" name="椭圆 124">
              <a:extLst>
                <a:ext uri="{FF2B5EF4-FFF2-40B4-BE49-F238E27FC236}">
                  <a16:creationId xmlns:a16="http://schemas.microsoft.com/office/drawing/2014/main" id="{6B4DCA3A-DED2-4944-8C5D-A7B8C2659526}"/>
                </a:ext>
              </a:extLst>
            </p:cNvPr>
            <p:cNvSpPr/>
            <p:nvPr/>
          </p:nvSpPr>
          <p:spPr>
            <a:xfrm>
              <a:off x="10432103" y="3194759"/>
              <a:ext cx="51313" cy="47112"/>
            </a:xfrm>
            <a:prstGeom prst="ellipse">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6" name="椭圆 125">
              <a:extLst>
                <a:ext uri="{FF2B5EF4-FFF2-40B4-BE49-F238E27FC236}">
                  <a16:creationId xmlns:a16="http://schemas.microsoft.com/office/drawing/2014/main" id="{04973730-0130-499C-8CCF-047C190BB08E}"/>
                </a:ext>
              </a:extLst>
            </p:cNvPr>
            <p:cNvSpPr/>
            <p:nvPr/>
          </p:nvSpPr>
          <p:spPr>
            <a:xfrm>
              <a:off x="10752343" y="3152336"/>
              <a:ext cx="51313" cy="47112"/>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7" name="椭圆 126">
              <a:extLst>
                <a:ext uri="{FF2B5EF4-FFF2-40B4-BE49-F238E27FC236}">
                  <a16:creationId xmlns:a16="http://schemas.microsoft.com/office/drawing/2014/main" id="{00551645-CDF7-468A-B6F0-0C2B7B0C7D59}"/>
                </a:ext>
              </a:extLst>
            </p:cNvPr>
            <p:cNvSpPr/>
            <p:nvPr/>
          </p:nvSpPr>
          <p:spPr>
            <a:xfrm>
              <a:off x="10522975" y="3405444"/>
              <a:ext cx="51313" cy="47112"/>
            </a:xfrm>
            <a:prstGeom prst="ellipse">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8" name="椭圆 127">
              <a:extLst>
                <a:ext uri="{FF2B5EF4-FFF2-40B4-BE49-F238E27FC236}">
                  <a16:creationId xmlns:a16="http://schemas.microsoft.com/office/drawing/2014/main" id="{D3154D12-9517-4C4D-A452-3A628AB19665}"/>
                </a:ext>
              </a:extLst>
            </p:cNvPr>
            <p:cNvSpPr/>
            <p:nvPr/>
          </p:nvSpPr>
          <p:spPr>
            <a:xfrm>
              <a:off x="9588793" y="3180910"/>
              <a:ext cx="51313" cy="47112"/>
            </a:xfrm>
            <a:prstGeom prst="ellipse">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9" name="椭圆 128">
              <a:extLst>
                <a:ext uri="{FF2B5EF4-FFF2-40B4-BE49-F238E27FC236}">
                  <a16:creationId xmlns:a16="http://schemas.microsoft.com/office/drawing/2014/main" id="{62BBBA7A-64DF-47AA-87C6-F5DE1A8CE803}"/>
                </a:ext>
              </a:extLst>
            </p:cNvPr>
            <p:cNvSpPr/>
            <p:nvPr/>
          </p:nvSpPr>
          <p:spPr>
            <a:xfrm>
              <a:off x="9750437" y="3321806"/>
              <a:ext cx="51313" cy="47112"/>
            </a:xfrm>
            <a:prstGeom prst="ellipse">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0" name="椭圆 129">
              <a:extLst>
                <a:ext uri="{FF2B5EF4-FFF2-40B4-BE49-F238E27FC236}">
                  <a16:creationId xmlns:a16="http://schemas.microsoft.com/office/drawing/2014/main" id="{4CD42662-0F33-4248-B614-ED66209E0A56}"/>
                </a:ext>
              </a:extLst>
            </p:cNvPr>
            <p:cNvSpPr/>
            <p:nvPr/>
          </p:nvSpPr>
          <p:spPr>
            <a:xfrm>
              <a:off x="10162040" y="2347709"/>
              <a:ext cx="51313" cy="47112"/>
            </a:xfrm>
            <a:prstGeom prst="ellipse">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1" name="十字形 130">
              <a:extLst>
                <a:ext uri="{FF2B5EF4-FFF2-40B4-BE49-F238E27FC236}">
                  <a16:creationId xmlns:a16="http://schemas.microsoft.com/office/drawing/2014/main" id="{790DDFE6-67A0-4B34-B912-94541CA162D9}"/>
                </a:ext>
              </a:extLst>
            </p:cNvPr>
            <p:cNvSpPr/>
            <p:nvPr/>
          </p:nvSpPr>
          <p:spPr>
            <a:xfrm>
              <a:off x="10022388" y="2484141"/>
              <a:ext cx="114398" cy="113080"/>
            </a:xfrm>
            <a:prstGeom prst="plus">
              <a:avLst>
                <a:gd name="adj" fmla="val 45410"/>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2" name="十字形 131">
              <a:extLst>
                <a:ext uri="{FF2B5EF4-FFF2-40B4-BE49-F238E27FC236}">
                  <a16:creationId xmlns:a16="http://schemas.microsoft.com/office/drawing/2014/main" id="{D30DEE4D-6CE3-496D-BE96-B7FA221C48BA}"/>
                </a:ext>
              </a:extLst>
            </p:cNvPr>
            <p:cNvSpPr/>
            <p:nvPr/>
          </p:nvSpPr>
          <p:spPr>
            <a:xfrm>
              <a:off x="10803656" y="3018803"/>
              <a:ext cx="114398" cy="113080"/>
            </a:xfrm>
            <a:prstGeom prst="plus">
              <a:avLst>
                <a:gd name="adj" fmla="val 45410"/>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3" name="十字形 132">
              <a:extLst>
                <a:ext uri="{FF2B5EF4-FFF2-40B4-BE49-F238E27FC236}">
                  <a16:creationId xmlns:a16="http://schemas.microsoft.com/office/drawing/2014/main" id="{5E546C47-B1E7-4338-AE01-CFBD38F27932}"/>
                </a:ext>
              </a:extLst>
            </p:cNvPr>
            <p:cNvSpPr/>
            <p:nvPr/>
          </p:nvSpPr>
          <p:spPr>
            <a:xfrm>
              <a:off x="10029097" y="3170504"/>
              <a:ext cx="114398" cy="113080"/>
            </a:xfrm>
            <a:prstGeom prst="plus">
              <a:avLst>
                <a:gd name="adj" fmla="val 45410"/>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1" name="组合 10">
            <a:extLst>
              <a:ext uri="{FF2B5EF4-FFF2-40B4-BE49-F238E27FC236}">
                <a16:creationId xmlns:a16="http://schemas.microsoft.com/office/drawing/2014/main" id="{9AA12AE8-712D-4209-BBF8-0A02FDD7D870}"/>
              </a:ext>
            </a:extLst>
          </p:cNvPr>
          <p:cNvGrpSpPr/>
          <p:nvPr/>
        </p:nvGrpSpPr>
        <p:grpSpPr>
          <a:xfrm>
            <a:off x="9302449" y="1992137"/>
            <a:ext cx="2061846" cy="2021728"/>
            <a:chOff x="1228474" y="2753111"/>
            <a:chExt cx="1358020" cy="1323774"/>
          </a:xfrm>
        </p:grpSpPr>
        <p:sp>
          <p:nvSpPr>
            <p:cNvPr id="134" name="椭圆 133">
              <a:extLst>
                <a:ext uri="{FF2B5EF4-FFF2-40B4-BE49-F238E27FC236}">
                  <a16:creationId xmlns:a16="http://schemas.microsoft.com/office/drawing/2014/main" id="{8AD94A50-E581-4D9C-9A8E-12E053647F46}"/>
                </a:ext>
              </a:extLst>
            </p:cNvPr>
            <p:cNvSpPr/>
            <p:nvPr/>
          </p:nvSpPr>
          <p:spPr>
            <a:xfrm>
              <a:off x="1392463" y="3526670"/>
              <a:ext cx="51313" cy="47112"/>
            </a:xfrm>
            <a:prstGeom prst="ellipse">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5" name="椭圆 134">
              <a:extLst>
                <a:ext uri="{FF2B5EF4-FFF2-40B4-BE49-F238E27FC236}">
                  <a16:creationId xmlns:a16="http://schemas.microsoft.com/office/drawing/2014/main" id="{566EAF11-A7A7-4C8F-A1E9-2EAFED4FFF10}"/>
                </a:ext>
              </a:extLst>
            </p:cNvPr>
            <p:cNvSpPr/>
            <p:nvPr/>
          </p:nvSpPr>
          <p:spPr>
            <a:xfrm>
              <a:off x="1507618" y="3503223"/>
              <a:ext cx="51313" cy="47112"/>
            </a:xfrm>
            <a:prstGeom prst="ellipse">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6" name="椭圆 135">
              <a:extLst>
                <a:ext uri="{FF2B5EF4-FFF2-40B4-BE49-F238E27FC236}">
                  <a16:creationId xmlns:a16="http://schemas.microsoft.com/office/drawing/2014/main" id="{D99164C0-41F7-4D09-B574-A1D4D368FF10}"/>
                </a:ext>
              </a:extLst>
            </p:cNvPr>
            <p:cNvSpPr/>
            <p:nvPr/>
          </p:nvSpPr>
          <p:spPr>
            <a:xfrm>
              <a:off x="1660018" y="3655623"/>
              <a:ext cx="51313" cy="47112"/>
            </a:xfrm>
            <a:prstGeom prst="ellipse">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7" name="椭圆 136">
              <a:extLst>
                <a:ext uri="{FF2B5EF4-FFF2-40B4-BE49-F238E27FC236}">
                  <a16:creationId xmlns:a16="http://schemas.microsoft.com/office/drawing/2014/main" id="{BFA66ACF-EC3F-4237-B539-B69BB2B05358}"/>
                </a:ext>
              </a:extLst>
            </p:cNvPr>
            <p:cNvSpPr/>
            <p:nvPr/>
          </p:nvSpPr>
          <p:spPr>
            <a:xfrm>
              <a:off x="1228474" y="3550335"/>
              <a:ext cx="51313" cy="47112"/>
            </a:xfrm>
            <a:prstGeom prst="ellipse">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8" name="椭圆 137">
              <a:extLst>
                <a:ext uri="{FF2B5EF4-FFF2-40B4-BE49-F238E27FC236}">
                  <a16:creationId xmlns:a16="http://schemas.microsoft.com/office/drawing/2014/main" id="{AE161CDC-6EC0-4754-A0EA-58841362AB1D}"/>
                </a:ext>
              </a:extLst>
            </p:cNvPr>
            <p:cNvSpPr/>
            <p:nvPr/>
          </p:nvSpPr>
          <p:spPr>
            <a:xfrm>
              <a:off x="1380874" y="3702735"/>
              <a:ext cx="51313" cy="47112"/>
            </a:xfrm>
            <a:prstGeom prst="ellipse">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9" name="椭圆 138">
              <a:extLst>
                <a:ext uri="{FF2B5EF4-FFF2-40B4-BE49-F238E27FC236}">
                  <a16:creationId xmlns:a16="http://schemas.microsoft.com/office/drawing/2014/main" id="{950251DD-2C52-4FF7-AACA-B5C428F84405}"/>
                </a:ext>
              </a:extLst>
            </p:cNvPr>
            <p:cNvSpPr/>
            <p:nvPr/>
          </p:nvSpPr>
          <p:spPr>
            <a:xfrm>
              <a:off x="1533274" y="3855135"/>
              <a:ext cx="51313" cy="47112"/>
            </a:xfrm>
            <a:prstGeom prst="ellipse">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40" name="椭圆 139">
              <a:extLst>
                <a:ext uri="{FF2B5EF4-FFF2-40B4-BE49-F238E27FC236}">
                  <a16:creationId xmlns:a16="http://schemas.microsoft.com/office/drawing/2014/main" id="{4026AEF4-7F9F-4A63-B0D6-A32DF4AA8EDC}"/>
                </a:ext>
              </a:extLst>
            </p:cNvPr>
            <p:cNvSpPr/>
            <p:nvPr/>
          </p:nvSpPr>
          <p:spPr>
            <a:xfrm>
              <a:off x="1660018" y="3655623"/>
              <a:ext cx="51313" cy="47112"/>
            </a:xfrm>
            <a:prstGeom prst="ellipse">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41" name="椭圆 140">
              <a:extLst>
                <a:ext uri="{FF2B5EF4-FFF2-40B4-BE49-F238E27FC236}">
                  <a16:creationId xmlns:a16="http://schemas.microsoft.com/office/drawing/2014/main" id="{B22628C0-A943-40D3-9A88-A884D999792A}"/>
                </a:ext>
              </a:extLst>
            </p:cNvPr>
            <p:cNvSpPr/>
            <p:nvPr/>
          </p:nvSpPr>
          <p:spPr>
            <a:xfrm>
              <a:off x="1453993" y="4029773"/>
              <a:ext cx="51313" cy="47112"/>
            </a:xfrm>
            <a:prstGeom prst="ellipse">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42" name="椭圆 141">
              <a:extLst>
                <a:ext uri="{FF2B5EF4-FFF2-40B4-BE49-F238E27FC236}">
                  <a16:creationId xmlns:a16="http://schemas.microsoft.com/office/drawing/2014/main" id="{5AFD7EBE-02E2-472F-B7C6-CDBACD727443}"/>
                </a:ext>
              </a:extLst>
            </p:cNvPr>
            <p:cNvSpPr/>
            <p:nvPr/>
          </p:nvSpPr>
          <p:spPr>
            <a:xfrm>
              <a:off x="1647189" y="3808023"/>
              <a:ext cx="51313" cy="47112"/>
            </a:xfrm>
            <a:prstGeom prst="ellipse">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43" name="椭圆 142">
              <a:extLst>
                <a:ext uri="{FF2B5EF4-FFF2-40B4-BE49-F238E27FC236}">
                  <a16:creationId xmlns:a16="http://schemas.microsoft.com/office/drawing/2014/main" id="{77A10DB7-45F8-4A04-86AC-ED2BDBE2AC90}"/>
                </a:ext>
              </a:extLst>
            </p:cNvPr>
            <p:cNvSpPr/>
            <p:nvPr/>
          </p:nvSpPr>
          <p:spPr>
            <a:xfrm>
              <a:off x="1645278" y="3945477"/>
              <a:ext cx="51313" cy="47112"/>
            </a:xfrm>
            <a:prstGeom prst="ellipse">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44" name="椭圆 143">
              <a:extLst>
                <a:ext uri="{FF2B5EF4-FFF2-40B4-BE49-F238E27FC236}">
                  <a16:creationId xmlns:a16="http://schemas.microsoft.com/office/drawing/2014/main" id="{31D8F455-A08F-4FBE-AB98-6D260936ADE9}"/>
                </a:ext>
              </a:extLst>
            </p:cNvPr>
            <p:cNvSpPr/>
            <p:nvPr/>
          </p:nvSpPr>
          <p:spPr>
            <a:xfrm>
              <a:off x="1533273" y="3660203"/>
              <a:ext cx="51313" cy="47112"/>
            </a:xfrm>
            <a:prstGeom prst="ellipse">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45" name="椭圆 144">
              <a:extLst>
                <a:ext uri="{FF2B5EF4-FFF2-40B4-BE49-F238E27FC236}">
                  <a16:creationId xmlns:a16="http://schemas.microsoft.com/office/drawing/2014/main" id="{6CFD8426-4CC3-4670-A0B2-BED2227DDEAC}"/>
                </a:ext>
              </a:extLst>
            </p:cNvPr>
            <p:cNvSpPr/>
            <p:nvPr/>
          </p:nvSpPr>
          <p:spPr>
            <a:xfrm>
              <a:off x="1303905" y="3913311"/>
              <a:ext cx="51313" cy="47112"/>
            </a:xfrm>
            <a:prstGeom prst="ellipse">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46" name="椭圆 145">
              <a:extLst>
                <a:ext uri="{FF2B5EF4-FFF2-40B4-BE49-F238E27FC236}">
                  <a16:creationId xmlns:a16="http://schemas.microsoft.com/office/drawing/2014/main" id="{63C107A8-2103-4F07-B74D-F5C6F7372092}"/>
                </a:ext>
              </a:extLst>
            </p:cNvPr>
            <p:cNvSpPr/>
            <p:nvPr/>
          </p:nvSpPr>
          <p:spPr>
            <a:xfrm>
              <a:off x="1774692" y="2753111"/>
              <a:ext cx="51313" cy="47112"/>
            </a:xfrm>
            <a:prstGeom prst="ellipse">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47" name="椭圆 146">
              <a:extLst>
                <a:ext uri="{FF2B5EF4-FFF2-40B4-BE49-F238E27FC236}">
                  <a16:creationId xmlns:a16="http://schemas.microsoft.com/office/drawing/2014/main" id="{9B277A50-4B1E-450F-9EB9-14CC60D39DFB}"/>
                </a:ext>
              </a:extLst>
            </p:cNvPr>
            <p:cNvSpPr/>
            <p:nvPr/>
          </p:nvSpPr>
          <p:spPr>
            <a:xfrm>
              <a:off x="1919624" y="2802732"/>
              <a:ext cx="51313" cy="47112"/>
            </a:xfrm>
            <a:prstGeom prst="ellipse">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48" name="椭圆 147">
              <a:extLst>
                <a:ext uri="{FF2B5EF4-FFF2-40B4-BE49-F238E27FC236}">
                  <a16:creationId xmlns:a16="http://schemas.microsoft.com/office/drawing/2014/main" id="{05F3C2A5-8C78-41EA-80A3-81B52B698D43}"/>
                </a:ext>
              </a:extLst>
            </p:cNvPr>
            <p:cNvSpPr/>
            <p:nvPr/>
          </p:nvSpPr>
          <p:spPr>
            <a:xfrm>
              <a:off x="2072024" y="2955132"/>
              <a:ext cx="51313" cy="47112"/>
            </a:xfrm>
            <a:prstGeom prst="ellipse">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49" name="椭圆 148">
              <a:extLst>
                <a:ext uri="{FF2B5EF4-FFF2-40B4-BE49-F238E27FC236}">
                  <a16:creationId xmlns:a16="http://schemas.microsoft.com/office/drawing/2014/main" id="{9852B4AF-4455-46FB-9A6E-B6D99473CD73}"/>
                </a:ext>
              </a:extLst>
            </p:cNvPr>
            <p:cNvSpPr/>
            <p:nvPr/>
          </p:nvSpPr>
          <p:spPr>
            <a:xfrm>
              <a:off x="1640480" y="2849844"/>
              <a:ext cx="51313" cy="47112"/>
            </a:xfrm>
            <a:prstGeom prst="ellipse">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50" name="椭圆 149">
              <a:extLst>
                <a:ext uri="{FF2B5EF4-FFF2-40B4-BE49-F238E27FC236}">
                  <a16:creationId xmlns:a16="http://schemas.microsoft.com/office/drawing/2014/main" id="{06B66569-09BE-4057-9D36-5FCE40043403}"/>
                </a:ext>
              </a:extLst>
            </p:cNvPr>
            <p:cNvSpPr/>
            <p:nvPr/>
          </p:nvSpPr>
          <p:spPr>
            <a:xfrm>
              <a:off x="1792880" y="3002244"/>
              <a:ext cx="51313" cy="47112"/>
            </a:xfrm>
            <a:prstGeom prst="ellipse">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51" name="椭圆 150">
              <a:extLst>
                <a:ext uri="{FF2B5EF4-FFF2-40B4-BE49-F238E27FC236}">
                  <a16:creationId xmlns:a16="http://schemas.microsoft.com/office/drawing/2014/main" id="{494D4C3D-7E18-4976-A732-FB1FBE35E772}"/>
                </a:ext>
              </a:extLst>
            </p:cNvPr>
            <p:cNvSpPr/>
            <p:nvPr/>
          </p:nvSpPr>
          <p:spPr>
            <a:xfrm>
              <a:off x="1945280" y="3154644"/>
              <a:ext cx="51313" cy="47112"/>
            </a:xfrm>
            <a:prstGeom prst="ellipse">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52" name="椭圆 151">
              <a:extLst>
                <a:ext uri="{FF2B5EF4-FFF2-40B4-BE49-F238E27FC236}">
                  <a16:creationId xmlns:a16="http://schemas.microsoft.com/office/drawing/2014/main" id="{63D0D08A-C7FD-4EC7-AFCE-CB6FF2166632}"/>
                </a:ext>
              </a:extLst>
            </p:cNvPr>
            <p:cNvSpPr/>
            <p:nvPr/>
          </p:nvSpPr>
          <p:spPr>
            <a:xfrm>
              <a:off x="2072024" y="2955132"/>
              <a:ext cx="51313" cy="47112"/>
            </a:xfrm>
            <a:prstGeom prst="ellipse">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53" name="椭圆 152">
              <a:extLst>
                <a:ext uri="{FF2B5EF4-FFF2-40B4-BE49-F238E27FC236}">
                  <a16:creationId xmlns:a16="http://schemas.microsoft.com/office/drawing/2014/main" id="{04E4A93E-263C-4DC9-9E79-38AFE42994DE}"/>
                </a:ext>
              </a:extLst>
            </p:cNvPr>
            <p:cNvSpPr/>
            <p:nvPr/>
          </p:nvSpPr>
          <p:spPr>
            <a:xfrm>
              <a:off x="2102963" y="2835687"/>
              <a:ext cx="51313" cy="47112"/>
            </a:xfrm>
            <a:prstGeom prst="ellipse">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54" name="椭圆 153">
              <a:extLst>
                <a:ext uri="{FF2B5EF4-FFF2-40B4-BE49-F238E27FC236}">
                  <a16:creationId xmlns:a16="http://schemas.microsoft.com/office/drawing/2014/main" id="{52EA3C13-AF4E-4E9D-8B08-6E0D6F384ADC}"/>
                </a:ext>
              </a:extLst>
            </p:cNvPr>
            <p:cNvSpPr/>
            <p:nvPr/>
          </p:nvSpPr>
          <p:spPr>
            <a:xfrm>
              <a:off x="2059195" y="3107532"/>
              <a:ext cx="51313" cy="47112"/>
            </a:xfrm>
            <a:prstGeom prst="ellipse">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55" name="椭圆 154">
              <a:extLst>
                <a:ext uri="{FF2B5EF4-FFF2-40B4-BE49-F238E27FC236}">
                  <a16:creationId xmlns:a16="http://schemas.microsoft.com/office/drawing/2014/main" id="{F941498C-A798-4D68-9A85-097A3C272834}"/>
                </a:ext>
              </a:extLst>
            </p:cNvPr>
            <p:cNvSpPr/>
            <p:nvPr/>
          </p:nvSpPr>
          <p:spPr>
            <a:xfrm>
              <a:off x="1666136" y="2978688"/>
              <a:ext cx="51313" cy="47112"/>
            </a:xfrm>
            <a:prstGeom prst="ellipse">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56" name="椭圆 155">
              <a:extLst>
                <a:ext uri="{FF2B5EF4-FFF2-40B4-BE49-F238E27FC236}">
                  <a16:creationId xmlns:a16="http://schemas.microsoft.com/office/drawing/2014/main" id="{5995018A-838A-4DE1-9404-70D6836E8D08}"/>
                </a:ext>
              </a:extLst>
            </p:cNvPr>
            <p:cNvSpPr/>
            <p:nvPr/>
          </p:nvSpPr>
          <p:spPr>
            <a:xfrm>
              <a:off x="1945279" y="2959712"/>
              <a:ext cx="51313" cy="47112"/>
            </a:xfrm>
            <a:prstGeom prst="ellipse">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57" name="椭圆 156">
              <a:extLst>
                <a:ext uri="{FF2B5EF4-FFF2-40B4-BE49-F238E27FC236}">
                  <a16:creationId xmlns:a16="http://schemas.microsoft.com/office/drawing/2014/main" id="{A7DD4C72-0095-4F50-BA38-EF27FEDA5D6A}"/>
                </a:ext>
              </a:extLst>
            </p:cNvPr>
            <p:cNvSpPr/>
            <p:nvPr/>
          </p:nvSpPr>
          <p:spPr>
            <a:xfrm>
              <a:off x="1741566" y="3175416"/>
              <a:ext cx="51313" cy="47112"/>
            </a:xfrm>
            <a:prstGeom prst="ellipse">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58" name="椭圆 157">
              <a:extLst>
                <a:ext uri="{FF2B5EF4-FFF2-40B4-BE49-F238E27FC236}">
                  <a16:creationId xmlns:a16="http://schemas.microsoft.com/office/drawing/2014/main" id="{9C02E12A-FAF9-481D-8CB9-121E3B965012}"/>
                </a:ext>
              </a:extLst>
            </p:cNvPr>
            <p:cNvSpPr/>
            <p:nvPr/>
          </p:nvSpPr>
          <p:spPr>
            <a:xfrm>
              <a:off x="2267626" y="3563196"/>
              <a:ext cx="51313" cy="47112"/>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59" name="椭圆 158">
              <a:extLst>
                <a:ext uri="{FF2B5EF4-FFF2-40B4-BE49-F238E27FC236}">
                  <a16:creationId xmlns:a16="http://schemas.microsoft.com/office/drawing/2014/main" id="{684FAD6C-7A7A-42E9-8B66-D1B4B7C40750}"/>
                </a:ext>
              </a:extLst>
            </p:cNvPr>
            <p:cNvSpPr/>
            <p:nvPr/>
          </p:nvSpPr>
          <p:spPr>
            <a:xfrm>
              <a:off x="2382781" y="3539749"/>
              <a:ext cx="51313" cy="47112"/>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0" name="椭圆 159">
              <a:extLst>
                <a:ext uri="{FF2B5EF4-FFF2-40B4-BE49-F238E27FC236}">
                  <a16:creationId xmlns:a16="http://schemas.microsoft.com/office/drawing/2014/main" id="{7C8873D9-4E19-4574-80C0-98184D2F4F7E}"/>
                </a:ext>
              </a:extLst>
            </p:cNvPr>
            <p:cNvSpPr/>
            <p:nvPr/>
          </p:nvSpPr>
          <p:spPr>
            <a:xfrm>
              <a:off x="2535181" y="3692149"/>
              <a:ext cx="51313" cy="47112"/>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1" name="椭圆 160">
              <a:extLst>
                <a:ext uri="{FF2B5EF4-FFF2-40B4-BE49-F238E27FC236}">
                  <a16:creationId xmlns:a16="http://schemas.microsoft.com/office/drawing/2014/main" id="{F7037E4E-AE1E-46D7-9EC8-1F818C83F0EE}"/>
                </a:ext>
              </a:extLst>
            </p:cNvPr>
            <p:cNvSpPr/>
            <p:nvPr/>
          </p:nvSpPr>
          <p:spPr>
            <a:xfrm>
              <a:off x="2103637" y="3586861"/>
              <a:ext cx="51313" cy="47112"/>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2" name="椭圆 161">
              <a:extLst>
                <a:ext uri="{FF2B5EF4-FFF2-40B4-BE49-F238E27FC236}">
                  <a16:creationId xmlns:a16="http://schemas.microsoft.com/office/drawing/2014/main" id="{73D271EF-A179-4F20-AA16-B999809AE818}"/>
                </a:ext>
              </a:extLst>
            </p:cNvPr>
            <p:cNvSpPr/>
            <p:nvPr/>
          </p:nvSpPr>
          <p:spPr>
            <a:xfrm>
              <a:off x="2256037" y="3739261"/>
              <a:ext cx="51313" cy="47112"/>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3" name="椭圆 162">
              <a:extLst>
                <a:ext uri="{FF2B5EF4-FFF2-40B4-BE49-F238E27FC236}">
                  <a16:creationId xmlns:a16="http://schemas.microsoft.com/office/drawing/2014/main" id="{D582FCF0-C763-4AAD-9456-A4F9B182D517}"/>
                </a:ext>
              </a:extLst>
            </p:cNvPr>
            <p:cNvSpPr/>
            <p:nvPr/>
          </p:nvSpPr>
          <p:spPr>
            <a:xfrm>
              <a:off x="2408437" y="3891661"/>
              <a:ext cx="51313" cy="47112"/>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4" name="椭圆 163">
              <a:extLst>
                <a:ext uri="{FF2B5EF4-FFF2-40B4-BE49-F238E27FC236}">
                  <a16:creationId xmlns:a16="http://schemas.microsoft.com/office/drawing/2014/main" id="{B6F840C3-5383-43A0-901A-260A556C86D0}"/>
                </a:ext>
              </a:extLst>
            </p:cNvPr>
            <p:cNvSpPr/>
            <p:nvPr/>
          </p:nvSpPr>
          <p:spPr>
            <a:xfrm>
              <a:off x="2535181" y="3692149"/>
              <a:ext cx="51313" cy="47112"/>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5" name="椭圆 164">
              <a:extLst>
                <a:ext uri="{FF2B5EF4-FFF2-40B4-BE49-F238E27FC236}">
                  <a16:creationId xmlns:a16="http://schemas.microsoft.com/office/drawing/2014/main" id="{D056D974-D5AC-4E23-937C-A5353CD90D77}"/>
                </a:ext>
              </a:extLst>
            </p:cNvPr>
            <p:cNvSpPr/>
            <p:nvPr/>
          </p:nvSpPr>
          <p:spPr>
            <a:xfrm>
              <a:off x="2298283" y="3868105"/>
              <a:ext cx="51313" cy="47112"/>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6" name="椭圆 165">
              <a:extLst>
                <a:ext uri="{FF2B5EF4-FFF2-40B4-BE49-F238E27FC236}">
                  <a16:creationId xmlns:a16="http://schemas.microsoft.com/office/drawing/2014/main" id="{F118B6C6-7260-43DC-8D1F-ECA5BB718078}"/>
                </a:ext>
              </a:extLst>
            </p:cNvPr>
            <p:cNvSpPr/>
            <p:nvPr/>
          </p:nvSpPr>
          <p:spPr>
            <a:xfrm>
              <a:off x="2522352" y="3844549"/>
              <a:ext cx="51313" cy="47112"/>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7" name="椭圆 166">
              <a:extLst>
                <a:ext uri="{FF2B5EF4-FFF2-40B4-BE49-F238E27FC236}">
                  <a16:creationId xmlns:a16="http://schemas.microsoft.com/office/drawing/2014/main" id="{1D56CC3A-85E1-4B32-8FE7-0D2CAF496B54}"/>
                </a:ext>
              </a:extLst>
            </p:cNvPr>
            <p:cNvSpPr/>
            <p:nvPr/>
          </p:nvSpPr>
          <p:spPr>
            <a:xfrm>
              <a:off x="2088196" y="3739152"/>
              <a:ext cx="51313" cy="47112"/>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8" name="椭圆 167">
              <a:extLst>
                <a:ext uri="{FF2B5EF4-FFF2-40B4-BE49-F238E27FC236}">
                  <a16:creationId xmlns:a16="http://schemas.microsoft.com/office/drawing/2014/main" id="{3D9D7B55-244B-4757-906D-4BAE9C392555}"/>
                </a:ext>
              </a:extLst>
            </p:cNvPr>
            <p:cNvSpPr/>
            <p:nvPr/>
          </p:nvSpPr>
          <p:spPr>
            <a:xfrm>
              <a:off x="2408436" y="3696729"/>
              <a:ext cx="51313" cy="47112"/>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9" name="椭圆 168">
              <a:extLst>
                <a:ext uri="{FF2B5EF4-FFF2-40B4-BE49-F238E27FC236}">
                  <a16:creationId xmlns:a16="http://schemas.microsoft.com/office/drawing/2014/main" id="{6772E19A-F180-4528-B827-58F3B70EE9D0}"/>
                </a:ext>
              </a:extLst>
            </p:cNvPr>
            <p:cNvSpPr/>
            <p:nvPr/>
          </p:nvSpPr>
          <p:spPr>
            <a:xfrm>
              <a:off x="2179068" y="3949837"/>
              <a:ext cx="51313" cy="47112"/>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70" name="椭圆 169">
              <a:extLst>
                <a:ext uri="{FF2B5EF4-FFF2-40B4-BE49-F238E27FC236}">
                  <a16:creationId xmlns:a16="http://schemas.microsoft.com/office/drawing/2014/main" id="{56AA1DF8-3597-4DBA-AE33-5ACC65B497EB}"/>
                </a:ext>
              </a:extLst>
            </p:cNvPr>
            <p:cNvSpPr/>
            <p:nvPr/>
          </p:nvSpPr>
          <p:spPr>
            <a:xfrm>
              <a:off x="1244886" y="3725303"/>
              <a:ext cx="51313" cy="47112"/>
            </a:xfrm>
            <a:prstGeom prst="ellipse">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71" name="椭圆 170">
              <a:extLst>
                <a:ext uri="{FF2B5EF4-FFF2-40B4-BE49-F238E27FC236}">
                  <a16:creationId xmlns:a16="http://schemas.microsoft.com/office/drawing/2014/main" id="{9AA71649-AD90-438B-8191-3CA6481C5620}"/>
                </a:ext>
              </a:extLst>
            </p:cNvPr>
            <p:cNvSpPr/>
            <p:nvPr/>
          </p:nvSpPr>
          <p:spPr>
            <a:xfrm>
              <a:off x="1406530" y="3866199"/>
              <a:ext cx="51313" cy="47112"/>
            </a:xfrm>
            <a:prstGeom prst="ellipse">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72" name="椭圆 171">
              <a:extLst>
                <a:ext uri="{FF2B5EF4-FFF2-40B4-BE49-F238E27FC236}">
                  <a16:creationId xmlns:a16="http://schemas.microsoft.com/office/drawing/2014/main" id="{5EAAB9A6-5D1D-400B-9BA5-2DF2ECDF5870}"/>
                </a:ext>
              </a:extLst>
            </p:cNvPr>
            <p:cNvSpPr/>
            <p:nvPr/>
          </p:nvSpPr>
          <p:spPr>
            <a:xfrm>
              <a:off x="1818133" y="2892102"/>
              <a:ext cx="51313" cy="47112"/>
            </a:xfrm>
            <a:prstGeom prst="ellipse">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73" name="十字形 172">
              <a:extLst>
                <a:ext uri="{FF2B5EF4-FFF2-40B4-BE49-F238E27FC236}">
                  <a16:creationId xmlns:a16="http://schemas.microsoft.com/office/drawing/2014/main" id="{BC6D1E77-3D25-41D1-B762-D1CECEA0A442}"/>
                </a:ext>
              </a:extLst>
            </p:cNvPr>
            <p:cNvSpPr/>
            <p:nvPr/>
          </p:nvSpPr>
          <p:spPr>
            <a:xfrm>
              <a:off x="1828181" y="2945704"/>
              <a:ext cx="114398" cy="113080"/>
            </a:xfrm>
            <a:prstGeom prst="plus">
              <a:avLst>
                <a:gd name="adj" fmla="val 45410"/>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4" name="十字形 173">
              <a:extLst>
                <a:ext uri="{FF2B5EF4-FFF2-40B4-BE49-F238E27FC236}">
                  <a16:creationId xmlns:a16="http://schemas.microsoft.com/office/drawing/2014/main" id="{1B7A21DE-0160-4AFC-9980-0CD7D0975100}"/>
                </a:ext>
              </a:extLst>
            </p:cNvPr>
            <p:cNvSpPr/>
            <p:nvPr/>
          </p:nvSpPr>
          <p:spPr>
            <a:xfrm>
              <a:off x="2300694" y="3724953"/>
              <a:ext cx="114398" cy="113080"/>
            </a:xfrm>
            <a:prstGeom prst="plus">
              <a:avLst>
                <a:gd name="adj" fmla="val 45410"/>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5" name="十字形 174">
              <a:extLst>
                <a:ext uri="{FF2B5EF4-FFF2-40B4-BE49-F238E27FC236}">
                  <a16:creationId xmlns:a16="http://schemas.microsoft.com/office/drawing/2014/main" id="{3EDA828A-410C-4033-A66F-E301C119B3B2}"/>
                </a:ext>
              </a:extLst>
            </p:cNvPr>
            <p:cNvSpPr/>
            <p:nvPr/>
          </p:nvSpPr>
          <p:spPr>
            <a:xfrm>
              <a:off x="1442043" y="3733514"/>
              <a:ext cx="114398" cy="113080"/>
            </a:xfrm>
            <a:prstGeom prst="plus">
              <a:avLst>
                <a:gd name="adj" fmla="val 45410"/>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79" name="文本框 178">
            <a:extLst>
              <a:ext uri="{FF2B5EF4-FFF2-40B4-BE49-F238E27FC236}">
                <a16:creationId xmlns:a16="http://schemas.microsoft.com/office/drawing/2014/main" id="{1A2E035C-161A-4E42-8D33-F2C9A0C17C65}"/>
              </a:ext>
            </a:extLst>
          </p:cNvPr>
          <p:cNvSpPr txBox="1"/>
          <p:nvPr/>
        </p:nvSpPr>
        <p:spPr>
          <a:xfrm>
            <a:off x="1399210" y="4467135"/>
            <a:ext cx="2365334" cy="461665"/>
          </a:xfrm>
          <a:prstGeom prst="rect">
            <a:avLst/>
          </a:prstGeom>
          <a:noFill/>
        </p:spPr>
        <p:txBody>
          <a:bodyPr wrap="square">
            <a:spAutoFit/>
          </a:bodyPr>
          <a:lstStyle/>
          <a:p>
            <a:r>
              <a:rPr lang="zh-CN" altLang="en-US" sz="2400" dirty="0"/>
              <a:t>初始化质心</a:t>
            </a:r>
          </a:p>
        </p:txBody>
      </p:sp>
      <p:sp>
        <p:nvSpPr>
          <p:cNvPr id="180" name="文本框 179">
            <a:extLst>
              <a:ext uri="{FF2B5EF4-FFF2-40B4-BE49-F238E27FC236}">
                <a16:creationId xmlns:a16="http://schemas.microsoft.com/office/drawing/2014/main" id="{156C1F39-1419-4BBE-8CFA-917F959E4910}"/>
              </a:ext>
            </a:extLst>
          </p:cNvPr>
          <p:cNvSpPr txBox="1"/>
          <p:nvPr/>
        </p:nvSpPr>
        <p:spPr>
          <a:xfrm>
            <a:off x="4187068" y="4467135"/>
            <a:ext cx="1458936" cy="461665"/>
          </a:xfrm>
          <a:prstGeom prst="rect">
            <a:avLst/>
          </a:prstGeom>
          <a:noFill/>
        </p:spPr>
        <p:txBody>
          <a:bodyPr wrap="square">
            <a:spAutoFit/>
          </a:bodyPr>
          <a:lstStyle/>
          <a:p>
            <a:r>
              <a:rPr lang="zh-CN" altLang="en-US" sz="2400" dirty="0"/>
              <a:t>簇赋值</a:t>
            </a:r>
          </a:p>
        </p:txBody>
      </p:sp>
      <p:sp>
        <p:nvSpPr>
          <p:cNvPr id="181" name="文本框 180">
            <a:extLst>
              <a:ext uri="{FF2B5EF4-FFF2-40B4-BE49-F238E27FC236}">
                <a16:creationId xmlns:a16="http://schemas.microsoft.com/office/drawing/2014/main" id="{6E695A16-2F9D-450D-A284-933B48F1906B}"/>
              </a:ext>
            </a:extLst>
          </p:cNvPr>
          <p:cNvSpPr txBox="1"/>
          <p:nvPr/>
        </p:nvSpPr>
        <p:spPr>
          <a:xfrm>
            <a:off x="6939997" y="4462603"/>
            <a:ext cx="1458936" cy="461665"/>
          </a:xfrm>
          <a:prstGeom prst="rect">
            <a:avLst/>
          </a:prstGeom>
          <a:noFill/>
        </p:spPr>
        <p:txBody>
          <a:bodyPr wrap="square">
            <a:spAutoFit/>
          </a:bodyPr>
          <a:lstStyle/>
          <a:p>
            <a:r>
              <a:rPr lang="zh-CN" altLang="en-US" sz="2400" dirty="0"/>
              <a:t>迭代更新</a:t>
            </a:r>
          </a:p>
        </p:txBody>
      </p:sp>
      <p:sp>
        <p:nvSpPr>
          <p:cNvPr id="182" name="文本框 181">
            <a:extLst>
              <a:ext uri="{FF2B5EF4-FFF2-40B4-BE49-F238E27FC236}">
                <a16:creationId xmlns:a16="http://schemas.microsoft.com/office/drawing/2014/main" id="{5C8090D7-3167-4A59-B20C-54831C7743F4}"/>
              </a:ext>
            </a:extLst>
          </p:cNvPr>
          <p:cNvSpPr txBox="1"/>
          <p:nvPr/>
        </p:nvSpPr>
        <p:spPr>
          <a:xfrm>
            <a:off x="10120416" y="4485823"/>
            <a:ext cx="1768160" cy="461665"/>
          </a:xfrm>
          <a:prstGeom prst="rect">
            <a:avLst/>
          </a:prstGeom>
          <a:noFill/>
        </p:spPr>
        <p:txBody>
          <a:bodyPr wrap="square">
            <a:spAutoFit/>
          </a:bodyPr>
          <a:lstStyle/>
          <a:p>
            <a:r>
              <a:rPr lang="zh-CN" altLang="en-US" sz="2400" dirty="0"/>
              <a:t>收敛</a:t>
            </a:r>
          </a:p>
        </p:txBody>
      </p:sp>
      <p:sp>
        <p:nvSpPr>
          <p:cNvPr id="49" name="标题 11">
            <a:extLst>
              <a:ext uri="{FF2B5EF4-FFF2-40B4-BE49-F238E27FC236}">
                <a16:creationId xmlns:a16="http://schemas.microsoft.com/office/drawing/2014/main" id="{AB4AB09B-F787-5E46-1C38-F77A1BA281F9}"/>
              </a:ext>
            </a:extLst>
          </p:cNvPr>
          <p:cNvSpPr>
            <a:spLocks noGrp="1"/>
          </p:cNvSpPr>
          <p:nvPr>
            <p:ph type="title"/>
            <p:custDataLst>
              <p:tags r:id="rId1"/>
            </p:custDataLst>
          </p:nvPr>
        </p:nvSpPr>
        <p:spPr>
          <a:xfrm>
            <a:off x="749300" y="42863"/>
            <a:ext cx="8775700" cy="600075"/>
          </a:xfrm>
        </p:spPr>
        <p:txBody>
          <a:bodyPr>
            <a:normAutofit fontScale="90000"/>
          </a:bodyPr>
          <a:lstStyle/>
          <a:p>
            <a:r>
              <a:rPr lang="en-US" altLang="zh-CN" dirty="0"/>
              <a:t>2.3.1 K-means</a:t>
            </a:r>
            <a:r>
              <a:rPr lang="zh-CN" altLang="en-US" dirty="0"/>
              <a:t>聚类：算法流程</a:t>
            </a:r>
          </a:p>
        </p:txBody>
      </p:sp>
    </p:spTree>
    <p:extLst>
      <p:ext uri="{BB962C8B-B14F-4D97-AF65-F5344CB8AC3E}">
        <p14:creationId xmlns:p14="http://schemas.microsoft.com/office/powerpoint/2010/main" val="3758371878"/>
      </p:ext>
    </p:extLst>
  </p:cSld>
  <p:clrMapOvr>
    <a:masterClrMapping/>
  </p:clrMapOvr>
  <p:transition advTm="8005"/>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descr="/data/temp/07f690c8-193d-11f0-a12c-deb7bd7ea64e.jpg07f690c8-193d-11f0-a12c-deb7bd7ea64e"/>
          <p:cNvPicPr>
            <a:picLocks noChangeAspect="1"/>
          </p:cNvPicPr>
          <p:nvPr>
            <p:custDataLst>
              <p:tags r:id="rId2"/>
            </p:custDataLst>
          </p:nvPr>
        </p:nvPicPr>
        <p:blipFill rotWithShape="1">
          <a:blip r:embed="rId10" cstate="print"/>
          <a:srcRect l="16285" r="16285"/>
          <a:stretch>
            <a:fillRect/>
          </a:stretch>
        </p:blipFill>
        <p:spPr>
          <a:xfrm>
            <a:off x="1378991" y="1381896"/>
            <a:ext cx="1857102" cy="2256727"/>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12" name="矩形 11"/>
          <p:cNvSpPr/>
          <p:nvPr>
            <p:custDataLst>
              <p:tags r:id="rId3"/>
            </p:custDataLst>
          </p:nvPr>
        </p:nvSpPr>
        <p:spPr>
          <a:xfrm>
            <a:off x="3520612" y="2087622"/>
            <a:ext cx="8070255" cy="1762918"/>
          </a:xfrm>
          <a:prstGeom prst="rect">
            <a:avLst/>
          </a:prstGeom>
          <a:noFill/>
        </p:spPr>
        <p:txBody>
          <a:bodyPr wrap="square" lIns="0" tIns="0" rIns="0" bIns="0" rtlCol="0" anchor="t" anchorCtr="0">
            <a:noAutofit/>
          </a:bodyPr>
          <a:lstStyle/>
          <a:p>
            <a:pPr>
              <a:lnSpc>
                <a:spcPct val="150000"/>
              </a:lnSpc>
              <a:spcBef>
                <a:spcPct val="0"/>
              </a:spcBef>
              <a:spcAft>
                <a:spcPct val="0"/>
              </a:spcAft>
            </a:pPr>
            <a:r>
              <a:rPr lang="zh-CN" altLang="en-US" sz="2400" dirty="0">
                <a:ln>
                  <a:noFill/>
                  <a:prstDash val="sysDot"/>
                </a:ln>
                <a:solidFill>
                  <a:schemeClr val="tx1">
                    <a:lumMod val="85000"/>
                    <a:lumOff val="15000"/>
                  </a:schemeClr>
                </a:solidFill>
                <a:latin typeface="+mn-ea"/>
                <a:cs typeface="+mn-ea"/>
                <a:sym typeface="+mn-ea"/>
              </a:rPr>
              <a:t>PCA（主成分分析）是一种降维技术，通过正交变换将可能相关的变量转换为线性不相关的变量，用于高维数据降维。</a:t>
            </a:r>
          </a:p>
        </p:txBody>
      </p:sp>
      <p:sp>
        <p:nvSpPr>
          <p:cNvPr id="19" name="矩形 18"/>
          <p:cNvSpPr/>
          <p:nvPr>
            <p:custDataLst>
              <p:tags r:id="rId4"/>
            </p:custDataLst>
          </p:nvPr>
        </p:nvSpPr>
        <p:spPr>
          <a:xfrm>
            <a:off x="3520612" y="1705953"/>
            <a:ext cx="8069909" cy="381739"/>
          </a:xfrm>
          <a:prstGeom prst="rect">
            <a:avLst/>
          </a:prstGeom>
          <a:noFill/>
        </p:spPr>
        <p:txBody>
          <a:bodyPr wrap="square" lIns="0" tIns="0" rIns="0" bIns="0" rtlCol="0" anchor="b">
            <a:noAutofit/>
          </a:bodyPr>
          <a:lstStyle/>
          <a:p>
            <a:pPr>
              <a:spcBef>
                <a:spcPct val="0"/>
              </a:spcBef>
              <a:spcAft>
                <a:spcPct val="0"/>
              </a:spcAft>
              <a:buClr>
                <a:schemeClr val="accent1"/>
              </a:buClr>
              <a:buSzPct val="70000"/>
            </a:pPr>
            <a:r>
              <a:rPr lang="zh-CN" altLang="en-US" sz="2400" b="1" dirty="0">
                <a:solidFill>
                  <a:schemeClr val="accent1"/>
                </a:solidFill>
                <a:latin typeface="+mn-ea"/>
                <a:cs typeface="+mn-ea"/>
              </a:rPr>
              <a:t>定义</a:t>
            </a:r>
          </a:p>
        </p:txBody>
      </p:sp>
      <p:pic>
        <p:nvPicPr>
          <p:cNvPr id="20" name="图片 19"/>
          <p:cNvPicPr>
            <a:picLocks noChangeAspect="1"/>
          </p:cNvPicPr>
          <p:nvPr>
            <p:custDataLst>
              <p:tags r:id="rId5"/>
            </p:custDataLst>
          </p:nvPr>
        </p:nvPicPr>
        <p:blipFill rotWithShape="1">
          <a:blip r:embed="rId11" cstate="print">
            <a:extLst>
              <a:ext uri="{28A0092B-C50C-407E-A947-70E740481C1C}">
                <a14:useLocalDpi xmlns:a14="http://schemas.microsoft.com/office/drawing/2010/main" val="0"/>
              </a:ext>
            </a:extLst>
          </a:blip>
          <a:srcRect l="8618" r="8618"/>
          <a:stretch/>
        </p:blipFill>
        <p:spPr>
          <a:xfrm>
            <a:off x="1378991" y="3753834"/>
            <a:ext cx="1857102" cy="2256727"/>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2" name="矩形 1">
            <a:extLst>
              <a:ext uri="{FF2B5EF4-FFF2-40B4-BE49-F238E27FC236}">
                <a16:creationId xmlns:a16="http://schemas.microsoft.com/office/drawing/2014/main" id="{8F1AC853-0F53-01AF-A4F2-3CD81A154982}"/>
              </a:ext>
            </a:extLst>
          </p:cNvPr>
          <p:cNvSpPr/>
          <p:nvPr>
            <p:custDataLst>
              <p:tags r:id="rId6"/>
            </p:custDataLst>
          </p:nvPr>
        </p:nvSpPr>
        <p:spPr>
          <a:xfrm>
            <a:off x="3596812" y="4749345"/>
            <a:ext cx="8070255" cy="1762918"/>
          </a:xfrm>
          <a:prstGeom prst="rect">
            <a:avLst/>
          </a:prstGeom>
          <a:noFill/>
        </p:spPr>
        <p:txBody>
          <a:bodyPr wrap="square" lIns="0" tIns="0" rIns="0" bIns="0" rtlCol="0" anchor="t" anchorCtr="0">
            <a:noAutofit/>
          </a:bodyPr>
          <a:lstStyle/>
          <a:p>
            <a:pPr>
              <a:lnSpc>
                <a:spcPct val="150000"/>
              </a:lnSpc>
              <a:spcBef>
                <a:spcPct val="0"/>
              </a:spcBef>
              <a:spcAft>
                <a:spcPct val="0"/>
              </a:spcAft>
            </a:pPr>
            <a:r>
              <a:rPr lang="zh-CN" altLang="en-US" sz="2400" dirty="0">
                <a:ln>
                  <a:noFill/>
                  <a:prstDash val="sysDot"/>
                </a:ln>
                <a:solidFill>
                  <a:schemeClr val="tx1">
                    <a:lumMod val="85000"/>
                    <a:lumOff val="15000"/>
                  </a:schemeClr>
                </a:solidFill>
                <a:latin typeface="+mn-ea"/>
                <a:cs typeface="+mn-ea"/>
                <a:sym typeface="+mn-ea"/>
              </a:rPr>
              <a:t>将数据转换到新特征空间，保留方差信息。</a:t>
            </a:r>
          </a:p>
        </p:txBody>
      </p:sp>
      <p:sp>
        <p:nvSpPr>
          <p:cNvPr id="4" name="矩形 3">
            <a:extLst>
              <a:ext uri="{FF2B5EF4-FFF2-40B4-BE49-F238E27FC236}">
                <a16:creationId xmlns:a16="http://schemas.microsoft.com/office/drawing/2014/main" id="{C2A4239A-D544-0E45-107D-92F757EFFBC6}"/>
              </a:ext>
            </a:extLst>
          </p:cNvPr>
          <p:cNvSpPr/>
          <p:nvPr>
            <p:custDataLst>
              <p:tags r:id="rId7"/>
            </p:custDataLst>
          </p:nvPr>
        </p:nvSpPr>
        <p:spPr>
          <a:xfrm>
            <a:off x="3596812" y="4232209"/>
            <a:ext cx="8069909" cy="381739"/>
          </a:xfrm>
          <a:prstGeom prst="rect">
            <a:avLst/>
          </a:prstGeom>
          <a:noFill/>
        </p:spPr>
        <p:txBody>
          <a:bodyPr wrap="square" lIns="0" tIns="0" rIns="0" bIns="0" rtlCol="0" anchor="b">
            <a:noAutofit/>
          </a:bodyPr>
          <a:lstStyle/>
          <a:p>
            <a:pPr>
              <a:spcBef>
                <a:spcPct val="0"/>
              </a:spcBef>
              <a:spcAft>
                <a:spcPct val="0"/>
              </a:spcAft>
              <a:buClr>
                <a:schemeClr val="accent1"/>
              </a:buClr>
              <a:buSzPct val="70000"/>
            </a:pPr>
            <a:r>
              <a:rPr lang="zh-CN" altLang="en-US" sz="2400" b="1" dirty="0">
                <a:solidFill>
                  <a:schemeClr val="accent1"/>
                </a:solidFill>
                <a:latin typeface="+mn-ea"/>
                <a:cs typeface="+mn-ea"/>
              </a:rPr>
              <a:t>降维目的</a:t>
            </a:r>
          </a:p>
        </p:txBody>
      </p:sp>
      <p:sp>
        <p:nvSpPr>
          <p:cNvPr id="8" name="标题 7">
            <a:extLst>
              <a:ext uri="{FF2B5EF4-FFF2-40B4-BE49-F238E27FC236}">
                <a16:creationId xmlns:a16="http://schemas.microsoft.com/office/drawing/2014/main" id="{EA332EC3-5B9B-119A-47B8-BA3C4E001DD7}"/>
              </a:ext>
            </a:extLst>
          </p:cNvPr>
          <p:cNvSpPr>
            <a:spLocks noGrp="1"/>
          </p:cNvSpPr>
          <p:nvPr>
            <p:ph type="title"/>
          </p:nvPr>
        </p:nvSpPr>
        <p:spPr/>
        <p:txBody>
          <a:bodyPr>
            <a:normAutofit fontScale="90000"/>
          </a:bodyPr>
          <a:lstStyle/>
          <a:p>
            <a:r>
              <a:rPr lang="en-US" altLang="zh-CN" dirty="0"/>
              <a:t>2.3.2 PCA</a:t>
            </a:r>
            <a:r>
              <a:rPr lang="zh-CN" altLang="en-US" dirty="0"/>
              <a:t>算法</a:t>
            </a:r>
          </a:p>
        </p:txBody>
      </p:sp>
    </p:spTree>
    <p:custDataLst>
      <p:tags r:id="rId1"/>
    </p:custDataLst>
  </p:cSld>
  <p:clrMapOvr>
    <a:masterClrMapping/>
  </p:clrMapOvr>
  <p:transition>
    <p:fade/>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0DFF9A-1731-50D8-2AD4-941E72D59D75}"/>
            </a:ext>
          </a:extLst>
        </p:cNvPr>
        <p:cNvGrpSpPr/>
        <p:nvPr/>
      </p:nvGrpSpPr>
      <p:grpSpPr>
        <a:xfrm>
          <a:off x="0" y="0"/>
          <a:ext cx="0" cy="0"/>
          <a:chOff x="0" y="0"/>
          <a:chExt cx="0" cy="0"/>
        </a:xfrm>
      </p:grpSpPr>
      <p:sp>
        <p:nvSpPr>
          <p:cNvPr id="17" name="标题 16">
            <a:extLst>
              <a:ext uri="{FF2B5EF4-FFF2-40B4-BE49-F238E27FC236}">
                <a16:creationId xmlns:a16="http://schemas.microsoft.com/office/drawing/2014/main" id="{9125BA69-B928-63A9-5B61-6A3241005E3E}"/>
              </a:ext>
            </a:extLst>
          </p:cNvPr>
          <p:cNvSpPr>
            <a:spLocks noGrp="1"/>
          </p:cNvSpPr>
          <p:nvPr>
            <p:ph type="title"/>
            <p:custDataLst>
              <p:tags r:id="rId2"/>
            </p:custDataLst>
          </p:nvPr>
        </p:nvSpPr>
        <p:spPr/>
        <p:txBody>
          <a:bodyPr>
            <a:normAutofit fontScale="90000"/>
          </a:bodyPr>
          <a:lstStyle/>
          <a:p>
            <a:r>
              <a:rPr lang="en-US" altLang="zh-CN" dirty="0"/>
              <a:t>2.3.2 PCA</a:t>
            </a:r>
            <a:r>
              <a:rPr lang="zh-CN" altLang="en-US" dirty="0"/>
              <a:t>算法：算法流程</a:t>
            </a:r>
          </a:p>
        </p:txBody>
      </p:sp>
      <p:sp>
        <p:nvSpPr>
          <p:cNvPr id="2" name="矩形 1">
            <a:extLst>
              <a:ext uri="{FF2B5EF4-FFF2-40B4-BE49-F238E27FC236}">
                <a16:creationId xmlns:a16="http://schemas.microsoft.com/office/drawing/2014/main" id="{4525199F-8190-CD8E-3685-0A2AA1379C7F}"/>
              </a:ext>
            </a:extLst>
          </p:cNvPr>
          <p:cNvSpPr/>
          <p:nvPr>
            <p:custDataLst>
              <p:tags r:id="rId3"/>
            </p:custDataLst>
          </p:nvPr>
        </p:nvSpPr>
        <p:spPr>
          <a:xfrm>
            <a:off x="695960" y="1416072"/>
            <a:ext cx="3358599" cy="4643712"/>
          </a:xfrm>
          <a:prstGeom prst="rect">
            <a:avLst/>
          </a:prstGeom>
          <a:solidFill>
            <a:schemeClr val="accent1">
              <a:lumMod val="75000"/>
              <a:alpha val="15000"/>
            </a:schemeClr>
          </a:solidFill>
          <a:ln w="9525">
            <a:solidFill>
              <a:schemeClr val="tx1">
                <a:lumMod val="40000"/>
                <a:lumOff val="60000"/>
                <a:alpha val="20000"/>
              </a:schemeClr>
            </a:solidFill>
          </a:ln>
          <a:effectLst/>
        </p:spPr>
        <p:style>
          <a:lnRef idx="2">
            <a:schemeClr val="accent1">
              <a:lumMod val="75000"/>
            </a:schemeClr>
          </a:lnRef>
          <a:fillRef idx="1">
            <a:schemeClr val="accent1"/>
          </a:fillRef>
          <a:effectRef idx="0">
            <a:srgbClr val="FFFFFF"/>
          </a:effectRef>
          <a:fontRef idx="minor">
            <a:schemeClr val="lt1"/>
          </a:fontRef>
        </p:style>
        <p:txBody>
          <a:bodyPr rtlCol="0" anchor="ctr">
            <a:normAutofit/>
          </a:bodyPr>
          <a:lstStyle/>
          <a:p>
            <a:pPr algn="ctr"/>
            <a:endParaRPr lang="zh-CN" altLang="en-US">
              <a:solidFill>
                <a:schemeClr val="bg1"/>
              </a:solidFill>
              <a:latin typeface="+mn-ea"/>
              <a:sym typeface="MiSans Normal" panose="00000500000000000000" charset="-122"/>
            </a:endParaRPr>
          </a:p>
        </p:txBody>
      </p:sp>
      <p:sp>
        <p:nvSpPr>
          <p:cNvPr id="4" name="矩形 3">
            <a:extLst>
              <a:ext uri="{FF2B5EF4-FFF2-40B4-BE49-F238E27FC236}">
                <a16:creationId xmlns:a16="http://schemas.microsoft.com/office/drawing/2014/main" id="{BCAD43A7-7EAC-8A81-E8C7-87B4B13CD3A5}"/>
              </a:ext>
            </a:extLst>
          </p:cNvPr>
          <p:cNvSpPr/>
          <p:nvPr>
            <p:custDataLst>
              <p:tags r:id="rId4"/>
            </p:custDataLst>
          </p:nvPr>
        </p:nvSpPr>
        <p:spPr>
          <a:xfrm>
            <a:off x="4417279" y="1416072"/>
            <a:ext cx="3358599" cy="4643712"/>
          </a:xfrm>
          <a:prstGeom prst="rect">
            <a:avLst/>
          </a:prstGeom>
          <a:solidFill>
            <a:schemeClr val="accent2">
              <a:lumMod val="20000"/>
              <a:lumOff val="80000"/>
            </a:schemeClr>
          </a:solidFill>
          <a:ln w="9525">
            <a:solidFill>
              <a:schemeClr val="accent1">
                <a:alpha val="50000"/>
              </a:schemeClr>
            </a:solidFill>
          </a:ln>
          <a:effectLst/>
        </p:spPr>
        <p:style>
          <a:lnRef idx="2">
            <a:schemeClr val="accent1">
              <a:lumMod val="75000"/>
            </a:schemeClr>
          </a:lnRef>
          <a:fillRef idx="1">
            <a:schemeClr val="accent1"/>
          </a:fillRef>
          <a:effectRef idx="0">
            <a:srgbClr val="FFFFFF"/>
          </a:effectRef>
          <a:fontRef idx="minor">
            <a:schemeClr val="lt1"/>
          </a:fontRef>
        </p:style>
        <p:txBody>
          <a:bodyPr rtlCol="0" anchor="ctr">
            <a:normAutofit/>
          </a:bodyPr>
          <a:lstStyle/>
          <a:p>
            <a:pPr algn="ctr"/>
            <a:endParaRPr lang="zh-CN" altLang="en-US">
              <a:solidFill>
                <a:schemeClr val="tx1"/>
              </a:solidFill>
              <a:latin typeface="+mn-ea"/>
              <a:sym typeface="MiSans Normal" panose="00000500000000000000" charset="-122"/>
            </a:endParaRPr>
          </a:p>
        </p:txBody>
      </p:sp>
      <p:sp>
        <p:nvSpPr>
          <p:cNvPr id="5" name="矩形 4">
            <a:extLst>
              <a:ext uri="{FF2B5EF4-FFF2-40B4-BE49-F238E27FC236}">
                <a16:creationId xmlns:a16="http://schemas.microsoft.com/office/drawing/2014/main" id="{6CDA378A-6CA4-CCF7-BEC2-993237B27782}"/>
              </a:ext>
            </a:extLst>
          </p:cNvPr>
          <p:cNvSpPr/>
          <p:nvPr>
            <p:custDataLst>
              <p:tags r:id="rId5"/>
            </p:custDataLst>
          </p:nvPr>
        </p:nvSpPr>
        <p:spPr>
          <a:xfrm>
            <a:off x="8137963" y="1416072"/>
            <a:ext cx="3358599" cy="4643712"/>
          </a:xfrm>
          <a:prstGeom prst="rect">
            <a:avLst/>
          </a:prstGeom>
          <a:solidFill>
            <a:schemeClr val="accent6">
              <a:lumMod val="75000"/>
              <a:alpha val="15000"/>
            </a:schemeClr>
          </a:solidFill>
          <a:ln w="9525">
            <a:solidFill>
              <a:schemeClr val="tx1">
                <a:lumMod val="40000"/>
                <a:lumOff val="60000"/>
                <a:alpha val="20000"/>
              </a:schemeClr>
            </a:solidFill>
          </a:ln>
          <a:effectLst/>
        </p:spPr>
        <p:style>
          <a:lnRef idx="2">
            <a:schemeClr val="accent1">
              <a:lumMod val="75000"/>
            </a:schemeClr>
          </a:lnRef>
          <a:fillRef idx="1">
            <a:schemeClr val="accent1"/>
          </a:fillRef>
          <a:effectRef idx="0">
            <a:srgbClr val="FFFFFF"/>
          </a:effectRef>
          <a:fontRef idx="minor">
            <a:schemeClr val="lt1"/>
          </a:fontRef>
        </p:style>
        <p:txBody>
          <a:bodyPr rtlCol="0" anchor="ctr">
            <a:normAutofit/>
          </a:bodyPr>
          <a:lstStyle/>
          <a:p>
            <a:pPr algn="ctr"/>
            <a:endParaRPr lang="zh-CN" altLang="en-US">
              <a:solidFill>
                <a:schemeClr val="bg1"/>
              </a:solidFill>
              <a:latin typeface="+mn-ea"/>
              <a:sym typeface="MiSans Normal" panose="00000500000000000000" charset="-122"/>
            </a:endParaRPr>
          </a:p>
        </p:txBody>
      </p:sp>
      <p:sp>
        <p:nvSpPr>
          <p:cNvPr id="21" name="矩形 20">
            <a:extLst>
              <a:ext uri="{FF2B5EF4-FFF2-40B4-BE49-F238E27FC236}">
                <a16:creationId xmlns:a16="http://schemas.microsoft.com/office/drawing/2014/main" id="{27F8B324-4BAA-5A4D-E854-8DF48B961CED}"/>
              </a:ext>
            </a:extLst>
          </p:cNvPr>
          <p:cNvSpPr/>
          <p:nvPr>
            <p:custDataLst>
              <p:tags r:id="rId6"/>
            </p:custDataLst>
          </p:nvPr>
        </p:nvSpPr>
        <p:spPr>
          <a:xfrm>
            <a:off x="1188318" y="1744913"/>
            <a:ext cx="2661228" cy="532781"/>
          </a:xfrm>
          <a:prstGeom prst="rect">
            <a:avLst/>
          </a:prstGeom>
          <a:noFill/>
        </p:spPr>
        <p:txBody>
          <a:bodyPr wrap="square" lIns="0" tIns="0" rIns="0" bIns="0" rtlCol="0" anchor="ctr" anchorCtr="0">
            <a:noAutofit/>
          </a:bodyPr>
          <a:lstStyle/>
          <a:p>
            <a:pPr>
              <a:spcBef>
                <a:spcPct val="0"/>
              </a:spcBef>
              <a:spcAft>
                <a:spcPct val="0"/>
              </a:spcAft>
            </a:pPr>
            <a:r>
              <a:rPr lang="en-US" altLang="zh-CN" sz="2400" b="1" dirty="0">
                <a:solidFill>
                  <a:schemeClr val="tx1">
                    <a:lumMod val="85000"/>
                    <a:lumOff val="15000"/>
                  </a:schemeClr>
                </a:solidFill>
                <a:latin typeface="+mn-ea"/>
                <a:cs typeface="+mn-ea"/>
              </a:rPr>
              <a:t>1.</a:t>
            </a:r>
            <a:r>
              <a:rPr lang="zh-CN" altLang="en-US" sz="2400" b="1" dirty="0">
                <a:solidFill>
                  <a:schemeClr val="tx1">
                    <a:lumMod val="85000"/>
                    <a:lumOff val="15000"/>
                  </a:schemeClr>
                </a:solidFill>
                <a:latin typeface="+mn-ea"/>
                <a:cs typeface="+mn-ea"/>
              </a:rPr>
              <a:t>数据标准化</a:t>
            </a:r>
          </a:p>
        </p:txBody>
      </p:sp>
      <p:sp>
        <p:nvSpPr>
          <p:cNvPr id="22" name="矩形 21">
            <a:extLst>
              <a:ext uri="{FF2B5EF4-FFF2-40B4-BE49-F238E27FC236}">
                <a16:creationId xmlns:a16="http://schemas.microsoft.com/office/drawing/2014/main" id="{F5B12B9C-9D32-83DF-A59D-52ADAFB16A94}"/>
              </a:ext>
            </a:extLst>
          </p:cNvPr>
          <p:cNvSpPr/>
          <p:nvPr>
            <p:custDataLst>
              <p:tags r:id="rId7"/>
            </p:custDataLst>
          </p:nvPr>
        </p:nvSpPr>
        <p:spPr>
          <a:xfrm>
            <a:off x="1187683" y="2378045"/>
            <a:ext cx="2661864" cy="796955"/>
          </a:xfrm>
          <a:prstGeom prst="rect">
            <a:avLst/>
          </a:prstGeom>
          <a:noFill/>
        </p:spPr>
        <p:txBody>
          <a:bodyPr wrap="square" lIns="0" tIns="0" rIns="0" bIns="0" rtlCol="0" anchor="t" anchorCtr="0">
            <a:noAutofit/>
          </a:bodyPr>
          <a:lstStyle/>
          <a:p>
            <a:pPr algn="just">
              <a:lnSpc>
                <a:spcPct val="150000"/>
              </a:lnSpc>
              <a:spcBef>
                <a:spcPct val="0"/>
              </a:spcBef>
              <a:spcAft>
                <a:spcPct val="0"/>
              </a:spcAft>
            </a:pPr>
            <a:r>
              <a:rPr lang="zh-CN" altLang="en-US" sz="2000" dirty="0">
                <a:solidFill>
                  <a:schemeClr val="tx1">
                    <a:lumMod val="85000"/>
                    <a:lumOff val="15000"/>
                  </a:schemeClr>
                </a:solidFill>
                <a:latin typeface="+mn-ea"/>
                <a:cs typeface="+mn-ea"/>
              </a:rPr>
              <a:t>消除量纲差异，使数据具有可比性</a:t>
            </a:r>
          </a:p>
        </p:txBody>
      </p:sp>
      <p:sp>
        <p:nvSpPr>
          <p:cNvPr id="23" name="矩形 22">
            <a:extLst>
              <a:ext uri="{FF2B5EF4-FFF2-40B4-BE49-F238E27FC236}">
                <a16:creationId xmlns:a16="http://schemas.microsoft.com/office/drawing/2014/main" id="{484C9BA3-6F12-D2D8-A465-68D810976808}"/>
              </a:ext>
            </a:extLst>
          </p:cNvPr>
          <p:cNvSpPr/>
          <p:nvPr>
            <p:custDataLst>
              <p:tags r:id="rId8"/>
            </p:custDataLst>
          </p:nvPr>
        </p:nvSpPr>
        <p:spPr>
          <a:xfrm>
            <a:off x="4909002" y="1742955"/>
            <a:ext cx="2659955" cy="532782"/>
          </a:xfrm>
          <a:prstGeom prst="rect">
            <a:avLst/>
          </a:prstGeom>
          <a:noFill/>
        </p:spPr>
        <p:txBody>
          <a:bodyPr wrap="square" lIns="0" tIns="0" rIns="0" bIns="0" rtlCol="0" anchor="ctr" anchorCtr="0">
            <a:noAutofit/>
          </a:bodyPr>
          <a:lstStyle/>
          <a:p>
            <a:pPr>
              <a:spcBef>
                <a:spcPct val="0"/>
              </a:spcBef>
              <a:spcAft>
                <a:spcPct val="0"/>
              </a:spcAft>
            </a:pPr>
            <a:r>
              <a:rPr lang="en-US" altLang="zh-CN" sz="2400" b="1" dirty="0">
                <a:latin typeface="+mn-ea"/>
                <a:cs typeface="+mn-ea"/>
              </a:rPr>
              <a:t>2.</a:t>
            </a:r>
            <a:r>
              <a:rPr lang="zh-CN" altLang="en-US" sz="2400" b="1" dirty="0">
                <a:latin typeface="+mn-ea"/>
                <a:cs typeface="+mn-ea"/>
              </a:rPr>
              <a:t>计算协方差矩阵</a:t>
            </a:r>
          </a:p>
        </p:txBody>
      </p:sp>
      <p:sp>
        <p:nvSpPr>
          <p:cNvPr id="24" name="矩形 23">
            <a:extLst>
              <a:ext uri="{FF2B5EF4-FFF2-40B4-BE49-F238E27FC236}">
                <a16:creationId xmlns:a16="http://schemas.microsoft.com/office/drawing/2014/main" id="{B3C232E1-63B5-D3A2-3641-31C4587751DC}"/>
              </a:ext>
            </a:extLst>
          </p:cNvPr>
          <p:cNvSpPr/>
          <p:nvPr>
            <p:custDataLst>
              <p:tags r:id="rId9"/>
            </p:custDataLst>
          </p:nvPr>
        </p:nvSpPr>
        <p:spPr>
          <a:xfrm>
            <a:off x="4909002" y="2378045"/>
            <a:ext cx="2661864" cy="1410927"/>
          </a:xfrm>
          <a:prstGeom prst="rect">
            <a:avLst/>
          </a:prstGeom>
          <a:noFill/>
        </p:spPr>
        <p:txBody>
          <a:bodyPr wrap="square" lIns="0" tIns="0" rIns="0" bIns="0" rtlCol="0" anchor="t" anchorCtr="0">
            <a:noAutofit/>
          </a:bodyPr>
          <a:lstStyle/>
          <a:p>
            <a:pPr algn="just">
              <a:lnSpc>
                <a:spcPct val="150000"/>
              </a:lnSpc>
              <a:spcBef>
                <a:spcPct val="0"/>
              </a:spcBef>
              <a:spcAft>
                <a:spcPct val="0"/>
              </a:spcAft>
            </a:pPr>
            <a:r>
              <a:rPr lang="zh-CN" altLang="en-US" sz="2000" dirty="0">
                <a:latin typeface="+mn-ea"/>
                <a:cs typeface="+mn-ea"/>
              </a:rPr>
              <a:t>计算标准化后数据的协方差矩阵</a:t>
            </a:r>
            <a:r>
              <a:rPr lang="en-US" altLang="zh-CN" sz="2000" dirty="0">
                <a:latin typeface="+mn-ea"/>
                <a:cs typeface="+mn-ea"/>
              </a:rPr>
              <a:t>R</a:t>
            </a:r>
            <a:endParaRPr lang="zh-CN" altLang="en-US" sz="2000" dirty="0">
              <a:latin typeface="+mn-ea"/>
              <a:cs typeface="+mn-ea"/>
            </a:endParaRPr>
          </a:p>
        </p:txBody>
      </p:sp>
      <p:sp>
        <p:nvSpPr>
          <p:cNvPr id="25" name="矩形 24">
            <a:extLst>
              <a:ext uri="{FF2B5EF4-FFF2-40B4-BE49-F238E27FC236}">
                <a16:creationId xmlns:a16="http://schemas.microsoft.com/office/drawing/2014/main" id="{08018064-2450-C3B1-E868-E375CA034829}"/>
              </a:ext>
            </a:extLst>
          </p:cNvPr>
          <p:cNvSpPr/>
          <p:nvPr>
            <p:custDataLst>
              <p:tags r:id="rId10"/>
            </p:custDataLst>
          </p:nvPr>
        </p:nvSpPr>
        <p:spPr>
          <a:xfrm>
            <a:off x="8528393" y="1769911"/>
            <a:ext cx="2864449" cy="672475"/>
          </a:xfrm>
          <a:prstGeom prst="rect">
            <a:avLst/>
          </a:prstGeom>
          <a:noFill/>
        </p:spPr>
        <p:txBody>
          <a:bodyPr wrap="square" lIns="0" tIns="0" rIns="0" bIns="0" rtlCol="0" anchor="ctr" anchorCtr="0">
            <a:noAutofit/>
          </a:bodyPr>
          <a:lstStyle/>
          <a:p>
            <a:pPr>
              <a:spcBef>
                <a:spcPct val="0"/>
              </a:spcBef>
              <a:spcAft>
                <a:spcPct val="0"/>
              </a:spcAft>
            </a:pPr>
            <a:r>
              <a:rPr lang="en-US" altLang="zh-CN" sz="2400" b="1" dirty="0">
                <a:solidFill>
                  <a:schemeClr val="tx1">
                    <a:lumMod val="85000"/>
                    <a:lumOff val="15000"/>
                  </a:schemeClr>
                </a:solidFill>
                <a:latin typeface="+mn-ea"/>
                <a:cs typeface="+mn-ea"/>
              </a:rPr>
              <a:t>3.</a:t>
            </a:r>
            <a:r>
              <a:rPr lang="zh-CN" altLang="en-US" sz="2400" b="1" dirty="0">
                <a:solidFill>
                  <a:schemeClr val="tx1">
                    <a:lumMod val="85000"/>
                    <a:lumOff val="15000"/>
                  </a:schemeClr>
                </a:solidFill>
                <a:latin typeface="+mn-ea"/>
                <a:cs typeface="+mn-ea"/>
              </a:rPr>
              <a:t>计算协方差矩阵的特征值和特征向量</a:t>
            </a:r>
          </a:p>
        </p:txBody>
      </p:sp>
      <p:sp>
        <p:nvSpPr>
          <p:cNvPr id="26" name="矩形 25">
            <a:extLst>
              <a:ext uri="{FF2B5EF4-FFF2-40B4-BE49-F238E27FC236}">
                <a16:creationId xmlns:a16="http://schemas.microsoft.com/office/drawing/2014/main" id="{A086F1E6-A1B6-9390-43CD-4A57B4401920}"/>
              </a:ext>
            </a:extLst>
          </p:cNvPr>
          <p:cNvSpPr/>
          <p:nvPr>
            <p:custDataLst>
              <p:tags r:id="rId11"/>
            </p:custDataLst>
          </p:nvPr>
        </p:nvSpPr>
        <p:spPr>
          <a:xfrm>
            <a:off x="8528393" y="2509747"/>
            <a:ext cx="2661864" cy="1410927"/>
          </a:xfrm>
          <a:prstGeom prst="rect">
            <a:avLst/>
          </a:prstGeom>
          <a:noFill/>
        </p:spPr>
        <p:txBody>
          <a:bodyPr wrap="square" lIns="0" tIns="0" rIns="0" bIns="0" rtlCol="0" anchor="t" anchorCtr="0">
            <a:noAutofit/>
          </a:bodyPr>
          <a:lstStyle/>
          <a:p>
            <a:pPr algn="just">
              <a:lnSpc>
                <a:spcPct val="150000"/>
              </a:lnSpc>
              <a:spcBef>
                <a:spcPct val="0"/>
              </a:spcBef>
              <a:spcAft>
                <a:spcPct val="0"/>
              </a:spcAft>
            </a:pPr>
            <a:r>
              <a:rPr lang="zh-CN" altLang="en-US" sz="2000" dirty="0">
                <a:solidFill>
                  <a:schemeClr val="tx1">
                    <a:lumMod val="85000"/>
                    <a:lumOff val="15000"/>
                  </a:schemeClr>
                </a:solidFill>
                <a:latin typeface="+mn-ea"/>
                <a:cs typeface="+mn-ea"/>
              </a:rPr>
              <a:t>对协方差矩阵进行特征值分解，得到其特征值和对应的特征向量</a:t>
            </a:r>
          </a:p>
        </p:txBody>
      </p:sp>
      <p:sp>
        <p:nvSpPr>
          <p:cNvPr id="3" name="文本框 2">
            <a:extLst>
              <a:ext uri="{FF2B5EF4-FFF2-40B4-BE49-F238E27FC236}">
                <a16:creationId xmlns:a16="http://schemas.microsoft.com/office/drawing/2014/main" id="{7B8E27C6-FFCA-7402-84D4-6CA221AB213B}"/>
              </a:ext>
            </a:extLst>
          </p:cNvPr>
          <p:cNvSpPr txBox="1"/>
          <p:nvPr>
            <p:custDataLst>
              <p:tags r:id="rId12"/>
            </p:custDataLst>
          </p:nvPr>
        </p:nvSpPr>
        <p:spPr>
          <a:xfrm>
            <a:off x="1255844" y="4931031"/>
            <a:ext cx="2400890" cy="662940"/>
          </a:xfrm>
          <a:prstGeom prst="rect">
            <a:avLst/>
          </a:prstGeom>
          <a:noFill/>
        </p:spPr>
        <p:txBody>
          <a:bodyPr wrap="square" lIns="0" tIns="0" rIns="0" bIns="0" rtlCol="0" anchor="t" anchorCtr="0">
            <a:noAutofit/>
          </a:bodyPr>
          <a:lstStyle/>
          <a:p>
            <a:pPr>
              <a:lnSpc>
                <a:spcPct val="90000"/>
              </a:lnSpc>
              <a:spcBef>
                <a:spcPts val="0"/>
              </a:spcBef>
              <a:spcAft>
                <a:spcPts val="0"/>
              </a:spcAft>
            </a:pPr>
            <a:r>
              <a:rPr lang="zh-CN" altLang="en-US" sz="2000" kern="0" spc="0" dirty="0">
                <a:ln>
                  <a:noFill/>
                  <a:prstDash val="sysDot"/>
                </a:ln>
                <a:solidFill>
                  <a:schemeClr val="tx1">
                    <a:lumMod val="85000"/>
                    <a:lumOff val="15000"/>
                  </a:schemeClr>
                </a:solidFill>
                <a:latin typeface="+mn-ea"/>
                <a:ea typeface="+mn-ea"/>
                <a:sym typeface="+mn-ea"/>
              </a:rPr>
              <a:t>根据贡献率和累计贡献率选择主成分</a:t>
            </a:r>
          </a:p>
        </p:txBody>
      </p:sp>
      <p:sp>
        <p:nvSpPr>
          <p:cNvPr id="6" name="文本框 5">
            <a:extLst>
              <a:ext uri="{FF2B5EF4-FFF2-40B4-BE49-F238E27FC236}">
                <a16:creationId xmlns:a16="http://schemas.microsoft.com/office/drawing/2014/main" id="{6BA6AA57-94C9-14DE-3C2A-726FF6500336}"/>
              </a:ext>
            </a:extLst>
          </p:cNvPr>
          <p:cNvSpPr txBox="1"/>
          <p:nvPr>
            <p:custDataLst>
              <p:tags r:id="rId13"/>
            </p:custDataLst>
          </p:nvPr>
        </p:nvSpPr>
        <p:spPr>
          <a:xfrm>
            <a:off x="1187683" y="4182362"/>
            <a:ext cx="2783184" cy="565712"/>
          </a:xfrm>
          <a:prstGeom prst="rect">
            <a:avLst/>
          </a:prstGeom>
          <a:noFill/>
        </p:spPr>
        <p:txBody>
          <a:bodyPr wrap="square" lIns="0" tIns="0" rIns="0" bIns="0" rtlCol="0" anchor="ctr" anchorCtr="0">
            <a:noAutofit/>
          </a:bodyPr>
          <a:lstStyle>
            <a:defPPr>
              <a:defRPr lang="zh-CN"/>
            </a:defPPr>
            <a:lvl1pPr>
              <a:spcBef>
                <a:spcPct val="0"/>
              </a:spcBef>
              <a:spcAft>
                <a:spcPct val="0"/>
              </a:spcAft>
              <a:defRPr sz="2400" b="1">
                <a:solidFill>
                  <a:schemeClr val="tx1">
                    <a:lumMod val="85000"/>
                    <a:lumOff val="15000"/>
                  </a:schemeClr>
                </a:solidFill>
                <a:latin typeface="+mn-ea"/>
                <a:cs typeface="+mn-ea"/>
              </a:defRPr>
            </a:lvl1pPr>
          </a:lstStyle>
          <a:p>
            <a:r>
              <a:rPr lang="en-US" altLang="zh-CN" dirty="0"/>
              <a:t>4.</a:t>
            </a:r>
            <a:r>
              <a:rPr lang="zh-CN" altLang="en-US" dirty="0"/>
              <a:t>选择主成分</a:t>
            </a:r>
          </a:p>
        </p:txBody>
      </p:sp>
      <p:sp>
        <p:nvSpPr>
          <p:cNvPr id="8" name="文本框 7">
            <a:extLst>
              <a:ext uri="{FF2B5EF4-FFF2-40B4-BE49-F238E27FC236}">
                <a16:creationId xmlns:a16="http://schemas.microsoft.com/office/drawing/2014/main" id="{257CEEBD-49B3-FD78-7A09-1F61A054581B}"/>
              </a:ext>
            </a:extLst>
          </p:cNvPr>
          <p:cNvSpPr txBox="1"/>
          <p:nvPr>
            <p:custDataLst>
              <p:tags r:id="rId14"/>
            </p:custDataLst>
          </p:nvPr>
        </p:nvSpPr>
        <p:spPr>
          <a:xfrm>
            <a:off x="4909002" y="4994742"/>
            <a:ext cx="2507798" cy="969061"/>
          </a:xfrm>
          <a:prstGeom prst="rect">
            <a:avLst/>
          </a:prstGeom>
          <a:noFill/>
        </p:spPr>
        <p:txBody>
          <a:bodyPr wrap="square" lIns="0" tIns="0" rIns="0" bIns="0" rtlCol="0" anchor="t" anchorCtr="0">
            <a:noAutofit/>
          </a:bodyPr>
          <a:lstStyle/>
          <a:p>
            <a:pPr>
              <a:lnSpc>
                <a:spcPct val="90000"/>
              </a:lnSpc>
              <a:spcBef>
                <a:spcPts val="0"/>
              </a:spcBef>
              <a:spcAft>
                <a:spcPts val="0"/>
              </a:spcAft>
            </a:pPr>
            <a:r>
              <a:rPr lang="zh-CN" altLang="en-US" sz="2000" kern="0" spc="0" dirty="0">
                <a:ln>
                  <a:noFill/>
                  <a:prstDash val="sysDot"/>
                </a:ln>
                <a:latin typeface="+mn-ea"/>
                <a:ea typeface="+mn-ea"/>
                <a:sym typeface="+mn-ea"/>
              </a:rPr>
              <a:t>将原始数据投影到选定的主成分上，得到降维后的数据</a:t>
            </a:r>
          </a:p>
        </p:txBody>
      </p:sp>
      <p:sp>
        <p:nvSpPr>
          <p:cNvPr id="10" name="文本框 9">
            <a:extLst>
              <a:ext uri="{FF2B5EF4-FFF2-40B4-BE49-F238E27FC236}">
                <a16:creationId xmlns:a16="http://schemas.microsoft.com/office/drawing/2014/main" id="{E4460E6B-C332-A4B9-87C0-0AC4F23B47EF}"/>
              </a:ext>
            </a:extLst>
          </p:cNvPr>
          <p:cNvSpPr txBox="1"/>
          <p:nvPr>
            <p:custDataLst>
              <p:tags r:id="rId15"/>
            </p:custDataLst>
          </p:nvPr>
        </p:nvSpPr>
        <p:spPr>
          <a:xfrm>
            <a:off x="4909003" y="4348430"/>
            <a:ext cx="2727930" cy="399643"/>
          </a:xfrm>
          <a:prstGeom prst="rect">
            <a:avLst/>
          </a:prstGeom>
          <a:noFill/>
        </p:spPr>
        <p:txBody>
          <a:bodyPr wrap="square" lIns="0" tIns="0" rIns="0" bIns="0" rtlCol="0" anchor="ctr" anchorCtr="0">
            <a:noAutofit/>
          </a:bodyPr>
          <a:lstStyle>
            <a:defPPr>
              <a:defRPr lang="zh-CN"/>
            </a:defPPr>
            <a:lvl1pPr>
              <a:spcBef>
                <a:spcPct val="0"/>
              </a:spcBef>
              <a:spcAft>
                <a:spcPct val="0"/>
              </a:spcAft>
              <a:defRPr sz="2400" b="1">
                <a:solidFill>
                  <a:srgbClr val="FFFFFF"/>
                </a:solidFill>
                <a:latin typeface="+mn-ea"/>
                <a:cs typeface="+mn-ea"/>
              </a:defRPr>
            </a:lvl1pPr>
          </a:lstStyle>
          <a:p>
            <a:r>
              <a:rPr lang="en-US" altLang="zh-CN" dirty="0">
                <a:solidFill>
                  <a:schemeClr val="tx1"/>
                </a:solidFill>
              </a:rPr>
              <a:t>5.</a:t>
            </a:r>
            <a:r>
              <a:rPr lang="zh-CN" altLang="en-US" dirty="0">
                <a:solidFill>
                  <a:schemeClr val="tx1"/>
                </a:solidFill>
              </a:rPr>
              <a:t>转换数据到新的特征空间</a:t>
            </a:r>
          </a:p>
        </p:txBody>
      </p:sp>
    </p:spTree>
    <p:custDataLst>
      <p:tags r:id="rId1"/>
    </p:custDataLst>
    <p:extLst>
      <p:ext uri="{BB962C8B-B14F-4D97-AF65-F5344CB8AC3E}">
        <p14:creationId xmlns:p14="http://schemas.microsoft.com/office/powerpoint/2010/main" val="2016964138"/>
      </p:ext>
    </p:extLst>
  </p:cSld>
  <p:clrMapOvr>
    <a:masterClrMapping/>
  </p:clrMapOvr>
  <mc:AlternateContent xmlns:mc="http://schemas.openxmlformats.org/markup-compatibility/2006" xmlns:p14="http://schemas.microsoft.com/office/powerpoint/2010/main">
    <mc:Choice Requires="p14">
      <p:transition>
        <p:fade/>
      </p:transition>
    </mc:Choice>
    <mc:Fallback xmlns="">
      <p:transition>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idx="16385"/>
            <p:custDataLst>
              <p:tags r:id="rId2"/>
            </p:custDataLst>
          </p:nvPr>
        </p:nvSpPr>
        <p:spPr>
          <a:noFill/>
        </p:spPr>
        <p:txBody>
          <a:bodyPr vert="horz" wrap="none" lIns="0" tIns="0" rIns="0" bIns="0" rtlCol="0" anchor="t" anchorCtr="0">
            <a:normAutofit/>
          </a:bodyPr>
          <a:lstStyle/>
          <a:p>
            <a:pPr lvl="0" algn="l"/>
            <a:r>
              <a:rPr>
                <a:solidFill>
                  <a:schemeClr val="tx1"/>
                </a:solidFill>
                <a:sym typeface="+mn-ea"/>
              </a:rPr>
              <a:t>机器学习的类型和算法：半监督学习和强化学习</a:t>
            </a:r>
          </a:p>
        </p:txBody>
      </p:sp>
      <p:sp>
        <p:nvSpPr>
          <p:cNvPr id="53" name="矩形 52"/>
          <p:cNvSpPr/>
          <p:nvPr>
            <p:custDataLst>
              <p:tags r:id="rId3"/>
            </p:custDataLst>
          </p:nvPr>
        </p:nvSpPr>
        <p:spPr>
          <a:xfrm>
            <a:off x="1006793" y="2754948"/>
            <a:ext cx="2750185" cy="641985"/>
          </a:xfrm>
          <a:prstGeom prst="rect">
            <a:avLst/>
          </a:prstGeom>
          <a:noFill/>
          <a:ln>
            <a:noFill/>
          </a:ln>
          <a:extLst>
            <a:ext uri="{909E8E84-426E-40DD-AFC4-6F175D3DCCD1}">
              <a14:hiddenFill xmlns:a14="http://schemas.microsoft.com/office/drawing/2010/main">
                <a:gradFill>
                  <a:gsLst>
                    <a:gs pos="100000">
                      <a:schemeClr val="accent1"/>
                    </a:gs>
                    <a:gs pos="0">
                      <a:schemeClr val="accent1">
                        <a:lumMod val="60000"/>
                        <a:lumOff val="40000"/>
                      </a:schemeClr>
                    </a:gs>
                  </a:gsLst>
                  <a:lin ang="2700000" scaled="0"/>
                </a:gradFill>
              </a14:hiddenFill>
            </a:ext>
          </a:extLst>
        </p:spPr>
        <p:style>
          <a:lnRef idx="2">
            <a:srgbClr val="376FFF">
              <a:shade val="50000"/>
            </a:srgbClr>
          </a:lnRef>
          <a:fillRef idx="1">
            <a:srgbClr val="376FFF"/>
          </a:fillRef>
          <a:effectRef idx="0">
            <a:srgbClr val="376FFF"/>
          </a:effectRef>
          <a:fontRef idx="minor">
            <a:srgbClr val="FFFFFF"/>
          </a:fontRef>
        </p:style>
        <p:txBody>
          <a:bodyPr vertOverflow="overflow" horzOverflow="overflow" vert="horz" wrap="square" lIns="0" tIns="0" rIns="0" bIns="0" numCol="1" spcCol="0" rtlCol="0" fromWordArt="0" anchor="b" anchorCtr="0" forceAA="0" compatLnSpc="1">
            <a:noAutofit/>
          </a:bodyPr>
          <a:lstStyle/>
          <a:p>
            <a:pPr marL="0" marR="0" lvl="0" indent="0" algn="l" defTabSz="914400" rtl="0" eaLnBrk="1" fontAlgn="auto" latinLnBrk="0" hangingPunct="1">
              <a:lnSpc>
                <a:spcPct val="100000"/>
              </a:lnSpc>
              <a:spcBef>
                <a:spcPct val="0"/>
              </a:spcBef>
              <a:spcAft>
                <a:spcPct val="0"/>
              </a:spcAft>
              <a:buClrTx/>
              <a:buSzTx/>
              <a:buFontTx/>
              <a:buNone/>
              <a:tabLst/>
              <a:defRPr/>
            </a:pPr>
            <a:r>
              <a:rPr kumimoji="0" lang="zh-CN" altLang="en-US" sz="2400" b="1" i="0" u="none" strike="noStrike" kern="1200" cap="none" spc="0" normalizeH="0" baseline="0" noProof="0" dirty="0">
                <a:ln>
                  <a:noFill/>
                </a:ln>
                <a:solidFill>
                  <a:srgbClr val="3758FB"/>
                </a:solidFill>
                <a:effectLst/>
                <a:uLnTx/>
                <a:uFillTx/>
                <a:latin typeface="微软雅黑"/>
                <a:ea typeface="微软雅黑"/>
                <a:cs typeface="+mn-ea"/>
                <a:sym typeface="+mn-ea"/>
              </a:rPr>
              <a:t>半监督学习</a:t>
            </a:r>
          </a:p>
        </p:txBody>
      </p:sp>
      <p:sp>
        <p:nvSpPr>
          <p:cNvPr id="54" name="矩形 53"/>
          <p:cNvSpPr/>
          <p:nvPr>
            <p:custDataLst>
              <p:tags r:id="rId4"/>
            </p:custDataLst>
          </p:nvPr>
        </p:nvSpPr>
        <p:spPr>
          <a:xfrm>
            <a:off x="1006475" y="3559810"/>
            <a:ext cx="2924175" cy="2469515"/>
          </a:xfrm>
          <a:prstGeom prst="rect">
            <a:avLst/>
          </a:prstGeom>
          <a:ln>
            <a:noFill/>
            <a:prstDash val="sysDash"/>
          </a:ln>
        </p:spPr>
        <p:txBody>
          <a:bodyPr vert="horz" wrap="square" lIns="0" tIns="0" rIns="0" bIns="0" rtlCol="0" anchor="t" anchorCtr="0">
            <a:noAutofit/>
          </a:bodyPr>
          <a:lstStyle/>
          <a:p>
            <a:pPr marL="0" marR="0" lvl="0" indent="-228600" algn="l" defTabSz="914400" rtl="0" eaLnBrk="1" fontAlgn="auto" latinLnBrk="0" hangingPunct="1">
              <a:lnSpc>
                <a:spcPct val="150000"/>
              </a:lnSpc>
              <a:spcBef>
                <a:spcPct val="0"/>
              </a:spcBef>
              <a:spcAft>
                <a:spcPct val="0"/>
              </a:spcAft>
              <a:buClrTx/>
              <a:buSzTx/>
              <a:buFontTx/>
              <a:buNone/>
              <a:tabLst/>
              <a:defRPr/>
            </a:pPr>
            <a:r>
              <a:rPr kumimoji="0" lang="zh-CN" altLang="en-US" sz="1600" b="0" i="0" u="none" strike="noStrike" kern="1200" cap="none" spc="0" normalizeH="0" baseline="0" noProof="0" dirty="0">
                <a:ln>
                  <a:noFill/>
                  <a:prstDash val="sysDot"/>
                </a:ln>
                <a:solidFill>
                  <a:srgbClr val="333333">
                    <a:lumMod val="85000"/>
                    <a:lumOff val="15000"/>
                  </a:srgbClr>
                </a:solidFill>
                <a:effectLst/>
                <a:uLnTx/>
                <a:uFillTx/>
                <a:latin typeface="微软雅黑"/>
                <a:ea typeface="微软雅黑"/>
                <a:cs typeface="+mn-ea"/>
              </a:rPr>
              <a:t>半监督学习（</a:t>
            </a:r>
            <a:r>
              <a:rPr kumimoji="0" lang="en-US" altLang="zh-CN" sz="1600" b="0" i="0" u="none" strike="noStrike" kern="1200" cap="none" spc="0" normalizeH="0" baseline="0" noProof="0" dirty="0">
                <a:ln>
                  <a:noFill/>
                  <a:prstDash val="sysDot"/>
                </a:ln>
                <a:solidFill>
                  <a:srgbClr val="333333">
                    <a:lumMod val="85000"/>
                    <a:lumOff val="15000"/>
                  </a:srgbClr>
                </a:solidFill>
                <a:effectLst/>
                <a:uLnTx/>
                <a:uFillTx/>
                <a:latin typeface="微软雅黑"/>
                <a:ea typeface="微软雅黑"/>
                <a:cs typeface="+mn-ea"/>
              </a:rPr>
              <a:t>Semi-supervised Learning</a:t>
            </a:r>
            <a:r>
              <a:rPr kumimoji="0" lang="zh-CN" altLang="en-US" sz="1600" b="0" i="0" u="none" strike="noStrike" kern="1200" cap="none" spc="0" normalizeH="0" baseline="0" noProof="0" dirty="0">
                <a:ln>
                  <a:noFill/>
                  <a:prstDash val="sysDot"/>
                </a:ln>
                <a:solidFill>
                  <a:srgbClr val="333333">
                    <a:lumMod val="85000"/>
                    <a:lumOff val="15000"/>
                  </a:srgbClr>
                </a:solidFill>
                <a:effectLst/>
                <a:uLnTx/>
                <a:uFillTx/>
                <a:latin typeface="微软雅黑"/>
                <a:ea typeface="微软雅黑"/>
                <a:cs typeface="+mn-ea"/>
              </a:rPr>
              <a:t>）介于监督学习和无监督学习之间，结合了少量有标签数据和大量无标签数据进行训练，提升模型性能。其核心思想是利用无标签数据中隐含的分布信息，辅助模型学习更鲁棒的决策边界。</a:t>
            </a:r>
          </a:p>
        </p:txBody>
      </p:sp>
      <p:sp>
        <p:nvSpPr>
          <p:cNvPr id="55" name="矩形 54"/>
          <p:cNvSpPr/>
          <p:nvPr>
            <p:custDataLst>
              <p:tags r:id="rId5"/>
            </p:custDataLst>
          </p:nvPr>
        </p:nvSpPr>
        <p:spPr>
          <a:xfrm>
            <a:off x="8414068" y="1786573"/>
            <a:ext cx="2744470" cy="641985"/>
          </a:xfrm>
          <a:prstGeom prst="rect">
            <a:avLst/>
          </a:prstGeom>
          <a:noFill/>
          <a:ln>
            <a:noFill/>
          </a:ln>
          <a:extLst>
            <a:ext uri="{909E8E84-426E-40DD-AFC4-6F175D3DCCD1}">
              <a14:hiddenFill xmlns:a14="http://schemas.microsoft.com/office/drawing/2010/main">
                <a:gradFill>
                  <a:gsLst>
                    <a:gs pos="100000">
                      <a:schemeClr val="accent1"/>
                    </a:gs>
                    <a:gs pos="0">
                      <a:schemeClr val="accent1">
                        <a:lumMod val="60000"/>
                        <a:lumOff val="40000"/>
                      </a:schemeClr>
                    </a:gs>
                  </a:gsLst>
                  <a:lin ang="2700000" scaled="0"/>
                </a:gradFill>
              </a14:hiddenFill>
            </a:ext>
          </a:extLst>
        </p:spPr>
        <p:style>
          <a:lnRef idx="2">
            <a:srgbClr val="376FFF">
              <a:shade val="50000"/>
            </a:srgbClr>
          </a:lnRef>
          <a:fillRef idx="1">
            <a:srgbClr val="376FFF"/>
          </a:fillRef>
          <a:effectRef idx="0">
            <a:srgbClr val="376FFF"/>
          </a:effectRef>
          <a:fontRef idx="minor">
            <a:srgbClr val="FFFFFF"/>
          </a:fontRef>
        </p:style>
        <p:txBody>
          <a:bodyPr vertOverflow="overflow" horzOverflow="overflow" vert="horz" wrap="square" lIns="0" tIns="0" rIns="0" bIns="0" numCol="1" spcCol="0" rtlCol="0" fromWordArt="0" anchor="b" anchorCtr="0" forceAA="0" compatLnSpc="1">
            <a:noAutofit/>
          </a:bodyPr>
          <a:lstStyle/>
          <a:p>
            <a:pPr marL="0" marR="0" lvl="0" indent="0" algn="r" defTabSz="914400" rtl="0" eaLnBrk="1" fontAlgn="auto" latinLnBrk="0" hangingPunct="1">
              <a:lnSpc>
                <a:spcPct val="100000"/>
              </a:lnSpc>
              <a:spcBef>
                <a:spcPct val="0"/>
              </a:spcBef>
              <a:spcAft>
                <a:spcPct val="0"/>
              </a:spcAft>
              <a:buClrTx/>
              <a:buSzTx/>
              <a:buFontTx/>
              <a:buNone/>
              <a:tabLst/>
              <a:defRPr/>
            </a:pPr>
            <a:r>
              <a:rPr kumimoji="0" lang="zh-CN" altLang="en-US" sz="2400" b="1" i="0" u="none" strike="noStrike" kern="1200" cap="none" spc="0" normalizeH="0" baseline="0" noProof="0" dirty="0">
                <a:ln>
                  <a:noFill/>
                </a:ln>
                <a:solidFill>
                  <a:srgbClr val="419BFD"/>
                </a:solidFill>
                <a:effectLst/>
                <a:uLnTx/>
                <a:uFillTx/>
                <a:latin typeface="微软雅黑"/>
                <a:ea typeface="微软雅黑"/>
                <a:cs typeface="+mn-ea"/>
                <a:sym typeface="+mn-ea"/>
              </a:rPr>
              <a:t>强化学习</a:t>
            </a:r>
          </a:p>
        </p:txBody>
      </p:sp>
      <p:sp>
        <p:nvSpPr>
          <p:cNvPr id="56" name="矩形 55"/>
          <p:cNvSpPr/>
          <p:nvPr>
            <p:custDataLst>
              <p:tags r:id="rId6"/>
            </p:custDataLst>
          </p:nvPr>
        </p:nvSpPr>
        <p:spPr>
          <a:xfrm>
            <a:off x="8413433" y="2591118"/>
            <a:ext cx="2750400" cy="2469600"/>
          </a:xfrm>
          <a:prstGeom prst="rect">
            <a:avLst/>
          </a:prstGeom>
          <a:ln>
            <a:noFill/>
            <a:prstDash val="sysDash"/>
          </a:ln>
        </p:spPr>
        <p:txBody>
          <a:bodyPr vert="horz" wrap="square" lIns="0" tIns="0" rIns="0" bIns="0" rtlCol="0" anchor="t" anchorCtr="0">
            <a:noAutofit/>
          </a:bodyPr>
          <a:lstStyle/>
          <a:p>
            <a:pPr marL="0" marR="0" lvl="0" indent="-228600" algn="r" defTabSz="914400" rtl="0" eaLnBrk="1" fontAlgn="auto" latinLnBrk="0" hangingPunct="1">
              <a:lnSpc>
                <a:spcPct val="150000"/>
              </a:lnSpc>
              <a:spcBef>
                <a:spcPct val="0"/>
              </a:spcBef>
              <a:spcAft>
                <a:spcPct val="0"/>
              </a:spcAft>
              <a:buClrTx/>
              <a:buSzTx/>
              <a:buFontTx/>
              <a:buNone/>
              <a:tabLst/>
              <a:defRPr/>
            </a:pPr>
            <a:r>
              <a:rPr kumimoji="0" lang="zh-CN" altLang="en-US" sz="1600" b="0" i="0" u="none" strike="noStrike" kern="1200" cap="none" spc="0" normalizeH="0" baseline="0" noProof="0" dirty="0">
                <a:ln>
                  <a:noFill/>
                  <a:prstDash val="sysDot"/>
                </a:ln>
                <a:solidFill>
                  <a:srgbClr val="333333">
                    <a:lumMod val="85000"/>
                    <a:lumOff val="15000"/>
                  </a:srgbClr>
                </a:solidFill>
                <a:effectLst/>
                <a:uLnTx/>
                <a:uFillTx/>
                <a:latin typeface="微软雅黑"/>
                <a:ea typeface="微软雅黑"/>
                <a:cs typeface="+mn-ea"/>
              </a:rPr>
              <a:t>强化学习（</a:t>
            </a:r>
            <a:r>
              <a:rPr kumimoji="0" lang="en-US" altLang="zh-CN" sz="1600" b="0" i="0" u="none" strike="noStrike" kern="1200" cap="none" spc="0" normalizeH="0" baseline="0" noProof="0" dirty="0">
                <a:ln>
                  <a:noFill/>
                  <a:prstDash val="sysDot"/>
                </a:ln>
                <a:solidFill>
                  <a:srgbClr val="333333">
                    <a:lumMod val="85000"/>
                    <a:lumOff val="15000"/>
                  </a:srgbClr>
                </a:solidFill>
                <a:effectLst/>
                <a:uLnTx/>
                <a:uFillTx/>
                <a:latin typeface="微软雅黑"/>
                <a:ea typeface="微软雅黑"/>
                <a:cs typeface="+mn-ea"/>
              </a:rPr>
              <a:t>Reinforcement Learning, RL</a:t>
            </a:r>
            <a:r>
              <a:rPr kumimoji="0" lang="zh-CN" altLang="en-US" sz="1600" b="0" i="0" u="none" strike="noStrike" kern="1200" cap="none" spc="0" normalizeH="0" baseline="0" noProof="0" dirty="0">
                <a:ln>
                  <a:noFill/>
                  <a:prstDash val="sysDot"/>
                </a:ln>
                <a:solidFill>
                  <a:srgbClr val="333333">
                    <a:lumMod val="85000"/>
                    <a:lumOff val="15000"/>
                  </a:srgbClr>
                </a:solidFill>
                <a:effectLst/>
                <a:uLnTx/>
                <a:uFillTx/>
                <a:latin typeface="微软雅黑"/>
                <a:ea typeface="微软雅黑"/>
                <a:cs typeface="+mn-ea"/>
              </a:rPr>
              <a:t>）是一种让智能体（</a:t>
            </a:r>
            <a:r>
              <a:rPr kumimoji="0" lang="en-US" altLang="zh-CN" sz="1600" b="0" i="0" u="none" strike="noStrike" kern="1200" cap="none" spc="0" normalizeH="0" baseline="0" noProof="0" dirty="0">
                <a:ln>
                  <a:noFill/>
                  <a:prstDash val="sysDot"/>
                </a:ln>
                <a:solidFill>
                  <a:srgbClr val="333333">
                    <a:lumMod val="85000"/>
                    <a:lumOff val="15000"/>
                  </a:srgbClr>
                </a:solidFill>
                <a:effectLst/>
                <a:uLnTx/>
                <a:uFillTx/>
                <a:latin typeface="微软雅黑"/>
                <a:ea typeface="微软雅黑"/>
                <a:cs typeface="+mn-ea"/>
              </a:rPr>
              <a:t>Agent</a:t>
            </a:r>
            <a:r>
              <a:rPr kumimoji="0" lang="zh-CN" altLang="en-US" sz="1600" b="0" i="0" u="none" strike="noStrike" kern="1200" cap="none" spc="0" normalizeH="0" baseline="0" noProof="0" dirty="0">
                <a:ln>
                  <a:noFill/>
                  <a:prstDash val="sysDot"/>
                </a:ln>
                <a:solidFill>
                  <a:srgbClr val="333333">
                    <a:lumMod val="85000"/>
                    <a:lumOff val="15000"/>
                  </a:srgbClr>
                </a:solidFill>
                <a:effectLst/>
                <a:uLnTx/>
                <a:uFillTx/>
                <a:latin typeface="微软雅黑"/>
                <a:ea typeface="微软雅黑"/>
                <a:cs typeface="+mn-ea"/>
              </a:rPr>
              <a:t>）通过与环境交互来学习最优决策策略的机器学习方法。</a:t>
            </a:r>
          </a:p>
        </p:txBody>
      </p:sp>
      <p:pic>
        <p:nvPicPr>
          <p:cNvPr id="57" name="图片 56" descr="7968523_"/>
          <p:cNvPicPr>
            <a:picLocks noChangeAspect="1"/>
          </p:cNvPicPr>
          <p:nvPr>
            <p:custDataLst>
              <p:tags r:id="rId7"/>
            </p:custDataLst>
          </p:nvPr>
        </p:nvPicPr>
        <p:blipFill>
          <a:blip r:embed="rId18"/>
          <a:srcRect l="29714" t="11236" r="29699" b="24803"/>
          <a:stretch>
            <a:fillRect/>
          </a:stretch>
        </p:blipFill>
        <p:spPr>
          <a:xfrm>
            <a:off x="4096068" y="3272473"/>
            <a:ext cx="1954530" cy="1693545"/>
          </a:xfrm>
          <a:custGeom>
            <a:avLst/>
            <a:gdLst/>
            <a:ahLst/>
            <a:cxnLst>
              <a:cxn ang="3">
                <a:pos x="hc" y="t"/>
              </a:cxn>
              <a:cxn ang="cd2">
                <a:pos x="l" y="vc"/>
              </a:cxn>
              <a:cxn ang="cd4">
                <a:pos x="hc" y="b"/>
              </a:cxn>
              <a:cxn ang="0">
                <a:pos x="r" y="vc"/>
              </a:cxn>
            </a:cxnLst>
            <a:rect l="l" t="t" r="r" b="b"/>
            <a:pathLst>
              <a:path w="2628" h="2277">
                <a:moveTo>
                  <a:pt x="657" y="0"/>
                </a:moveTo>
                <a:lnTo>
                  <a:pt x="984" y="0"/>
                </a:lnTo>
                <a:lnTo>
                  <a:pt x="1130" y="145"/>
                </a:lnTo>
                <a:lnTo>
                  <a:pt x="2055" y="145"/>
                </a:lnTo>
                <a:lnTo>
                  <a:pt x="2628" y="1139"/>
                </a:lnTo>
                <a:lnTo>
                  <a:pt x="1971" y="2277"/>
                </a:lnTo>
                <a:lnTo>
                  <a:pt x="657" y="2277"/>
                </a:lnTo>
                <a:lnTo>
                  <a:pt x="0" y="1139"/>
                </a:lnTo>
                <a:lnTo>
                  <a:pt x="657" y="0"/>
                </a:lnTo>
                <a:close/>
              </a:path>
            </a:pathLst>
          </a:custGeom>
          <a:ln w="6350">
            <a:solidFill>
              <a:schemeClr val="accent1">
                <a:alpha val="70000"/>
              </a:schemeClr>
            </a:solidFill>
          </a:ln>
        </p:spPr>
      </p:pic>
      <p:sp>
        <p:nvSpPr>
          <p:cNvPr id="58" name="任意多边形: 形状 68"/>
          <p:cNvSpPr/>
          <p:nvPr>
            <p:custDataLst>
              <p:tags r:id="rId8"/>
            </p:custDataLst>
          </p:nvPr>
        </p:nvSpPr>
        <p:spPr>
          <a:xfrm>
            <a:off x="3904298" y="3088958"/>
            <a:ext cx="2338070" cy="2061845"/>
          </a:xfrm>
          <a:custGeom>
            <a:avLst/>
            <a:gdLst>
              <a:gd name="connsiteX0" fmla="*/ 1124334 w 1913133"/>
              <a:gd name="connsiteY0" fmla="*/ 0 h 1687350"/>
              <a:gd name="connsiteX1" fmla="*/ 1442663 w 1913133"/>
              <a:gd name="connsiteY1" fmla="*/ 1 h 1687350"/>
              <a:gd name="connsiteX2" fmla="*/ 1442664 w 1913133"/>
              <a:gd name="connsiteY2" fmla="*/ 3611 h 1687350"/>
              <a:gd name="connsiteX3" fmla="*/ 1600573 w 1913133"/>
              <a:gd name="connsiteY3" fmla="*/ 277115 h 1687350"/>
              <a:gd name="connsiteX4" fmla="*/ 1589583 w 1913133"/>
              <a:gd name="connsiteY4" fmla="*/ 283461 h 1687350"/>
              <a:gd name="connsiteX5" fmla="*/ 1913133 w 1913133"/>
              <a:gd name="connsiteY5" fmla="*/ 843854 h 1687350"/>
              <a:gd name="connsiteX6" fmla="*/ 1911736 w 1913133"/>
              <a:gd name="connsiteY6" fmla="*/ 846378 h 1687350"/>
              <a:gd name="connsiteX7" fmla="*/ 1434807 w 1913133"/>
              <a:gd name="connsiteY7" fmla="*/ 1672444 h 1687350"/>
              <a:gd name="connsiteX8" fmla="*/ 789080 w 1913133"/>
              <a:gd name="connsiteY8" fmla="*/ 1672441 h 1687350"/>
              <a:gd name="connsiteX9" fmla="*/ 789079 w 1913133"/>
              <a:gd name="connsiteY9" fmla="*/ 1687350 h 1687350"/>
              <a:gd name="connsiteX10" fmla="*/ 470750 w 1913133"/>
              <a:gd name="connsiteY10" fmla="*/ 1687349 h 1687350"/>
              <a:gd name="connsiteX11" fmla="*/ 470751 w 1913133"/>
              <a:gd name="connsiteY11" fmla="*/ 1682967 h 1687350"/>
              <a:gd name="connsiteX12" fmla="*/ 312256 w 1913133"/>
              <a:gd name="connsiteY12" fmla="*/ 1408449 h 1687350"/>
              <a:gd name="connsiteX13" fmla="*/ 322520 w 1913133"/>
              <a:gd name="connsiteY13" fmla="*/ 1402524 h 1687350"/>
              <a:gd name="connsiteX14" fmla="*/ 0 w 1913133"/>
              <a:gd name="connsiteY14" fmla="*/ 843857 h 1687350"/>
              <a:gd name="connsiteX15" fmla="*/ 1398 w 1913133"/>
              <a:gd name="connsiteY15" fmla="*/ 841407 h 1687350"/>
              <a:gd name="connsiteX16" fmla="*/ 478328 w 1913133"/>
              <a:gd name="connsiteY16" fmla="*/ 15354 h 1687350"/>
              <a:gd name="connsiteX17" fmla="*/ 1124334 w 1913133"/>
              <a:gd name="connsiteY17" fmla="*/ 15353 h 1687350"/>
              <a:gd name="connsiteX18" fmla="*/ 1124334 w 1913133"/>
              <a:gd name="connsiteY18" fmla="*/ 0 h 1687350"/>
              <a:gd name="connsiteX19" fmla="*/ 483734 w 1913133"/>
              <a:gd name="connsiteY19" fmla="*/ 25208 h 1687350"/>
              <a:gd name="connsiteX20" fmla="*/ 11077 w 1913133"/>
              <a:gd name="connsiteY20" fmla="*/ 843855 h 1687350"/>
              <a:gd name="connsiteX21" fmla="*/ 330922 w 1913133"/>
              <a:gd name="connsiteY21" fmla="*/ 1397672 h 1687350"/>
              <a:gd name="connsiteX22" fmla="*/ 351087 w 1913133"/>
              <a:gd name="connsiteY22" fmla="*/ 1386031 h 1687350"/>
              <a:gd name="connsiteX23" fmla="*/ 499168 w 1913133"/>
              <a:gd name="connsiteY23" fmla="*/ 1642511 h 1687350"/>
              <a:gd name="connsiteX24" fmla="*/ 789080 w 1913133"/>
              <a:gd name="connsiteY24" fmla="*/ 1642511 h 1687350"/>
              <a:gd name="connsiteX25" fmla="*/ 789078 w 1913133"/>
              <a:gd name="connsiteY25" fmla="*/ 1662578 h 1687350"/>
              <a:gd name="connsiteX26" fmla="*/ 1429220 w 1913133"/>
              <a:gd name="connsiteY26" fmla="*/ 1662578 h 1687350"/>
              <a:gd name="connsiteX27" fmla="*/ 1901880 w 1913133"/>
              <a:gd name="connsiteY27" fmla="*/ 843854 h 1687350"/>
              <a:gd name="connsiteX28" fmla="*/ 1581137 w 1913133"/>
              <a:gd name="connsiteY28" fmla="*/ 288333 h 1687350"/>
              <a:gd name="connsiteX29" fmla="*/ 1561741 w 1913133"/>
              <a:gd name="connsiteY29" fmla="*/ 299533 h 1687350"/>
              <a:gd name="connsiteX30" fmla="*/ 1414693 w 1913133"/>
              <a:gd name="connsiteY30" fmla="*/ 44834 h 1687350"/>
              <a:gd name="connsiteX31" fmla="*/ 1124332 w 1913133"/>
              <a:gd name="connsiteY31" fmla="*/ 44839 h 1687350"/>
              <a:gd name="connsiteX32" fmla="*/ 1124334 w 1913133"/>
              <a:gd name="connsiteY32" fmla="*/ 25210 h 1687350"/>
              <a:gd name="connsiteX33" fmla="*/ 483734 w 1913133"/>
              <a:gd name="connsiteY33" fmla="*/ 25208 h 1687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913133" h="1687350">
                <a:moveTo>
                  <a:pt x="1124334" y="0"/>
                </a:moveTo>
                <a:lnTo>
                  <a:pt x="1442663" y="1"/>
                </a:lnTo>
                <a:lnTo>
                  <a:pt x="1442664" y="3611"/>
                </a:lnTo>
                <a:lnTo>
                  <a:pt x="1600573" y="277115"/>
                </a:lnTo>
                <a:lnTo>
                  <a:pt x="1589583" y="283461"/>
                </a:lnTo>
                <a:lnTo>
                  <a:pt x="1913133" y="843854"/>
                </a:lnTo>
                <a:lnTo>
                  <a:pt x="1911736" y="846378"/>
                </a:lnTo>
                <a:lnTo>
                  <a:pt x="1434807" y="1672444"/>
                </a:lnTo>
                <a:lnTo>
                  <a:pt x="789080" y="1672441"/>
                </a:lnTo>
                <a:lnTo>
                  <a:pt x="789079" y="1687350"/>
                </a:lnTo>
                <a:lnTo>
                  <a:pt x="470750" y="1687349"/>
                </a:lnTo>
                <a:lnTo>
                  <a:pt x="470751" y="1682967"/>
                </a:lnTo>
                <a:lnTo>
                  <a:pt x="312256" y="1408449"/>
                </a:lnTo>
                <a:lnTo>
                  <a:pt x="322520" y="1402524"/>
                </a:lnTo>
                <a:lnTo>
                  <a:pt x="0" y="843857"/>
                </a:lnTo>
                <a:lnTo>
                  <a:pt x="1398" y="841407"/>
                </a:lnTo>
                <a:lnTo>
                  <a:pt x="478328" y="15354"/>
                </a:lnTo>
                <a:lnTo>
                  <a:pt x="1124334" y="15353"/>
                </a:lnTo>
                <a:lnTo>
                  <a:pt x="1124334" y="0"/>
                </a:lnTo>
                <a:close/>
                <a:moveTo>
                  <a:pt x="483734" y="25208"/>
                </a:moveTo>
                <a:lnTo>
                  <a:pt x="11077" y="843855"/>
                </a:lnTo>
                <a:lnTo>
                  <a:pt x="330922" y="1397672"/>
                </a:lnTo>
                <a:lnTo>
                  <a:pt x="351087" y="1386031"/>
                </a:lnTo>
                <a:lnTo>
                  <a:pt x="499168" y="1642511"/>
                </a:lnTo>
                <a:lnTo>
                  <a:pt x="789080" y="1642511"/>
                </a:lnTo>
                <a:lnTo>
                  <a:pt x="789078" y="1662578"/>
                </a:lnTo>
                <a:lnTo>
                  <a:pt x="1429220" y="1662578"/>
                </a:lnTo>
                <a:lnTo>
                  <a:pt x="1901880" y="843854"/>
                </a:lnTo>
                <a:lnTo>
                  <a:pt x="1581137" y="288333"/>
                </a:lnTo>
                <a:lnTo>
                  <a:pt x="1561741" y="299533"/>
                </a:lnTo>
                <a:lnTo>
                  <a:pt x="1414693" y="44834"/>
                </a:lnTo>
                <a:lnTo>
                  <a:pt x="1124332" y="44839"/>
                </a:lnTo>
                <a:lnTo>
                  <a:pt x="1124334" y="25210"/>
                </a:lnTo>
                <a:lnTo>
                  <a:pt x="483734" y="25208"/>
                </a:lnTo>
                <a:close/>
              </a:path>
            </a:pathLst>
          </a:custGeom>
          <a:solidFill>
            <a:schemeClr val="accent1">
              <a:alpha val="70000"/>
            </a:schemeClr>
          </a:solidFill>
          <a:ln w="1621"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333333"/>
              </a:solidFill>
              <a:effectLst/>
              <a:uLnTx/>
              <a:uFillTx/>
              <a:latin typeface="Arial"/>
              <a:ea typeface="微软雅黑"/>
              <a:cs typeface="+mn-cs"/>
            </a:endParaRPr>
          </a:p>
        </p:txBody>
      </p:sp>
      <p:pic>
        <p:nvPicPr>
          <p:cNvPr id="59" name="图片 58" descr="E:/设计图片素材/7965609_带键盘的机器人手.jpg7965609_带键盘的机器人手"/>
          <p:cNvPicPr>
            <a:picLocks noChangeAspect="1"/>
          </p:cNvPicPr>
          <p:nvPr>
            <p:custDataLst>
              <p:tags r:id="rId9"/>
            </p:custDataLst>
          </p:nvPr>
        </p:nvPicPr>
        <p:blipFill>
          <a:blip r:embed="rId19"/>
          <a:srcRect l="11549" r="11549"/>
          <a:stretch>
            <a:fillRect/>
          </a:stretch>
        </p:blipFill>
        <p:spPr>
          <a:xfrm>
            <a:off x="6103303" y="2208213"/>
            <a:ext cx="1954530" cy="1693545"/>
          </a:xfrm>
          <a:custGeom>
            <a:avLst/>
            <a:gdLst/>
            <a:ahLst/>
            <a:cxnLst>
              <a:cxn ang="3">
                <a:pos x="hc" y="t"/>
              </a:cxn>
              <a:cxn ang="cd2">
                <a:pos x="l" y="vc"/>
              </a:cxn>
              <a:cxn ang="cd4">
                <a:pos x="hc" y="b"/>
              </a:cxn>
              <a:cxn ang="0">
                <a:pos x="r" y="vc"/>
              </a:cxn>
            </a:cxnLst>
            <a:rect l="l" t="t" r="r" b="b"/>
            <a:pathLst>
              <a:path w="2628" h="2277">
                <a:moveTo>
                  <a:pt x="657" y="0"/>
                </a:moveTo>
                <a:lnTo>
                  <a:pt x="984" y="0"/>
                </a:lnTo>
                <a:lnTo>
                  <a:pt x="1130" y="145"/>
                </a:lnTo>
                <a:lnTo>
                  <a:pt x="2055" y="145"/>
                </a:lnTo>
                <a:lnTo>
                  <a:pt x="2628" y="1139"/>
                </a:lnTo>
                <a:lnTo>
                  <a:pt x="1971" y="2277"/>
                </a:lnTo>
                <a:lnTo>
                  <a:pt x="657" y="2277"/>
                </a:lnTo>
                <a:lnTo>
                  <a:pt x="0" y="1139"/>
                </a:lnTo>
                <a:lnTo>
                  <a:pt x="657" y="0"/>
                </a:lnTo>
                <a:close/>
              </a:path>
            </a:pathLst>
          </a:custGeom>
          <a:ln w="6350">
            <a:solidFill>
              <a:schemeClr val="accent2">
                <a:alpha val="70000"/>
              </a:schemeClr>
            </a:solidFill>
          </a:ln>
        </p:spPr>
      </p:pic>
      <p:sp>
        <p:nvSpPr>
          <p:cNvPr id="60" name="任意多边形: 形状 68"/>
          <p:cNvSpPr/>
          <p:nvPr>
            <p:custDataLst>
              <p:tags r:id="rId10"/>
            </p:custDataLst>
          </p:nvPr>
        </p:nvSpPr>
        <p:spPr>
          <a:xfrm>
            <a:off x="5911533" y="2024698"/>
            <a:ext cx="2338070" cy="2061845"/>
          </a:xfrm>
          <a:custGeom>
            <a:avLst/>
            <a:gdLst>
              <a:gd name="connsiteX0" fmla="*/ 1124334 w 1913133"/>
              <a:gd name="connsiteY0" fmla="*/ 0 h 1687350"/>
              <a:gd name="connsiteX1" fmla="*/ 1442663 w 1913133"/>
              <a:gd name="connsiteY1" fmla="*/ 1 h 1687350"/>
              <a:gd name="connsiteX2" fmla="*/ 1442664 w 1913133"/>
              <a:gd name="connsiteY2" fmla="*/ 3611 h 1687350"/>
              <a:gd name="connsiteX3" fmla="*/ 1600573 w 1913133"/>
              <a:gd name="connsiteY3" fmla="*/ 277115 h 1687350"/>
              <a:gd name="connsiteX4" fmla="*/ 1589583 w 1913133"/>
              <a:gd name="connsiteY4" fmla="*/ 283461 h 1687350"/>
              <a:gd name="connsiteX5" fmla="*/ 1913133 w 1913133"/>
              <a:gd name="connsiteY5" fmla="*/ 843854 h 1687350"/>
              <a:gd name="connsiteX6" fmla="*/ 1911736 w 1913133"/>
              <a:gd name="connsiteY6" fmla="*/ 846378 h 1687350"/>
              <a:gd name="connsiteX7" fmla="*/ 1434807 w 1913133"/>
              <a:gd name="connsiteY7" fmla="*/ 1672444 h 1687350"/>
              <a:gd name="connsiteX8" fmla="*/ 789080 w 1913133"/>
              <a:gd name="connsiteY8" fmla="*/ 1672441 h 1687350"/>
              <a:gd name="connsiteX9" fmla="*/ 789079 w 1913133"/>
              <a:gd name="connsiteY9" fmla="*/ 1687350 h 1687350"/>
              <a:gd name="connsiteX10" fmla="*/ 470750 w 1913133"/>
              <a:gd name="connsiteY10" fmla="*/ 1687349 h 1687350"/>
              <a:gd name="connsiteX11" fmla="*/ 470751 w 1913133"/>
              <a:gd name="connsiteY11" fmla="*/ 1682967 h 1687350"/>
              <a:gd name="connsiteX12" fmla="*/ 312256 w 1913133"/>
              <a:gd name="connsiteY12" fmla="*/ 1408449 h 1687350"/>
              <a:gd name="connsiteX13" fmla="*/ 322520 w 1913133"/>
              <a:gd name="connsiteY13" fmla="*/ 1402524 h 1687350"/>
              <a:gd name="connsiteX14" fmla="*/ 0 w 1913133"/>
              <a:gd name="connsiteY14" fmla="*/ 843857 h 1687350"/>
              <a:gd name="connsiteX15" fmla="*/ 1398 w 1913133"/>
              <a:gd name="connsiteY15" fmla="*/ 841407 h 1687350"/>
              <a:gd name="connsiteX16" fmla="*/ 478328 w 1913133"/>
              <a:gd name="connsiteY16" fmla="*/ 15354 h 1687350"/>
              <a:gd name="connsiteX17" fmla="*/ 1124334 w 1913133"/>
              <a:gd name="connsiteY17" fmla="*/ 15353 h 1687350"/>
              <a:gd name="connsiteX18" fmla="*/ 1124334 w 1913133"/>
              <a:gd name="connsiteY18" fmla="*/ 0 h 1687350"/>
              <a:gd name="connsiteX19" fmla="*/ 483734 w 1913133"/>
              <a:gd name="connsiteY19" fmla="*/ 25208 h 1687350"/>
              <a:gd name="connsiteX20" fmla="*/ 11077 w 1913133"/>
              <a:gd name="connsiteY20" fmla="*/ 843855 h 1687350"/>
              <a:gd name="connsiteX21" fmla="*/ 330922 w 1913133"/>
              <a:gd name="connsiteY21" fmla="*/ 1397672 h 1687350"/>
              <a:gd name="connsiteX22" fmla="*/ 351087 w 1913133"/>
              <a:gd name="connsiteY22" fmla="*/ 1386031 h 1687350"/>
              <a:gd name="connsiteX23" fmla="*/ 499168 w 1913133"/>
              <a:gd name="connsiteY23" fmla="*/ 1642511 h 1687350"/>
              <a:gd name="connsiteX24" fmla="*/ 789080 w 1913133"/>
              <a:gd name="connsiteY24" fmla="*/ 1642511 h 1687350"/>
              <a:gd name="connsiteX25" fmla="*/ 789078 w 1913133"/>
              <a:gd name="connsiteY25" fmla="*/ 1662578 h 1687350"/>
              <a:gd name="connsiteX26" fmla="*/ 1429220 w 1913133"/>
              <a:gd name="connsiteY26" fmla="*/ 1662578 h 1687350"/>
              <a:gd name="connsiteX27" fmla="*/ 1901880 w 1913133"/>
              <a:gd name="connsiteY27" fmla="*/ 843854 h 1687350"/>
              <a:gd name="connsiteX28" fmla="*/ 1581137 w 1913133"/>
              <a:gd name="connsiteY28" fmla="*/ 288333 h 1687350"/>
              <a:gd name="connsiteX29" fmla="*/ 1561741 w 1913133"/>
              <a:gd name="connsiteY29" fmla="*/ 299533 h 1687350"/>
              <a:gd name="connsiteX30" fmla="*/ 1414693 w 1913133"/>
              <a:gd name="connsiteY30" fmla="*/ 44834 h 1687350"/>
              <a:gd name="connsiteX31" fmla="*/ 1124332 w 1913133"/>
              <a:gd name="connsiteY31" fmla="*/ 44839 h 1687350"/>
              <a:gd name="connsiteX32" fmla="*/ 1124334 w 1913133"/>
              <a:gd name="connsiteY32" fmla="*/ 25210 h 1687350"/>
              <a:gd name="connsiteX33" fmla="*/ 483734 w 1913133"/>
              <a:gd name="connsiteY33" fmla="*/ 25208 h 1687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913133" h="1687350">
                <a:moveTo>
                  <a:pt x="1124334" y="0"/>
                </a:moveTo>
                <a:lnTo>
                  <a:pt x="1442663" y="1"/>
                </a:lnTo>
                <a:lnTo>
                  <a:pt x="1442664" y="3611"/>
                </a:lnTo>
                <a:lnTo>
                  <a:pt x="1600573" y="277115"/>
                </a:lnTo>
                <a:lnTo>
                  <a:pt x="1589583" y="283461"/>
                </a:lnTo>
                <a:lnTo>
                  <a:pt x="1913133" y="843854"/>
                </a:lnTo>
                <a:lnTo>
                  <a:pt x="1911736" y="846378"/>
                </a:lnTo>
                <a:lnTo>
                  <a:pt x="1434807" y="1672444"/>
                </a:lnTo>
                <a:lnTo>
                  <a:pt x="789080" y="1672441"/>
                </a:lnTo>
                <a:lnTo>
                  <a:pt x="789079" y="1687350"/>
                </a:lnTo>
                <a:lnTo>
                  <a:pt x="470750" y="1687349"/>
                </a:lnTo>
                <a:lnTo>
                  <a:pt x="470751" y="1682967"/>
                </a:lnTo>
                <a:lnTo>
                  <a:pt x="312256" y="1408449"/>
                </a:lnTo>
                <a:lnTo>
                  <a:pt x="322520" y="1402524"/>
                </a:lnTo>
                <a:lnTo>
                  <a:pt x="0" y="843857"/>
                </a:lnTo>
                <a:lnTo>
                  <a:pt x="1398" y="841407"/>
                </a:lnTo>
                <a:lnTo>
                  <a:pt x="478328" y="15354"/>
                </a:lnTo>
                <a:lnTo>
                  <a:pt x="1124334" y="15353"/>
                </a:lnTo>
                <a:lnTo>
                  <a:pt x="1124334" y="0"/>
                </a:lnTo>
                <a:close/>
                <a:moveTo>
                  <a:pt x="483734" y="25208"/>
                </a:moveTo>
                <a:lnTo>
                  <a:pt x="11077" y="843855"/>
                </a:lnTo>
                <a:lnTo>
                  <a:pt x="330922" y="1397672"/>
                </a:lnTo>
                <a:lnTo>
                  <a:pt x="351087" y="1386031"/>
                </a:lnTo>
                <a:lnTo>
                  <a:pt x="499168" y="1642511"/>
                </a:lnTo>
                <a:lnTo>
                  <a:pt x="789080" y="1642511"/>
                </a:lnTo>
                <a:lnTo>
                  <a:pt x="789078" y="1662578"/>
                </a:lnTo>
                <a:lnTo>
                  <a:pt x="1429220" y="1662578"/>
                </a:lnTo>
                <a:lnTo>
                  <a:pt x="1901880" y="843854"/>
                </a:lnTo>
                <a:lnTo>
                  <a:pt x="1581137" y="288333"/>
                </a:lnTo>
                <a:lnTo>
                  <a:pt x="1561741" y="299533"/>
                </a:lnTo>
                <a:lnTo>
                  <a:pt x="1414693" y="44834"/>
                </a:lnTo>
                <a:lnTo>
                  <a:pt x="1124332" y="44839"/>
                </a:lnTo>
                <a:lnTo>
                  <a:pt x="1124334" y="25210"/>
                </a:lnTo>
                <a:lnTo>
                  <a:pt x="483734" y="25208"/>
                </a:lnTo>
                <a:close/>
              </a:path>
            </a:pathLst>
          </a:custGeom>
          <a:solidFill>
            <a:schemeClr val="accent2">
              <a:alpha val="70000"/>
            </a:schemeClr>
          </a:solidFill>
          <a:ln w="1621"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333333"/>
              </a:solidFill>
              <a:effectLst/>
              <a:uLnTx/>
              <a:uFillTx/>
              <a:latin typeface="Arial"/>
              <a:ea typeface="微软雅黑"/>
              <a:cs typeface="+mn-cs"/>
            </a:endParaRPr>
          </a:p>
        </p:txBody>
      </p:sp>
      <p:sp>
        <p:nvSpPr>
          <p:cNvPr id="61" name="任意多边形: 形状 254"/>
          <p:cNvSpPr/>
          <p:nvPr>
            <p:custDataLst>
              <p:tags r:id="rId11"/>
            </p:custDataLst>
          </p:nvPr>
        </p:nvSpPr>
        <p:spPr>
          <a:xfrm flipH="1" flipV="1">
            <a:off x="1006793" y="3346768"/>
            <a:ext cx="3339465" cy="154940"/>
          </a:xfrm>
          <a:custGeom>
            <a:avLst/>
            <a:gdLst>
              <a:gd name="connsiteX0" fmla="*/ 0 w 8788400"/>
              <a:gd name="connsiteY0" fmla="*/ 629920 h 629920"/>
              <a:gd name="connsiteX1" fmla="*/ 1076960 w 8788400"/>
              <a:gd name="connsiteY1" fmla="*/ 629920 h 629920"/>
              <a:gd name="connsiteX2" fmla="*/ 1584960 w 8788400"/>
              <a:gd name="connsiteY2" fmla="*/ 0 h 629920"/>
              <a:gd name="connsiteX3" fmla="*/ 8788400 w 8788400"/>
              <a:gd name="connsiteY3" fmla="*/ 0 h 629920"/>
            </a:gdLst>
            <a:ahLst/>
            <a:cxnLst>
              <a:cxn ang="0">
                <a:pos x="connsiteX0" y="connsiteY0"/>
              </a:cxn>
              <a:cxn ang="0">
                <a:pos x="connsiteX1" y="connsiteY1"/>
              </a:cxn>
              <a:cxn ang="0">
                <a:pos x="connsiteX2" y="connsiteY2"/>
              </a:cxn>
              <a:cxn ang="0">
                <a:pos x="connsiteX3" y="connsiteY3"/>
              </a:cxn>
            </a:cxnLst>
            <a:rect l="l" t="t" r="r" b="b"/>
            <a:pathLst>
              <a:path w="8788400" h="629920">
                <a:moveTo>
                  <a:pt x="0" y="629920"/>
                </a:moveTo>
                <a:lnTo>
                  <a:pt x="1076960" y="629920"/>
                </a:lnTo>
                <a:lnTo>
                  <a:pt x="1584960" y="0"/>
                </a:lnTo>
                <a:lnTo>
                  <a:pt x="8788400" y="0"/>
                </a:lnTo>
              </a:path>
            </a:pathLst>
          </a:custGeom>
          <a:noFill/>
          <a:ln w="12700">
            <a:gradFill>
              <a:gsLst>
                <a:gs pos="0">
                  <a:schemeClr val="accent1">
                    <a:alpha val="36000"/>
                  </a:schemeClr>
                </a:gs>
                <a:gs pos="100000">
                  <a:schemeClr val="accent1">
                    <a:alpha val="100000"/>
                  </a:schemeClr>
                </a:gs>
              </a:gsLst>
              <a:lin ang="0" scaled="1"/>
            </a:gradFill>
            <a:tailEnd type="ova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微软雅黑"/>
              <a:cs typeface="+mn-cs"/>
            </a:endParaRPr>
          </a:p>
        </p:txBody>
      </p:sp>
      <p:sp>
        <p:nvSpPr>
          <p:cNvPr id="62" name="等腰三角形 61"/>
          <p:cNvSpPr/>
          <p:nvPr>
            <p:custDataLst>
              <p:tags r:id="rId12"/>
            </p:custDataLst>
          </p:nvPr>
        </p:nvSpPr>
        <p:spPr>
          <a:xfrm rot="5400000" flipV="1">
            <a:off x="4118928" y="3396298"/>
            <a:ext cx="107950" cy="107950"/>
          </a:xfrm>
          <a:prstGeom prst="triangl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微软雅黑"/>
              <a:cs typeface="+mn-cs"/>
            </a:endParaRPr>
          </a:p>
        </p:txBody>
      </p:sp>
      <p:sp>
        <p:nvSpPr>
          <p:cNvPr id="63" name="等腰三角形 62"/>
          <p:cNvSpPr/>
          <p:nvPr>
            <p:custDataLst>
              <p:tags r:id="rId13"/>
            </p:custDataLst>
          </p:nvPr>
        </p:nvSpPr>
        <p:spPr>
          <a:xfrm rot="5400000" flipV="1">
            <a:off x="3930333" y="3396298"/>
            <a:ext cx="107950" cy="107950"/>
          </a:xfrm>
          <a:prstGeom prst="triangl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微软雅黑"/>
              <a:cs typeface="+mn-cs"/>
            </a:endParaRPr>
          </a:p>
        </p:txBody>
      </p:sp>
      <p:sp>
        <p:nvSpPr>
          <p:cNvPr id="64" name="任意多边形: 形状 254"/>
          <p:cNvSpPr/>
          <p:nvPr>
            <p:custDataLst>
              <p:tags r:id="rId14"/>
            </p:custDataLst>
          </p:nvPr>
        </p:nvSpPr>
        <p:spPr>
          <a:xfrm flipV="1">
            <a:off x="7867333" y="2392363"/>
            <a:ext cx="3291205" cy="149225"/>
          </a:xfrm>
          <a:custGeom>
            <a:avLst/>
            <a:gdLst>
              <a:gd name="connsiteX0" fmla="*/ 0 w 8788400"/>
              <a:gd name="connsiteY0" fmla="*/ 629920 h 629920"/>
              <a:gd name="connsiteX1" fmla="*/ 1076960 w 8788400"/>
              <a:gd name="connsiteY1" fmla="*/ 629920 h 629920"/>
              <a:gd name="connsiteX2" fmla="*/ 1584960 w 8788400"/>
              <a:gd name="connsiteY2" fmla="*/ 0 h 629920"/>
              <a:gd name="connsiteX3" fmla="*/ 8788400 w 8788400"/>
              <a:gd name="connsiteY3" fmla="*/ 0 h 629920"/>
            </a:gdLst>
            <a:ahLst/>
            <a:cxnLst>
              <a:cxn ang="0">
                <a:pos x="connsiteX0" y="connsiteY0"/>
              </a:cxn>
              <a:cxn ang="0">
                <a:pos x="connsiteX1" y="connsiteY1"/>
              </a:cxn>
              <a:cxn ang="0">
                <a:pos x="connsiteX2" y="connsiteY2"/>
              </a:cxn>
              <a:cxn ang="0">
                <a:pos x="connsiteX3" y="connsiteY3"/>
              </a:cxn>
            </a:cxnLst>
            <a:rect l="l" t="t" r="r" b="b"/>
            <a:pathLst>
              <a:path w="8788400" h="629920">
                <a:moveTo>
                  <a:pt x="0" y="629920"/>
                </a:moveTo>
                <a:lnTo>
                  <a:pt x="1076960" y="629920"/>
                </a:lnTo>
                <a:lnTo>
                  <a:pt x="1584960" y="0"/>
                </a:lnTo>
                <a:lnTo>
                  <a:pt x="8788400" y="0"/>
                </a:lnTo>
              </a:path>
            </a:pathLst>
          </a:custGeom>
          <a:noFill/>
          <a:ln w="12700">
            <a:gradFill>
              <a:gsLst>
                <a:gs pos="0">
                  <a:schemeClr val="accent2">
                    <a:alpha val="36000"/>
                  </a:schemeClr>
                </a:gs>
                <a:gs pos="100000">
                  <a:schemeClr val="accent2">
                    <a:alpha val="100000"/>
                  </a:schemeClr>
                </a:gs>
              </a:gsLst>
              <a:lin ang="0" scaled="1"/>
            </a:gradFill>
            <a:tailEnd type="ova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微软雅黑"/>
              <a:cs typeface="+mn-cs"/>
            </a:endParaRPr>
          </a:p>
        </p:txBody>
      </p:sp>
      <p:sp>
        <p:nvSpPr>
          <p:cNvPr id="65" name="等腰三角形 64"/>
          <p:cNvSpPr/>
          <p:nvPr>
            <p:custDataLst>
              <p:tags r:id="rId15"/>
            </p:custDataLst>
          </p:nvPr>
        </p:nvSpPr>
        <p:spPr>
          <a:xfrm rot="16200000" flipV="1">
            <a:off x="7987348" y="2445068"/>
            <a:ext cx="107950" cy="107950"/>
          </a:xfrm>
          <a:prstGeom prst="triangle">
            <a:avLst/>
          </a:prstGeom>
          <a:solidFill>
            <a:schemeClr val="accent2">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微软雅黑"/>
              <a:cs typeface="+mn-cs"/>
            </a:endParaRPr>
          </a:p>
        </p:txBody>
      </p:sp>
      <p:sp>
        <p:nvSpPr>
          <p:cNvPr id="66" name="等腰三角形 65"/>
          <p:cNvSpPr/>
          <p:nvPr>
            <p:custDataLst>
              <p:tags r:id="rId16"/>
            </p:custDataLst>
          </p:nvPr>
        </p:nvSpPr>
        <p:spPr>
          <a:xfrm rot="16200000" flipV="1">
            <a:off x="8175943" y="2445068"/>
            <a:ext cx="107950" cy="107950"/>
          </a:xfrm>
          <a:prstGeom prst="triangle">
            <a:avLst/>
          </a:prstGeom>
          <a:solidFill>
            <a:schemeClr val="accent2">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微软雅黑"/>
              <a:cs typeface="+mn-cs"/>
            </a:endParaRPr>
          </a:p>
        </p:txBody>
      </p:sp>
    </p:spTree>
    <p:custDataLst>
      <p:tags r:id="rId1"/>
    </p:custDataLst>
    <p:extLst>
      <p:ext uri="{BB962C8B-B14F-4D97-AF65-F5344CB8AC3E}">
        <p14:creationId xmlns:p14="http://schemas.microsoft.com/office/powerpoint/2010/main" val="26837401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装饰  6"/>
          <p:cNvSpPr>
            <a:spLocks noGrp="1"/>
          </p:cNvSpPr>
          <p:nvPr>
            <p:ph type="body" idx="16392"/>
            <p:custDataLst>
              <p:tags r:id="rId2"/>
            </p:custDataLst>
          </p:nvPr>
        </p:nvSpPr>
        <p:spPr/>
        <p:txBody>
          <a:bodyPr/>
          <a:lstStyle/>
          <a:p>
            <a:r>
              <a:rPr lang="zh-CN" altLang="en-US"/>
              <a:t> </a:t>
            </a:r>
          </a:p>
        </p:txBody>
      </p:sp>
      <p:sp>
        <p:nvSpPr>
          <p:cNvPr id="2" name="标题 1"/>
          <p:cNvSpPr>
            <a:spLocks noGrp="1"/>
          </p:cNvSpPr>
          <p:nvPr>
            <p:ph type="ctrTitle" idx="16385"/>
            <p:custDataLst>
              <p:tags r:id="rId3"/>
            </p:custDataLst>
          </p:nvPr>
        </p:nvSpPr>
        <p:spPr>
          <a:noFill/>
        </p:spPr>
        <p:txBody>
          <a:bodyPr vert="horz" wrap="none" lIns="0" tIns="0" rIns="0" bIns="0" rtlCol="0" anchor="t" anchorCtr="0">
            <a:normAutofit/>
          </a:bodyPr>
          <a:lstStyle/>
          <a:p>
            <a:pPr lvl="0" algn="l"/>
            <a:r>
              <a:rPr>
                <a:solidFill>
                  <a:schemeClr val="tx1"/>
                </a:solidFill>
                <a:sym typeface="+mn-ea"/>
              </a:rPr>
              <a:t>机器学习的应用：机器学习在日常生活中的应用</a:t>
            </a:r>
          </a:p>
        </p:txBody>
      </p:sp>
      <p:pic>
        <p:nvPicPr>
          <p:cNvPr id="24" name="图片占位符 23" descr="bc59e0fe-7c05-11f0-be4c-e24abb41595b"/>
          <p:cNvPicPr>
            <a:picLocks noGrp="1" noChangeAspect="1"/>
          </p:cNvPicPr>
          <p:nvPr>
            <p:ph type="pic" idx="16393"/>
            <p:custDataLst>
              <p:tags r:id="rId4"/>
            </p:custDataLst>
          </p:nvPr>
        </p:nvPicPr>
        <p:blipFill>
          <a:blip r:embed="rId16"/>
          <a:srcRect t="6625" b="6625"/>
          <a:stretch>
            <a:fillRect/>
          </a:stretch>
        </p:blipFill>
        <p:spPr>
          <a:xfrm>
            <a:off x="609600" y="1524000"/>
            <a:ext cx="2540000" cy="1473200"/>
          </a:xfrm>
          <a:custGeom>
            <a:avLst/>
            <a:gdLst>
              <a:gd name="connisteX0" fmla="*/ 0 w 2540000"/>
              <a:gd name="connsiteY0" fmla="*/ 203200 h 1473200"/>
              <a:gd name="connisteX1" fmla="*/ 203200 w 2540000"/>
              <a:gd name="connsiteY1" fmla="*/ 0 h 1473200"/>
              <a:gd name="connisteX2" fmla="*/ 2540000 w 2540000"/>
              <a:gd name="connsiteY2" fmla="*/ 0 h 1473200"/>
              <a:gd name="connisteX3" fmla="*/ 2540000 w 2540000"/>
              <a:gd name="connsiteY3" fmla="*/ 1473200 h 1473200"/>
              <a:gd name="connisteX4" fmla="*/ 203200 w 2540000"/>
              <a:gd name="connsiteY4" fmla="*/ 1473200 h 1473200"/>
              <a:gd name="connisteX5" fmla="*/ 0 w 2540000"/>
              <a:gd name="connsiteY5" fmla="*/ 1270000 h 1473200"/>
              <a:gd name="connisteX6" fmla="*/ 0 w 2540000"/>
              <a:gd name="connsiteY6" fmla="*/ 203200 h 14732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rect l="0" t="0" r="0" b="0"/>
            <a:pathLst>
              <a:path w="2540000" h="1473200">
                <a:moveTo>
                  <a:pt x="0" y="203200"/>
                </a:moveTo>
                <a:cubicBezTo>
                  <a:pt x="0" y="90976"/>
                  <a:pt x="90976" y="0"/>
                  <a:pt x="203200" y="0"/>
                </a:cubicBezTo>
                <a:lnTo>
                  <a:pt x="2540000" y="0"/>
                </a:lnTo>
                <a:lnTo>
                  <a:pt x="2540000" y="1473200"/>
                </a:lnTo>
                <a:lnTo>
                  <a:pt x="203200" y="1473200"/>
                </a:lnTo>
                <a:cubicBezTo>
                  <a:pt x="90976" y="1473200"/>
                  <a:pt x="0" y="1382224"/>
                  <a:pt x="0" y="1270000"/>
                </a:cubicBezTo>
                <a:lnTo>
                  <a:pt x="0" y="203200"/>
                </a:lnTo>
                <a:close/>
              </a:path>
            </a:pathLst>
          </a:custGeom>
        </p:spPr>
      </p:pic>
      <p:sp>
        <p:nvSpPr>
          <p:cNvPr id="5" name="文本占位符 4"/>
          <p:cNvSpPr>
            <a:spLocks noGrp="1"/>
          </p:cNvSpPr>
          <p:nvPr>
            <p:ph type="body" idx="16386"/>
            <p:custDataLst>
              <p:tags r:id="rId5"/>
            </p:custDataLst>
          </p:nvPr>
        </p:nvSpPr>
        <p:spPr/>
        <p:txBody>
          <a:bodyPr/>
          <a:lstStyle/>
          <a:p>
            <a:r>
              <a:rPr lang="zh-CN" altLang="en-US" b="1">
                <a:solidFill>
                  <a:schemeClr val="lt1"/>
                </a:solidFill>
              </a:rPr>
              <a:t>语音助手与自然语言处理</a:t>
            </a:r>
          </a:p>
        </p:txBody>
      </p:sp>
      <p:sp>
        <p:nvSpPr>
          <p:cNvPr id="6" name="文本占位符 5"/>
          <p:cNvSpPr>
            <a:spLocks noGrp="1"/>
          </p:cNvSpPr>
          <p:nvPr>
            <p:ph type="body" idx="16387"/>
            <p:custDataLst>
              <p:tags r:id="rId6"/>
            </p:custDataLst>
          </p:nvPr>
        </p:nvSpPr>
        <p:spPr/>
        <p:txBody>
          <a:bodyPr/>
          <a:lstStyle/>
          <a:p>
            <a:r>
              <a:rPr lang="zh-CN" altLang="en-US">
                <a:solidFill>
                  <a:schemeClr val="lt1"/>
                </a:solidFill>
              </a:rPr>
              <a:t>智能语音助手融合自然语言处理，实现语音指令操作，提升生活便利性。</a:t>
            </a:r>
          </a:p>
        </p:txBody>
      </p:sp>
      <p:sp>
        <p:nvSpPr>
          <p:cNvPr id="7" name="装饰  3"/>
          <p:cNvSpPr>
            <a:spLocks noGrp="1"/>
          </p:cNvSpPr>
          <p:nvPr>
            <p:ph type="body" idx="16394"/>
            <p:custDataLst>
              <p:tags r:id="rId7"/>
            </p:custDataLst>
          </p:nvPr>
        </p:nvSpPr>
        <p:spPr/>
        <p:txBody>
          <a:bodyPr/>
          <a:lstStyle/>
          <a:p>
            <a:r>
              <a:rPr lang="zh-CN" altLang="en-US"/>
              <a:t> </a:t>
            </a:r>
          </a:p>
        </p:txBody>
      </p:sp>
      <p:pic>
        <p:nvPicPr>
          <p:cNvPr id="25" name="图片占位符 24" descr="bc59e205-7c05-11f0-be4c-e24abb41595b"/>
          <p:cNvPicPr>
            <a:picLocks noGrp="1" noChangeAspect="1"/>
          </p:cNvPicPr>
          <p:nvPr>
            <p:ph type="pic" idx="16395"/>
            <p:custDataLst>
              <p:tags r:id="rId8"/>
            </p:custDataLst>
          </p:nvPr>
        </p:nvPicPr>
        <p:blipFill>
          <a:blip r:embed="rId17"/>
          <a:srcRect t="6250" b="6250"/>
          <a:stretch>
            <a:fillRect/>
          </a:stretch>
        </p:blipFill>
        <p:spPr>
          <a:xfrm>
            <a:off x="609600" y="3149600"/>
            <a:ext cx="2540000" cy="1473200"/>
          </a:xfrm>
          <a:custGeom>
            <a:avLst/>
            <a:gdLst>
              <a:gd name="connisteX0" fmla="*/ 0 w 2540000"/>
              <a:gd name="connsiteY0" fmla="*/ 203200 h 1473200"/>
              <a:gd name="connisteX1" fmla="*/ 203200 w 2540000"/>
              <a:gd name="connsiteY1" fmla="*/ 0 h 1473200"/>
              <a:gd name="connisteX2" fmla="*/ 2540000 w 2540000"/>
              <a:gd name="connsiteY2" fmla="*/ 0 h 1473200"/>
              <a:gd name="connisteX3" fmla="*/ 2540000 w 2540000"/>
              <a:gd name="connsiteY3" fmla="*/ 1473200 h 1473200"/>
              <a:gd name="connisteX4" fmla="*/ 203200 w 2540000"/>
              <a:gd name="connsiteY4" fmla="*/ 1473200 h 1473200"/>
              <a:gd name="connisteX5" fmla="*/ 0 w 2540000"/>
              <a:gd name="connsiteY5" fmla="*/ 1270000 h 1473200"/>
              <a:gd name="connisteX6" fmla="*/ 0 w 2540000"/>
              <a:gd name="connsiteY6" fmla="*/ 203200 h 14732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rect l="0" t="0" r="0" b="0"/>
            <a:pathLst>
              <a:path w="2540000" h="1473200">
                <a:moveTo>
                  <a:pt x="0" y="203200"/>
                </a:moveTo>
                <a:cubicBezTo>
                  <a:pt x="0" y="90976"/>
                  <a:pt x="90976" y="0"/>
                  <a:pt x="203200" y="0"/>
                </a:cubicBezTo>
                <a:lnTo>
                  <a:pt x="2540000" y="0"/>
                </a:lnTo>
                <a:lnTo>
                  <a:pt x="2540000" y="1473200"/>
                </a:lnTo>
                <a:lnTo>
                  <a:pt x="203200" y="1473200"/>
                </a:lnTo>
                <a:cubicBezTo>
                  <a:pt x="90976" y="1473200"/>
                  <a:pt x="0" y="1382224"/>
                  <a:pt x="0" y="1270000"/>
                </a:cubicBezTo>
                <a:lnTo>
                  <a:pt x="0" y="203200"/>
                </a:lnTo>
                <a:close/>
              </a:path>
            </a:pathLst>
          </a:custGeom>
        </p:spPr>
      </p:pic>
      <p:sp>
        <p:nvSpPr>
          <p:cNvPr id="9" name="文本占位符 8"/>
          <p:cNvSpPr>
            <a:spLocks noGrp="1"/>
          </p:cNvSpPr>
          <p:nvPr>
            <p:ph type="body" idx="16388"/>
            <p:custDataLst>
              <p:tags r:id="rId9"/>
            </p:custDataLst>
          </p:nvPr>
        </p:nvSpPr>
        <p:spPr/>
        <p:txBody>
          <a:bodyPr/>
          <a:lstStyle/>
          <a:p>
            <a:r>
              <a:rPr lang="zh-CN" altLang="en-US" b="1">
                <a:solidFill>
                  <a:schemeClr val="tx1"/>
                </a:solidFill>
              </a:rPr>
              <a:t>个性化内容推荐与垃圾邮件过滤</a:t>
            </a:r>
          </a:p>
        </p:txBody>
      </p:sp>
      <p:sp>
        <p:nvSpPr>
          <p:cNvPr id="10" name="文本占位符 9"/>
          <p:cNvSpPr>
            <a:spLocks noGrp="1"/>
          </p:cNvSpPr>
          <p:nvPr>
            <p:ph type="body" idx="16389"/>
            <p:custDataLst>
              <p:tags r:id="rId10"/>
            </p:custDataLst>
          </p:nvPr>
        </p:nvSpPr>
        <p:spPr/>
        <p:txBody>
          <a:bodyPr/>
          <a:lstStyle/>
          <a:p>
            <a:r>
              <a:rPr lang="zh-CN" altLang="en-US">
                <a:solidFill>
                  <a:schemeClr val="tx1"/>
                </a:solidFill>
              </a:rPr>
              <a:t>个性化推荐精挑细选，垃圾邮件智能拦截，打造清爽信息环境。</a:t>
            </a:r>
          </a:p>
        </p:txBody>
      </p:sp>
      <p:sp>
        <p:nvSpPr>
          <p:cNvPr id="11" name="装饰  7"/>
          <p:cNvSpPr>
            <a:spLocks noGrp="1"/>
          </p:cNvSpPr>
          <p:nvPr>
            <p:ph type="body" idx="16396"/>
            <p:custDataLst>
              <p:tags r:id="rId11"/>
            </p:custDataLst>
          </p:nvPr>
        </p:nvSpPr>
        <p:spPr/>
        <p:txBody>
          <a:bodyPr/>
          <a:lstStyle/>
          <a:p>
            <a:r>
              <a:rPr lang="zh-CN" altLang="en-US"/>
              <a:t> </a:t>
            </a:r>
          </a:p>
        </p:txBody>
      </p:sp>
      <p:pic>
        <p:nvPicPr>
          <p:cNvPr id="26" name="图片占位符 25" descr="bc59e144-7c05-11f0-be4c-e24abb41595b"/>
          <p:cNvPicPr>
            <a:picLocks noGrp="1" noChangeAspect="1"/>
          </p:cNvPicPr>
          <p:nvPr>
            <p:ph type="pic" idx="16397"/>
            <p:custDataLst>
              <p:tags r:id="rId12"/>
            </p:custDataLst>
          </p:nvPr>
        </p:nvPicPr>
        <p:blipFill>
          <a:blip r:embed="rId18"/>
          <a:srcRect t="6500" b="6500"/>
          <a:stretch>
            <a:fillRect/>
          </a:stretch>
        </p:blipFill>
        <p:spPr>
          <a:xfrm>
            <a:off x="609600" y="4775200"/>
            <a:ext cx="2540000" cy="1473200"/>
          </a:xfrm>
          <a:custGeom>
            <a:avLst/>
            <a:gdLst>
              <a:gd name="connisteX0" fmla="*/ 0 w 2540000"/>
              <a:gd name="connsiteY0" fmla="*/ 203200 h 1473200"/>
              <a:gd name="connisteX1" fmla="*/ 203200 w 2540000"/>
              <a:gd name="connsiteY1" fmla="*/ 0 h 1473200"/>
              <a:gd name="connisteX2" fmla="*/ 2540000 w 2540000"/>
              <a:gd name="connsiteY2" fmla="*/ 0 h 1473200"/>
              <a:gd name="connisteX3" fmla="*/ 2540000 w 2540000"/>
              <a:gd name="connsiteY3" fmla="*/ 1473200 h 1473200"/>
              <a:gd name="connisteX4" fmla="*/ 203200 w 2540000"/>
              <a:gd name="connsiteY4" fmla="*/ 1473200 h 1473200"/>
              <a:gd name="connisteX5" fmla="*/ 0 w 2540000"/>
              <a:gd name="connsiteY5" fmla="*/ 1270000 h 1473200"/>
              <a:gd name="connisteX6" fmla="*/ 0 w 2540000"/>
              <a:gd name="connsiteY6" fmla="*/ 203200 h 14732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rect l="0" t="0" r="0" b="0"/>
            <a:pathLst>
              <a:path w="2540000" h="1473200">
                <a:moveTo>
                  <a:pt x="0" y="203200"/>
                </a:moveTo>
                <a:cubicBezTo>
                  <a:pt x="0" y="90976"/>
                  <a:pt x="90976" y="0"/>
                  <a:pt x="203200" y="0"/>
                </a:cubicBezTo>
                <a:lnTo>
                  <a:pt x="2540000" y="0"/>
                </a:lnTo>
                <a:lnTo>
                  <a:pt x="2540000" y="1473200"/>
                </a:lnTo>
                <a:lnTo>
                  <a:pt x="203200" y="1473200"/>
                </a:lnTo>
                <a:cubicBezTo>
                  <a:pt x="90976" y="1473200"/>
                  <a:pt x="0" y="1382224"/>
                  <a:pt x="0" y="1270000"/>
                </a:cubicBezTo>
                <a:lnTo>
                  <a:pt x="0" y="203200"/>
                </a:lnTo>
                <a:close/>
              </a:path>
            </a:pathLst>
          </a:custGeom>
        </p:spPr>
      </p:pic>
      <p:sp>
        <p:nvSpPr>
          <p:cNvPr id="13" name="文本占位符 12"/>
          <p:cNvSpPr>
            <a:spLocks noGrp="1"/>
          </p:cNvSpPr>
          <p:nvPr>
            <p:ph type="body" idx="16390"/>
            <p:custDataLst>
              <p:tags r:id="rId13"/>
            </p:custDataLst>
          </p:nvPr>
        </p:nvSpPr>
        <p:spPr/>
        <p:txBody>
          <a:bodyPr/>
          <a:lstStyle/>
          <a:p>
            <a:r>
              <a:rPr lang="zh-CN" altLang="en-US" b="1">
                <a:solidFill>
                  <a:schemeClr val="lt1"/>
                </a:solidFill>
              </a:rPr>
              <a:t>智能手环与健康管理</a:t>
            </a:r>
          </a:p>
        </p:txBody>
      </p:sp>
      <p:sp>
        <p:nvSpPr>
          <p:cNvPr id="14" name="文本占位符 13"/>
          <p:cNvSpPr>
            <a:spLocks noGrp="1"/>
          </p:cNvSpPr>
          <p:nvPr>
            <p:ph type="body" idx="16391"/>
            <p:custDataLst>
              <p:tags r:id="rId14"/>
            </p:custDataLst>
          </p:nvPr>
        </p:nvSpPr>
        <p:spPr/>
        <p:txBody>
          <a:bodyPr/>
          <a:lstStyle/>
          <a:p>
            <a:r>
              <a:rPr lang="zh-CN" altLang="en-US">
                <a:solidFill>
                  <a:schemeClr val="lt1"/>
                </a:solidFill>
              </a:rPr>
              <a:t>智能手环运用机器学习，监测健康，提供个性化建议，全方位服务用户需求。</a:t>
            </a:r>
          </a:p>
        </p:txBody>
      </p:sp>
    </p:spTree>
    <p:custDataLst>
      <p:tags r:id="rId1"/>
    </p:custDataLst>
    <p:extLst>
      <p:ext uri="{BB962C8B-B14F-4D97-AF65-F5344CB8AC3E}">
        <p14:creationId xmlns:p14="http://schemas.microsoft.com/office/powerpoint/2010/main" val="364438040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idx="16385"/>
            <p:custDataLst>
              <p:tags r:id="rId2"/>
            </p:custDataLst>
          </p:nvPr>
        </p:nvSpPr>
        <p:spPr>
          <a:noFill/>
        </p:spPr>
        <p:txBody>
          <a:bodyPr vert="horz" wrap="none" lIns="0" tIns="0" rIns="0" bIns="0" rtlCol="0" anchor="t" anchorCtr="0">
            <a:normAutofit/>
          </a:bodyPr>
          <a:lstStyle/>
          <a:p>
            <a:pPr lvl="0" algn="l"/>
            <a:r>
              <a:rPr>
                <a:solidFill>
                  <a:schemeClr val="tx1"/>
                </a:solidFill>
                <a:sym typeface="+mn-ea"/>
              </a:rPr>
              <a:t>机器学习的应用：机器学习在交通运输行业的应用</a:t>
            </a:r>
          </a:p>
        </p:txBody>
      </p:sp>
      <p:grpSp>
        <p:nvGrpSpPr>
          <p:cNvPr id="202" name="组合 201"/>
          <p:cNvGrpSpPr/>
          <p:nvPr>
            <p:custDataLst>
              <p:tags r:id="rId3"/>
            </p:custDataLst>
          </p:nvPr>
        </p:nvGrpSpPr>
        <p:grpSpPr>
          <a:xfrm>
            <a:off x="609600" y="1574800"/>
            <a:ext cx="4918075" cy="4561840"/>
            <a:chOff x="960" y="2080"/>
            <a:chExt cx="7745" cy="6719"/>
          </a:xfrm>
        </p:grpSpPr>
        <p:sp>
          <p:nvSpPr>
            <p:cNvPr id="203" name="对角圆角矩形 202"/>
            <p:cNvSpPr/>
            <p:nvPr>
              <p:custDataLst>
                <p:tags r:id="rId5"/>
              </p:custDataLst>
            </p:nvPr>
          </p:nvSpPr>
          <p:spPr>
            <a:xfrm>
              <a:off x="1071" y="2205"/>
              <a:ext cx="7635" cy="6595"/>
            </a:xfrm>
            <a:prstGeom prst="round2DiagRect">
              <a:avLst/>
            </a:prstGeom>
            <a:solidFill>
              <a:schemeClr val="accent1"/>
            </a:solidFill>
            <a:ln w="12700" cmpd="sng">
              <a:no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微软雅黑"/>
                <a:cs typeface="+mn-cs"/>
              </a:endParaRPr>
            </a:p>
          </p:txBody>
        </p:sp>
        <p:sp>
          <p:nvSpPr>
            <p:cNvPr id="204" name="对角圆角矩形 203"/>
            <p:cNvSpPr/>
            <p:nvPr>
              <p:custDataLst>
                <p:tags r:id="rId6"/>
              </p:custDataLst>
            </p:nvPr>
          </p:nvSpPr>
          <p:spPr>
            <a:xfrm>
              <a:off x="960" y="2080"/>
              <a:ext cx="7635" cy="6595"/>
            </a:xfrm>
            <a:prstGeom prst="round2DiagRect">
              <a:avLst/>
            </a:prstGeom>
            <a:solidFill>
              <a:schemeClr val="bg1"/>
            </a:solidFill>
            <a:ln w="12700" cmpd="sng">
              <a:solidFill>
                <a:schemeClr val="accent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微软雅黑"/>
                <a:cs typeface="+mn-cs"/>
              </a:endParaRPr>
            </a:p>
          </p:txBody>
        </p:sp>
      </p:grpSp>
      <p:sp>
        <p:nvSpPr>
          <p:cNvPr id="205" name="Title 6"/>
          <p:cNvSpPr txBox="1"/>
          <p:nvPr>
            <p:custDataLst>
              <p:tags r:id="rId4"/>
            </p:custDataLst>
          </p:nvPr>
        </p:nvSpPr>
        <p:spPr>
          <a:xfrm>
            <a:off x="997585" y="1865630"/>
            <a:ext cx="4170045" cy="4029075"/>
          </a:xfrm>
          <a:prstGeom prst="rect">
            <a:avLst/>
          </a:prstGeom>
          <a:noFill/>
          <a:ln w="3175">
            <a:noFill/>
            <a:prstDash val="dash"/>
          </a:ln>
          <a:extLst>
            <a:ext uri="{909E8E84-426E-40DD-AFC4-6F175D3DCCD1}">
              <a14:hiddenFill xmlns:a14="http://schemas.microsoft.com/office/drawing/2010/main">
                <a:solidFill>
                  <a:schemeClr val="bg2"/>
                </a:solidFill>
              </a14:hiddenFill>
            </a:ext>
          </a:extLst>
        </p:spPr>
        <p:txBody>
          <a:bodyPr wrap="square" lIns="72000" tIns="36195" rIns="72000" bIns="36195" anchor="t" anchorCtr="0">
            <a:sp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0" marR="0" lvl="0" indent="0" algn="l" defTabSz="913765" rtl="0" eaLnBrk="1" fontAlgn="auto" latinLnBrk="0" hangingPunct="1">
              <a:lnSpc>
                <a:spcPct val="130000"/>
              </a:lnSpc>
              <a:spcBef>
                <a:spcPts val="800"/>
              </a:spcBef>
              <a:spcAft>
                <a:spcPts val="0"/>
              </a:spcAft>
              <a:buClrTx/>
              <a:buSzPct val="100000"/>
              <a:buFont typeface="+mj-lt"/>
              <a:buNone/>
              <a:tabLst/>
              <a:defRPr/>
            </a:pPr>
            <a:r>
              <a:rPr kumimoji="0" lang="zh-CN" altLang="en-US" sz="1800" b="0" i="0" u="none" strike="noStrike" kern="1200" cap="none" spc="160" normalizeH="0" baseline="0" noProof="0" dirty="0">
                <a:ln w="3175">
                  <a:noFill/>
                  <a:prstDash val="dash"/>
                </a:ln>
                <a:solidFill>
                  <a:srgbClr val="333333">
                    <a:lumMod val="75000"/>
                    <a:lumOff val="25000"/>
                  </a:srgbClr>
                </a:solidFill>
                <a:effectLst/>
                <a:uLnTx/>
                <a:uFillTx/>
                <a:latin typeface="微软雅黑" panose="020B0503020204020204" charset="-122"/>
                <a:ea typeface="微软雅黑" panose="020B0503020204020204" charset="-122"/>
                <a:cs typeface="微软雅黑" panose="020B0503020204020204" charset="-122"/>
                <a:sym typeface="+mn-ea"/>
              </a:rPr>
              <a:t>机器学习正推动交通运输行业向智能化、高效化转型：在智能交通管理中，它能分析实时路况数据以预测流量、动态调整信号灯，减少拥堵；在自动驾驶领域，深度学习算法处理传感器数据，实现障碍物识别等功能，提升行车安全；在物流优化上，它分析历史数据以预测需求和时间，优化配送和调度，降低成本；在预测性维护中，它监测车辆数据以提前识别故障，指导预防性维修，减少停机。</a:t>
            </a:r>
          </a:p>
        </p:txBody>
      </p:sp>
      <p:pic>
        <p:nvPicPr>
          <p:cNvPr id="32" name="图片 31"/>
          <p:cNvPicPr>
            <a:picLocks noChangeAspect="1"/>
          </p:cNvPicPr>
          <p:nvPr/>
        </p:nvPicPr>
        <p:blipFill>
          <a:blip r:embed="rId8"/>
          <a:stretch>
            <a:fillRect/>
          </a:stretch>
        </p:blipFill>
        <p:spPr>
          <a:xfrm>
            <a:off x="6276975" y="1659890"/>
            <a:ext cx="4935214" cy="4320000"/>
          </a:xfrm>
          <a:prstGeom prst="rect">
            <a:avLst/>
          </a:prstGeom>
        </p:spPr>
      </p:pic>
    </p:spTree>
    <p:custDataLst>
      <p:tags r:id="rId1"/>
    </p:custDataLst>
    <p:extLst>
      <p:ext uri="{BB962C8B-B14F-4D97-AF65-F5344CB8AC3E}">
        <p14:creationId xmlns:p14="http://schemas.microsoft.com/office/powerpoint/2010/main" val="294733130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idx="16385"/>
            <p:custDataLst>
              <p:tags r:id="rId2"/>
            </p:custDataLst>
          </p:nvPr>
        </p:nvSpPr>
        <p:spPr>
          <a:noFill/>
        </p:spPr>
        <p:txBody>
          <a:bodyPr vert="horz" wrap="none" lIns="0" tIns="0" rIns="0" bIns="0" rtlCol="0" anchor="t" anchorCtr="0">
            <a:normAutofit/>
          </a:bodyPr>
          <a:lstStyle/>
          <a:p>
            <a:pPr lvl="0" algn="l"/>
            <a:r>
              <a:rPr>
                <a:solidFill>
                  <a:schemeClr val="tx1"/>
                </a:solidFill>
                <a:sym typeface="+mn-ea"/>
              </a:rPr>
              <a:t>机器学习的应用</a:t>
            </a:r>
            <a:r>
              <a:rPr>
                <a:sym typeface="+mn-ea"/>
              </a:rPr>
              <a:t>：机器学习在农业中的应用</a:t>
            </a:r>
            <a:endParaRPr>
              <a:solidFill>
                <a:schemeClr val="tx1"/>
              </a:solidFill>
              <a:sym typeface="+mn-ea"/>
            </a:endParaRPr>
          </a:p>
        </p:txBody>
      </p:sp>
      <p:grpSp>
        <p:nvGrpSpPr>
          <p:cNvPr id="11" name="组合 10"/>
          <p:cNvGrpSpPr/>
          <p:nvPr>
            <p:custDataLst>
              <p:tags r:id="rId3"/>
            </p:custDataLst>
          </p:nvPr>
        </p:nvGrpSpPr>
        <p:grpSpPr>
          <a:xfrm>
            <a:off x="609600" y="1701165"/>
            <a:ext cx="5079365" cy="4102735"/>
            <a:chOff x="960" y="2554"/>
            <a:chExt cx="7999" cy="6461"/>
          </a:xfrm>
        </p:grpSpPr>
        <p:sp>
          <p:nvSpPr>
            <p:cNvPr id="12" name="对角圆角矩形 11"/>
            <p:cNvSpPr/>
            <p:nvPr>
              <p:custDataLst>
                <p:tags r:id="rId5"/>
              </p:custDataLst>
            </p:nvPr>
          </p:nvSpPr>
          <p:spPr>
            <a:xfrm>
              <a:off x="1071" y="2679"/>
              <a:ext cx="7889" cy="6336"/>
            </a:xfrm>
            <a:prstGeom prst="round2DiagRect">
              <a:avLst/>
            </a:prstGeom>
            <a:solidFill>
              <a:schemeClr val="accent1"/>
            </a:solidFill>
            <a:ln w="12700" cmpd="sng">
              <a:no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微软雅黑"/>
                <a:cs typeface="+mn-cs"/>
              </a:endParaRPr>
            </a:p>
          </p:txBody>
        </p:sp>
        <p:sp>
          <p:nvSpPr>
            <p:cNvPr id="13" name="对角圆角矩形 12"/>
            <p:cNvSpPr/>
            <p:nvPr>
              <p:custDataLst>
                <p:tags r:id="rId6"/>
              </p:custDataLst>
            </p:nvPr>
          </p:nvSpPr>
          <p:spPr>
            <a:xfrm>
              <a:off x="960" y="2554"/>
              <a:ext cx="7889" cy="6336"/>
            </a:xfrm>
            <a:prstGeom prst="round2DiagRect">
              <a:avLst/>
            </a:prstGeom>
            <a:solidFill>
              <a:schemeClr val="bg1"/>
            </a:solidFill>
            <a:ln w="12700" cmpd="sng">
              <a:solidFill>
                <a:schemeClr val="accent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微软雅黑"/>
                <a:cs typeface="+mn-cs"/>
              </a:endParaRPr>
            </a:p>
          </p:txBody>
        </p:sp>
      </p:grpSp>
      <p:sp>
        <p:nvSpPr>
          <p:cNvPr id="14" name="Title 6"/>
          <p:cNvSpPr txBox="1"/>
          <p:nvPr>
            <p:custDataLst>
              <p:tags r:id="rId4"/>
            </p:custDataLst>
          </p:nvPr>
        </p:nvSpPr>
        <p:spPr>
          <a:xfrm>
            <a:off x="999490" y="1947545"/>
            <a:ext cx="4370705" cy="2962910"/>
          </a:xfrm>
          <a:prstGeom prst="rect">
            <a:avLst/>
          </a:prstGeom>
          <a:noFill/>
          <a:ln w="3175">
            <a:noFill/>
            <a:prstDash val="dash"/>
          </a:ln>
          <a:extLst>
            <a:ext uri="{909E8E84-426E-40DD-AFC4-6F175D3DCCD1}">
              <a14:hiddenFill xmlns:a14="http://schemas.microsoft.com/office/drawing/2010/main">
                <a:solidFill>
                  <a:schemeClr val="bg2"/>
                </a:solidFill>
              </a14:hiddenFill>
            </a:ext>
          </a:extLst>
        </p:spPr>
        <p:txBody>
          <a:bodyPr wrap="square" lIns="72000" tIns="36195" rIns="72000" bIns="36195" anchor="t" anchorCtr="0">
            <a:no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0" marR="0" lvl="0" indent="0" algn="l" defTabSz="913765" rtl="0" eaLnBrk="1" fontAlgn="auto" latinLnBrk="0" hangingPunct="1">
              <a:lnSpc>
                <a:spcPct val="130000"/>
              </a:lnSpc>
              <a:spcBef>
                <a:spcPts val="755"/>
              </a:spcBef>
              <a:spcAft>
                <a:spcPts val="0"/>
              </a:spcAft>
              <a:buClrTx/>
              <a:buSzPct val="100000"/>
              <a:buFont typeface="+mj-lt"/>
              <a:buNone/>
              <a:tabLst/>
              <a:defRPr/>
            </a:pPr>
            <a:r>
              <a:rPr kumimoji="0" lang="zh-CN" altLang="en-US" sz="1800" b="0" i="0" u="none" strike="noStrike" kern="1200" cap="none" spc="137" normalizeH="0" baseline="0" noProof="0" dirty="0">
                <a:ln w="3175">
                  <a:noFill/>
                  <a:prstDash val="dash"/>
                </a:ln>
                <a:solidFill>
                  <a:srgbClr val="333333">
                    <a:lumMod val="75000"/>
                    <a:lumOff val="25000"/>
                  </a:srgbClr>
                </a:solidFill>
                <a:effectLst/>
                <a:uLnTx/>
                <a:uFillTx/>
                <a:latin typeface="微软雅黑" panose="020B0503020204020204" charset="-122"/>
                <a:ea typeface="微软雅黑" panose="020B0503020204020204" charset="-122"/>
                <a:cs typeface="微软雅黑" panose="020B0503020204020204" charset="-122"/>
                <a:sym typeface="+mn-ea"/>
              </a:rPr>
              <a:t>机器学习正推动农业迈向精准与可持续：在作物产量预测上，算法整合气象、土壤湿度及历史产量数据，提前预估产量助农民优化种植；智能灌溉系统借助传感器数据和机器学习模型，动态调整灌溉量以节水；杂草管理中，计算机视觉与强化学习算法结合，精准区分作物与杂草，减少农药使用。这些应用以数据驱动决策，提升生产效率、资源利用率与环境可持续性，支撑农业现代化。</a:t>
            </a:r>
          </a:p>
        </p:txBody>
      </p:sp>
      <p:pic>
        <p:nvPicPr>
          <p:cNvPr id="9" name="图片 8"/>
          <p:cNvPicPr>
            <a:picLocks noChangeAspect="1"/>
          </p:cNvPicPr>
          <p:nvPr/>
        </p:nvPicPr>
        <p:blipFill>
          <a:blip r:embed="rId8"/>
          <a:stretch>
            <a:fillRect/>
          </a:stretch>
        </p:blipFill>
        <p:spPr>
          <a:xfrm>
            <a:off x="6373495" y="1621790"/>
            <a:ext cx="4776108" cy="4320000"/>
          </a:xfrm>
          <a:prstGeom prst="rect">
            <a:avLst/>
          </a:prstGeom>
        </p:spPr>
      </p:pic>
    </p:spTree>
    <p:custDataLst>
      <p:tags r:id="rId1"/>
    </p:custDataLst>
    <p:extLst>
      <p:ext uri="{BB962C8B-B14F-4D97-AF65-F5344CB8AC3E}">
        <p14:creationId xmlns:p14="http://schemas.microsoft.com/office/powerpoint/2010/main" val="155779218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320E5D-EA0C-08D6-6C19-BBF920E1D122}"/>
            </a:ext>
          </a:extLst>
        </p:cNvPr>
        <p:cNvGrpSpPr/>
        <p:nvPr/>
      </p:nvGrpSpPr>
      <p:grpSpPr>
        <a:xfrm>
          <a:off x="0" y="0"/>
          <a:ext cx="0" cy="0"/>
          <a:chOff x="0" y="0"/>
          <a:chExt cx="0" cy="0"/>
        </a:xfrm>
      </p:grpSpPr>
      <p:sp>
        <p:nvSpPr>
          <p:cNvPr id="17" name="标题 16">
            <a:extLst>
              <a:ext uri="{FF2B5EF4-FFF2-40B4-BE49-F238E27FC236}">
                <a16:creationId xmlns:a16="http://schemas.microsoft.com/office/drawing/2014/main" id="{715DCC52-3E97-1B08-9CA8-35B47ACDDBF7}"/>
              </a:ext>
            </a:extLst>
          </p:cNvPr>
          <p:cNvSpPr>
            <a:spLocks noGrp="1"/>
          </p:cNvSpPr>
          <p:nvPr>
            <p:ph type="title"/>
            <p:custDataLst>
              <p:tags r:id="rId2"/>
            </p:custDataLst>
          </p:nvPr>
        </p:nvSpPr>
        <p:spPr/>
        <p:txBody>
          <a:bodyPr>
            <a:normAutofit fontScale="90000"/>
          </a:bodyPr>
          <a:lstStyle/>
          <a:p>
            <a:r>
              <a:rPr lang="zh-CN" altLang="en-US" dirty="0"/>
              <a:t>本章算法总结</a:t>
            </a:r>
          </a:p>
        </p:txBody>
      </p:sp>
      <p:graphicFrame>
        <p:nvGraphicFramePr>
          <p:cNvPr id="9" name="表格 8">
            <a:extLst>
              <a:ext uri="{FF2B5EF4-FFF2-40B4-BE49-F238E27FC236}">
                <a16:creationId xmlns:a16="http://schemas.microsoft.com/office/drawing/2014/main" id="{9A8FF526-588E-671A-87AC-E5CAAAE4337C}"/>
              </a:ext>
            </a:extLst>
          </p:cNvPr>
          <p:cNvGraphicFramePr>
            <a:graphicFrameLocks noGrp="1"/>
          </p:cNvGraphicFramePr>
          <p:nvPr>
            <p:extLst>
              <p:ext uri="{D42A27DB-BD31-4B8C-83A1-F6EECF244321}">
                <p14:modId xmlns:p14="http://schemas.microsoft.com/office/powerpoint/2010/main" val="3761129586"/>
              </p:ext>
            </p:extLst>
          </p:nvPr>
        </p:nvGraphicFramePr>
        <p:xfrm>
          <a:off x="152400" y="838836"/>
          <a:ext cx="11802535" cy="5792742"/>
        </p:xfrm>
        <a:graphic>
          <a:graphicData uri="http://schemas.openxmlformats.org/drawingml/2006/table">
            <a:tbl>
              <a:tblPr>
                <a:tableStyleId>{2A488322-F2BA-4B5B-9748-0D474271808F}</a:tableStyleId>
              </a:tblPr>
              <a:tblGrid>
                <a:gridCol w="2360507">
                  <a:extLst>
                    <a:ext uri="{9D8B030D-6E8A-4147-A177-3AD203B41FA5}">
                      <a16:colId xmlns:a16="http://schemas.microsoft.com/office/drawing/2014/main" val="180574570"/>
                    </a:ext>
                  </a:extLst>
                </a:gridCol>
                <a:gridCol w="2360507">
                  <a:extLst>
                    <a:ext uri="{9D8B030D-6E8A-4147-A177-3AD203B41FA5}">
                      <a16:colId xmlns:a16="http://schemas.microsoft.com/office/drawing/2014/main" val="2224533444"/>
                    </a:ext>
                  </a:extLst>
                </a:gridCol>
                <a:gridCol w="2360507">
                  <a:extLst>
                    <a:ext uri="{9D8B030D-6E8A-4147-A177-3AD203B41FA5}">
                      <a16:colId xmlns:a16="http://schemas.microsoft.com/office/drawing/2014/main" val="2499887885"/>
                    </a:ext>
                  </a:extLst>
                </a:gridCol>
                <a:gridCol w="2360507">
                  <a:extLst>
                    <a:ext uri="{9D8B030D-6E8A-4147-A177-3AD203B41FA5}">
                      <a16:colId xmlns:a16="http://schemas.microsoft.com/office/drawing/2014/main" val="1146655339"/>
                    </a:ext>
                  </a:extLst>
                </a:gridCol>
                <a:gridCol w="2360507">
                  <a:extLst>
                    <a:ext uri="{9D8B030D-6E8A-4147-A177-3AD203B41FA5}">
                      <a16:colId xmlns:a16="http://schemas.microsoft.com/office/drawing/2014/main" val="3893804104"/>
                    </a:ext>
                  </a:extLst>
                </a:gridCol>
              </a:tblGrid>
              <a:tr h="316609">
                <a:tc>
                  <a:txBody>
                    <a:bodyPr/>
                    <a:lstStyle/>
                    <a:p>
                      <a:pPr algn="ctr"/>
                      <a:r>
                        <a:rPr lang="zh-CN" altLang="en-US" sz="2000" b="1" dirty="0">
                          <a:effectLst/>
                        </a:rPr>
                        <a:t>算法名称</a:t>
                      </a:r>
                      <a:endParaRPr lang="zh-CN" altLang="en-US" sz="2000" b="1" dirty="0">
                        <a:effectLst/>
                        <a:latin typeface="-apple-system"/>
                      </a:endParaRPr>
                    </a:p>
                  </a:txBody>
                  <a:tcPr marL="45326" marR="45326" marT="22663" marB="22663" anchor="ctr">
                    <a:lnB w="12700" cap="flat" cmpd="sng" algn="ctr">
                      <a:solidFill>
                        <a:schemeClr val="tx1"/>
                      </a:solidFill>
                      <a:prstDash val="solid"/>
                      <a:round/>
                      <a:headEnd type="none" w="med" len="med"/>
                      <a:tailEnd type="none" w="med" len="med"/>
                    </a:lnB>
                  </a:tcPr>
                </a:tc>
                <a:tc>
                  <a:txBody>
                    <a:bodyPr/>
                    <a:lstStyle/>
                    <a:p>
                      <a:pPr algn="ctr"/>
                      <a:r>
                        <a:rPr lang="zh-CN" altLang="en-US" sz="2000" b="1" dirty="0">
                          <a:effectLst/>
                        </a:rPr>
                        <a:t>任务类型</a:t>
                      </a:r>
                      <a:endParaRPr lang="zh-CN" altLang="en-US" sz="2000" b="1" dirty="0">
                        <a:effectLst/>
                        <a:latin typeface="-apple-system"/>
                      </a:endParaRPr>
                    </a:p>
                  </a:txBody>
                  <a:tcPr marL="45326" marR="45326" marT="22663" marB="22663" anchor="ctr">
                    <a:lnB w="12700" cap="flat" cmpd="sng" algn="ctr">
                      <a:solidFill>
                        <a:schemeClr val="tx1"/>
                      </a:solidFill>
                      <a:prstDash val="solid"/>
                      <a:round/>
                      <a:headEnd type="none" w="med" len="med"/>
                      <a:tailEnd type="none" w="med" len="med"/>
                    </a:lnB>
                  </a:tcPr>
                </a:tc>
                <a:tc>
                  <a:txBody>
                    <a:bodyPr/>
                    <a:lstStyle/>
                    <a:p>
                      <a:pPr algn="ctr"/>
                      <a:r>
                        <a:rPr lang="zh-CN" altLang="en-US" sz="2000" b="1" dirty="0">
                          <a:effectLst/>
                        </a:rPr>
                        <a:t>核心原理</a:t>
                      </a:r>
                      <a:endParaRPr lang="zh-CN" altLang="en-US" sz="2000" b="1" dirty="0">
                        <a:effectLst/>
                        <a:latin typeface="-apple-system"/>
                      </a:endParaRPr>
                    </a:p>
                  </a:txBody>
                  <a:tcPr marL="45326" marR="45326" marT="22663" marB="22663" anchor="ctr">
                    <a:lnB w="12700" cap="flat" cmpd="sng" algn="ctr">
                      <a:solidFill>
                        <a:schemeClr val="tx1"/>
                      </a:solidFill>
                      <a:prstDash val="solid"/>
                      <a:round/>
                      <a:headEnd type="none" w="med" len="med"/>
                      <a:tailEnd type="none" w="med" len="med"/>
                    </a:lnB>
                  </a:tcPr>
                </a:tc>
                <a:tc>
                  <a:txBody>
                    <a:bodyPr/>
                    <a:lstStyle/>
                    <a:p>
                      <a:pPr algn="ctr"/>
                      <a:r>
                        <a:rPr lang="zh-CN" altLang="en-US" sz="2000" b="1" dirty="0">
                          <a:effectLst/>
                        </a:rPr>
                        <a:t>优点</a:t>
                      </a:r>
                      <a:endParaRPr lang="zh-CN" altLang="en-US" sz="2000" b="1" dirty="0">
                        <a:effectLst/>
                        <a:latin typeface="-apple-system"/>
                      </a:endParaRPr>
                    </a:p>
                  </a:txBody>
                  <a:tcPr marL="45326" marR="45326" marT="22663" marB="22663" anchor="ctr">
                    <a:lnB w="12700" cap="flat" cmpd="sng" algn="ctr">
                      <a:solidFill>
                        <a:schemeClr val="tx1"/>
                      </a:solidFill>
                      <a:prstDash val="solid"/>
                      <a:round/>
                      <a:headEnd type="none" w="med" len="med"/>
                      <a:tailEnd type="none" w="med" len="med"/>
                    </a:lnB>
                  </a:tcPr>
                </a:tc>
                <a:tc>
                  <a:txBody>
                    <a:bodyPr/>
                    <a:lstStyle/>
                    <a:p>
                      <a:pPr algn="ctr"/>
                      <a:r>
                        <a:rPr lang="zh-CN" altLang="en-US" sz="2000" b="1" dirty="0">
                          <a:effectLst/>
                        </a:rPr>
                        <a:t>缺点</a:t>
                      </a:r>
                      <a:endParaRPr lang="zh-CN" altLang="en-US" sz="2000" b="1" dirty="0">
                        <a:effectLst/>
                        <a:latin typeface="-apple-system"/>
                      </a:endParaRPr>
                    </a:p>
                  </a:txBody>
                  <a:tcPr marL="45326" marR="45326" marT="22663" marB="22663"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03836664"/>
                  </a:ext>
                </a:extLst>
              </a:tr>
              <a:tr h="867852">
                <a:tc>
                  <a:txBody>
                    <a:bodyPr/>
                    <a:lstStyle/>
                    <a:p>
                      <a:pPr algn="ctr"/>
                      <a:r>
                        <a:rPr lang="zh-CN" altLang="en-US" sz="1800" b="1" dirty="0">
                          <a:effectLst/>
                        </a:rPr>
                        <a:t>线性回归</a:t>
                      </a:r>
                      <a:endParaRPr lang="zh-CN" altLang="en-US" sz="1800" b="0" dirty="0">
                        <a:effectLst/>
                      </a:endParaRPr>
                    </a:p>
                  </a:txBody>
                  <a:tcPr marL="45326" marR="45326" marT="22663" marB="22663" anchor="ctr">
                    <a:lnT w="12700" cap="flat" cmpd="sng" algn="ctr">
                      <a:solidFill>
                        <a:schemeClr val="tx1"/>
                      </a:solidFill>
                      <a:prstDash val="solid"/>
                      <a:round/>
                      <a:headEnd type="none" w="med" len="med"/>
                      <a:tailEnd type="none" w="med" len="med"/>
                    </a:lnT>
                  </a:tcPr>
                </a:tc>
                <a:tc>
                  <a:txBody>
                    <a:bodyPr/>
                    <a:lstStyle/>
                    <a:p>
                      <a:pPr algn="ctr"/>
                      <a:r>
                        <a:rPr lang="zh-CN" altLang="en-US" sz="1800" b="0" dirty="0">
                          <a:effectLst/>
                        </a:rPr>
                        <a:t>监督</a:t>
                      </a:r>
                      <a:r>
                        <a:rPr lang="en-US" altLang="zh-CN" sz="1800" b="0" dirty="0">
                          <a:effectLst/>
                        </a:rPr>
                        <a:t>/</a:t>
                      </a:r>
                      <a:r>
                        <a:rPr lang="zh-CN" altLang="en-US" sz="1800" b="0" dirty="0">
                          <a:effectLst/>
                        </a:rPr>
                        <a:t>回归</a:t>
                      </a:r>
                    </a:p>
                  </a:txBody>
                  <a:tcPr marL="45326" marR="45326" marT="22663" marB="22663" anchor="ctr">
                    <a:lnT w="12700" cap="flat" cmpd="sng" algn="ctr">
                      <a:solidFill>
                        <a:schemeClr val="tx1"/>
                      </a:solidFill>
                      <a:prstDash val="solid"/>
                      <a:round/>
                      <a:headEnd type="none" w="med" len="med"/>
                      <a:tailEnd type="none" w="med" len="med"/>
                    </a:lnT>
                  </a:tcPr>
                </a:tc>
                <a:tc>
                  <a:txBody>
                    <a:bodyPr/>
                    <a:lstStyle/>
                    <a:p>
                      <a:pPr algn="ctr"/>
                      <a:r>
                        <a:rPr lang="zh-CN" altLang="en-US" sz="1800" b="0" dirty="0">
                          <a:effectLst/>
                        </a:rPr>
                        <a:t>最小化预测值与真实值的均方误差</a:t>
                      </a:r>
                    </a:p>
                  </a:txBody>
                  <a:tcPr marL="45326" marR="45326" marT="22663" marB="22663" anchor="ctr">
                    <a:lnT w="12700" cap="flat" cmpd="sng" algn="ctr">
                      <a:solidFill>
                        <a:schemeClr val="tx1"/>
                      </a:solidFill>
                      <a:prstDash val="solid"/>
                      <a:round/>
                      <a:headEnd type="none" w="med" len="med"/>
                      <a:tailEnd type="none" w="med" len="med"/>
                    </a:lnT>
                  </a:tcPr>
                </a:tc>
                <a:tc>
                  <a:txBody>
                    <a:bodyPr/>
                    <a:lstStyle/>
                    <a:p>
                      <a:pPr algn="ctr"/>
                      <a:r>
                        <a:rPr lang="zh-CN" altLang="en-US" sz="1800" b="0">
                          <a:effectLst/>
                        </a:rPr>
                        <a:t>解析解明确；模型简单直观；适合连续值预测</a:t>
                      </a:r>
                    </a:p>
                  </a:txBody>
                  <a:tcPr marL="45326" marR="45326" marT="22663" marB="22663" anchor="ctr">
                    <a:lnT w="12700" cap="flat" cmpd="sng" algn="ctr">
                      <a:solidFill>
                        <a:schemeClr val="tx1"/>
                      </a:solidFill>
                      <a:prstDash val="solid"/>
                      <a:round/>
                      <a:headEnd type="none" w="med" len="med"/>
                      <a:tailEnd type="none" w="med" len="med"/>
                    </a:lnT>
                  </a:tcPr>
                </a:tc>
                <a:tc>
                  <a:txBody>
                    <a:bodyPr/>
                    <a:lstStyle/>
                    <a:p>
                      <a:pPr algn="ctr"/>
                      <a:r>
                        <a:rPr lang="zh-CN" altLang="en-US" sz="1800" b="0">
                          <a:effectLst/>
                        </a:rPr>
                        <a:t>对非线性关系建模能力差；对异常值敏感；易过拟合</a:t>
                      </a:r>
                    </a:p>
                  </a:txBody>
                  <a:tcPr marL="45326" marR="45326" marT="22663" marB="22663"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2129355548"/>
                  </a:ext>
                </a:extLst>
              </a:tr>
              <a:tr h="1143474">
                <a:tc>
                  <a:txBody>
                    <a:bodyPr/>
                    <a:lstStyle/>
                    <a:p>
                      <a:pPr algn="ctr"/>
                      <a:r>
                        <a:rPr lang="zh-CN" altLang="en-US" sz="1800" b="1" dirty="0">
                          <a:effectLst/>
                        </a:rPr>
                        <a:t>逻辑回归</a:t>
                      </a:r>
                      <a:endParaRPr lang="zh-CN" altLang="en-US" sz="1800" b="0" dirty="0">
                        <a:effectLst/>
                      </a:endParaRPr>
                    </a:p>
                  </a:txBody>
                  <a:tcPr marL="45326" marR="45326" marT="22663" marB="22663" anchor="ctr">
                    <a:solidFill>
                      <a:schemeClr val="bg1">
                        <a:lumMod val="95000"/>
                      </a:schemeClr>
                    </a:solidFill>
                  </a:tcPr>
                </a:tc>
                <a:tc>
                  <a:txBody>
                    <a:bodyPr/>
                    <a:lstStyle/>
                    <a:p>
                      <a:pPr algn="ctr"/>
                      <a:r>
                        <a:rPr lang="zh-CN" altLang="en-US" sz="1800" b="0" dirty="0">
                          <a:effectLst/>
                        </a:rPr>
                        <a:t>监督</a:t>
                      </a:r>
                      <a:r>
                        <a:rPr lang="en-US" altLang="zh-CN" sz="1800" b="0" dirty="0">
                          <a:effectLst/>
                        </a:rPr>
                        <a:t>/</a:t>
                      </a:r>
                      <a:r>
                        <a:rPr lang="zh-CN" altLang="en-US" sz="1800" b="0" dirty="0">
                          <a:effectLst/>
                        </a:rPr>
                        <a:t>分类</a:t>
                      </a:r>
                    </a:p>
                  </a:txBody>
                  <a:tcPr marL="45326" marR="45326" marT="22663" marB="22663" anchor="ctr">
                    <a:solidFill>
                      <a:schemeClr val="bg1">
                        <a:lumMod val="95000"/>
                      </a:schemeClr>
                    </a:solidFill>
                  </a:tcPr>
                </a:tc>
                <a:tc>
                  <a:txBody>
                    <a:bodyPr/>
                    <a:lstStyle/>
                    <a:p>
                      <a:pPr algn="ctr"/>
                      <a:r>
                        <a:rPr lang="en-US" altLang="zh-CN" sz="1800" b="0" dirty="0">
                          <a:effectLst/>
                        </a:rPr>
                        <a:t>Sigmoid</a:t>
                      </a:r>
                      <a:r>
                        <a:rPr lang="zh-CN" altLang="en-US" sz="1800" b="0" dirty="0">
                          <a:effectLst/>
                        </a:rPr>
                        <a:t>函数映射线性回归结果为概率</a:t>
                      </a:r>
                    </a:p>
                  </a:txBody>
                  <a:tcPr marL="45326" marR="45326" marT="22663" marB="22663" anchor="ctr">
                    <a:solidFill>
                      <a:schemeClr val="bg1">
                        <a:lumMod val="95000"/>
                      </a:schemeClr>
                    </a:solidFill>
                  </a:tcPr>
                </a:tc>
                <a:tc>
                  <a:txBody>
                    <a:bodyPr/>
                    <a:lstStyle/>
                    <a:p>
                      <a:pPr algn="ctr"/>
                      <a:r>
                        <a:rPr lang="zh-CN" altLang="en-US" sz="1800" b="0" dirty="0">
                          <a:effectLst/>
                        </a:rPr>
                        <a:t>输出可概率解释；计算效率高；适合二分类</a:t>
                      </a:r>
                    </a:p>
                  </a:txBody>
                  <a:tcPr marL="45326" marR="45326" marT="22663" marB="22663" anchor="ctr">
                    <a:solidFill>
                      <a:schemeClr val="bg1">
                        <a:lumMod val="95000"/>
                      </a:schemeClr>
                    </a:solidFill>
                  </a:tcPr>
                </a:tc>
                <a:tc>
                  <a:txBody>
                    <a:bodyPr/>
                    <a:lstStyle/>
                    <a:p>
                      <a:pPr algn="ctr"/>
                      <a:r>
                        <a:rPr lang="zh-CN" altLang="en-US" sz="1800" b="0" dirty="0">
                          <a:effectLst/>
                        </a:rPr>
                        <a:t>只能处理线性决策边界；对多分类需扩展；需特征工程处理非线性</a:t>
                      </a:r>
                    </a:p>
                  </a:txBody>
                  <a:tcPr marL="45326" marR="45326" marT="22663" marB="22663" anchor="ctr">
                    <a:solidFill>
                      <a:schemeClr val="bg1">
                        <a:lumMod val="95000"/>
                      </a:schemeClr>
                    </a:solidFill>
                  </a:tcPr>
                </a:tc>
                <a:extLst>
                  <a:ext uri="{0D108BD9-81ED-4DB2-BD59-A6C34878D82A}">
                    <a16:rowId xmlns:a16="http://schemas.microsoft.com/office/drawing/2014/main" val="4228527426"/>
                  </a:ext>
                </a:extLst>
              </a:tr>
              <a:tr h="1143474">
                <a:tc>
                  <a:txBody>
                    <a:bodyPr/>
                    <a:lstStyle/>
                    <a:p>
                      <a:pPr algn="ctr"/>
                      <a:r>
                        <a:rPr lang="zh-CN" altLang="en-US" sz="1800" b="1">
                          <a:effectLst/>
                        </a:rPr>
                        <a:t>决策树</a:t>
                      </a:r>
                      <a:endParaRPr lang="zh-CN" altLang="en-US" sz="1800" b="0">
                        <a:effectLst/>
                      </a:endParaRPr>
                    </a:p>
                  </a:txBody>
                  <a:tcPr marL="45326" marR="45326" marT="22663" marB="22663" anchor="ctr"/>
                </a:tc>
                <a:tc>
                  <a:txBody>
                    <a:bodyPr/>
                    <a:lstStyle/>
                    <a:p>
                      <a:pPr algn="ctr"/>
                      <a:r>
                        <a:rPr lang="zh-CN" altLang="en-US" sz="1800" b="0" dirty="0">
                          <a:effectLst/>
                        </a:rPr>
                        <a:t>监督</a:t>
                      </a:r>
                      <a:r>
                        <a:rPr lang="en-US" altLang="zh-CN" sz="1800" b="0" dirty="0">
                          <a:effectLst/>
                        </a:rPr>
                        <a:t>/</a:t>
                      </a:r>
                      <a:r>
                        <a:rPr lang="zh-CN" altLang="en-US" sz="1800" b="0" dirty="0">
                          <a:effectLst/>
                        </a:rPr>
                        <a:t>分类回归</a:t>
                      </a:r>
                    </a:p>
                  </a:txBody>
                  <a:tcPr marL="45326" marR="45326" marT="22663" marB="22663" anchor="ctr"/>
                </a:tc>
                <a:tc>
                  <a:txBody>
                    <a:bodyPr/>
                    <a:lstStyle/>
                    <a:p>
                      <a:pPr algn="ctr"/>
                      <a:r>
                        <a:rPr lang="zh-CN" altLang="en-US" sz="1800" b="0" dirty="0">
                          <a:effectLst/>
                        </a:rPr>
                        <a:t>递归划分特征空间，最小化基尼系数</a:t>
                      </a:r>
                    </a:p>
                  </a:txBody>
                  <a:tcPr marL="45326" marR="45326" marT="22663" marB="22663" anchor="ctr"/>
                </a:tc>
                <a:tc>
                  <a:txBody>
                    <a:bodyPr/>
                    <a:lstStyle/>
                    <a:p>
                      <a:pPr algn="ctr"/>
                      <a:r>
                        <a:rPr lang="zh-CN" altLang="en-US" sz="1800" b="0" dirty="0">
                          <a:effectLst/>
                        </a:rPr>
                        <a:t>可解释性强；自动处理混合类型数据；无需特征标准化</a:t>
                      </a:r>
                    </a:p>
                  </a:txBody>
                  <a:tcPr marL="45326" marR="45326" marT="22663" marB="22663" anchor="ctr"/>
                </a:tc>
                <a:tc>
                  <a:txBody>
                    <a:bodyPr/>
                    <a:lstStyle/>
                    <a:p>
                      <a:pPr algn="ctr"/>
                      <a:r>
                        <a:rPr lang="zh-CN" altLang="en-US" sz="1800" b="0" dirty="0">
                          <a:effectLst/>
                        </a:rPr>
                        <a:t>容易过拟合（需剪枝）；对数据微小变化敏感；可能生成复杂树结构</a:t>
                      </a:r>
                    </a:p>
                  </a:txBody>
                  <a:tcPr marL="45326" marR="45326" marT="22663" marB="22663" anchor="ctr"/>
                </a:tc>
                <a:extLst>
                  <a:ext uri="{0D108BD9-81ED-4DB2-BD59-A6C34878D82A}">
                    <a16:rowId xmlns:a16="http://schemas.microsoft.com/office/drawing/2014/main" val="2223649414"/>
                  </a:ext>
                </a:extLst>
              </a:tr>
              <a:tr h="1419096">
                <a:tc>
                  <a:txBody>
                    <a:bodyPr/>
                    <a:lstStyle/>
                    <a:p>
                      <a:pPr algn="ctr"/>
                      <a:r>
                        <a:rPr lang="en-US" sz="1800" b="1" dirty="0">
                          <a:effectLst/>
                        </a:rPr>
                        <a:t>K-means</a:t>
                      </a:r>
                      <a:r>
                        <a:rPr lang="zh-CN" altLang="en-US" sz="1800" b="1" dirty="0">
                          <a:effectLst/>
                        </a:rPr>
                        <a:t>聚类</a:t>
                      </a:r>
                      <a:endParaRPr lang="zh-CN" altLang="en-US" sz="1800" b="0" dirty="0">
                        <a:effectLst/>
                      </a:endParaRPr>
                    </a:p>
                  </a:txBody>
                  <a:tcPr marL="45326" marR="45326" marT="22663" marB="22663" anchor="ctr">
                    <a:solidFill>
                      <a:schemeClr val="bg1">
                        <a:lumMod val="95000"/>
                      </a:schemeClr>
                    </a:solidFill>
                  </a:tcPr>
                </a:tc>
                <a:tc>
                  <a:txBody>
                    <a:bodyPr/>
                    <a:lstStyle/>
                    <a:p>
                      <a:pPr algn="ctr"/>
                      <a:r>
                        <a:rPr lang="zh-CN" altLang="en-US" sz="1800" b="0" dirty="0">
                          <a:effectLst/>
                        </a:rPr>
                        <a:t>无监督</a:t>
                      </a:r>
                      <a:r>
                        <a:rPr lang="en-US" altLang="zh-CN" sz="1800" b="0" dirty="0">
                          <a:effectLst/>
                        </a:rPr>
                        <a:t>/</a:t>
                      </a:r>
                      <a:r>
                        <a:rPr lang="zh-CN" altLang="en-US" sz="1800" b="0" dirty="0">
                          <a:effectLst/>
                        </a:rPr>
                        <a:t>聚类</a:t>
                      </a:r>
                    </a:p>
                  </a:txBody>
                  <a:tcPr marL="45326" marR="45326" marT="22663" marB="22663" anchor="ctr">
                    <a:solidFill>
                      <a:schemeClr val="bg1">
                        <a:lumMod val="95000"/>
                      </a:schemeClr>
                    </a:solidFill>
                  </a:tcPr>
                </a:tc>
                <a:tc>
                  <a:txBody>
                    <a:bodyPr/>
                    <a:lstStyle/>
                    <a:p>
                      <a:pPr algn="ctr"/>
                      <a:r>
                        <a:rPr lang="zh-CN" altLang="en-US" sz="1800" b="0" dirty="0">
                          <a:effectLst/>
                        </a:rPr>
                        <a:t>迭代优化类簇质心，最小化样本到质心距离</a:t>
                      </a:r>
                    </a:p>
                  </a:txBody>
                  <a:tcPr marL="45326" marR="45326" marT="22663" marB="22663" anchor="ctr">
                    <a:solidFill>
                      <a:schemeClr val="bg1">
                        <a:lumMod val="95000"/>
                      </a:schemeClr>
                    </a:solidFill>
                  </a:tcPr>
                </a:tc>
                <a:tc>
                  <a:txBody>
                    <a:bodyPr/>
                    <a:lstStyle/>
                    <a:p>
                      <a:pPr algn="ctr"/>
                      <a:r>
                        <a:rPr lang="zh-CN" altLang="en-US" sz="1800" b="0" dirty="0">
                          <a:effectLst/>
                        </a:rPr>
                        <a:t>计算高效；适合大规模数据；结果类簇形态明确</a:t>
                      </a:r>
                    </a:p>
                  </a:txBody>
                  <a:tcPr marL="45326" marR="45326" marT="22663" marB="22663" anchor="ctr">
                    <a:solidFill>
                      <a:schemeClr val="bg1">
                        <a:lumMod val="95000"/>
                      </a:schemeClr>
                    </a:solidFill>
                  </a:tcPr>
                </a:tc>
                <a:tc>
                  <a:txBody>
                    <a:bodyPr/>
                    <a:lstStyle/>
                    <a:p>
                      <a:pPr algn="ctr"/>
                      <a:r>
                        <a:rPr lang="zh-CN" altLang="en-US" sz="1800" b="0" dirty="0">
                          <a:effectLst/>
                        </a:rPr>
                        <a:t>需预设</a:t>
                      </a:r>
                      <a:r>
                        <a:rPr lang="en-US" altLang="zh-CN" sz="1800" b="0" dirty="0">
                          <a:effectLst/>
                        </a:rPr>
                        <a:t>K</a:t>
                      </a:r>
                      <a:r>
                        <a:rPr lang="zh-CN" altLang="en-US" sz="1800" b="0" dirty="0">
                          <a:effectLst/>
                        </a:rPr>
                        <a:t>值；对初始质心敏感；仅适合球形分布数据；对噪声</a:t>
                      </a:r>
                      <a:r>
                        <a:rPr lang="en-US" altLang="zh-CN" sz="1800" b="0" dirty="0">
                          <a:effectLst/>
                        </a:rPr>
                        <a:t>/</a:t>
                      </a:r>
                      <a:r>
                        <a:rPr lang="zh-CN" altLang="en-US" sz="1800" b="0" dirty="0">
                          <a:effectLst/>
                        </a:rPr>
                        <a:t>异常值敏感</a:t>
                      </a:r>
                    </a:p>
                  </a:txBody>
                  <a:tcPr marL="45326" marR="45326" marT="22663" marB="22663" anchor="ctr">
                    <a:solidFill>
                      <a:schemeClr val="bg1">
                        <a:lumMod val="95000"/>
                      </a:schemeClr>
                    </a:solidFill>
                  </a:tcPr>
                </a:tc>
                <a:extLst>
                  <a:ext uri="{0D108BD9-81ED-4DB2-BD59-A6C34878D82A}">
                    <a16:rowId xmlns:a16="http://schemas.microsoft.com/office/drawing/2014/main" val="278859937"/>
                  </a:ext>
                </a:extLst>
              </a:tr>
              <a:tr h="755607">
                <a:tc>
                  <a:txBody>
                    <a:bodyPr/>
                    <a:lstStyle/>
                    <a:p>
                      <a:pPr algn="ctr"/>
                      <a:r>
                        <a:rPr lang="en-US" sz="1800" b="1">
                          <a:effectLst/>
                        </a:rPr>
                        <a:t>PCA</a:t>
                      </a:r>
                      <a:endParaRPr lang="en-US" sz="1800" b="0">
                        <a:effectLst/>
                      </a:endParaRPr>
                    </a:p>
                  </a:txBody>
                  <a:tcPr marL="45326" marR="45326" marT="22663" marB="22663" anchor="ctr"/>
                </a:tc>
                <a:tc>
                  <a:txBody>
                    <a:bodyPr/>
                    <a:lstStyle/>
                    <a:p>
                      <a:pPr algn="ctr"/>
                      <a:r>
                        <a:rPr lang="zh-CN" altLang="en-US" sz="1800" b="0">
                          <a:effectLst/>
                        </a:rPr>
                        <a:t>无监督</a:t>
                      </a:r>
                      <a:r>
                        <a:rPr lang="en-US" altLang="zh-CN" sz="1800" b="0">
                          <a:effectLst/>
                        </a:rPr>
                        <a:t>/</a:t>
                      </a:r>
                      <a:r>
                        <a:rPr lang="zh-CN" altLang="en-US" sz="1800" b="0">
                          <a:effectLst/>
                        </a:rPr>
                        <a:t>降维</a:t>
                      </a:r>
                    </a:p>
                  </a:txBody>
                  <a:tcPr marL="45326" marR="45326" marT="22663" marB="22663" anchor="ctr"/>
                </a:tc>
                <a:tc>
                  <a:txBody>
                    <a:bodyPr/>
                    <a:lstStyle/>
                    <a:p>
                      <a:pPr algn="ctr"/>
                      <a:r>
                        <a:rPr lang="zh-CN" altLang="en-US" sz="1800" b="0" dirty="0">
                          <a:effectLst/>
                        </a:rPr>
                        <a:t>协方差矩阵特征分解，保留最大方差主成分</a:t>
                      </a:r>
                    </a:p>
                  </a:txBody>
                  <a:tcPr marL="45326" marR="45326" marT="22663" marB="22663" anchor="ctr"/>
                </a:tc>
                <a:tc>
                  <a:txBody>
                    <a:bodyPr/>
                    <a:lstStyle/>
                    <a:p>
                      <a:pPr algn="ctr"/>
                      <a:r>
                        <a:rPr lang="zh-CN" altLang="en-US" sz="1800" b="0">
                          <a:effectLst/>
                        </a:rPr>
                        <a:t>去除特征相关性；降低维度；可去除噪声</a:t>
                      </a:r>
                    </a:p>
                  </a:txBody>
                  <a:tcPr marL="45326" marR="45326" marT="22663" marB="22663" anchor="ctr"/>
                </a:tc>
                <a:tc>
                  <a:txBody>
                    <a:bodyPr/>
                    <a:lstStyle/>
                    <a:p>
                      <a:pPr algn="ctr"/>
                      <a:r>
                        <a:rPr lang="zh-CN" altLang="en-US" sz="1800" b="0" dirty="0">
                          <a:effectLst/>
                        </a:rPr>
                        <a:t>丢失非线性关系信息；解释性弱；需数据标准化</a:t>
                      </a:r>
                    </a:p>
                  </a:txBody>
                  <a:tcPr marL="45326" marR="45326" marT="22663" marB="22663" anchor="ctr"/>
                </a:tc>
                <a:extLst>
                  <a:ext uri="{0D108BD9-81ED-4DB2-BD59-A6C34878D82A}">
                    <a16:rowId xmlns:a16="http://schemas.microsoft.com/office/drawing/2014/main" val="2341390826"/>
                  </a:ext>
                </a:extLst>
              </a:tr>
            </a:tbl>
          </a:graphicData>
        </a:graphic>
      </p:graphicFrame>
    </p:spTree>
    <p:custDataLst>
      <p:tags r:id="rId1"/>
    </p:custDataLst>
    <p:extLst>
      <p:ext uri="{BB962C8B-B14F-4D97-AF65-F5344CB8AC3E}">
        <p14:creationId xmlns:p14="http://schemas.microsoft.com/office/powerpoint/2010/main" val="612512824"/>
      </p:ext>
    </p:extLst>
  </p:cSld>
  <p:clrMapOvr>
    <a:masterClrMapping/>
  </p:clrMapOvr>
  <p:transition>
    <p:fade/>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p:cNvSpPr>
            <a:spLocks noGrp="1"/>
          </p:cNvSpPr>
          <p:nvPr>
            <p:ph type="title"/>
            <p:custDataLst>
              <p:tags r:id="rId2"/>
            </p:custDataLst>
          </p:nvPr>
        </p:nvSpPr>
        <p:spPr>
          <a:xfrm>
            <a:off x="5132246" y="2864881"/>
            <a:ext cx="6619487" cy="1325563"/>
          </a:xfrm>
        </p:spPr>
        <p:txBody>
          <a:bodyPr>
            <a:normAutofit/>
          </a:bodyPr>
          <a:lstStyle/>
          <a:p>
            <a:pPr algn="ctr"/>
            <a:r>
              <a:rPr lang="en-US" altLang="zh-CN" dirty="0"/>
              <a:t>2.4 </a:t>
            </a:r>
            <a:r>
              <a:rPr lang="zh-CN" altLang="en-US" dirty="0"/>
              <a:t>课后习题</a:t>
            </a:r>
          </a:p>
        </p:txBody>
      </p:sp>
    </p:spTree>
    <p:custDataLst>
      <p:tags r:id="rId1"/>
    </p:custDataLst>
  </p:cSld>
  <p:clrMapOvr>
    <a:masterClrMapping/>
  </p:clrMapOvr>
  <p:transition>
    <p:fade/>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2"/>
          <p:cNvSpPr/>
          <p:nvPr/>
        </p:nvSpPr>
        <p:spPr>
          <a:xfrm>
            <a:off x="1154583" y="3250387"/>
            <a:ext cx="10024263" cy="874150"/>
          </a:xfrm>
          <a:prstGeom prst="rect">
            <a:avLst/>
          </a:prstGeom>
          <a:noFill/>
        </p:spPr>
        <p:txBody>
          <a:bodyPr wrap="square" lIns="127000" tIns="127000" rIns="127000" bIns="127000" rtlCol="0" anchor="t">
            <a:spAutoFit/>
          </a:bodyPr>
          <a:lstStyle/>
          <a:p>
            <a:pPr>
              <a:lnSpc>
                <a:spcPct val="113000"/>
              </a:lnSpc>
              <a:spcBef>
                <a:spcPts val="500"/>
              </a:spcBef>
            </a:pPr>
            <a:r>
              <a:rPr lang="en-US" sz="3840" b="1" dirty="0">
                <a:solidFill>
                  <a:srgbClr val="1859AE"/>
                </a:solidFill>
                <a:latin typeface="微软雅黑" panose="020B0503020204020204" pitchFamily="34" charset="-122"/>
                <a:ea typeface="微软雅黑" panose="020B0503020204020204" pitchFamily="34" charset="-122"/>
                <a:cs typeface="微软雅黑" panose="020B0503020204020204" pitchFamily="34" charset="-120"/>
              </a:rPr>
              <a:t>Python机器学习算法库</a:t>
            </a:r>
            <a:endParaRPr lang="en-US" sz="1920" dirty="0"/>
          </a:p>
        </p:txBody>
      </p:sp>
      <p:sp>
        <p:nvSpPr>
          <p:cNvPr id="6" name="Shape 3"/>
          <p:cNvSpPr/>
          <p:nvPr/>
        </p:nvSpPr>
        <p:spPr>
          <a:xfrm>
            <a:off x="1196235" y="1480225"/>
            <a:ext cx="243840" cy="24384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FF8989"/>
          </a:solidFill>
        </p:spPr>
      </p:sp>
      <p:sp>
        <p:nvSpPr>
          <p:cNvPr id="7" name="Shape 4"/>
          <p:cNvSpPr/>
          <p:nvPr/>
        </p:nvSpPr>
        <p:spPr>
          <a:xfrm>
            <a:off x="1667537" y="1480225"/>
            <a:ext cx="243840" cy="24384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D8F1FF"/>
          </a:solidFill>
        </p:spPr>
      </p:sp>
      <p:sp>
        <p:nvSpPr>
          <p:cNvPr id="8" name="Shape 5"/>
          <p:cNvSpPr/>
          <p:nvPr/>
        </p:nvSpPr>
        <p:spPr>
          <a:xfrm>
            <a:off x="2138841" y="1480225"/>
            <a:ext cx="243840" cy="24384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FFDB41"/>
          </a:solidFill>
        </p:spPr>
      </p:sp>
    </p:spTree>
    <p:extLst>
      <p:ext uri="{BB962C8B-B14F-4D97-AF65-F5344CB8AC3E}">
        <p14:creationId xmlns:p14="http://schemas.microsoft.com/office/powerpoint/2010/main" val="59587394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p:cNvSpPr/>
          <p:nvPr/>
        </p:nvSpPr>
        <p:spPr>
          <a:xfrm>
            <a:off x="413693" y="542495"/>
            <a:ext cx="11082472" cy="787844"/>
          </a:xfrm>
          <a:prstGeom prst="rect">
            <a:avLst/>
          </a:prstGeom>
          <a:noFill/>
        </p:spPr>
        <p:txBody>
          <a:bodyPr wrap="square" lIns="127000" tIns="127000" rIns="127000" bIns="127000" rtlCol="0" anchor="t">
            <a:spAutoFit/>
          </a:bodyPr>
          <a:lstStyle/>
          <a:p>
            <a:pPr>
              <a:spcBef>
                <a:spcPts val="500"/>
              </a:spcBef>
            </a:pPr>
            <a:r>
              <a:rPr lang="en-US" sz="3453" b="1" dirty="0">
                <a:solidFill>
                  <a:srgbClr val="083775"/>
                </a:solidFill>
                <a:latin typeface="微软雅黑" panose="020B0503020204020204" pitchFamily="34" charset="-122"/>
                <a:ea typeface="微软雅黑" panose="020B0503020204020204" pitchFamily="34" charset="-122"/>
                <a:cs typeface="微软雅黑" panose="020B0503020204020204" pitchFamily="34" charset="-120"/>
              </a:rPr>
              <a:t>sklearn库介绍</a:t>
            </a:r>
            <a:endParaRPr lang="en-US" sz="1920" dirty="0"/>
          </a:p>
        </p:txBody>
      </p:sp>
      <p:sp>
        <p:nvSpPr>
          <p:cNvPr id="4" name="Shape 1"/>
          <p:cNvSpPr/>
          <p:nvPr/>
        </p:nvSpPr>
        <p:spPr>
          <a:xfrm>
            <a:off x="578055" y="298655"/>
            <a:ext cx="243840" cy="24384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FF8989"/>
          </a:solidFill>
        </p:spPr>
      </p:sp>
      <p:sp>
        <p:nvSpPr>
          <p:cNvPr id="5" name="Shape 2"/>
          <p:cNvSpPr/>
          <p:nvPr/>
        </p:nvSpPr>
        <p:spPr>
          <a:xfrm>
            <a:off x="1049357" y="298655"/>
            <a:ext cx="243840" cy="24384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D8F1FF"/>
          </a:solidFill>
        </p:spPr>
      </p:sp>
      <p:sp>
        <p:nvSpPr>
          <p:cNvPr id="6" name="Shape 3"/>
          <p:cNvSpPr/>
          <p:nvPr/>
        </p:nvSpPr>
        <p:spPr>
          <a:xfrm>
            <a:off x="1520661" y="298655"/>
            <a:ext cx="243840" cy="24384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FFDB41"/>
          </a:solidFill>
        </p:spPr>
      </p:sp>
      <p:sp>
        <p:nvSpPr>
          <p:cNvPr id="7" name="Shape 4"/>
          <p:cNvSpPr/>
          <p:nvPr>
            <p:custDataLst>
              <p:tags r:id="rId1"/>
            </p:custDataLst>
          </p:nvPr>
        </p:nvSpPr>
        <p:spPr>
          <a:xfrm>
            <a:off x="5500789" y="2194560"/>
            <a:ext cx="232585" cy="0"/>
          </a:xfrm>
          <a:custGeom>
            <a:avLst/>
            <a:gdLst/>
            <a:ahLst/>
            <a:cxnLst/>
            <a:rect l="l" t="t" r="r" b="b"/>
            <a:pathLst>
              <a:path w="174439">
                <a:moveTo>
                  <a:pt x="174439" y="0"/>
                </a:moveTo>
                <a:moveTo>
                  <a:pt x="174439" y="0"/>
                </a:moveTo>
                <a:lnTo>
                  <a:pt x="0" y="0"/>
                </a:lnTo>
              </a:path>
            </a:pathLst>
          </a:custGeom>
          <a:noFill/>
          <a:ln w="19050">
            <a:solidFill>
              <a:srgbClr val="1859AE"/>
            </a:solidFill>
            <a:prstDash val="solid"/>
            <a:headEnd type="none"/>
            <a:tailEnd type="arrow"/>
          </a:ln>
        </p:spPr>
      </p:sp>
      <p:sp>
        <p:nvSpPr>
          <p:cNvPr id="8" name="Shape 5"/>
          <p:cNvSpPr/>
          <p:nvPr>
            <p:custDataLst>
              <p:tags r:id="rId2"/>
            </p:custDataLst>
          </p:nvPr>
        </p:nvSpPr>
        <p:spPr>
          <a:xfrm>
            <a:off x="6699456" y="3669792"/>
            <a:ext cx="236893" cy="0"/>
          </a:xfrm>
          <a:custGeom>
            <a:avLst/>
            <a:gdLst/>
            <a:ahLst/>
            <a:cxnLst/>
            <a:rect l="l" t="t" r="r" b="b"/>
            <a:pathLst>
              <a:path w="177670">
                <a:moveTo>
                  <a:pt x="0" y="0"/>
                </a:moveTo>
                <a:moveTo>
                  <a:pt x="0" y="0"/>
                </a:moveTo>
                <a:lnTo>
                  <a:pt x="177670" y="0"/>
                </a:lnTo>
              </a:path>
            </a:pathLst>
          </a:custGeom>
          <a:noFill/>
          <a:ln w="19050">
            <a:solidFill>
              <a:srgbClr val="1859AE"/>
            </a:solidFill>
            <a:prstDash val="solid"/>
            <a:headEnd type="none"/>
            <a:tailEnd type="arrow"/>
          </a:ln>
        </p:spPr>
      </p:sp>
      <p:sp>
        <p:nvSpPr>
          <p:cNvPr id="9" name="Shape 6"/>
          <p:cNvSpPr/>
          <p:nvPr>
            <p:custDataLst>
              <p:tags r:id="rId3"/>
            </p:custDataLst>
          </p:nvPr>
        </p:nvSpPr>
        <p:spPr>
          <a:xfrm>
            <a:off x="5490672" y="5065776"/>
            <a:ext cx="233451" cy="0"/>
          </a:xfrm>
          <a:custGeom>
            <a:avLst/>
            <a:gdLst/>
            <a:ahLst/>
            <a:cxnLst/>
            <a:rect l="l" t="t" r="r" b="b"/>
            <a:pathLst>
              <a:path w="175088">
                <a:moveTo>
                  <a:pt x="175088" y="0"/>
                </a:moveTo>
                <a:moveTo>
                  <a:pt x="175088" y="0"/>
                </a:moveTo>
                <a:lnTo>
                  <a:pt x="0" y="0"/>
                </a:lnTo>
              </a:path>
            </a:pathLst>
          </a:custGeom>
          <a:noFill/>
          <a:ln w="19050">
            <a:solidFill>
              <a:srgbClr val="1859AE"/>
            </a:solidFill>
            <a:prstDash val="solid"/>
            <a:headEnd type="none"/>
            <a:tailEnd type="arrow"/>
          </a:ln>
        </p:spPr>
      </p:sp>
      <p:sp>
        <p:nvSpPr>
          <p:cNvPr id="10" name="Text 7"/>
          <p:cNvSpPr/>
          <p:nvPr>
            <p:custDataLst>
              <p:tags r:id="rId4"/>
            </p:custDataLst>
          </p:nvPr>
        </p:nvSpPr>
        <p:spPr>
          <a:xfrm>
            <a:off x="5716544" y="1706880"/>
            <a:ext cx="993913" cy="843180"/>
          </a:xfrm>
          <a:prstGeom prst="rect">
            <a:avLst/>
          </a:prstGeom>
          <a:noFill/>
        </p:spPr>
        <p:txBody>
          <a:bodyPr wrap="square" lIns="127000" tIns="127000" rIns="127000" bIns="127000" rtlCol="0" anchor="t">
            <a:spAutoFit/>
          </a:bodyPr>
          <a:lstStyle/>
          <a:p>
            <a:pPr algn="ctr">
              <a:lnSpc>
                <a:spcPct val="113000"/>
              </a:lnSpc>
              <a:spcBef>
                <a:spcPts val="500"/>
              </a:spcBef>
            </a:pPr>
            <a:r>
              <a:rPr lang="en-US" sz="3647" b="1" dirty="0">
                <a:solidFill>
                  <a:srgbClr val="1859AE"/>
                </a:solidFill>
                <a:latin typeface="微软雅黑" panose="020B0503020204020204" pitchFamily="34" charset="-122"/>
                <a:ea typeface="微软雅黑" panose="020B0503020204020204" pitchFamily="34" charset="-122"/>
                <a:cs typeface="微软雅黑" panose="020B0503020204020204" pitchFamily="34" charset="-120"/>
              </a:rPr>
              <a:t>01</a:t>
            </a:r>
            <a:endParaRPr lang="en-US" sz="1920" dirty="0"/>
          </a:p>
        </p:txBody>
      </p:sp>
      <p:sp>
        <p:nvSpPr>
          <p:cNvPr id="11" name="Text 8"/>
          <p:cNvSpPr/>
          <p:nvPr>
            <p:custDataLst>
              <p:tags r:id="rId5"/>
            </p:custDataLst>
          </p:nvPr>
        </p:nvSpPr>
        <p:spPr>
          <a:xfrm>
            <a:off x="5716544" y="4572001"/>
            <a:ext cx="993913" cy="811825"/>
          </a:xfrm>
          <a:prstGeom prst="rect">
            <a:avLst/>
          </a:prstGeom>
          <a:noFill/>
        </p:spPr>
        <p:txBody>
          <a:bodyPr wrap="square" lIns="127000" tIns="127000" rIns="127000" bIns="127000" rtlCol="0" anchor="t">
            <a:spAutoFit/>
          </a:bodyPr>
          <a:lstStyle/>
          <a:p>
            <a:pPr algn="ctr">
              <a:lnSpc>
                <a:spcPct val="113000"/>
              </a:lnSpc>
              <a:spcBef>
                <a:spcPts val="500"/>
              </a:spcBef>
            </a:pPr>
            <a:r>
              <a:rPr lang="en-US" sz="3453" b="1" dirty="0">
                <a:solidFill>
                  <a:srgbClr val="1859AE"/>
                </a:solidFill>
                <a:latin typeface="微软雅黑" panose="020B0503020204020204" pitchFamily="34" charset="-122"/>
                <a:ea typeface="微软雅黑" panose="020B0503020204020204" pitchFamily="34" charset="-122"/>
                <a:cs typeface="微软雅黑" panose="020B0503020204020204" pitchFamily="34" charset="-120"/>
              </a:rPr>
              <a:t>03</a:t>
            </a:r>
            <a:endParaRPr lang="en-US" sz="1920" dirty="0"/>
          </a:p>
        </p:txBody>
      </p:sp>
      <p:sp>
        <p:nvSpPr>
          <p:cNvPr id="12" name="Text 9"/>
          <p:cNvSpPr/>
          <p:nvPr>
            <p:custDataLst>
              <p:tags r:id="rId6"/>
            </p:custDataLst>
          </p:nvPr>
        </p:nvSpPr>
        <p:spPr>
          <a:xfrm>
            <a:off x="5704352" y="3230881"/>
            <a:ext cx="993913" cy="811825"/>
          </a:xfrm>
          <a:prstGeom prst="rect">
            <a:avLst/>
          </a:prstGeom>
          <a:noFill/>
        </p:spPr>
        <p:txBody>
          <a:bodyPr wrap="square" lIns="127000" tIns="127000" rIns="127000" bIns="127000" rtlCol="0" anchor="t">
            <a:spAutoFit/>
          </a:bodyPr>
          <a:lstStyle/>
          <a:p>
            <a:pPr algn="ctr">
              <a:lnSpc>
                <a:spcPct val="113000"/>
              </a:lnSpc>
              <a:spcBef>
                <a:spcPts val="500"/>
              </a:spcBef>
            </a:pPr>
            <a:r>
              <a:rPr lang="en-US" sz="3453" b="1" dirty="0">
                <a:solidFill>
                  <a:srgbClr val="1859AE"/>
                </a:solidFill>
                <a:latin typeface="微软雅黑" panose="020B0503020204020204" pitchFamily="34" charset="-122"/>
                <a:ea typeface="微软雅黑" panose="020B0503020204020204" pitchFamily="34" charset="-122"/>
                <a:cs typeface="微软雅黑" panose="020B0503020204020204" pitchFamily="34" charset="-120"/>
              </a:rPr>
              <a:t>02</a:t>
            </a:r>
            <a:endParaRPr lang="en-US" sz="1920" dirty="0"/>
          </a:p>
        </p:txBody>
      </p:sp>
      <p:sp>
        <p:nvSpPr>
          <p:cNvPr id="13" name="Text 10"/>
          <p:cNvSpPr/>
          <p:nvPr>
            <p:custDataLst>
              <p:tags r:id="rId7"/>
            </p:custDataLst>
          </p:nvPr>
        </p:nvSpPr>
        <p:spPr>
          <a:xfrm>
            <a:off x="1186973" y="1706881"/>
            <a:ext cx="4145280" cy="611514"/>
          </a:xfrm>
          <a:prstGeom prst="rect">
            <a:avLst/>
          </a:prstGeom>
          <a:noFill/>
        </p:spPr>
        <p:txBody>
          <a:bodyPr wrap="square" lIns="127000" tIns="127000" rIns="127000" bIns="127000" rtlCol="0" anchor="t">
            <a:spAutoFit/>
          </a:bodyPr>
          <a:lstStyle/>
          <a:p>
            <a:pPr algn="r">
              <a:spcBef>
                <a:spcPts val="500"/>
              </a:spcBef>
            </a:pPr>
            <a:r>
              <a:rPr lang="en-US" sz="2307" b="1" dirty="0">
                <a:solidFill>
                  <a:srgbClr val="1859AE"/>
                </a:solidFill>
                <a:latin typeface="微软雅黑" panose="020B0503020204020204" pitchFamily="34" charset="-122"/>
                <a:ea typeface="微软雅黑" panose="020B0503020204020204" pitchFamily="34" charset="-122"/>
                <a:cs typeface="微软雅黑" panose="020B0503020204020204" pitchFamily="34" charset="-120"/>
              </a:rPr>
              <a:t>机器学习库scikit-learn概述</a:t>
            </a:r>
            <a:endParaRPr lang="en-US" sz="1920" dirty="0"/>
          </a:p>
        </p:txBody>
      </p:sp>
      <p:sp>
        <p:nvSpPr>
          <p:cNvPr id="14" name="Text 11"/>
          <p:cNvSpPr/>
          <p:nvPr>
            <p:custDataLst>
              <p:tags r:id="rId8"/>
            </p:custDataLst>
          </p:nvPr>
        </p:nvSpPr>
        <p:spPr>
          <a:xfrm>
            <a:off x="578055" y="2186026"/>
            <a:ext cx="4754198" cy="1487587"/>
          </a:xfrm>
          <a:prstGeom prst="rect">
            <a:avLst/>
          </a:prstGeom>
          <a:noFill/>
        </p:spPr>
        <p:txBody>
          <a:bodyPr wrap="square" lIns="127000" tIns="127000" rIns="127000" bIns="127000" rtlCol="0" anchor="t">
            <a:spAutoFit/>
          </a:bodyPr>
          <a:lstStyle/>
          <a:p>
            <a:pPr algn="r">
              <a:spcBef>
                <a:spcPts val="500"/>
              </a:spcBef>
            </a:pPr>
            <a:r>
              <a:rPr lang="en-US" sz="2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scikit-learn是一个广泛使用的Python开源库，专为执行机器学习、数据挖掘和数据分析任务而设计，提供了丰富的算法和工具以简化模型的应用过程。</a:t>
            </a:r>
            <a:endParaRPr lang="en-US" sz="2000" dirty="0"/>
          </a:p>
        </p:txBody>
      </p:sp>
      <p:sp>
        <p:nvSpPr>
          <p:cNvPr id="15" name="Text 12"/>
          <p:cNvSpPr/>
          <p:nvPr>
            <p:custDataLst>
              <p:tags r:id="rId9"/>
            </p:custDataLst>
          </p:nvPr>
        </p:nvSpPr>
        <p:spPr>
          <a:xfrm>
            <a:off x="6981139" y="2718817"/>
            <a:ext cx="4145280" cy="611514"/>
          </a:xfrm>
          <a:prstGeom prst="rect">
            <a:avLst/>
          </a:prstGeom>
          <a:noFill/>
        </p:spPr>
        <p:txBody>
          <a:bodyPr wrap="square" lIns="127000" tIns="127000" rIns="127000" bIns="127000" rtlCol="0" anchor="t">
            <a:spAutoFit/>
          </a:bodyPr>
          <a:lstStyle/>
          <a:p>
            <a:pPr>
              <a:spcBef>
                <a:spcPts val="500"/>
              </a:spcBef>
            </a:pPr>
            <a:r>
              <a:rPr lang="en-US" sz="2307" b="1" dirty="0">
                <a:solidFill>
                  <a:srgbClr val="1859AE"/>
                </a:solidFill>
                <a:latin typeface="微软雅黑" panose="020B0503020204020204" pitchFamily="34" charset="-122"/>
                <a:ea typeface="微软雅黑" panose="020B0503020204020204" pitchFamily="34" charset="-122"/>
                <a:cs typeface="微软雅黑" panose="020B0503020204020204" pitchFamily="34" charset="-120"/>
              </a:rPr>
              <a:t>scikit-learn的数据集加载</a:t>
            </a:r>
            <a:endParaRPr lang="en-US" sz="1920" dirty="0"/>
          </a:p>
        </p:txBody>
      </p:sp>
      <p:sp>
        <p:nvSpPr>
          <p:cNvPr id="16" name="Text 13"/>
          <p:cNvSpPr/>
          <p:nvPr>
            <p:custDataLst>
              <p:tags r:id="rId10"/>
            </p:custDataLst>
          </p:nvPr>
        </p:nvSpPr>
        <p:spPr>
          <a:xfrm>
            <a:off x="6947148" y="3330331"/>
            <a:ext cx="4754198" cy="1487587"/>
          </a:xfrm>
          <a:prstGeom prst="rect">
            <a:avLst/>
          </a:prstGeom>
          <a:noFill/>
        </p:spPr>
        <p:txBody>
          <a:bodyPr wrap="square" lIns="127000" tIns="127000" rIns="127000" bIns="127000" rtlCol="0" anchor="t">
            <a:spAutoFit/>
          </a:bodyPr>
          <a:lstStyle/>
          <a:p>
            <a:pPr>
              <a:spcBef>
                <a:spcPts val="500"/>
              </a:spcBef>
            </a:pPr>
            <a:r>
              <a:rPr lang="en-US" sz="2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scikit-learn提供多种方式加载数据集，包括内置小数据集、在线下载数据集、计算机生成数据集以及特定格式的数据集，满足不同场景下的数据需求。</a:t>
            </a:r>
            <a:endParaRPr lang="en-US" sz="2000" dirty="0"/>
          </a:p>
        </p:txBody>
      </p:sp>
      <p:sp>
        <p:nvSpPr>
          <p:cNvPr id="17" name="Text 14"/>
          <p:cNvSpPr/>
          <p:nvPr>
            <p:custDataLst>
              <p:tags r:id="rId11"/>
            </p:custDataLst>
          </p:nvPr>
        </p:nvSpPr>
        <p:spPr>
          <a:xfrm>
            <a:off x="1186973" y="3681984"/>
            <a:ext cx="4145280" cy="611514"/>
          </a:xfrm>
          <a:prstGeom prst="rect">
            <a:avLst/>
          </a:prstGeom>
          <a:noFill/>
        </p:spPr>
        <p:txBody>
          <a:bodyPr wrap="square" lIns="127000" tIns="127000" rIns="127000" bIns="127000" rtlCol="0" anchor="t">
            <a:spAutoFit/>
          </a:bodyPr>
          <a:lstStyle/>
          <a:p>
            <a:pPr algn="r">
              <a:spcBef>
                <a:spcPts val="500"/>
              </a:spcBef>
            </a:pPr>
            <a:r>
              <a:rPr lang="en-US" sz="2307" b="1" dirty="0">
                <a:solidFill>
                  <a:srgbClr val="1859AE"/>
                </a:solidFill>
                <a:latin typeface="微软雅黑" panose="020B0503020204020204" pitchFamily="34" charset="-122"/>
                <a:ea typeface="微软雅黑" panose="020B0503020204020204" pitchFamily="34" charset="-122"/>
                <a:cs typeface="微软雅黑" panose="020B0503020204020204" pitchFamily="34" charset="-120"/>
              </a:rPr>
              <a:t>scikit-learn文档资源</a:t>
            </a:r>
            <a:endParaRPr lang="en-US" sz="1920" dirty="0"/>
          </a:p>
        </p:txBody>
      </p:sp>
      <p:sp>
        <p:nvSpPr>
          <p:cNvPr id="18" name="Text 15"/>
          <p:cNvSpPr/>
          <p:nvPr>
            <p:custDataLst>
              <p:tags r:id="rId12"/>
            </p:custDataLst>
          </p:nvPr>
        </p:nvSpPr>
        <p:spPr>
          <a:xfrm>
            <a:off x="578055" y="4218432"/>
            <a:ext cx="4754198" cy="1487587"/>
          </a:xfrm>
          <a:prstGeom prst="rect">
            <a:avLst/>
          </a:prstGeom>
          <a:noFill/>
        </p:spPr>
        <p:txBody>
          <a:bodyPr wrap="square" lIns="127000" tIns="127000" rIns="127000" bIns="127000" rtlCol="0" anchor="t">
            <a:spAutoFit/>
          </a:bodyPr>
          <a:lstStyle/>
          <a:p>
            <a:pPr algn="r">
              <a:spcBef>
                <a:spcPts val="500"/>
              </a:spcBef>
            </a:pPr>
            <a:r>
              <a:rPr lang="en-US" sz="2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通过访问scikit-learn官网，用户可以查找到各种评估器（模型）的详细说明，这对于深入理解模型原理及其应用方法至关重要，是学习和实践的重要资源。</a:t>
            </a:r>
            <a:endParaRPr lang="en-US" sz="2000" dirty="0"/>
          </a:p>
        </p:txBody>
      </p:sp>
      <p:pic>
        <p:nvPicPr>
          <p:cNvPr id="19" name="Image 0" descr="preencoded.png"/>
          <p:cNvPicPr>
            <a:picLocks noChangeAspect="1"/>
          </p:cNvPicPr>
          <p:nvPr>
            <p:custDataLst>
              <p:tags r:id="rId13"/>
            </p:custDataLst>
          </p:nvPr>
        </p:nvPicPr>
        <p:blipFill>
          <a:blip r:embed="rId18"/>
          <a:stretch>
            <a:fillRect/>
          </a:stretch>
        </p:blipFill>
        <p:spPr>
          <a:xfrm>
            <a:off x="5606815" y="1576425"/>
            <a:ext cx="1219200" cy="1219200"/>
          </a:xfrm>
          <a:prstGeom prst="rect">
            <a:avLst/>
          </a:prstGeom>
        </p:spPr>
      </p:pic>
      <p:pic>
        <p:nvPicPr>
          <p:cNvPr id="20" name="Image 1" descr="preencoded.png"/>
          <p:cNvPicPr>
            <a:picLocks noChangeAspect="1"/>
          </p:cNvPicPr>
          <p:nvPr>
            <p:custDataLst>
              <p:tags r:id="rId14"/>
            </p:custDataLst>
          </p:nvPr>
        </p:nvPicPr>
        <p:blipFill>
          <a:blip r:embed="rId18"/>
          <a:stretch>
            <a:fillRect/>
          </a:stretch>
        </p:blipFill>
        <p:spPr>
          <a:xfrm>
            <a:off x="5606815" y="3072384"/>
            <a:ext cx="1219200" cy="1219200"/>
          </a:xfrm>
          <a:prstGeom prst="rect">
            <a:avLst/>
          </a:prstGeom>
        </p:spPr>
      </p:pic>
      <p:pic>
        <p:nvPicPr>
          <p:cNvPr id="21" name="Image 2" descr="preencoded.png"/>
          <p:cNvPicPr>
            <a:picLocks noChangeAspect="1"/>
          </p:cNvPicPr>
          <p:nvPr>
            <p:custDataLst>
              <p:tags r:id="rId15"/>
            </p:custDataLst>
          </p:nvPr>
        </p:nvPicPr>
        <p:blipFill>
          <a:blip r:embed="rId18"/>
          <a:stretch>
            <a:fillRect/>
          </a:stretch>
        </p:blipFill>
        <p:spPr>
          <a:xfrm>
            <a:off x="5606815" y="4413504"/>
            <a:ext cx="1219200" cy="1219200"/>
          </a:xfrm>
          <a:prstGeom prst="rect">
            <a:avLst/>
          </a:prstGeom>
        </p:spPr>
      </p:pic>
    </p:spTree>
    <p:extLst>
      <p:ext uri="{BB962C8B-B14F-4D97-AF65-F5344CB8AC3E}">
        <p14:creationId xmlns:p14="http://schemas.microsoft.com/office/powerpoint/2010/main" val="351322851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p:cNvSpPr/>
          <p:nvPr/>
        </p:nvSpPr>
        <p:spPr>
          <a:xfrm>
            <a:off x="413693" y="542495"/>
            <a:ext cx="11082472" cy="787844"/>
          </a:xfrm>
          <a:prstGeom prst="rect">
            <a:avLst/>
          </a:prstGeom>
          <a:noFill/>
        </p:spPr>
        <p:txBody>
          <a:bodyPr wrap="square" lIns="127000" tIns="127000" rIns="127000" bIns="127000" rtlCol="0" anchor="t">
            <a:spAutoFit/>
          </a:bodyPr>
          <a:lstStyle/>
          <a:p>
            <a:pPr>
              <a:spcBef>
                <a:spcPts val="500"/>
              </a:spcBef>
            </a:pPr>
            <a:r>
              <a:rPr lang="en-US" sz="3453" b="1" dirty="0">
                <a:solidFill>
                  <a:srgbClr val="083775"/>
                </a:solidFill>
                <a:latin typeface="微软雅黑" panose="020B0503020204020204" pitchFamily="34" charset="-122"/>
                <a:ea typeface="微软雅黑" panose="020B0503020204020204" pitchFamily="34" charset="-122"/>
                <a:cs typeface="微软雅黑" panose="020B0503020204020204" pitchFamily="34" charset="-120"/>
              </a:rPr>
              <a:t>数据集加载方式</a:t>
            </a:r>
            <a:endParaRPr lang="en-US" sz="1920" dirty="0"/>
          </a:p>
        </p:txBody>
      </p:sp>
      <p:sp>
        <p:nvSpPr>
          <p:cNvPr id="4" name="Shape 1"/>
          <p:cNvSpPr/>
          <p:nvPr/>
        </p:nvSpPr>
        <p:spPr>
          <a:xfrm>
            <a:off x="578055" y="298655"/>
            <a:ext cx="243840" cy="24384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FF8989"/>
          </a:solidFill>
        </p:spPr>
      </p:sp>
      <p:sp>
        <p:nvSpPr>
          <p:cNvPr id="5" name="Shape 2"/>
          <p:cNvSpPr/>
          <p:nvPr/>
        </p:nvSpPr>
        <p:spPr>
          <a:xfrm>
            <a:off x="1049357" y="298655"/>
            <a:ext cx="243840" cy="24384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D8F1FF"/>
          </a:solidFill>
        </p:spPr>
      </p:sp>
      <p:sp>
        <p:nvSpPr>
          <p:cNvPr id="6" name="Shape 3"/>
          <p:cNvSpPr/>
          <p:nvPr/>
        </p:nvSpPr>
        <p:spPr>
          <a:xfrm>
            <a:off x="1520661" y="298655"/>
            <a:ext cx="243840" cy="24384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FFDB41"/>
          </a:solidFill>
        </p:spPr>
      </p:sp>
      <p:sp>
        <p:nvSpPr>
          <p:cNvPr id="7" name="Shape 4"/>
          <p:cNvSpPr/>
          <p:nvPr/>
        </p:nvSpPr>
        <p:spPr>
          <a:xfrm>
            <a:off x="5531234" y="2953715"/>
            <a:ext cx="768820" cy="1113184"/>
          </a:xfrm>
          <a:custGeom>
            <a:avLst/>
            <a:gdLst/>
            <a:ahLst/>
            <a:cxnLst/>
            <a:rect l="l" t="t" r="r" b="b"/>
            <a:pathLst>
              <a:path w="576615" h="834888">
                <a:moveTo>
                  <a:pt x="576615" y="0"/>
                </a:moveTo>
                <a:moveTo>
                  <a:pt x="576615" y="0"/>
                </a:moveTo>
                <a:lnTo>
                  <a:pt x="0" y="834888"/>
                </a:lnTo>
              </a:path>
            </a:pathLst>
          </a:custGeom>
          <a:noFill/>
          <a:ln w="19050">
            <a:solidFill>
              <a:srgbClr val="1859AE"/>
            </a:solidFill>
            <a:prstDash val="solid"/>
            <a:headEnd type="none"/>
            <a:tailEnd type="none"/>
          </a:ln>
        </p:spPr>
      </p:sp>
      <p:sp>
        <p:nvSpPr>
          <p:cNvPr id="8" name="Shape 5"/>
          <p:cNvSpPr/>
          <p:nvPr/>
        </p:nvSpPr>
        <p:spPr>
          <a:xfrm>
            <a:off x="5547619" y="1933889"/>
            <a:ext cx="752816" cy="1002632"/>
          </a:xfrm>
          <a:custGeom>
            <a:avLst/>
            <a:gdLst/>
            <a:ahLst/>
            <a:cxnLst/>
            <a:rect l="l" t="t" r="r" b="b"/>
            <a:pathLst>
              <a:path w="564612" h="751974">
                <a:moveTo>
                  <a:pt x="0" y="0"/>
                </a:moveTo>
                <a:moveTo>
                  <a:pt x="0" y="0"/>
                </a:moveTo>
                <a:lnTo>
                  <a:pt x="564612" y="751974"/>
                </a:lnTo>
              </a:path>
            </a:pathLst>
          </a:custGeom>
          <a:noFill/>
          <a:ln w="19050">
            <a:solidFill>
              <a:srgbClr val="1859AE"/>
            </a:solidFill>
            <a:prstDash val="solid"/>
            <a:headEnd type="none"/>
            <a:tailEnd type="none"/>
          </a:ln>
        </p:spPr>
      </p:sp>
      <p:sp>
        <p:nvSpPr>
          <p:cNvPr id="9" name="Shape 6"/>
          <p:cNvSpPr/>
          <p:nvPr/>
        </p:nvSpPr>
        <p:spPr>
          <a:xfrm>
            <a:off x="862166" y="1438041"/>
            <a:ext cx="742023" cy="742023"/>
          </a:xfrm>
          <a:custGeom>
            <a:avLst/>
            <a:gdLst/>
            <a:ahLst/>
            <a:cxnLst/>
            <a:rect l="l" t="t" r="r" b="b"/>
            <a:pathLst>
              <a:path w="556517" h="556517">
                <a:moveTo>
                  <a:pt x="0" y="0"/>
                </a:moveTo>
                <a:moveTo>
                  <a:pt x="0" y="0"/>
                </a:moveTo>
                <a:lnTo>
                  <a:pt x="556517" y="0"/>
                </a:lnTo>
                <a:lnTo>
                  <a:pt x="556517" y="556517"/>
                </a:lnTo>
                <a:lnTo>
                  <a:pt x="0" y="556517"/>
                </a:lnTo>
                <a:close/>
              </a:path>
            </a:pathLst>
          </a:custGeom>
          <a:solidFill>
            <a:srgbClr val="0084FF"/>
          </a:solidFill>
        </p:spPr>
      </p:sp>
      <p:sp>
        <p:nvSpPr>
          <p:cNvPr id="10" name="Shape 7"/>
          <p:cNvSpPr/>
          <p:nvPr/>
        </p:nvSpPr>
        <p:spPr>
          <a:xfrm>
            <a:off x="1604188" y="1812368"/>
            <a:ext cx="3824269" cy="0"/>
          </a:xfrm>
          <a:custGeom>
            <a:avLst/>
            <a:gdLst/>
            <a:ahLst/>
            <a:cxnLst/>
            <a:rect l="l" t="t" r="r" b="b"/>
            <a:pathLst>
              <a:path w="2868202">
                <a:moveTo>
                  <a:pt x="0" y="0"/>
                </a:moveTo>
                <a:moveTo>
                  <a:pt x="0" y="0"/>
                </a:moveTo>
                <a:lnTo>
                  <a:pt x="2868202" y="0"/>
                </a:lnTo>
              </a:path>
            </a:pathLst>
          </a:custGeom>
          <a:noFill/>
          <a:ln w="19050">
            <a:solidFill>
              <a:srgbClr val="1859AE"/>
            </a:solidFill>
            <a:prstDash val="solid"/>
            <a:headEnd type="none"/>
            <a:tailEnd type="none"/>
          </a:ln>
        </p:spPr>
      </p:sp>
      <p:sp>
        <p:nvSpPr>
          <p:cNvPr id="11" name="Shape 8"/>
          <p:cNvSpPr/>
          <p:nvPr/>
        </p:nvSpPr>
        <p:spPr>
          <a:xfrm>
            <a:off x="5408092" y="1800176"/>
            <a:ext cx="256853" cy="256853"/>
          </a:xfrm>
          <a:custGeom>
            <a:avLst/>
            <a:gdLst/>
            <a:ahLst/>
            <a:cxnLst/>
            <a:rect l="l" t="t" r="r" b="b"/>
            <a:pathLst>
              <a:path w="192640" h="192640">
                <a:moveTo>
                  <a:pt x="0" y="0"/>
                </a:moveTo>
                <a:moveTo>
                  <a:pt x="0" y="0"/>
                </a:moveTo>
                <a:lnTo>
                  <a:pt x="192640" y="0"/>
                </a:lnTo>
                <a:lnTo>
                  <a:pt x="192640" y="192640"/>
                </a:lnTo>
                <a:lnTo>
                  <a:pt x="0" y="192640"/>
                </a:lnTo>
                <a:close/>
              </a:path>
            </a:pathLst>
          </a:custGeom>
          <a:solidFill>
            <a:srgbClr val="0084FF"/>
          </a:solidFill>
        </p:spPr>
      </p:sp>
      <p:sp>
        <p:nvSpPr>
          <p:cNvPr id="12" name="Shape 9"/>
          <p:cNvSpPr/>
          <p:nvPr/>
        </p:nvSpPr>
        <p:spPr>
          <a:xfrm>
            <a:off x="5408092" y="3910496"/>
            <a:ext cx="256853" cy="256853"/>
          </a:xfrm>
          <a:custGeom>
            <a:avLst/>
            <a:gdLst/>
            <a:ahLst/>
            <a:cxnLst/>
            <a:rect l="l" t="t" r="r" b="b"/>
            <a:pathLst>
              <a:path w="192640" h="192640">
                <a:moveTo>
                  <a:pt x="0" y="0"/>
                </a:moveTo>
                <a:moveTo>
                  <a:pt x="0" y="0"/>
                </a:moveTo>
                <a:lnTo>
                  <a:pt x="192640" y="0"/>
                </a:lnTo>
                <a:lnTo>
                  <a:pt x="192640" y="192640"/>
                </a:lnTo>
                <a:lnTo>
                  <a:pt x="0" y="192640"/>
                </a:lnTo>
                <a:close/>
              </a:path>
            </a:pathLst>
          </a:custGeom>
          <a:solidFill>
            <a:srgbClr val="0084FF"/>
          </a:solidFill>
        </p:spPr>
      </p:sp>
      <p:sp>
        <p:nvSpPr>
          <p:cNvPr id="13" name="Shape 10"/>
          <p:cNvSpPr/>
          <p:nvPr/>
        </p:nvSpPr>
        <p:spPr>
          <a:xfrm>
            <a:off x="6451988" y="2948253"/>
            <a:ext cx="4299925" cy="0"/>
          </a:xfrm>
          <a:custGeom>
            <a:avLst/>
            <a:gdLst/>
            <a:ahLst/>
            <a:cxnLst/>
            <a:rect l="l" t="t" r="r" b="b"/>
            <a:pathLst>
              <a:path w="3224944">
                <a:moveTo>
                  <a:pt x="0" y="0"/>
                </a:moveTo>
                <a:moveTo>
                  <a:pt x="0" y="0"/>
                </a:moveTo>
                <a:lnTo>
                  <a:pt x="3224944" y="0"/>
                </a:lnTo>
              </a:path>
            </a:pathLst>
          </a:custGeom>
          <a:noFill/>
          <a:ln w="19050">
            <a:solidFill>
              <a:srgbClr val="1859AE"/>
            </a:solidFill>
            <a:prstDash val="solid"/>
            <a:headEnd type="none"/>
            <a:tailEnd type="none"/>
          </a:ln>
        </p:spPr>
      </p:sp>
      <p:sp>
        <p:nvSpPr>
          <p:cNvPr id="14" name="Shape 11"/>
          <p:cNvSpPr/>
          <p:nvPr/>
        </p:nvSpPr>
        <p:spPr>
          <a:xfrm>
            <a:off x="10587813" y="2609435"/>
            <a:ext cx="742023" cy="742023"/>
          </a:xfrm>
          <a:custGeom>
            <a:avLst/>
            <a:gdLst/>
            <a:ahLst/>
            <a:cxnLst/>
            <a:rect l="l" t="t" r="r" b="b"/>
            <a:pathLst>
              <a:path w="556517" h="556517">
                <a:moveTo>
                  <a:pt x="0" y="0"/>
                </a:moveTo>
                <a:moveTo>
                  <a:pt x="0" y="0"/>
                </a:moveTo>
                <a:lnTo>
                  <a:pt x="556517" y="0"/>
                </a:lnTo>
                <a:lnTo>
                  <a:pt x="556517" y="556517"/>
                </a:lnTo>
                <a:lnTo>
                  <a:pt x="0" y="556517"/>
                </a:lnTo>
                <a:close/>
              </a:path>
            </a:pathLst>
          </a:custGeom>
          <a:solidFill>
            <a:srgbClr val="0084FF"/>
          </a:solidFill>
        </p:spPr>
      </p:sp>
      <p:sp>
        <p:nvSpPr>
          <p:cNvPr id="15" name="Shape 12"/>
          <p:cNvSpPr/>
          <p:nvPr/>
        </p:nvSpPr>
        <p:spPr>
          <a:xfrm>
            <a:off x="1604188" y="4151842"/>
            <a:ext cx="3848653" cy="3317"/>
          </a:xfrm>
          <a:custGeom>
            <a:avLst/>
            <a:gdLst/>
            <a:ahLst/>
            <a:cxnLst/>
            <a:rect l="l" t="t" r="r" b="b"/>
            <a:pathLst>
              <a:path w="2886490" h="2488">
                <a:moveTo>
                  <a:pt x="0" y="0"/>
                </a:moveTo>
                <a:moveTo>
                  <a:pt x="0" y="0"/>
                </a:moveTo>
                <a:lnTo>
                  <a:pt x="2886490" y="2488"/>
                </a:lnTo>
              </a:path>
            </a:pathLst>
          </a:custGeom>
          <a:noFill/>
          <a:ln w="19050">
            <a:solidFill>
              <a:srgbClr val="1859AE"/>
            </a:solidFill>
            <a:prstDash val="solid"/>
            <a:headEnd type="none"/>
            <a:tailEnd type="none"/>
          </a:ln>
        </p:spPr>
      </p:sp>
      <p:sp>
        <p:nvSpPr>
          <p:cNvPr id="16" name="Shape 13"/>
          <p:cNvSpPr/>
          <p:nvPr/>
        </p:nvSpPr>
        <p:spPr>
          <a:xfrm>
            <a:off x="862166" y="3780830"/>
            <a:ext cx="742023" cy="742023"/>
          </a:xfrm>
          <a:custGeom>
            <a:avLst/>
            <a:gdLst/>
            <a:ahLst/>
            <a:cxnLst/>
            <a:rect l="l" t="t" r="r" b="b"/>
            <a:pathLst>
              <a:path w="556517" h="556517">
                <a:moveTo>
                  <a:pt x="0" y="0"/>
                </a:moveTo>
                <a:moveTo>
                  <a:pt x="0" y="0"/>
                </a:moveTo>
                <a:lnTo>
                  <a:pt x="556517" y="0"/>
                </a:lnTo>
                <a:lnTo>
                  <a:pt x="556517" y="556517"/>
                </a:lnTo>
                <a:lnTo>
                  <a:pt x="0" y="556517"/>
                </a:lnTo>
                <a:close/>
              </a:path>
            </a:pathLst>
          </a:custGeom>
          <a:solidFill>
            <a:srgbClr val="0084FF"/>
          </a:solidFill>
        </p:spPr>
      </p:sp>
      <p:sp>
        <p:nvSpPr>
          <p:cNvPr id="17" name="Text 14"/>
          <p:cNvSpPr/>
          <p:nvPr/>
        </p:nvSpPr>
        <p:spPr>
          <a:xfrm>
            <a:off x="862166" y="1474617"/>
            <a:ext cx="742023" cy="699679"/>
          </a:xfrm>
          <a:prstGeom prst="rect">
            <a:avLst/>
          </a:prstGeom>
          <a:noFill/>
        </p:spPr>
        <p:txBody>
          <a:bodyPr wrap="square" lIns="127000" tIns="127000" rIns="127000" bIns="127000" rtlCol="0" anchor="t">
            <a:spAutoFit/>
          </a:bodyPr>
          <a:lstStyle/>
          <a:p>
            <a:pPr algn="ctr">
              <a:spcBef>
                <a:spcPts val="500"/>
              </a:spcBef>
            </a:pPr>
            <a:r>
              <a:rPr lang="en-US" sz="288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01</a:t>
            </a:r>
            <a:endParaRPr lang="en-US" sz="1920" dirty="0"/>
          </a:p>
        </p:txBody>
      </p:sp>
      <p:sp>
        <p:nvSpPr>
          <p:cNvPr id="18" name="Text 15"/>
          <p:cNvSpPr/>
          <p:nvPr/>
        </p:nvSpPr>
        <p:spPr>
          <a:xfrm>
            <a:off x="10587813" y="2646011"/>
            <a:ext cx="742023" cy="699679"/>
          </a:xfrm>
          <a:prstGeom prst="rect">
            <a:avLst/>
          </a:prstGeom>
          <a:noFill/>
        </p:spPr>
        <p:txBody>
          <a:bodyPr wrap="square" lIns="127000" tIns="127000" rIns="127000" bIns="127000" rtlCol="0" anchor="t">
            <a:spAutoFit/>
          </a:bodyPr>
          <a:lstStyle/>
          <a:p>
            <a:pPr algn="ctr">
              <a:spcBef>
                <a:spcPts val="500"/>
              </a:spcBef>
            </a:pPr>
            <a:r>
              <a:rPr lang="en-US" sz="288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02</a:t>
            </a:r>
            <a:endParaRPr lang="en-US" sz="1920" dirty="0"/>
          </a:p>
        </p:txBody>
      </p:sp>
      <p:sp>
        <p:nvSpPr>
          <p:cNvPr id="19" name="Text 16"/>
          <p:cNvSpPr/>
          <p:nvPr/>
        </p:nvSpPr>
        <p:spPr>
          <a:xfrm>
            <a:off x="862166" y="3816562"/>
            <a:ext cx="742023" cy="699679"/>
          </a:xfrm>
          <a:prstGeom prst="rect">
            <a:avLst/>
          </a:prstGeom>
          <a:noFill/>
        </p:spPr>
        <p:txBody>
          <a:bodyPr wrap="square" lIns="127000" tIns="127000" rIns="127000" bIns="127000" rtlCol="0" anchor="t">
            <a:spAutoFit/>
          </a:bodyPr>
          <a:lstStyle/>
          <a:p>
            <a:pPr algn="ctr">
              <a:spcBef>
                <a:spcPts val="500"/>
              </a:spcBef>
            </a:pPr>
            <a:r>
              <a:rPr lang="en-US" sz="288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03</a:t>
            </a:r>
            <a:endParaRPr lang="en-US" sz="1920" dirty="0"/>
          </a:p>
        </p:txBody>
      </p:sp>
      <p:sp>
        <p:nvSpPr>
          <p:cNvPr id="20" name="Text 17"/>
          <p:cNvSpPr/>
          <p:nvPr/>
        </p:nvSpPr>
        <p:spPr>
          <a:xfrm>
            <a:off x="1604188" y="1276379"/>
            <a:ext cx="3803904" cy="611514"/>
          </a:xfrm>
          <a:prstGeom prst="rect">
            <a:avLst/>
          </a:prstGeom>
          <a:noFill/>
        </p:spPr>
        <p:txBody>
          <a:bodyPr wrap="square" lIns="127000" tIns="127000" rIns="127000" bIns="127000" rtlCol="0" anchor="t">
            <a:spAutoFit/>
          </a:bodyPr>
          <a:lstStyle/>
          <a:p>
            <a:pPr>
              <a:spcBef>
                <a:spcPts val="500"/>
              </a:spcBef>
            </a:pPr>
            <a:r>
              <a:rPr lang="en-US" sz="2307" b="1" dirty="0">
                <a:solidFill>
                  <a:srgbClr val="1859AE"/>
                </a:solidFill>
                <a:latin typeface="微软雅黑" panose="020B0503020204020204" pitchFamily="34" charset="-122"/>
                <a:ea typeface="微软雅黑" panose="020B0503020204020204" pitchFamily="34" charset="-122"/>
                <a:cs typeface="微软雅黑" panose="020B0503020204020204" pitchFamily="34" charset="-120"/>
              </a:rPr>
              <a:t>使用内置数据集</a:t>
            </a:r>
            <a:endParaRPr lang="en-US" sz="1920" dirty="0"/>
          </a:p>
        </p:txBody>
      </p:sp>
      <p:sp>
        <p:nvSpPr>
          <p:cNvPr id="21" name="Text 18"/>
          <p:cNvSpPr/>
          <p:nvPr/>
        </p:nvSpPr>
        <p:spPr>
          <a:xfrm>
            <a:off x="1604887" y="1812827"/>
            <a:ext cx="3803904" cy="2103140"/>
          </a:xfrm>
          <a:prstGeom prst="rect">
            <a:avLst/>
          </a:prstGeom>
          <a:noFill/>
        </p:spPr>
        <p:txBody>
          <a:bodyPr wrap="square" lIns="127000" tIns="127000" rIns="127000" bIns="127000" rtlCol="0" anchor="t">
            <a:spAutoFit/>
          </a:bodyPr>
          <a:lstStyle/>
          <a:p>
            <a:pPr>
              <a:spcBef>
                <a:spcPts val="500"/>
              </a:spcBef>
            </a:pPr>
            <a:r>
              <a:rPr lang="en-US" sz="2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通过 `sklearn.datasets.load` 函数，用户可以轻松加载Python的Scikit-learn库中自带的小数据集，这些数据集通常用于演示和测试机器学习算法。</a:t>
            </a:r>
            <a:endParaRPr lang="en-US" sz="2000" dirty="0"/>
          </a:p>
        </p:txBody>
      </p:sp>
      <p:sp>
        <p:nvSpPr>
          <p:cNvPr id="22" name="Text 19"/>
          <p:cNvSpPr/>
          <p:nvPr/>
        </p:nvSpPr>
        <p:spPr>
          <a:xfrm>
            <a:off x="6451587" y="2411315"/>
            <a:ext cx="3803904" cy="611514"/>
          </a:xfrm>
          <a:prstGeom prst="rect">
            <a:avLst/>
          </a:prstGeom>
          <a:noFill/>
        </p:spPr>
        <p:txBody>
          <a:bodyPr wrap="square" lIns="127000" tIns="127000" rIns="127000" bIns="127000" rtlCol="0" anchor="t">
            <a:spAutoFit/>
          </a:bodyPr>
          <a:lstStyle/>
          <a:p>
            <a:pPr>
              <a:spcBef>
                <a:spcPts val="500"/>
              </a:spcBef>
            </a:pPr>
            <a:r>
              <a:rPr lang="en-US" sz="2307" b="1" dirty="0">
                <a:solidFill>
                  <a:srgbClr val="1859AE"/>
                </a:solidFill>
                <a:latin typeface="微软雅黑" panose="020B0503020204020204" pitchFamily="34" charset="-122"/>
                <a:ea typeface="微软雅黑" panose="020B0503020204020204" pitchFamily="34" charset="-122"/>
                <a:cs typeface="微软雅黑" panose="020B0503020204020204" pitchFamily="34" charset="-120"/>
              </a:rPr>
              <a:t>在线获取数据集</a:t>
            </a:r>
            <a:endParaRPr lang="en-US" sz="1920" dirty="0"/>
          </a:p>
        </p:txBody>
      </p:sp>
      <p:sp>
        <p:nvSpPr>
          <p:cNvPr id="23" name="Text 20"/>
          <p:cNvSpPr/>
          <p:nvPr/>
        </p:nvSpPr>
        <p:spPr>
          <a:xfrm>
            <a:off x="6451207" y="2947902"/>
            <a:ext cx="3803904" cy="1795363"/>
          </a:xfrm>
          <a:prstGeom prst="rect">
            <a:avLst/>
          </a:prstGeom>
          <a:noFill/>
        </p:spPr>
        <p:txBody>
          <a:bodyPr wrap="square" lIns="127000" tIns="127000" rIns="127000" bIns="127000" rtlCol="0" anchor="t">
            <a:spAutoFit/>
          </a:bodyPr>
          <a:lstStyle/>
          <a:p>
            <a:pPr>
              <a:spcBef>
                <a:spcPts val="500"/>
              </a:spcBef>
            </a:pPr>
            <a:r>
              <a:rPr lang="en-US" sz="2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利用 `sklearn.datasets.fetch_` 函数，可以从互联网上直接下载多种公开的数据集，适用于需要更广泛数据进行模型训练和验证的场景。</a:t>
            </a:r>
            <a:endParaRPr lang="en-US" sz="2000" dirty="0"/>
          </a:p>
        </p:txBody>
      </p:sp>
      <p:sp>
        <p:nvSpPr>
          <p:cNvPr id="24" name="Text 21"/>
          <p:cNvSpPr/>
          <p:nvPr/>
        </p:nvSpPr>
        <p:spPr>
          <a:xfrm>
            <a:off x="1604188" y="3606269"/>
            <a:ext cx="3803904" cy="611514"/>
          </a:xfrm>
          <a:prstGeom prst="rect">
            <a:avLst/>
          </a:prstGeom>
          <a:noFill/>
        </p:spPr>
        <p:txBody>
          <a:bodyPr wrap="square" lIns="127000" tIns="127000" rIns="127000" bIns="127000" rtlCol="0" anchor="t">
            <a:spAutoFit/>
          </a:bodyPr>
          <a:lstStyle/>
          <a:p>
            <a:pPr>
              <a:spcBef>
                <a:spcPts val="500"/>
              </a:spcBef>
            </a:pPr>
            <a:r>
              <a:rPr lang="en-US" sz="2307" b="1" dirty="0">
                <a:solidFill>
                  <a:srgbClr val="1859AE"/>
                </a:solidFill>
                <a:latin typeface="微软雅黑" panose="020B0503020204020204" pitchFamily="34" charset="-122"/>
                <a:ea typeface="微软雅黑" panose="020B0503020204020204" pitchFamily="34" charset="-122"/>
                <a:cs typeface="微软雅黑" panose="020B0503020204020204" pitchFamily="34" charset="-120"/>
              </a:rPr>
              <a:t>生成模拟数据集</a:t>
            </a:r>
            <a:endParaRPr lang="en-US" sz="1920" dirty="0"/>
          </a:p>
        </p:txBody>
      </p:sp>
      <p:sp>
        <p:nvSpPr>
          <p:cNvPr id="25" name="Text 22"/>
          <p:cNvSpPr/>
          <p:nvPr/>
        </p:nvSpPr>
        <p:spPr>
          <a:xfrm>
            <a:off x="1604188" y="4167350"/>
            <a:ext cx="3803904" cy="1795363"/>
          </a:xfrm>
          <a:prstGeom prst="rect">
            <a:avLst/>
          </a:prstGeom>
          <a:noFill/>
        </p:spPr>
        <p:txBody>
          <a:bodyPr wrap="square" lIns="127000" tIns="127000" rIns="127000" bIns="127000" rtlCol="0" anchor="t">
            <a:spAutoFit/>
          </a:bodyPr>
          <a:lstStyle/>
          <a:p>
            <a:pPr>
              <a:spcBef>
                <a:spcPts val="500"/>
              </a:spcBef>
            </a:pPr>
            <a:r>
              <a:rPr lang="en-US" sz="2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使用 `sklearn.datasets.make` 函数，可以创建各种类型的计算机生成数据集，这对于测试算法在特定条件下的表现非常有用。</a:t>
            </a:r>
            <a:endParaRPr lang="en-US" sz="2000" dirty="0"/>
          </a:p>
        </p:txBody>
      </p:sp>
      <p:sp>
        <p:nvSpPr>
          <p:cNvPr id="26" name="Shape 23"/>
          <p:cNvSpPr/>
          <p:nvPr/>
        </p:nvSpPr>
        <p:spPr>
          <a:xfrm>
            <a:off x="6195135" y="2819827"/>
            <a:ext cx="256853" cy="256853"/>
          </a:xfrm>
          <a:custGeom>
            <a:avLst/>
            <a:gdLst/>
            <a:ahLst/>
            <a:cxnLst/>
            <a:rect l="l" t="t" r="r" b="b"/>
            <a:pathLst>
              <a:path w="192640" h="192640">
                <a:moveTo>
                  <a:pt x="0" y="0"/>
                </a:moveTo>
                <a:moveTo>
                  <a:pt x="0" y="0"/>
                </a:moveTo>
                <a:lnTo>
                  <a:pt x="192640" y="0"/>
                </a:lnTo>
                <a:lnTo>
                  <a:pt x="192640" y="192640"/>
                </a:lnTo>
                <a:lnTo>
                  <a:pt x="0" y="192640"/>
                </a:lnTo>
                <a:close/>
              </a:path>
            </a:pathLst>
          </a:custGeom>
          <a:solidFill>
            <a:srgbClr val="0084FF"/>
          </a:solidFill>
        </p:spPr>
      </p:sp>
    </p:spTree>
    <p:extLst>
      <p:ext uri="{BB962C8B-B14F-4D97-AF65-F5344CB8AC3E}">
        <p14:creationId xmlns:p14="http://schemas.microsoft.com/office/powerpoint/2010/main" val="380577014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p:cNvSpPr/>
          <p:nvPr/>
        </p:nvSpPr>
        <p:spPr>
          <a:xfrm>
            <a:off x="413693" y="542495"/>
            <a:ext cx="11082472" cy="787844"/>
          </a:xfrm>
          <a:prstGeom prst="rect">
            <a:avLst/>
          </a:prstGeom>
          <a:noFill/>
        </p:spPr>
        <p:txBody>
          <a:bodyPr wrap="square" lIns="127000" tIns="127000" rIns="127000" bIns="127000" rtlCol="0" anchor="t">
            <a:spAutoFit/>
          </a:bodyPr>
          <a:lstStyle/>
          <a:p>
            <a:pPr>
              <a:spcBef>
                <a:spcPts val="500"/>
              </a:spcBef>
            </a:pPr>
            <a:r>
              <a:rPr lang="en-US" sz="3453" b="1" dirty="0">
                <a:solidFill>
                  <a:srgbClr val="083775"/>
                </a:solidFill>
                <a:latin typeface="微软雅黑" panose="020B0503020204020204" pitchFamily="34" charset="-122"/>
                <a:ea typeface="微软雅黑" panose="020B0503020204020204" pitchFamily="34" charset="-122"/>
                <a:cs typeface="微软雅黑" panose="020B0503020204020204" pitchFamily="34" charset="-120"/>
              </a:rPr>
              <a:t>模型操作文档查阅</a:t>
            </a:r>
            <a:endParaRPr lang="en-US" sz="1920" dirty="0"/>
          </a:p>
        </p:txBody>
      </p:sp>
      <p:sp>
        <p:nvSpPr>
          <p:cNvPr id="4" name="Shape 1"/>
          <p:cNvSpPr/>
          <p:nvPr/>
        </p:nvSpPr>
        <p:spPr>
          <a:xfrm>
            <a:off x="578055" y="298655"/>
            <a:ext cx="243840" cy="24384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FF8989"/>
          </a:solidFill>
        </p:spPr>
      </p:sp>
      <p:sp>
        <p:nvSpPr>
          <p:cNvPr id="5" name="Shape 2"/>
          <p:cNvSpPr/>
          <p:nvPr/>
        </p:nvSpPr>
        <p:spPr>
          <a:xfrm>
            <a:off x="1049357" y="298655"/>
            <a:ext cx="243840" cy="24384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D8F1FF"/>
          </a:solidFill>
        </p:spPr>
      </p:sp>
      <p:sp>
        <p:nvSpPr>
          <p:cNvPr id="6" name="Shape 3"/>
          <p:cNvSpPr/>
          <p:nvPr/>
        </p:nvSpPr>
        <p:spPr>
          <a:xfrm>
            <a:off x="1520661" y="298655"/>
            <a:ext cx="243840" cy="24384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FFDB41"/>
          </a:solidFill>
        </p:spPr>
      </p:sp>
      <p:pic>
        <p:nvPicPr>
          <p:cNvPr id="7" name="Image 0" descr="https://sgw-dx.xf-yun.com/api/v1/sparkdesk/_1740051787836f59e9c66e00b4d33b8186978627a5d78.jpg?authorization=c2ltcGxlLWp3dCBhaz1zcGFya2Rlc2s4MDAwMDAwMDAwMDE7ZXhwPTMzMTY4NTE3ODc7YWxnbz1obWFjLXNoYTI1NjtzaWc9MjdMWXkwbDhYZURaMUdETTVLZnZqWm1nVENjVmFaQy9NQlZXdlJlbllzZz0=&amp;x_location=7YfmxI7B7uKO7jlRxIftd60uePD="/>
          <p:cNvPicPr>
            <a:picLocks noChangeAspect="1"/>
          </p:cNvPicPr>
          <p:nvPr>
            <p:custDataLst>
              <p:tags r:id="rId1"/>
            </p:custDataLst>
          </p:nvPr>
        </p:nvPicPr>
        <p:blipFill>
          <a:blip r:embed="rId12"/>
          <a:stretch>
            <a:fillRect/>
          </a:stretch>
        </p:blipFill>
        <p:spPr>
          <a:xfrm>
            <a:off x="1184497" y="1450844"/>
            <a:ext cx="3044257" cy="1710257"/>
          </a:xfrm>
          <a:prstGeom prst="rect">
            <a:avLst/>
          </a:prstGeom>
        </p:spPr>
      </p:pic>
      <p:sp>
        <p:nvSpPr>
          <p:cNvPr id="8" name="Text 4"/>
          <p:cNvSpPr/>
          <p:nvPr>
            <p:custDataLst>
              <p:tags r:id="rId2"/>
            </p:custDataLst>
          </p:nvPr>
        </p:nvSpPr>
        <p:spPr>
          <a:xfrm>
            <a:off x="1048512" y="3261355"/>
            <a:ext cx="3316224" cy="611514"/>
          </a:xfrm>
          <a:prstGeom prst="rect">
            <a:avLst/>
          </a:prstGeom>
          <a:noFill/>
        </p:spPr>
        <p:txBody>
          <a:bodyPr wrap="square" lIns="127000" tIns="127000" rIns="127000" bIns="127000" rtlCol="0" anchor="t">
            <a:spAutoFit/>
          </a:bodyPr>
          <a:lstStyle/>
          <a:p>
            <a:pPr algn="ctr">
              <a:spcBef>
                <a:spcPts val="500"/>
              </a:spcBef>
            </a:pPr>
            <a:r>
              <a:rPr lang="en-US" sz="2307" b="1" dirty="0">
                <a:solidFill>
                  <a:srgbClr val="1859AE"/>
                </a:solidFill>
                <a:latin typeface="微软雅黑" panose="020B0503020204020204" pitchFamily="34" charset="-122"/>
                <a:ea typeface="微软雅黑" panose="020B0503020204020204" pitchFamily="34" charset="-122"/>
                <a:cs typeface="微软雅黑" panose="020B0503020204020204" pitchFamily="34" charset="-120"/>
              </a:rPr>
              <a:t>评估器说明的重要性</a:t>
            </a:r>
            <a:endParaRPr lang="en-US" sz="1920" dirty="0"/>
          </a:p>
        </p:txBody>
      </p:sp>
      <p:sp>
        <p:nvSpPr>
          <p:cNvPr id="9" name="Text 5"/>
          <p:cNvSpPr/>
          <p:nvPr>
            <p:custDataLst>
              <p:tags r:id="rId3"/>
            </p:custDataLst>
          </p:nvPr>
        </p:nvSpPr>
        <p:spPr>
          <a:xfrm>
            <a:off x="1097280" y="3698315"/>
            <a:ext cx="3218688" cy="2103140"/>
          </a:xfrm>
          <a:prstGeom prst="rect">
            <a:avLst/>
          </a:prstGeom>
          <a:noFill/>
        </p:spPr>
        <p:txBody>
          <a:bodyPr wrap="square" lIns="127000" tIns="127000" rIns="127000" bIns="127000" rtlCol="0" anchor="t">
            <a:spAutoFit/>
          </a:bodyPr>
          <a:lstStyle/>
          <a:p>
            <a:pPr algn="just">
              <a:spcBef>
                <a:spcPts val="500"/>
              </a:spcBef>
            </a:pPr>
            <a:r>
              <a:rPr lang="en-US" sz="2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在官网中查找相关评估器的说明对于理解模型的原理及使用方法至关重要，这有助于我们深入了解模型的工作机制和应用场景。</a:t>
            </a:r>
            <a:endParaRPr lang="en-US" sz="2000" dirty="0"/>
          </a:p>
        </p:txBody>
      </p:sp>
      <p:pic>
        <p:nvPicPr>
          <p:cNvPr id="10" name="Image 1" descr="https://sgw-dx.xf-yun.com/api/v1/sparkdesk/_1740051790987769c6192e6014388ba11a444593f362f.jpg?authorization=c2ltcGxlLWp3dCBhaz1zcGFya2Rlc2s4MDAwMDAwMDAwMDE7ZXhwPTMzMTY4NTE3OTE7YWxnbz1obWFjLXNoYTI1NjtzaWc9SDE2Y055ckxOS3I1NStqZ2lnWjJKN082eVZjR2dxeDlJRTZpNDJkNWVrUT0=&amp;x_location=7YfmxI7B7uKO7jlRxIftd60uePD="/>
          <p:cNvPicPr>
            <a:picLocks noChangeAspect="1"/>
          </p:cNvPicPr>
          <p:nvPr>
            <p:custDataLst>
              <p:tags r:id="rId4"/>
            </p:custDataLst>
          </p:nvPr>
        </p:nvPicPr>
        <p:blipFill>
          <a:blip r:embed="rId13"/>
          <a:stretch>
            <a:fillRect/>
          </a:stretch>
        </p:blipFill>
        <p:spPr>
          <a:xfrm>
            <a:off x="4622641" y="1450844"/>
            <a:ext cx="3044257" cy="1710257"/>
          </a:xfrm>
          <a:prstGeom prst="rect">
            <a:avLst/>
          </a:prstGeom>
        </p:spPr>
      </p:pic>
      <p:sp>
        <p:nvSpPr>
          <p:cNvPr id="11" name="Text 6"/>
          <p:cNvSpPr/>
          <p:nvPr>
            <p:custDataLst>
              <p:tags r:id="rId5"/>
            </p:custDataLst>
          </p:nvPr>
        </p:nvSpPr>
        <p:spPr>
          <a:xfrm>
            <a:off x="4437888" y="3261355"/>
            <a:ext cx="3316224" cy="611514"/>
          </a:xfrm>
          <a:prstGeom prst="rect">
            <a:avLst/>
          </a:prstGeom>
          <a:noFill/>
        </p:spPr>
        <p:txBody>
          <a:bodyPr wrap="square" lIns="127000" tIns="127000" rIns="127000" bIns="127000" rtlCol="0" anchor="t">
            <a:spAutoFit/>
          </a:bodyPr>
          <a:lstStyle/>
          <a:p>
            <a:pPr algn="ctr">
              <a:spcBef>
                <a:spcPts val="500"/>
              </a:spcBef>
            </a:pPr>
            <a:r>
              <a:rPr lang="en-US" sz="2307" b="1" dirty="0">
                <a:solidFill>
                  <a:srgbClr val="1859AE"/>
                </a:solidFill>
                <a:latin typeface="微软雅黑" panose="020B0503020204020204" pitchFamily="34" charset="-122"/>
                <a:ea typeface="微软雅黑" panose="020B0503020204020204" pitchFamily="34" charset="-122"/>
                <a:cs typeface="微软雅黑" panose="020B0503020204020204" pitchFamily="34" charset="-120"/>
              </a:rPr>
              <a:t>线性回归参数计算方法</a:t>
            </a:r>
            <a:endParaRPr lang="en-US" sz="1920" dirty="0"/>
          </a:p>
        </p:txBody>
      </p:sp>
      <p:sp>
        <p:nvSpPr>
          <p:cNvPr id="12" name="Text 7"/>
          <p:cNvSpPr/>
          <p:nvPr>
            <p:custDataLst>
              <p:tags r:id="rId6"/>
            </p:custDataLst>
          </p:nvPr>
        </p:nvSpPr>
        <p:spPr>
          <a:xfrm>
            <a:off x="4535424" y="3698315"/>
            <a:ext cx="3218688" cy="2103140"/>
          </a:xfrm>
          <a:prstGeom prst="rect">
            <a:avLst/>
          </a:prstGeom>
          <a:noFill/>
        </p:spPr>
        <p:txBody>
          <a:bodyPr wrap="square" lIns="127000" tIns="127000" rIns="127000" bIns="127000" rtlCol="0" anchor="t">
            <a:spAutoFit/>
          </a:bodyPr>
          <a:lstStyle/>
          <a:p>
            <a:pPr algn="just">
              <a:spcBef>
                <a:spcPts val="500"/>
              </a:spcBef>
            </a:pPr>
            <a:r>
              <a:rPr lang="en-US" sz="2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实现线性回归参数计算的方法有多种，包括最小二乘法和梯度下降法，通过查阅官网文档可以详细了解这些方法的具体实现过程。</a:t>
            </a:r>
            <a:endParaRPr lang="en-US" sz="2000" dirty="0"/>
          </a:p>
        </p:txBody>
      </p:sp>
      <p:pic>
        <p:nvPicPr>
          <p:cNvPr id="13" name="Image 2" descr="https://sgw-dx.xf-yun.com/api/v1/sparkdesk/_17400517941794e8cefd2126d428abbd25a469c1cf114.jpg?authorization=c2ltcGxlLWp3dCBhaz1zcGFya2Rlc2s4MDAwMDAwMDAwMDE7ZXhwPTMzMTY4NTE3OTQ7YWxnbz1obWFjLXNoYTI1NjtzaWc9UHJUQ2tadEFaYUlXU1JkZnZHMDFXbWs2K2diZDM5V2s3a09RMk1BNTRuaz0=&amp;x_location=7YfmxI7B7uKO7jlRxIftd60uePD="/>
          <p:cNvPicPr>
            <a:picLocks noChangeAspect="1"/>
          </p:cNvPicPr>
          <p:nvPr>
            <p:custDataLst>
              <p:tags r:id="rId7"/>
            </p:custDataLst>
          </p:nvPr>
        </p:nvPicPr>
        <p:blipFill>
          <a:blip r:embed="rId14"/>
          <a:stretch>
            <a:fillRect/>
          </a:stretch>
        </p:blipFill>
        <p:spPr>
          <a:xfrm>
            <a:off x="8012017" y="1450844"/>
            <a:ext cx="3044257" cy="1710257"/>
          </a:xfrm>
          <a:prstGeom prst="rect">
            <a:avLst/>
          </a:prstGeom>
        </p:spPr>
      </p:pic>
      <p:sp>
        <p:nvSpPr>
          <p:cNvPr id="14" name="Text 8"/>
          <p:cNvSpPr/>
          <p:nvPr>
            <p:custDataLst>
              <p:tags r:id="rId8"/>
            </p:custDataLst>
          </p:nvPr>
        </p:nvSpPr>
        <p:spPr>
          <a:xfrm>
            <a:off x="7827264" y="3263318"/>
            <a:ext cx="3316224" cy="611514"/>
          </a:xfrm>
          <a:prstGeom prst="rect">
            <a:avLst/>
          </a:prstGeom>
          <a:noFill/>
        </p:spPr>
        <p:txBody>
          <a:bodyPr wrap="square" lIns="127000" tIns="127000" rIns="127000" bIns="127000" rtlCol="0" anchor="t">
            <a:spAutoFit/>
          </a:bodyPr>
          <a:lstStyle/>
          <a:p>
            <a:pPr algn="ctr">
              <a:spcBef>
                <a:spcPts val="500"/>
              </a:spcBef>
            </a:pPr>
            <a:r>
              <a:rPr lang="en-US" sz="2307" b="1" dirty="0">
                <a:solidFill>
                  <a:srgbClr val="1859AE"/>
                </a:solidFill>
                <a:latin typeface="微软雅黑" panose="020B0503020204020204" pitchFamily="34" charset="-122"/>
                <a:ea typeface="微软雅黑" panose="020B0503020204020204" pitchFamily="34" charset="-122"/>
                <a:cs typeface="微软雅黑" panose="020B0503020204020204" pitchFamily="34" charset="-120"/>
              </a:rPr>
              <a:t>训练过程参数求解方法</a:t>
            </a:r>
            <a:endParaRPr lang="en-US" sz="1920" dirty="0"/>
          </a:p>
        </p:txBody>
      </p:sp>
      <p:sp>
        <p:nvSpPr>
          <p:cNvPr id="15" name="Text 9"/>
          <p:cNvSpPr/>
          <p:nvPr>
            <p:custDataLst>
              <p:tags r:id="rId9"/>
            </p:custDataLst>
          </p:nvPr>
        </p:nvSpPr>
        <p:spPr>
          <a:xfrm>
            <a:off x="7924800" y="3700277"/>
            <a:ext cx="3218688" cy="2103140"/>
          </a:xfrm>
          <a:prstGeom prst="rect">
            <a:avLst/>
          </a:prstGeom>
          <a:noFill/>
        </p:spPr>
        <p:txBody>
          <a:bodyPr wrap="square" lIns="127000" tIns="127000" rIns="127000" bIns="127000" rtlCol="0" anchor="t">
            <a:spAutoFit/>
          </a:bodyPr>
          <a:lstStyle/>
          <a:p>
            <a:pPr algn="just">
              <a:spcBef>
                <a:spcPts val="500"/>
              </a:spcBef>
            </a:pPr>
            <a:r>
              <a:rPr lang="en-US" sz="2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若要详细了解训练过程中的参数求解方法，需要回到官网查阅评估器的相关说明，这将帮助我们更好地掌握模型的训练过程和优化策略。</a:t>
            </a:r>
            <a:endParaRPr lang="en-US" sz="2000" dirty="0"/>
          </a:p>
        </p:txBody>
      </p:sp>
    </p:spTree>
    <p:extLst>
      <p:ext uri="{BB962C8B-B14F-4D97-AF65-F5344CB8AC3E}">
        <p14:creationId xmlns:p14="http://schemas.microsoft.com/office/powerpoint/2010/main" val="310486984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p:cNvSpPr/>
          <p:nvPr/>
        </p:nvSpPr>
        <p:spPr>
          <a:xfrm>
            <a:off x="413693" y="542495"/>
            <a:ext cx="11082472" cy="787844"/>
          </a:xfrm>
          <a:prstGeom prst="rect">
            <a:avLst/>
          </a:prstGeom>
          <a:noFill/>
        </p:spPr>
        <p:txBody>
          <a:bodyPr wrap="square" lIns="127000" tIns="127000" rIns="127000" bIns="127000" rtlCol="0" anchor="t">
            <a:spAutoFit/>
          </a:bodyPr>
          <a:lstStyle/>
          <a:p>
            <a:pPr>
              <a:spcBef>
                <a:spcPts val="500"/>
              </a:spcBef>
            </a:pPr>
            <a:r>
              <a:rPr lang="zh-CN" altLang="en-US" sz="3453" b="1" dirty="0">
                <a:solidFill>
                  <a:srgbClr val="083775"/>
                </a:solidFill>
                <a:latin typeface="微软雅黑" panose="020B0503020204020204" pitchFamily="34" charset="-122"/>
                <a:ea typeface="微软雅黑" panose="020B0503020204020204" pitchFamily="34" charset="-122"/>
                <a:cs typeface="微软雅黑" panose="020B0503020204020204" pitchFamily="34" charset="-120"/>
              </a:rPr>
              <a:t>任务分类</a:t>
            </a:r>
          </a:p>
        </p:txBody>
      </p:sp>
      <p:sp>
        <p:nvSpPr>
          <p:cNvPr id="4" name="Shape 1"/>
          <p:cNvSpPr/>
          <p:nvPr/>
        </p:nvSpPr>
        <p:spPr>
          <a:xfrm>
            <a:off x="578055" y="298655"/>
            <a:ext cx="243840" cy="24384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FF8989"/>
          </a:solidFill>
        </p:spPr>
      </p:sp>
      <p:sp>
        <p:nvSpPr>
          <p:cNvPr id="5" name="Shape 2"/>
          <p:cNvSpPr/>
          <p:nvPr/>
        </p:nvSpPr>
        <p:spPr>
          <a:xfrm>
            <a:off x="1049357" y="298655"/>
            <a:ext cx="243840" cy="24384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D8F1FF"/>
          </a:solidFill>
        </p:spPr>
      </p:sp>
      <p:sp>
        <p:nvSpPr>
          <p:cNvPr id="6" name="Shape 3"/>
          <p:cNvSpPr/>
          <p:nvPr/>
        </p:nvSpPr>
        <p:spPr>
          <a:xfrm>
            <a:off x="1520661" y="298655"/>
            <a:ext cx="243840" cy="24384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FFDB41"/>
          </a:solidFill>
        </p:spPr>
      </p:sp>
      <p:pic>
        <p:nvPicPr>
          <p:cNvPr id="149" name="图片 52"/>
          <p:cNvPicPr>
            <a:picLocks noChangeAspect="1"/>
          </p:cNvPicPr>
          <p:nvPr/>
        </p:nvPicPr>
        <p:blipFill>
          <a:blip r:embed="rId3"/>
          <a:stretch>
            <a:fillRect/>
          </a:stretch>
        </p:blipFill>
        <p:spPr>
          <a:xfrm>
            <a:off x="2582758" y="1179407"/>
            <a:ext cx="7026487" cy="5100320"/>
          </a:xfrm>
          <a:prstGeom prst="rect">
            <a:avLst/>
          </a:prstGeom>
          <a:noFill/>
          <a:ln>
            <a:noFill/>
          </a:ln>
        </p:spPr>
      </p:pic>
    </p:spTree>
    <p:extLst>
      <p:ext uri="{BB962C8B-B14F-4D97-AF65-F5344CB8AC3E}">
        <p14:creationId xmlns:p14="http://schemas.microsoft.com/office/powerpoint/2010/main" val="58187327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标题 16"/>
          <p:cNvSpPr>
            <a:spLocks noGrp="1"/>
          </p:cNvSpPr>
          <p:nvPr>
            <p:ph type="title"/>
            <p:custDataLst>
              <p:tags r:id="rId2"/>
            </p:custDataLst>
          </p:nvPr>
        </p:nvSpPr>
        <p:spPr/>
        <p:txBody>
          <a:bodyPr>
            <a:normAutofit fontScale="90000"/>
          </a:bodyPr>
          <a:lstStyle/>
          <a:p>
            <a:r>
              <a:rPr lang="en-US" altLang="zh-CN" dirty="0"/>
              <a:t>2.4 </a:t>
            </a:r>
            <a:r>
              <a:rPr lang="zh-CN" altLang="en-US" dirty="0"/>
              <a:t>课后习题</a:t>
            </a:r>
          </a:p>
        </p:txBody>
      </p:sp>
      <p:cxnSp>
        <p:nvCxnSpPr>
          <p:cNvPr id="76" name="直接连接符 75"/>
          <p:cNvCxnSpPr/>
          <p:nvPr>
            <p:custDataLst>
              <p:tags r:id="rId3"/>
            </p:custDataLst>
          </p:nvPr>
        </p:nvCxnSpPr>
        <p:spPr>
          <a:xfrm>
            <a:off x="6898640" y="5965825"/>
            <a:ext cx="4679315" cy="0"/>
          </a:xfrm>
          <a:prstGeom prst="line">
            <a:avLst/>
          </a:prstGeom>
          <a:ln w="9525" cap="rnd">
            <a:solidFill>
              <a:schemeClr val="accent1">
                <a:alpha val="35000"/>
              </a:schemeClr>
            </a:solidFill>
            <a:round/>
          </a:ln>
        </p:spPr>
        <p:style>
          <a:lnRef idx="2">
            <a:schemeClr val="accent1"/>
          </a:lnRef>
          <a:fillRef idx="0">
            <a:srgbClr val="FFFFFF"/>
          </a:fillRef>
          <a:effectRef idx="0">
            <a:srgbClr val="FFFFFF"/>
          </a:effectRef>
          <a:fontRef idx="minor">
            <a:schemeClr val="tx1"/>
          </a:fontRef>
        </p:style>
      </p:cxnSp>
      <p:cxnSp>
        <p:nvCxnSpPr>
          <p:cNvPr id="77" name="直接连接符 76"/>
          <p:cNvCxnSpPr/>
          <p:nvPr>
            <p:custDataLst>
              <p:tags r:id="rId4"/>
            </p:custDataLst>
          </p:nvPr>
        </p:nvCxnSpPr>
        <p:spPr>
          <a:xfrm>
            <a:off x="1627505" y="5865495"/>
            <a:ext cx="7217410" cy="0"/>
          </a:xfrm>
          <a:prstGeom prst="line">
            <a:avLst/>
          </a:prstGeom>
          <a:ln w="9525" cap="rnd">
            <a:solidFill>
              <a:schemeClr val="accent1">
                <a:alpha val="35000"/>
              </a:schemeClr>
            </a:solidFill>
            <a:round/>
          </a:ln>
        </p:spPr>
        <p:style>
          <a:lnRef idx="2">
            <a:schemeClr val="accent1"/>
          </a:lnRef>
          <a:fillRef idx="0">
            <a:srgbClr val="FFFFFF"/>
          </a:fillRef>
          <a:effectRef idx="0">
            <a:srgbClr val="FFFFFF"/>
          </a:effectRef>
          <a:fontRef idx="minor">
            <a:schemeClr val="tx1"/>
          </a:fontRef>
        </p:style>
      </p:cxnSp>
      <p:sp>
        <p:nvSpPr>
          <p:cNvPr id="1398" name="任意多边形: 形状 1397"/>
          <p:cNvSpPr/>
          <p:nvPr>
            <p:custDataLst>
              <p:tags r:id="rId5"/>
            </p:custDataLst>
          </p:nvPr>
        </p:nvSpPr>
        <p:spPr>
          <a:xfrm>
            <a:off x="635635" y="5552440"/>
            <a:ext cx="631190" cy="631190"/>
          </a:xfrm>
          <a:custGeom>
            <a:avLst/>
            <a:gdLst>
              <a:gd name="connsiteX0" fmla="*/ 35521 w 1877718"/>
              <a:gd name="connsiteY0" fmla="*/ 850803 h 1863247"/>
              <a:gd name="connsiteX1" fmla="*/ 865299 w 1877718"/>
              <a:gd name="connsiteY1" fmla="*/ 21025 h 1863247"/>
              <a:gd name="connsiteX2" fmla="*/ 1026916 w 1877718"/>
              <a:gd name="connsiteY2" fmla="*/ 21050 h 1863247"/>
              <a:gd name="connsiteX3" fmla="*/ 1856694 w 1877718"/>
              <a:gd name="connsiteY3" fmla="*/ 850828 h 1863247"/>
              <a:gd name="connsiteX4" fmla="*/ 1856669 w 1877718"/>
              <a:gd name="connsiteY4" fmla="*/ 1012446 h 1863247"/>
              <a:gd name="connsiteX5" fmla="*/ 1026891 w 1877718"/>
              <a:gd name="connsiteY5" fmla="*/ 1842223 h 1863247"/>
              <a:gd name="connsiteX6" fmla="*/ 865274 w 1877718"/>
              <a:gd name="connsiteY6" fmla="*/ 1842198 h 1863247"/>
              <a:gd name="connsiteX7" fmla="*/ 35496 w 1877718"/>
              <a:gd name="connsiteY7" fmla="*/ 1012420 h 1863247"/>
              <a:gd name="connsiteX8" fmla="*/ 35521 w 1877718"/>
              <a:gd name="connsiteY8" fmla="*/ 850803 h 1863247"/>
              <a:gd name="connsiteX0-1" fmla="*/ 35521 w 1877718"/>
              <a:gd name="connsiteY0-2" fmla="*/ 850803 h 1863247"/>
              <a:gd name="connsiteX1-3" fmla="*/ 865299 w 1877718"/>
              <a:gd name="connsiteY1-4" fmla="*/ 21025 h 1863247"/>
              <a:gd name="connsiteX2-5" fmla="*/ 1026916 w 1877718"/>
              <a:gd name="connsiteY2-6" fmla="*/ 21050 h 1863247"/>
              <a:gd name="connsiteX3-7" fmla="*/ 1856694 w 1877718"/>
              <a:gd name="connsiteY3-8" fmla="*/ 850828 h 1863247"/>
              <a:gd name="connsiteX4-9" fmla="*/ 1856669 w 1877718"/>
              <a:gd name="connsiteY4-10" fmla="*/ 1012446 h 1863247"/>
              <a:gd name="connsiteX5-11" fmla="*/ 1026891 w 1877718"/>
              <a:gd name="connsiteY5-12" fmla="*/ 1842223 h 1863247"/>
              <a:gd name="connsiteX6-13" fmla="*/ 865274 w 1877718"/>
              <a:gd name="connsiteY6-14" fmla="*/ 1842198 h 1863247"/>
              <a:gd name="connsiteX7-15" fmla="*/ 35496 w 1877718"/>
              <a:gd name="connsiteY7-16" fmla="*/ 1012420 h 1863247"/>
              <a:gd name="connsiteX8-17" fmla="*/ 35521 w 1877718"/>
              <a:gd name="connsiteY8-18" fmla="*/ 850803 h 1863247"/>
              <a:gd name="connsiteX0-19" fmla="*/ 35521 w 1877718"/>
              <a:gd name="connsiteY0-20" fmla="*/ 850813 h 1863257"/>
              <a:gd name="connsiteX1-21" fmla="*/ 865299 w 1877718"/>
              <a:gd name="connsiteY1-22" fmla="*/ 21035 h 1863257"/>
              <a:gd name="connsiteX2-23" fmla="*/ 1026916 w 1877718"/>
              <a:gd name="connsiteY2-24" fmla="*/ 21060 h 1863257"/>
              <a:gd name="connsiteX3-25" fmla="*/ 1856694 w 1877718"/>
              <a:gd name="connsiteY3-26" fmla="*/ 850838 h 1863257"/>
              <a:gd name="connsiteX4-27" fmla="*/ 1856669 w 1877718"/>
              <a:gd name="connsiteY4-28" fmla="*/ 1012456 h 1863257"/>
              <a:gd name="connsiteX5-29" fmla="*/ 1026891 w 1877718"/>
              <a:gd name="connsiteY5-30" fmla="*/ 1842233 h 1863257"/>
              <a:gd name="connsiteX6-31" fmla="*/ 865274 w 1877718"/>
              <a:gd name="connsiteY6-32" fmla="*/ 1842208 h 1863257"/>
              <a:gd name="connsiteX7-33" fmla="*/ 35496 w 1877718"/>
              <a:gd name="connsiteY7-34" fmla="*/ 1012430 h 1863257"/>
              <a:gd name="connsiteX8-35" fmla="*/ 35521 w 1877718"/>
              <a:gd name="connsiteY8-36" fmla="*/ 850813 h 1863257"/>
              <a:gd name="connsiteX0-37" fmla="*/ 35521 w 1877718"/>
              <a:gd name="connsiteY0-38" fmla="*/ 865273 h 1877717"/>
              <a:gd name="connsiteX1-39" fmla="*/ 865299 w 1877718"/>
              <a:gd name="connsiteY1-40" fmla="*/ 35495 h 1877717"/>
              <a:gd name="connsiteX2-41" fmla="*/ 1026916 w 1877718"/>
              <a:gd name="connsiteY2-42" fmla="*/ 35520 h 1877717"/>
              <a:gd name="connsiteX3-43" fmla="*/ 1856694 w 1877718"/>
              <a:gd name="connsiteY3-44" fmla="*/ 865298 h 1877717"/>
              <a:gd name="connsiteX4-45" fmla="*/ 1856669 w 1877718"/>
              <a:gd name="connsiteY4-46" fmla="*/ 1026916 h 1877717"/>
              <a:gd name="connsiteX5-47" fmla="*/ 1026891 w 1877718"/>
              <a:gd name="connsiteY5-48" fmla="*/ 1856693 h 1877717"/>
              <a:gd name="connsiteX6-49" fmla="*/ 865274 w 1877718"/>
              <a:gd name="connsiteY6-50" fmla="*/ 1856668 h 1877717"/>
              <a:gd name="connsiteX7-51" fmla="*/ 35496 w 1877718"/>
              <a:gd name="connsiteY7-52" fmla="*/ 1026890 h 1877717"/>
              <a:gd name="connsiteX8-53" fmla="*/ 35521 w 1877718"/>
              <a:gd name="connsiteY8-54" fmla="*/ 865273 h 1877717"/>
              <a:gd name="connsiteX0-55" fmla="*/ 35521 w 1877718"/>
              <a:gd name="connsiteY0-56" fmla="*/ 865273 h 1877717"/>
              <a:gd name="connsiteX1-57" fmla="*/ 865299 w 1877718"/>
              <a:gd name="connsiteY1-58" fmla="*/ 35495 h 1877717"/>
              <a:gd name="connsiteX2-59" fmla="*/ 1026916 w 1877718"/>
              <a:gd name="connsiteY2-60" fmla="*/ 35520 h 1877717"/>
              <a:gd name="connsiteX3-61" fmla="*/ 1856694 w 1877718"/>
              <a:gd name="connsiteY3-62" fmla="*/ 865298 h 1877717"/>
              <a:gd name="connsiteX4-63" fmla="*/ 1856669 w 1877718"/>
              <a:gd name="connsiteY4-64" fmla="*/ 1026916 h 1877717"/>
              <a:gd name="connsiteX5-65" fmla="*/ 1026891 w 1877718"/>
              <a:gd name="connsiteY5-66" fmla="*/ 1856693 h 1877717"/>
              <a:gd name="connsiteX6-67" fmla="*/ 865274 w 1877718"/>
              <a:gd name="connsiteY6-68" fmla="*/ 1856668 h 1877717"/>
              <a:gd name="connsiteX7-69" fmla="*/ 35496 w 1877718"/>
              <a:gd name="connsiteY7-70" fmla="*/ 1026890 h 1877717"/>
              <a:gd name="connsiteX8-71" fmla="*/ 35521 w 1877718"/>
              <a:gd name="connsiteY8-72" fmla="*/ 865273 h 1877717"/>
              <a:gd name="connsiteX0-73" fmla="*/ 35521 w 1877718"/>
              <a:gd name="connsiteY0-74" fmla="*/ 865273 h 1877717"/>
              <a:gd name="connsiteX1-75" fmla="*/ 865299 w 1877718"/>
              <a:gd name="connsiteY1-76" fmla="*/ 35495 h 1877717"/>
              <a:gd name="connsiteX2-77" fmla="*/ 1026916 w 1877718"/>
              <a:gd name="connsiteY2-78" fmla="*/ 35520 h 1877717"/>
              <a:gd name="connsiteX3-79" fmla="*/ 1856694 w 1877718"/>
              <a:gd name="connsiteY3-80" fmla="*/ 865298 h 1877717"/>
              <a:gd name="connsiteX4-81" fmla="*/ 1856669 w 1877718"/>
              <a:gd name="connsiteY4-82" fmla="*/ 1026916 h 1877717"/>
              <a:gd name="connsiteX5-83" fmla="*/ 1026891 w 1877718"/>
              <a:gd name="connsiteY5-84" fmla="*/ 1856693 h 1877717"/>
              <a:gd name="connsiteX6-85" fmla="*/ 865274 w 1877718"/>
              <a:gd name="connsiteY6-86" fmla="*/ 1856668 h 1877717"/>
              <a:gd name="connsiteX7-87" fmla="*/ 35496 w 1877718"/>
              <a:gd name="connsiteY7-88" fmla="*/ 1026890 h 1877717"/>
              <a:gd name="connsiteX8-89" fmla="*/ 35521 w 1877718"/>
              <a:gd name="connsiteY8-90" fmla="*/ 865273 h 1877717"/>
              <a:gd name="connsiteX0-91" fmla="*/ 35521 w 1877729"/>
              <a:gd name="connsiteY0-92" fmla="*/ 865273 h 1877717"/>
              <a:gd name="connsiteX1-93" fmla="*/ 865299 w 1877729"/>
              <a:gd name="connsiteY1-94" fmla="*/ 35495 h 1877717"/>
              <a:gd name="connsiteX2-95" fmla="*/ 1026916 w 1877729"/>
              <a:gd name="connsiteY2-96" fmla="*/ 35520 h 1877717"/>
              <a:gd name="connsiteX3-97" fmla="*/ 1856694 w 1877729"/>
              <a:gd name="connsiteY3-98" fmla="*/ 865298 h 1877717"/>
              <a:gd name="connsiteX4-99" fmla="*/ 1856669 w 1877729"/>
              <a:gd name="connsiteY4-100" fmla="*/ 1026916 h 1877717"/>
              <a:gd name="connsiteX5-101" fmla="*/ 1026891 w 1877729"/>
              <a:gd name="connsiteY5-102" fmla="*/ 1856693 h 1877717"/>
              <a:gd name="connsiteX6-103" fmla="*/ 865274 w 1877729"/>
              <a:gd name="connsiteY6-104" fmla="*/ 1856668 h 1877717"/>
              <a:gd name="connsiteX7-105" fmla="*/ 35496 w 1877729"/>
              <a:gd name="connsiteY7-106" fmla="*/ 1026890 h 1877717"/>
              <a:gd name="connsiteX8-107" fmla="*/ 35521 w 1877729"/>
              <a:gd name="connsiteY8-108" fmla="*/ 865273 h 1877717"/>
              <a:gd name="connsiteX0-109" fmla="*/ 35521 w 1892189"/>
              <a:gd name="connsiteY0-110" fmla="*/ 865273 h 1877717"/>
              <a:gd name="connsiteX1-111" fmla="*/ 865299 w 1892189"/>
              <a:gd name="connsiteY1-112" fmla="*/ 35495 h 1877717"/>
              <a:gd name="connsiteX2-113" fmla="*/ 1026916 w 1892189"/>
              <a:gd name="connsiteY2-114" fmla="*/ 35520 h 1877717"/>
              <a:gd name="connsiteX3-115" fmla="*/ 1856694 w 1892189"/>
              <a:gd name="connsiteY3-116" fmla="*/ 865298 h 1877717"/>
              <a:gd name="connsiteX4-117" fmla="*/ 1856669 w 1892189"/>
              <a:gd name="connsiteY4-118" fmla="*/ 1026916 h 1877717"/>
              <a:gd name="connsiteX5-119" fmla="*/ 1026891 w 1892189"/>
              <a:gd name="connsiteY5-120" fmla="*/ 1856693 h 1877717"/>
              <a:gd name="connsiteX6-121" fmla="*/ 865274 w 1892189"/>
              <a:gd name="connsiteY6-122" fmla="*/ 1856668 h 1877717"/>
              <a:gd name="connsiteX7-123" fmla="*/ 35496 w 1892189"/>
              <a:gd name="connsiteY7-124" fmla="*/ 1026890 h 1877717"/>
              <a:gd name="connsiteX8-125" fmla="*/ 35521 w 1892189"/>
              <a:gd name="connsiteY8-126" fmla="*/ 865273 h 1877717"/>
              <a:gd name="connsiteX0-127" fmla="*/ 35521 w 1892189"/>
              <a:gd name="connsiteY0-128" fmla="*/ 865273 h 1877717"/>
              <a:gd name="connsiteX1-129" fmla="*/ 865299 w 1892189"/>
              <a:gd name="connsiteY1-130" fmla="*/ 35495 h 1877717"/>
              <a:gd name="connsiteX2-131" fmla="*/ 1026916 w 1892189"/>
              <a:gd name="connsiteY2-132" fmla="*/ 35520 h 1877717"/>
              <a:gd name="connsiteX3-133" fmla="*/ 1856694 w 1892189"/>
              <a:gd name="connsiteY3-134" fmla="*/ 865298 h 1877717"/>
              <a:gd name="connsiteX4-135" fmla="*/ 1856669 w 1892189"/>
              <a:gd name="connsiteY4-136" fmla="*/ 1026916 h 1877717"/>
              <a:gd name="connsiteX5-137" fmla="*/ 1026891 w 1892189"/>
              <a:gd name="connsiteY5-138" fmla="*/ 1856693 h 1877717"/>
              <a:gd name="connsiteX6-139" fmla="*/ 865274 w 1892189"/>
              <a:gd name="connsiteY6-140" fmla="*/ 1856668 h 1877717"/>
              <a:gd name="connsiteX7-141" fmla="*/ 35496 w 1892189"/>
              <a:gd name="connsiteY7-142" fmla="*/ 1026890 h 1877717"/>
              <a:gd name="connsiteX8-143" fmla="*/ 35521 w 1892189"/>
              <a:gd name="connsiteY8-144" fmla="*/ 865273 h 1877717"/>
              <a:gd name="connsiteX0-145" fmla="*/ 35521 w 1892189"/>
              <a:gd name="connsiteY0-146" fmla="*/ 865273 h 1877717"/>
              <a:gd name="connsiteX1-147" fmla="*/ 865299 w 1892189"/>
              <a:gd name="connsiteY1-148" fmla="*/ 35495 h 1877717"/>
              <a:gd name="connsiteX2-149" fmla="*/ 1026916 w 1892189"/>
              <a:gd name="connsiteY2-150" fmla="*/ 35520 h 1877717"/>
              <a:gd name="connsiteX3-151" fmla="*/ 1856694 w 1892189"/>
              <a:gd name="connsiteY3-152" fmla="*/ 865298 h 1877717"/>
              <a:gd name="connsiteX4-153" fmla="*/ 1856669 w 1892189"/>
              <a:gd name="connsiteY4-154" fmla="*/ 1026916 h 1877717"/>
              <a:gd name="connsiteX5-155" fmla="*/ 1026891 w 1892189"/>
              <a:gd name="connsiteY5-156" fmla="*/ 1856693 h 1877717"/>
              <a:gd name="connsiteX6-157" fmla="*/ 865274 w 1892189"/>
              <a:gd name="connsiteY6-158" fmla="*/ 1856668 h 1877717"/>
              <a:gd name="connsiteX7-159" fmla="*/ 35496 w 1892189"/>
              <a:gd name="connsiteY7-160" fmla="*/ 1026890 h 1877717"/>
              <a:gd name="connsiteX8-161" fmla="*/ 35521 w 1892189"/>
              <a:gd name="connsiteY8-162" fmla="*/ 865273 h 1877717"/>
              <a:gd name="connsiteX0-163" fmla="*/ 35521 w 1892189"/>
              <a:gd name="connsiteY0-164" fmla="*/ 865273 h 1877728"/>
              <a:gd name="connsiteX1-165" fmla="*/ 865299 w 1892189"/>
              <a:gd name="connsiteY1-166" fmla="*/ 35495 h 1877728"/>
              <a:gd name="connsiteX2-167" fmla="*/ 1026916 w 1892189"/>
              <a:gd name="connsiteY2-168" fmla="*/ 35520 h 1877728"/>
              <a:gd name="connsiteX3-169" fmla="*/ 1856694 w 1892189"/>
              <a:gd name="connsiteY3-170" fmla="*/ 865298 h 1877728"/>
              <a:gd name="connsiteX4-171" fmla="*/ 1856669 w 1892189"/>
              <a:gd name="connsiteY4-172" fmla="*/ 1026916 h 1877728"/>
              <a:gd name="connsiteX5-173" fmla="*/ 1026891 w 1892189"/>
              <a:gd name="connsiteY5-174" fmla="*/ 1856693 h 1877728"/>
              <a:gd name="connsiteX6-175" fmla="*/ 865274 w 1892189"/>
              <a:gd name="connsiteY6-176" fmla="*/ 1856668 h 1877728"/>
              <a:gd name="connsiteX7-177" fmla="*/ 35496 w 1892189"/>
              <a:gd name="connsiteY7-178" fmla="*/ 1026890 h 1877728"/>
              <a:gd name="connsiteX8-179" fmla="*/ 35521 w 1892189"/>
              <a:gd name="connsiteY8-180" fmla="*/ 865273 h 1877728"/>
              <a:gd name="connsiteX0-181" fmla="*/ 35521 w 1892189"/>
              <a:gd name="connsiteY0-182" fmla="*/ 865273 h 1892188"/>
              <a:gd name="connsiteX1-183" fmla="*/ 865299 w 1892189"/>
              <a:gd name="connsiteY1-184" fmla="*/ 35495 h 1892188"/>
              <a:gd name="connsiteX2-185" fmla="*/ 1026916 w 1892189"/>
              <a:gd name="connsiteY2-186" fmla="*/ 35520 h 1892188"/>
              <a:gd name="connsiteX3-187" fmla="*/ 1856694 w 1892189"/>
              <a:gd name="connsiteY3-188" fmla="*/ 865298 h 1892188"/>
              <a:gd name="connsiteX4-189" fmla="*/ 1856669 w 1892189"/>
              <a:gd name="connsiteY4-190" fmla="*/ 1026916 h 1892188"/>
              <a:gd name="connsiteX5-191" fmla="*/ 1026891 w 1892189"/>
              <a:gd name="connsiteY5-192" fmla="*/ 1856693 h 1892188"/>
              <a:gd name="connsiteX6-193" fmla="*/ 865274 w 1892189"/>
              <a:gd name="connsiteY6-194" fmla="*/ 1856668 h 1892188"/>
              <a:gd name="connsiteX7-195" fmla="*/ 35496 w 1892189"/>
              <a:gd name="connsiteY7-196" fmla="*/ 1026890 h 1892188"/>
              <a:gd name="connsiteX8-197" fmla="*/ 35521 w 1892189"/>
              <a:gd name="connsiteY8-198" fmla="*/ 865273 h 1892188"/>
              <a:gd name="connsiteX0-199" fmla="*/ 35521 w 1892189"/>
              <a:gd name="connsiteY0-200" fmla="*/ 865273 h 1892188"/>
              <a:gd name="connsiteX1-201" fmla="*/ 865299 w 1892189"/>
              <a:gd name="connsiteY1-202" fmla="*/ 35495 h 1892188"/>
              <a:gd name="connsiteX2-203" fmla="*/ 1026916 w 1892189"/>
              <a:gd name="connsiteY2-204" fmla="*/ 35520 h 1892188"/>
              <a:gd name="connsiteX3-205" fmla="*/ 1856694 w 1892189"/>
              <a:gd name="connsiteY3-206" fmla="*/ 865298 h 1892188"/>
              <a:gd name="connsiteX4-207" fmla="*/ 1856669 w 1892189"/>
              <a:gd name="connsiteY4-208" fmla="*/ 1026916 h 1892188"/>
              <a:gd name="connsiteX5-209" fmla="*/ 1026891 w 1892189"/>
              <a:gd name="connsiteY5-210" fmla="*/ 1856693 h 1892188"/>
              <a:gd name="connsiteX6-211" fmla="*/ 865274 w 1892189"/>
              <a:gd name="connsiteY6-212" fmla="*/ 1856668 h 1892188"/>
              <a:gd name="connsiteX7-213" fmla="*/ 35496 w 1892189"/>
              <a:gd name="connsiteY7-214" fmla="*/ 1026890 h 1892188"/>
              <a:gd name="connsiteX8-215" fmla="*/ 35521 w 1892189"/>
              <a:gd name="connsiteY8-216" fmla="*/ 865273 h 1892188"/>
              <a:gd name="connsiteX0-217" fmla="*/ 35521 w 1892189"/>
              <a:gd name="connsiteY0-218" fmla="*/ 865273 h 1892188"/>
              <a:gd name="connsiteX1-219" fmla="*/ 865299 w 1892189"/>
              <a:gd name="connsiteY1-220" fmla="*/ 35495 h 1892188"/>
              <a:gd name="connsiteX2-221" fmla="*/ 1026916 w 1892189"/>
              <a:gd name="connsiteY2-222" fmla="*/ 35520 h 1892188"/>
              <a:gd name="connsiteX3-223" fmla="*/ 1856694 w 1892189"/>
              <a:gd name="connsiteY3-224" fmla="*/ 865298 h 1892188"/>
              <a:gd name="connsiteX4-225" fmla="*/ 1856669 w 1892189"/>
              <a:gd name="connsiteY4-226" fmla="*/ 1026916 h 1892188"/>
              <a:gd name="connsiteX5-227" fmla="*/ 1026891 w 1892189"/>
              <a:gd name="connsiteY5-228" fmla="*/ 1856693 h 1892188"/>
              <a:gd name="connsiteX6-229" fmla="*/ 865274 w 1892189"/>
              <a:gd name="connsiteY6-230" fmla="*/ 1856668 h 1892188"/>
              <a:gd name="connsiteX7-231" fmla="*/ 35496 w 1892189"/>
              <a:gd name="connsiteY7-232" fmla="*/ 1026890 h 1892188"/>
              <a:gd name="connsiteX8-233" fmla="*/ 35521 w 1892189"/>
              <a:gd name="connsiteY8-234" fmla="*/ 865273 h 1892188"/>
              <a:gd name="connsiteX0-235" fmla="*/ 35521 w 1892189"/>
              <a:gd name="connsiteY0-236" fmla="*/ 865273 h 1892188"/>
              <a:gd name="connsiteX1-237" fmla="*/ 865299 w 1892189"/>
              <a:gd name="connsiteY1-238" fmla="*/ 35495 h 1892188"/>
              <a:gd name="connsiteX2-239" fmla="*/ 1026916 w 1892189"/>
              <a:gd name="connsiteY2-240" fmla="*/ 35520 h 1892188"/>
              <a:gd name="connsiteX3-241" fmla="*/ 1856694 w 1892189"/>
              <a:gd name="connsiteY3-242" fmla="*/ 865298 h 1892188"/>
              <a:gd name="connsiteX4-243" fmla="*/ 1856669 w 1892189"/>
              <a:gd name="connsiteY4-244" fmla="*/ 1026916 h 1892188"/>
              <a:gd name="connsiteX5-245" fmla="*/ 1026891 w 1892189"/>
              <a:gd name="connsiteY5-246" fmla="*/ 1856693 h 1892188"/>
              <a:gd name="connsiteX6-247" fmla="*/ 865274 w 1892189"/>
              <a:gd name="connsiteY6-248" fmla="*/ 1856668 h 1892188"/>
              <a:gd name="connsiteX7-249" fmla="*/ 35496 w 1892189"/>
              <a:gd name="connsiteY7-250" fmla="*/ 1026890 h 1892188"/>
              <a:gd name="connsiteX8-251" fmla="*/ 35521 w 1892189"/>
              <a:gd name="connsiteY8-252" fmla="*/ 865273 h 189218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1892189" h="1892188">
                <a:moveTo>
                  <a:pt x="35521" y="865273"/>
                </a:moveTo>
                <a:cubicBezTo>
                  <a:pt x="35521" y="865273"/>
                  <a:pt x="865299" y="35495"/>
                  <a:pt x="865299" y="35495"/>
                </a:cubicBezTo>
                <a:cubicBezTo>
                  <a:pt x="912643" y="-11849"/>
                  <a:pt x="979572" y="-11824"/>
                  <a:pt x="1026916" y="35520"/>
                </a:cubicBezTo>
                <a:cubicBezTo>
                  <a:pt x="1026916" y="35520"/>
                  <a:pt x="1856694" y="865298"/>
                  <a:pt x="1856694" y="865298"/>
                </a:cubicBezTo>
                <a:cubicBezTo>
                  <a:pt x="1904038" y="912642"/>
                  <a:pt x="1904013" y="979572"/>
                  <a:pt x="1856669" y="1026916"/>
                </a:cubicBezTo>
                <a:cubicBezTo>
                  <a:pt x="1856669" y="1026916"/>
                  <a:pt x="1026891" y="1856693"/>
                  <a:pt x="1026891" y="1856693"/>
                </a:cubicBezTo>
                <a:cubicBezTo>
                  <a:pt x="979547" y="1904037"/>
                  <a:pt x="912618" y="1904011"/>
                  <a:pt x="865274" y="1856668"/>
                </a:cubicBezTo>
                <a:cubicBezTo>
                  <a:pt x="865274" y="1856667"/>
                  <a:pt x="35496" y="1026889"/>
                  <a:pt x="35496" y="1026890"/>
                </a:cubicBezTo>
                <a:cubicBezTo>
                  <a:pt x="-11848" y="979545"/>
                  <a:pt x="-11823" y="912617"/>
                  <a:pt x="35521" y="865273"/>
                </a:cubicBezTo>
                <a:close/>
              </a:path>
            </a:pathLst>
          </a:custGeom>
          <a:solidFill>
            <a:schemeClr val="accent1">
              <a:alpha val="2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zh-CN" altLang="en-US">
              <a:sym typeface="+mn-ea"/>
            </a:endParaRPr>
          </a:p>
        </p:txBody>
      </p:sp>
      <p:sp>
        <p:nvSpPr>
          <p:cNvPr id="4" name="任意多边形: 形状 1397"/>
          <p:cNvSpPr/>
          <p:nvPr>
            <p:custDataLst>
              <p:tags r:id="rId6"/>
            </p:custDataLst>
          </p:nvPr>
        </p:nvSpPr>
        <p:spPr>
          <a:xfrm>
            <a:off x="1092835" y="5670550"/>
            <a:ext cx="395605" cy="395605"/>
          </a:xfrm>
          <a:custGeom>
            <a:avLst/>
            <a:gdLst>
              <a:gd name="connsiteX0" fmla="*/ 35521 w 1877718"/>
              <a:gd name="connsiteY0" fmla="*/ 850803 h 1863247"/>
              <a:gd name="connsiteX1" fmla="*/ 865299 w 1877718"/>
              <a:gd name="connsiteY1" fmla="*/ 21025 h 1863247"/>
              <a:gd name="connsiteX2" fmla="*/ 1026916 w 1877718"/>
              <a:gd name="connsiteY2" fmla="*/ 21050 h 1863247"/>
              <a:gd name="connsiteX3" fmla="*/ 1856694 w 1877718"/>
              <a:gd name="connsiteY3" fmla="*/ 850828 h 1863247"/>
              <a:gd name="connsiteX4" fmla="*/ 1856669 w 1877718"/>
              <a:gd name="connsiteY4" fmla="*/ 1012446 h 1863247"/>
              <a:gd name="connsiteX5" fmla="*/ 1026891 w 1877718"/>
              <a:gd name="connsiteY5" fmla="*/ 1842223 h 1863247"/>
              <a:gd name="connsiteX6" fmla="*/ 865274 w 1877718"/>
              <a:gd name="connsiteY6" fmla="*/ 1842198 h 1863247"/>
              <a:gd name="connsiteX7" fmla="*/ 35496 w 1877718"/>
              <a:gd name="connsiteY7" fmla="*/ 1012420 h 1863247"/>
              <a:gd name="connsiteX8" fmla="*/ 35521 w 1877718"/>
              <a:gd name="connsiteY8" fmla="*/ 850803 h 1863247"/>
              <a:gd name="connsiteX0-1" fmla="*/ 35521 w 1877718"/>
              <a:gd name="connsiteY0-2" fmla="*/ 850803 h 1863247"/>
              <a:gd name="connsiteX1-3" fmla="*/ 865299 w 1877718"/>
              <a:gd name="connsiteY1-4" fmla="*/ 21025 h 1863247"/>
              <a:gd name="connsiteX2-5" fmla="*/ 1026916 w 1877718"/>
              <a:gd name="connsiteY2-6" fmla="*/ 21050 h 1863247"/>
              <a:gd name="connsiteX3-7" fmla="*/ 1856694 w 1877718"/>
              <a:gd name="connsiteY3-8" fmla="*/ 850828 h 1863247"/>
              <a:gd name="connsiteX4-9" fmla="*/ 1856669 w 1877718"/>
              <a:gd name="connsiteY4-10" fmla="*/ 1012446 h 1863247"/>
              <a:gd name="connsiteX5-11" fmla="*/ 1026891 w 1877718"/>
              <a:gd name="connsiteY5-12" fmla="*/ 1842223 h 1863247"/>
              <a:gd name="connsiteX6-13" fmla="*/ 865274 w 1877718"/>
              <a:gd name="connsiteY6-14" fmla="*/ 1842198 h 1863247"/>
              <a:gd name="connsiteX7-15" fmla="*/ 35496 w 1877718"/>
              <a:gd name="connsiteY7-16" fmla="*/ 1012420 h 1863247"/>
              <a:gd name="connsiteX8-17" fmla="*/ 35521 w 1877718"/>
              <a:gd name="connsiteY8-18" fmla="*/ 850803 h 1863247"/>
              <a:gd name="connsiteX0-19" fmla="*/ 35521 w 1877718"/>
              <a:gd name="connsiteY0-20" fmla="*/ 850813 h 1863257"/>
              <a:gd name="connsiteX1-21" fmla="*/ 865299 w 1877718"/>
              <a:gd name="connsiteY1-22" fmla="*/ 21035 h 1863257"/>
              <a:gd name="connsiteX2-23" fmla="*/ 1026916 w 1877718"/>
              <a:gd name="connsiteY2-24" fmla="*/ 21060 h 1863257"/>
              <a:gd name="connsiteX3-25" fmla="*/ 1856694 w 1877718"/>
              <a:gd name="connsiteY3-26" fmla="*/ 850838 h 1863257"/>
              <a:gd name="connsiteX4-27" fmla="*/ 1856669 w 1877718"/>
              <a:gd name="connsiteY4-28" fmla="*/ 1012456 h 1863257"/>
              <a:gd name="connsiteX5-29" fmla="*/ 1026891 w 1877718"/>
              <a:gd name="connsiteY5-30" fmla="*/ 1842233 h 1863257"/>
              <a:gd name="connsiteX6-31" fmla="*/ 865274 w 1877718"/>
              <a:gd name="connsiteY6-32" fmla="*/ 1842208 h 1863257"/>
              <a:gd name="connsiteX7-33" fmla="*/ 35496 w 1877718"/>
              <a:gd name="connsiteY7-34" fmla="*/ 1012430 h 1863257"/>
              <a:gd name="connsiteX8-35" fmla="*/ 35521 w 1877718"/>
              <a:gd name="connsiteY8-36" fmla="*/ 850813 h 1863257"/>
              <a:gd name="connsiteX0-37" fmla="*/ 35521 w 1877718"/>
              <a:gd name="connsiteY0-38" fmla="*/ 865273 h 1877717"/>
              <a:gd name="connsiteX1-39" fmla="*/ 865299 w 1877718"/>
              <a:gd name="connsiteY1-40" fmla="*/ 35495 h 1877717"/>
              <a:gd name="connsiteX2-41" fmla="*/ 1026916 w 1877718"/>
              <a:gd name="connsiteY2-42" fmla="*/ 35520 h 1877717"/>
              <a:gd name="connsiteX3-43" fmla="*/ 1856694 w 1877718"/>
              <a:gd name="connsiteY3-44" fmla="*/ 865298 h 1877717"/>
              <a:gd name="connsiteX4-45" fmla="*/ 1856669 w 1877718"/>
              <a:gd name="connsiteY4-46" fmla="*/ 1026916 h 1877717"/>
              <a:gd name="connsiteX5-47" fmla="*/ 1026891 w 1877718"/>
              <a:gd name="connsiteY5-48" fmla="*/ 1856693 h 1877717"/>
              <a:gd name="connsiteX6-49" fmla="*/ 865274 w 1877718"/>
              <a:gd name="connsiteY6-50" fmla="*/ 1856668 h 1877717"/>
              <a:gd name="connsiteX7-51" fmla="*/ 35496 w 1877718"/>
              <a:gd name="connsiteY7-52" fmla="*/ 1026890 h 1877717"/>
              <a:gd name="connsiteX8-53" fmla="*/ 35521 w 1877718"/>
              <a:gd name="connsiteY8-54" fmla="*/ 865273 h 1877717"/>
              <a:gd name="connsiteX0-55" fmla="*/ 35521 w 1877718"/>
              <a:gd name="connsiteY0-56" fmla="*/ 865273 h 1877717"/>
              <a:gd name="connsiteX1-57" fmla="*/ 865299 w 1877718"/>
              <a:gd name="connsiteY1-58" fmla="*/ 35495 h 1877717"/>
              <a:gd name="connsiteX2-59" fmla="*/ 1026916 w 1877718"/>
              <a:gd name="connsiteY2-60" fmla="*/ 35520 h 1877717"/>
              <a:gd name="connsiteX3-61" fmla="*/ 1856694 w 1877718"/>
              <a:gd name="connsiteY3-62" fmla="*/ 865298 h 1877717"/>
              <a:gd name="connsiteX4-63" fmla="*/ 1856669 w 1877718"/>
              <a:gd name="connsiteY4-64" fmla="*/ 1026916 h 1877717"/>
              <a:gd name="connsiteX5-65" fmla="*/ 1026891 w 1877718"/>
              <a:gd name="connsiteY5-66" fmla="*/ 1856693 h 1877717"/>
              <a:gd name="connsiteX6-67" fmla="*/ 865274 w 1877718"/>
              <a:gd name="connsiteY6-68" fmla="*/ 1856668 h 1877717"/>
              <a:gd name="connsiteX7-69" fmla="*/ 35496 w 1877718"/>
              <a:gd name="connsiteY7-70" fmla="*/ 1026890 h 1877717"/>
              <a:gd name="connsiteX8-71" fmla="*/ 35521 w 1877718"/>
              <a:gd name="connsiteY8-72" fmla="*/ 865273 h 1877717"/>
              <a:gd name="connsiteX0-73" fmla="*/ 35521 w 1877718"/>
              <a:gd name="connsiteY0-74" fmla="*/ 865273 h 1877717"/>
              <a:gd name="connsiteX1-75" fmla="*/ 865299 w 1877718"/>
              <a:gd name="connsiteY1-76" fmla="*/ 35495 h 1877717"/>
              <a:gd name="connsiteX2-77" fmla="*/ 1026916 w 1877718"/>
              <a:gd name="connsiteY2-78" fmla="*/ 35520 h 1877717"/>
              <a:gd name="connsiteX3-79" fmla="*/ 1856694 w 1877718"/>
              <a:gd name="connsiteY3-80" fmla="*/ 865298 h 1877717"/>
              <a:gd name="connsiteX4-81" fmla="*/ 1856669 w 1877718"/>
              <a:gd name="connsiteY4-82" fmla="*/ 1026916 h 1877717"/>
              <a:gd name="connsiteX5-83" fmla="*/ 1026891 w 1877718"/>
              <a:gd name="connsiteY5-84" fmla="*/ 1856693 h 1877717"/>
              <a:gd name="connsiteX6-85" fmla="*/ 865274 w 1877718"/>
              <a:gd name="connsiteY6-86" fmla="*/ 1856668 h 1877717"/>
              <a:gd name="connsiteX7-87" fmla="*/ 35496 w 1877718"/>
              <a:gd name="connsiteY7-88" fmla="*/ 1026890 h 1877717"/>
              <a:gd name="connsiteX8-89" fmla="*/ 35521 w 1877718"/>
              <a:gd name="connsiteY8-90" fmla="*/ 865273 h 1877717"/>
              <a:gd name="connsiteX0-91" fmla="*/ 35521 w 1877729"/>
              <a:gd name="connsiteY0-92" fmla="*/ 865273 h 1877717"/>
              <a:gd name="connsiteX1-93" fmla="*/ 865299 w 1877729"/>
              <a:gd name="connsiteY1-94" fmla="*/ 35495 h 1877717"/>
              <a:gd name="connsiteX2-95" fmla="*/ 1026916 w 1877729"/>
              <a:gd name="connsiteY2-96" fmla="*/ 35520 h 1877717"/>
              <a:gd name="connsiteX3-97" fmla="*/ 1856694 w 1877729"/>
              <a:gd name="connsiteY3-98" fmla="*/ 865298 h 1877717"/>
              <a:gd name="connsiteX4-99" fmla="*/ 1856669 w 1877729"/>
              <a:gd name="connsiteY4-100" fmla="*/ 1026916 h 1877717"/>
              <a:gd name="connsiteX5-101" fmla="*/ 1026891 w 1877729"/>
              <a:gd name="connsiteY5-102" fmla="*/ 1856693 h 1877717"/>
              <a:gd name="connsiteX6-103" fmla="*/ 865274 w 1877729"/>
              <a:gd name="connsiteY6-104" fmla="*/ 1856668 h 1877717"/>
              <a:gd name="connsiteX7-105" fmla="*/ 35496 w 1877729"/>
              <a:gd name="connsiteY7-106" fmla="*/ 1026890 h 1877717"/>
              <a:gd name="connsiteX8-107" fmla="*/ 35521 w 1877729"/>
              <a:gd name="connsiteY8-108" fmla="*/ 865273 h 1877717"/>
              <a:gd name="connsiteX0-109" fmla="*/ 35521 w 1892189"/>
              <a:gd name="connsiteY0-110" fmla="*/ 865273 h 1877717"/>
              <a:gd name="connsiteX1-111" fmla="*/ 865299 w 1892189"/>
              <a:gd name="connsiteY1-112" fmla="*/ 35495 h 1877717"/>
              <a:gd name="connsiteX2-113" fmla="*/ 1026916 w 1892189"/>
              <a:gd name="connsiteY2-114" fmla="*/ 35520 h 1877717"/>
              <a:gd name="connsiteX3-115" fmla="*/ 1856694 w 1892189"/>
              <a:gd name="connsiteY3-116" fmla="*/ 865298 h 1877717"/>
              <a:gd name="connsiteX4-117" fmla="*/ 1856669 w 1892189"/>
              <a:gd name="connsiteY4-118" fmla="*/ 1026916 h 1877717"/>
              <a:gd name="connsiteX5-119" fmla="*/ 1026891 w 1892189"/>
              <a:gd name="connsiteY5-120" fmla="*/ 1856693 h 1877717"/>
              <a:gd name="connsiteX6-121" fmla="*/ 865274 w 1892189"/>
              <a:gd name="connsiteY6-122" fmla="*/ 1856668 h 1877717"/>
              <a:gd name="connsiteX7-123" fmla="*/ 35496 w 1892189"/>
              <a:gd name="connsiteY7-124" fmla="*/ 1026890 h 1877717"/>
              <a:gd name="connsiteX8-125" fmla="*/ 35521 w 1892189"/>
              <a:gd name="connsiteY8-126" fmla="*/ 865273 h 1877717"/>
              <a:gd name="connsiteX0-127" fmla="*/ 35521 w 1892189"/>
              <a:gd name="connsiteY0-128" fmla="*/ 865273 h 1877717"/>
              <a:gd name="connsiteX1-129" fmla="*/ 865299 w 1892189"/>
              <a:gd name="connsiteY1-130" fmla="*/ 35495 h 1877717"/>
              <a:gd name="connsiteX2-131" fmla="*/ 1026916 w 1892189"/>
              <a:gd name="connsiteY2-132" fmla="*/ 35520 h 1877717"/>
              <a:gd name="connsiteX3-133" fmla="*/ 1856694 w 1892189"/>
              <a:gd name="connsiteY3-134" fmla="*/ 865298 h 1877717"/>
              <a:gd name="connsiteX4-135" fmla="*/ 1856669 w 1892189"/>
              <a:gd name="connsiteY4-136" fmla="*/ 1026916 h 1877717"/>
              <a:gd name="connsiteX5-137" fmla="*/ 1026891 w 1892189"/>
              <a:gd name="connsiteY5-138" fmla="*/ 1856693 h 1877717"/>
              <a:gd name="connsiteX6-139" fmla="*/ 865274 w 1892189"/>
              <a:gd name="connsiteY6-140" fmla="*/ 1856668 h 1877717"/>
              <a:gd name="connsiteX7-141" fmla="*/ 35496 w 1892189"/>
              <a:gd name="connsiteY7-142" fmla="*/ 1026890 h 1877717"/>
              <a:gd name="connsiteX8-143" fmla="*/ 35521 w 1892189"/>
              <a:gd name="connsiteY8-144" fmla="*/ 865273 h 1877717"/>
              <a:gd name="connsiteX0-145" fmla="*/ 35521 w 1892189"/>
              <a:gd name="connsiteY0-146" fmla="*/ 865273 h 1877717"/>
              <a:gd name="connsiteX1-147" fmla="*/ 865299 w 1892189"/>
              <a:gd name="connsiteY1-148" fmla="*/ 35495 h 1877717"/>
              <a:gd name="connsiteX2-149" fmla="*/ 1026916 w 1892189"/>
              <a:gd name="connsiteY2-150" fmla="*/ 35520 h 1877717"/>
              <a:gd name="connsiteX3-151" fmla="*/ 1856694 w 1892189"/>
              <a:gd name="connsiteY3-152" fmla="*/ 865298 h 1877717"/>
              <a:gd name="connsiteX4-153" fmla="*/ 1856669 w 1892189"/>
              <a:gd name="connsiteY4-154" fmla="*/ 1026916 h 1877717"/>
              <a:gd name="connsiteX5-155" fmla="*/ 1026891 w 1892189"/>
              <a:gd name="connsiteY5-156" fmla="*/ 1856693 h 1877717"/>
              <a:gd name="connsiteX6-157" fmla="*/ 865274 w 1892189"/>
              <a:gd name="connsiteY6-158" fmla="*/ 1856668 h 1877717"/>
              <a:gd name="connsiteX7-159" fmla="*/ 35496 w 1892189"/>
              <a:gd name="connsiteY7-160" fmla="*/ 1026890 h 1877717"/>
              <a:gd name="connsiteX8-161" fmla="*/ 35521 w 1892189"/>
              <a:gd name="connsiteY8-162" fmla="*/ 865273 h 1877717"/>
              <a:gd name="connsiteX0-163" fmla="*/ 35521 w 1892189"/>
              <a:gd name="connsiteY0-164" fmla="*/ 865273 h 1877728"/>
              <a:gd name="connsiteX1-165" fmla="*/ 865299 w 1892189"/>
              <a:gd name="connsiteY1-166" fmla="*/ 35495 h 1877728"/>
              <a:gd name="connsiteX2-167" fmla="*/ 1026916 w 1892189"/>
              <a:gd name="connsiteY2-168" fmla="*/ 35520 h 1877728"/>
              <a:gd name="connsiteX3-169" fmla="*/ 1856694 w 1892189"/>
              <a:gd name="connsiteY3-170" fmla="*/ 865298 h 1877728"/>
              <a:gd name="connsiteX4-171" fmla="*/ 1856669 w 1892189"/>
              <a:gd name="connsiteY4-172" fmla="*/ 1026916 h 1877728"/>
              <a:gd name="connsiteX5-173" fmla="*/ 1026891 w 1892189"/>
              <a:gd name="connsiteY5-174" fmla="*/ 1856693 h 1877728"/>
              <a:gd name="connsiteX6-175" fmla="*/ 865274 w 1892189"/>
              <a:gd name="connsiteY6-176" fmla="*/ 1856668 h 1877728"/>
              <a:gd name="connsiteX7-177" fmla="*/ 35496 w 1892189"/>
              <a:gd name="connsiteY7-178" fmla="*/ 1026890 h 1877728"/>
              <a:gd name="connsiteX8-179" fmla="*/ 35521 w 1892189"/>
              <a:gd name="connsiteY8-180" fmla="*/ 865273 h 1877728"/>
              <a:gd name="connsiteX0-181" fmla="*/ 35521 w 1892189"/>
              <a:gd name="connsiteY0-182" fmla="*/ 865273 h 1892188"/>
              <a:gd name="connsiteX1-183" fmla="*/ 865299 w 1892189"/>
              <a:gd name="connsiteY1-184" fmla="*/ 35495 h 1892188"/>
              <a:gd name="connsiteX2-185" fmla="*/ 1026916 w 1892189"/>
              <a:gd name="connsiteY2-186" fmla="*/ 35520 h 1892188"/>
              <a:gd name="connsiteX3-187" fmla="*/ 1856694 w 1892189"/>
              <a:gd name="connsiteY3-188" fmla="*/ 865298 h 1892188"/>
              <a:gd name="connsiteX4-189" fmla="*/ 1856669 w 1892189"/>
              <a:gd name="connsiteY4-190" fmla="*/ 1026916 h 1892188"/>
              <a:gd name="connsiteX5-191" fmla="*/ 1026891 w 1892189"/>
              <a:gd name="connsiteY5-192" fmla="*/ 1856693 h 1892188"/>
              <a:gd name="connsiteX6-193" fmla="*/ 865274 w 1892189"/>
              <a:gd name="connsiteY6-194" fmla="*/ 1856668 h 1892188"/>
              <a:gd name="connsiteX7-195" fmla="*/ 35496 w 1892189"/>
              <a:gd name="connsiteY7-196" fmla="*/ 1026890 h 1892188"/>
              <a:gd name="connsiteX8-197" fmla="*/ 35521 w 1892189"/>
              <a:gd name="connsiteY8-198" fmla="*/ 865273 h 1892188"/>
              <a:gd name="connsiteX0-199" fmla="*/ 35521 w 1892189"/>
              <a:gd name="connsiteY0-200" fmla="*/ 865273 h 1892188"/>
              <a:gd name="connsiteX1-201" fmla="*/ 865299 w 1892189"/>
              <a:gd name="connsiteY1-202" fmla="*/ 35495 h 1892188"/>
              <a:gd name="connsiteX2-203" fmla="*/ 1026916 w 1892189"/>
              <a:gd name="connsiteY2-204" fmla="*/ 35520 h 1892188"/>
              <a:gd name="connsiteX3-205" fmla="*/ 1856694 w 1892189"/>
              <a:gd name="connsiteY3-206" fmla="*/ 865298 h 1892188"/>
              <a:gd name="connsiteX4-207" fmla="*/ 1856669 w 1892189"/>
              <a:gd name="connsiteY4-208" fmla="*/ 1026916 h 1892188"/>
              <a:gd name="connsiteX5-209" fmla="*/ 1026891 w 1892189"/>
              <a:gd name="connsiteY5-210" fmla="*/ 1856693 h 1892188"/>
              <a:gd name="connsiteX6-211" fmla="*/ 865274 w 1892189"/>
              <a:gd name="connsiteY6-212" fmla="*/ 1856668 h 1892188"/>
              <a:gd name="connsiteX7-213" fmla="*/ 35496 w 1892189"/>
              <a:gd name="connsiteY7-214" fmla="*/ 1026890 h 1892188"/>
              <a:gd name="connsiteX8-215" fmla="*/ 35521 w 1892189"/>
              <a:gd name="connsiteY8-216" fmla="*/ 865273 h 1892188"/>
              <a:gd name="connsiteX0-217" fmla="*/ 35521 w 1892189"/>
              <a:gd name="connsiteY0-218" fmla="*/ 865273 h 1892188"/>
              <a:gd name="connsiteX1-219" fmla="*/ 865299 w 1892189"/>
              <a:gd name="connsiteY1-220" fmla="*/ 35495 h 1892188"/>
              <a:gd name="connsiteX2-221" fmla="*/ 1026916 w 1892189"/>
              <a:gd name="connsiteY2-222" fmla="*/ 35520 h 1892188"/>
              <a:gd name="connsiteX3-223" fmla="*/ 1856694 w 1892189"/>
              <a:gd name="connsiteY3-224" fmla="*/ 865298 h 1892188"/>
              <a:gd name="connsiteX4-225" fmla="*/ 1856669 w 1892189"/>
              <a:gd name="connsiteY4-226" fmla="*/ 1026916 h 1892188"/>
              <a:gd name="connsiteX5-227" fmla="*/ 1026891 w 1892189"/>
              <a:gd name="connsiteY5-228" fmla="*/ 1856693 h 1892188"/>
              <a:gd name="connsiteX6-229" fmla="*/ 865274 w 1892189"/>
              <a:gd name="connsiteY6-230" fmla="*/ 1856668 h 1892188"/>
              <a:gd name="connsiteX7-231" fmla="*/ 35496 w 1892189"/>
              <a:gd name="connsiteY7-232" fmla="*/ 1026890 h 1892188"/>
              <a:gd name="connsiteX8-233" fmla="*/ 35521 w 1892189"/>
              <a:gd name="connsiteY8-234" fmla="*/ 865273 h 1892188"/>
              <a:gd name="connsiteX0-235" fmla="*/ 35521 w 1892189"/>
              <a:gd name="connsiteY0-236" fmla="*/ 865273 h 1892188"/>
              <a:gd name="connsiteX1-237" fmla="*/ 865299 w 1892189"/>
              <a:gd name="connsiteY1-238" fmla="*/ 35495 h 1892188"/>
              <a:gd name="connsiteX2-239" fmla="*/ 1026916 w 1892189"/>
              <a:gd name="connsiteY2-240" fmla="*/ 35520 h 1892188"/>
              <a:gd name="connsiteX3-241" fmla="*/ 1856694 w 1892189"/>
              <a:gd name="connsiteY3-242" fmla="*/ 865298 h 1892188"/>
              <a:gd name="connsiteX4-243" fmla="*/ 1856669 w 1892189"/>
              <a:gd name="connsiteY4-244" fmla="*/ 1026916 h 1892188"/>
              <a:gd name="connsiteX5-245" fmla="*/ 1026891 w 1892189"/>
              <a:gd name="connsiteY5-246" fmla="*/ 1856693 h 1892188"/>
              <a:gd name="connsiteX6-247" fmla="*/ 865274 w 1892189"/>
              <a:gd name="connsiteY6-248" fmla="*/ 1856668 h 1892188"/>
              <a:gd name="connsiteX7-249" fmla="*/ 35496 w 1892189"/>
              <a:gd name="connsiteY7-250" fmla="*/ 1026890 h 1892188"/>
              <a:gd name="connsiteX8-251" fmla="*/ 35521 w 1892189"/>
              <a:gd name="connsiteY8-252" fmla="*/ 865273 h 189218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1892189" h="1892188">
                <a:moveTo>
                  <a:pt x="35521" y="865273"/>
                </a:moveTo>
                <a:cubicBezTo>
                  <a:pt x="35521" y="865273"/>
                  <a:pt x="865299" y="35495"/>
                  <a:pt x="865299" y="35495"/>
                </a:cubicBezTo>
                <a:cubicBezTo>
                  <a:pt x="912643" y="-11849"/>
                  <a:pt x="979572" y="-11824"/>
                  <a:pt x="1026916" y="35520"/>
                </a:cubicBezTo>
                <a:cubicBezTo>
                  <a:pt x="1026916" y="35520"/>
                  <a:pt x="1856694" y="865298"/>
                  <a:pt x="1856694" y="865298"/>
                </a:cubicBezTo>
                <a:cubicBezTo>
                  <a:pt x="1904038" y="912642"/>
                  <a:pt x="1904013" y="979572"/>
                  <a:pt x="1856669" y="1026916"/>
                </a:cubicBezTo>
                <a:cubicBezTo>
                  <a:pt x="1856669" y="1026916"/>
                  <a:pt x="1026891" y="1856693"/>
                  <a:pt x="1026891" y="1856693"/>
                </a:cubicBezTo>
                <a:cubicBezTo>
                  <a:pt x="979547" y="1904037"/>
                  <a:pt x="912618" y="1904011"/>
                  <a:pt x="865274" y="1856668"/>
                </a:cubicBezTo>
                <a:cubicBezTo>
                  <a:pt x="865274" y="1856667"/>
                  <a:pt x="35496" y="1026889"/>
                  <a:pt x="35496" y="1026890"/>
                </a:cubicBezTo>
                <a:cubicBezTo>
                  <a:pt x="-11848" y="979545"/>
                  <a:pt x="-11823" y="912617"/>
                  <a:pt x="35521" y="865273"/>
                </a:cubicBezTo>
                <a:close/>
              </a:path>
            </a:pathLst>
          </a:custGeom>
          <a:solidFill>
            <a:schemeClr val="accent1">
              <a:lumMod val="40000"/>
              <a:lumOff val="60000"/>
              <a:alpha val="26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zh-CN" altLang="en-US">
              <a:sym typeface="+mn-ea"/>
            </a:endParaRPr>
          </a:p>
        </p:txBody>
      </p:sp>
      <p:cxnSp>
        <p:nvCxnSpPr>
          <p:cNvPr id="73" name="直接连接符 72"/>
          <p:cNvCxnSpPr/>
          <p:nvPr>
            <p:custDataLst>
              <p:tags r:id="rId7"/>
            </p:custDataLst>
          </p:nvPr>
        </p:nvCxnSpPr>
        <p:spPr>
          <a:xfrm>
            <a:off x="608965" y="1818640"/>
            <a:ext cx="3843655" cy="0"/>
          </a:xfrm>
          <a:prstGeom prst="line">
            <a:avLst/>
          </a:prstGeom>
          <a:ln w="9525" cap="rnd">
            <a:solidFill>
              <a:schemeClr val="accent1">
                <a:alpha val="35000"/>
              </a:schemeClr>
            </a:solidFill>
            <a:round/>
          </a:ln>
        </p:spPr>
        <p:style>
          <a:lnRef idx="3">
            <a:schemeClr val="accent1"/>
          </a:lnRef>
          <a:fillRef idx="0">
            <a:srgbClr val="FFFFFF"/>
          </a:fillRef>
          <a:effectRef idx="0">
            <a:srgbClr val="FFFFFF"/>
          </a:effectRef>
          <a:fontRef idx="minor">
            <a:schemeClr val="tx1"/>
          </a:fontRef>
        </p:style>
      </p:cxnSp>
      <p:cxnSp>
        <p:nvCxnSpPr>
          <p:cNvPr id="74" name="直接连接符 73"/>
          <p:cNvCxnSpPr/>
          <p:nvPr>
            <p:custDataLst>
              <p:tags r:id="rId8"/>
            </p:custDataLst>
          </p:nvPr>
        </p:nvCxnSpPr>
        <p:spPr>
          <a:xfrm>
            <a:off x="2518410" y="1924685"/>
            <a:ext cx="7999095" cy="6350"/>
          </a:xfrm>
          <a:prstGeom prst="line">
            <a:avLst/>
          </a:prstGeom>
          <a:ln w="9525" cap="rnd">
            <a:solidFill>
              <a:schemeClr val="accent1">
                <a:alpha val="35000"/>
              </a:schemeClr>
            </a:solidFill>
            <a:round/>
          </a:ln>
        </p:spPr>
        <p:style>
          <a:lnRef idx="2">
            <a:schemeClr val="accent1"/>
          </a:lnRef>
          <a:fillRef idx="0">
            <a:srgbClr val="FFFFFF"/>
          </a:fillRef>
          <a:effectRef idx="0">
            <a:srgbClr val="FFFFFF"/>
          </a:effectRef>
          <a:fontRef idx="minor">
            <a:schemeClr val="tx1"/>
          </a:fontRef>
        </p:style>
      </p:cxnSp>
      <p:sp>
        <p:nvSpPr>
          <p:cNvPr id="5" name="任意多边形: 形状 1397"/>
          <p:cNvSpPr/>
          <p:nvPr>
            <p:custDataLst>
              <p:tags r:id="rId9"/>
            </p:custDataLst>
          </p:nvPr>
        </p:nvSpPr>
        <p:spPr>
          <a:xfrm>
            <a:off x="10650855" y="1641475"/>
            <a:ext cx="631190" cy="631190"/>
          </a:xfrm>
          <a:custGeom>
            <a:avLst/>
            <a:gdLst>
              <a:gd name="connsiteX0" fmla="*/ 35521 w 1877718"/>
              <a:gd name="connsiteY0" fmla="*/ 850803 h 1863247"/>
              <a:gd name="connsiteX1" fmla="*/ 865299 w 1877718"/>
              <a:gd name="connsiteY1" fmla="*/ 21025 h 1863247"/>
              <a:gd name="connsiteX2" fmla="*/ 1026916 w 1877718"/>
              <a:gd name="connsiteY2" fmla="*/ 21050 h 1863247"/>
              <a:gd name="connsiteX3" fmla="*/ 1856694 w 1877718"/>
              <a:gd name="connsiteY3" fmla="*/ 850828 h 1863247"/>
              <a:gd name="connsiteX4" fmla="*/ 1856669 w 1877718"/>
              <a:gd name="connsiteY4" fmla="*/ 1012446 h 1863247"/>
              <a:gd name="connsiteX5" fmla="*/ 1026891 w 1877718"/>
              <a:gd name="connsiteY5" fmla="*/ 1842223 h 1863247"/>
              <a:gd name="connsiteX6" fmla="*/ 865274 w 1877718"/>
              <a:gd name="connsiteY6" fmla="*/ 1842198 h 1863247"/>
              <a:gd name="connsiteX7" fmla="*/ 35496 w 1877718"/>
              <a:gd name="connsiteY7" fmla="*/ 1012420 h 1863247"/>
              <a:gd name="connsiteX8" fmla="*/ 35521 w 1877718"/>
              <a:gd name="connsiteY8" fmla="*/ 850803 h 1863247"/>
              <a:gd name="connsiteX0-1" fmla="*/ 35521 w 1877718"/>
              <a:gd name="connsiteY0-2" fmla="*/ 850803 h 1863247"/>
              <a:gd name="connsiteX1-3" fmla="*/ 865299 w 1877718"/>
              <a:gd name="connsiteY1-4" fmla="*/ 21025 h 1863247"/>
              <a:gd name="connsiteX2-5" fmla="*/ 1026916 w 1877718"/>
              <a:gd name="connsiteY2-6" fmla="*/ 21050 h 1863247"/>
              <a:gd name="connsiteX3-7" fmla="*/ 1856694 w 1877718"/>
              <a:gd name="connsiteY3-8" fmla="*/ 850828 h 1863247"/>
              <a:gd name="connsiteX4-9" fmla="*/ 1856669 w 1877718"/>
              <a:gd name="connsiteY4-10" fmla="*/ 1012446 h 1863247"/>
              <a:gd name="connsiteX5-11" fmla="*/ 1026891 w 1877718"/>
              <a:gd name="connsiteY5-12" fmla="*/ 1842223 h 1863247"/>
              <a:gd name="connsiteX6-13" fmla="*/ 865274 w 1877718"/>
              <a:gd name="connsiteY6-14" fmla="*/ 1842198 h 1863247"/>
              <a:gd name="connsiteX7-15" fmla="*/ 35496 w 1877718"/>
              <a:gd name="connsiteY7-16" fmla="*/ 1012420 h 1863247"/>
              <a:gd name="connsiteX8-17" fmla="*/ 35521 w 1877718"/>
              <a:gd name="connsiteY8-18" fmla="*/ 850803 h 1863247"/>
              <a:gd name="connsiteX0-19" fmla="*/ 35521 w 1877718"/>
              <a:gd name="connsiteY0-20" fmla="*/ 850813 h 1863257"/>
              <a:gd name="connsiteX1-21" fmla="*/ 865299 w 1877718"/>
              <a:gd name="connsiteY1-22" fmla="*/ 21035 h 1863257"/>
              <a:gd name="connsiteX2-23" fmla="*/ 1026916 w 1877718"/>
              <a:gd name="connsiteY2-24" fmla="*/ 21060 h 1863257"/>
              <a:gd name="connsiteX3-25" fmla="*/ 1856694 w 1877718"/>
              <a:gd name="connsiteY3-26" fmla="*/ 850838 h 1863257"/>
              <a:gd name="connsiteX4-27" fmla="*/ 1856669 w 1877718"/>
              <a:gd name="connsiteY4-28" fmla="*/ 1012456 h 1863257"/>
              <a:gd name="connsiteX5-29" fmla="*/ 1026891 w 1877718"/>
              <a:gd name="connsiteY5-30" fmla="*/ 1842233 h 1863257"/>
              <a:gd name="connsiteX6-31" fmla="*/ 865274 w 1877718"/>
              <a:gd name="connsiteY6-32" fmla="*/ 1842208 h 1863257"/>
              <a:gd name="connsiteX7-33" fmla="*/ 35496 w 1877718"/>
              <a:gd name="connsiteY7-34" fmla="*/ 1012430 h 1863257"/>
              <a:gd name="connsiteX8-35" fmla="*/ 35521 w 1877718"/>
              <a:gd name="connsiteY8-36" fmla="*/ 850813 h 1863257"/>
              <a:gd name="connsiteX0-37" fmla="*/ 35521 w 1877718"/>
              <a:gd name="connsiteY0-38" fmla="*/ 865273 h 1877717"/>
              <a:gd name="connsiteX1-39" fmla="*/ 865299 w 1877718"/>
              <a:gd name="connsiteY1-40" fmla="*/ 35495 h 1877717"/>
              <a:gd name="connsiteX2-41" fmla="*/ 1026916 w 1877718"/>
              <a:gd name="connsiteY2-42" fmla="*/ 35520 h 1877717"/>
              <a:gd name="connsiteX3-43" fmla="*/ 1856694 w 1877718"/>
              <a:gd name="connsiteY3-44" fmla="*/ 865298 h 1877717"/>
              <a:gd name="connsiteX4-45" fmla="*/ 1856669 w 1877718"/>
              <a:gd name="connsiteY4-46" fmla="*/ 1026916 h 1877717"/>
              <a:gd name="connsiteX5-47" fmla="*/ 1026891 w 1877718"/>
              <a:gd name="connsiteY5-48" fmla="*/ 1856693 h 1877717"/>
              <a:gd name="connsiteX6-49" fmla="*/ 865274 w 1877718"/>
              <a:gd name="connsiteY6-50" fmla="*/ 1856668 h 1877717"/>
              <a:gd name="connsiteX7-51" fmla="*/ 35496 w 1877718"/>
              <a:gd name="connsiteY7-52" fmla="*/ 1026890 h 1877717"/>
              <a:gd name="connsiteX8-53" fmla="*/ 35521 w 1877718"/>
              <a:gd name="connsiteY8-54" fmla="*/ 865273 h 1877717"/>
              <a:gd name="connsiteX0-55" fmla="*/ 35521 w 1877718"/>
              <a:gd name="connsiteY0-56" fmla="*/ 865273 h 1877717"/>
              <a:gd name="connsiteX1-57" fmla="*/ 865299 w 1877718"/>
              <a:gd name="connsiteY1-58" fmla="*/ 35495 h 1877717"/>
              <a:gd name="connsiteX2-59" fmla="*/ 1026916 w 1877718"/>
              <a:gd name="connsiteY2-60" fmla="*/ 35520 h 1877717"/>
              <a:gd name="connsiteX3-61" fmla="*/ 1856694 w 1877718"/>
              <a:gd name="connsiteY3-62" fmla="*/ 865298 h 1877717"/>
              <a:gd name="connsiteX4-63" fmla="*/ 1856669 w 1877718"/>
              <a:gd name="connsiteY4-64" fmla="*/ 1026916 h 1877717"/>
              <a:gd name="connsiteX5-65" fmla="*/ 1026891 w 1877718"/>
              <a:gd name="connsiteY5-66" fmla="*/ 1856693 h 1877717"/>
              <a:gd name="connsiteX6-67" fmla="*/ 865274 w 1877718"/>
              <a:gd name="connsiteY6-68" fmla="*/ 1856668 h 1877717"/>
              <a:gd name="connsiteX7-69" fmla="*/ 35496 w 1877718"/>
              <a:gd name="connsiteY7-70" fmla="*/ 1026890 h 1877717"/>
              <a:gd name="connsiteX8-71" fmla="*/ 35521 w 1877718"/>
              <a:gd name="connsiteY8-72" fmla="*/ 865273 h 1877717"/>
              <a:gd name="connsiteX0-73" fmla="*/ 35521 w 1877718"/>
              <a:gd name="connsiteY0-74" fmla="*/ 865273 h 1877717"/>
              <a:gd name="connsiteX1-75" fmla="*/ 865299 w 1877718"/>
              <a:gd name="connsiteY1-76" fmla="*/ 35495 h 1877717"/>
              <a:gd name="connsiteX2-77" fmla="*/ 1026916 w 1877718"/>
              <a:gd name="connsiteY2-78" fmla="*/ 35520 h 1877717"/>
              <a:gd name="connsiteX3-79" fmla="*/ 1856694 w 1877718"/>
              <a:gd name="connsiteY3-80" fmla="*/ 865298 h 1877717"/>
              <a:gd name="connsiteX4-81" fmla="*/ 1856669 w 1877718"/>
              <a:gd name="connsiteY4-82" fmla="*/ 1026916 h 1877717"/>
              <a:gd name="connsiteX5-83" fmla="*/ 1026891 w 1877718"/>
              <a:gd name="connsiteY5-84" fmla="*/ 1856693 h 1877717"/>
              <a:gd name="connsiteX6-85" fmla="*/ 865274 w 1877718"/>
              <a:gd name="connsiteY6-86" fmla="*/ 1856668 h 1877717"/>
              <a:gd name="connsiteX7-87" fmla="*/ 35496 w 1877718"/>
              <a:gd name="connsiteY7-88" fmla="*/ 1026890 h 1877717"/>
              <a:gd name="connsiteX8-89" fmla="*/ 35521 w 1877718"/>
              <a:gd name="connsiteY8-90" fmla="*/ 865273 h 1877717"/>
              <a:gd name="connsiteX0-91" fmla="*/ 35521 w 1877729"/>
              <a:gd name="connsiteY0-92" fmla="*/ 865273 h 1877717"/>
              <a:gd name="connsiteX1-93" fmla="*/ 865299 w 1877729"/>
              <a:gd name="connsiteY1-94" fmla="*/ 35495 h 1877717"/>
              <a:gd name="connsiteX2-95" fmla="*/ 1026916 w 1877729"/>
              <a:gd name="connsiteY2-96" fmla="*/ 35520 h 1877717"/>
              <a:gd name="connsiteX3-97" fmla="*/ 1856694 w 1877729"/>
              <a:gd name="connsiteY3-98" fmla="*/ 865298 h 1877717"/>
              <a:gd name="connsiteX4-99" fmla="*/ 1856669 w 1877729"/>
              <a:gd name="connsiteY4-100" fmla="*/ 1026916 h 1877717"/>
              <a:gd name="connsiteX5-101" fmla="*/ 1026891 w 1877729"/>
              <a:gd name="connsiteY5-102" fmla="*/ 1856693 h 1877717"/>
              <a:gd name="connsiteX6-103" fmla="*/ 865274 w 1877729"/>
              <a:gd name="connsiteY6-104" fmla="*/ 1856668 h 1877717"/>
              <a:gd name="connsiteX7-105" fmla="*/ 35496 w 1877729"/>
              <a:gd name="connsiteY7-106" fmla="*/ 1026890 h 1877717"/>
              <a:gd name="connsiteX8-107" fmla="*/ 35521 w 1877729"/>
              <a:gd name="connsiteY8-108" fmla="*/ 865273 h 1877717"/>
              <a:gd name="connsiteX0-109" fmla="*/ 35521 w 1892189"/>
              <a:gd name="connsiteY0-110" fmla="*/ 865273 h 1877717"/>
              <a:gd name="connsiteX1-111" fmla="*/ 865299 w 1892189"/>
              <a:gd name="connsiteY1-112" fmla="*/ 35495 h 1877717"/>
              <a:gd name="connsiteX2-113" fmla="*/ 1026916 w 1892189"/>
              <a:gd name="connsiteY2-114" fmla="*/ 35520 h 1877717"/>
              <a:gd name="connsiteX3-115" fmla="*/ 1856694 w 1892189"/>
              <a:gd name="connsiteY3-116" fmla="*/ 865298 h 1877717"/>
              <a:gd name="connsiteX4-117" fmla="*/ 1856669 w 1892189"/>
              <a:gd name="connsiteY4-118" fmla="*/ 1026916 h 1877717"/>
              <a:gd name="connsiteX5-119" fmla="*/ 1026891 w 1892189"/>
              <a:gd name="connsiteY5-120" fmla="*/ 1856693 h 1877717"/>
              <a:gd name="connsiteX6-121" fmla="*/ 865274 w 1892189"/>
              <a:gd name="connsiteY6-122" fmla="*/ 1856668 h 1877717"/>
              <a:gd name="connsiteX7-123" fmla="*/ 35496 w 1892189"/>
              <a:gd name="connsiteY7-124" fmla="*/ 1026890 h 1877717"/>
              <a:gd name="connsiteX8-125" fmla="*/ 35521 w 1892189"/>
              <a:gd name="connsiteY8-126" fmla="*/ 865273 h 1877717"/>
              <a:gd name="connsiteX0-127" fmla="*/ 35521 w 1892189"/>
              <a:gd name="connsiteY0-128" fmla="*/ 865273 h 1877717"/>
              <a:gd name="connsiteX1-129" fmla="*/ 865299 w 1892189"/>
              <a:gd name="connsiteY1-130" fmla="*/ 35495 h 1877717"/>
              <a:gd name="connsiteX2-131" fmla="*/ 1026916 w 1892189"/>
              <a:gd name="connsiteY2-132" fmla="*/ 35520 h 1877717"/>
              <a:gd name="connsiteX3-133" fmla="*/ 1856694 w 1892189"/>
              <a:gd name="connsiteY3-134" fmla="*/ 865298 h 1877717"/>
              <a:gd name="connsiteX4-135" fmla="*/ 1856669 w 1892189"/>
              <a:gd name="connsiteY4-136" fmla="*/ 1026916 h 1877717"/>
              <a:gd name="connsiteX5-137" fmla="*/ 1026891 w 1892189"/>
              <a:gd name="connsiteY5-138" fmla="*/ 1856693 h 1877717"/>
              <a:gd name="connsiteX6-139" fmla="*/ 865274 w 1892189"/>
              <a:gd name="connsiteY6-140" fmla="*/ 1856668 h 1877717"/>
              <a:gd name="connsiteX7-141" fmla="*/ 35496 w 1892189"/>
              <a:gd name="connsiteY7-142" fmla="*/ 1026890 h 1877717"/>
              <a:gd name="connsiteX8-143" fmla="*/ 35521 w 1892189"/>
              <a:gd name="connsiteY8-144" fmla="*/ 865273 h 1877717"/>
              <a:gd name="connsiteX0-145" fmla="*/ 35521 w 1892189"/>
              <a:gd name="connsiteY0-146" fmla="*/ 865273 h 1877717"/>
              <a:gd name="connsiteX1-147" fmla="*/ 865299 w 1892189"/>
              <a:gd name="connsiteY1-148" fmla="*/ 35495 h 1877717"/>
              <a:gd name="connsiteX2-149" fmla="*/ 1026916 w 1892189"/>
              <a:gd name="connsiteY2-150" fmla="*/ 35520 h 1877717"/>
              <a:gd name="connsiteX3-151" fmla="*/ 1856694 w 1892189"/>
              <a:gd name="connsiteY3-152" fmla="*/ 865298 h 1877717"/>
              <a:gd name="connsiteX4-153" fmla="*/ 1856669 w 1892189"/>
              <a:gd name="connsiteY4-154" fmla="*/ 1026916 h 1877717"/>
              <a:gd name="connsiteX5-155" fmla="*/ 1026891 w 1892189"/>
              <a:gd name="connsiteY5-156" fmla="*/ 1856693 h 1877717"/>
              <a:gd name="connsiteX6-157" fmla="*/ 865274 w 1892189"/>
              <a:gd name="connsiteY6-158" fmla="*/ 1856668 h 1877717"/>
              <a:gd name="connsiteX7-159" fmla="*/ 35496 w 1892189"/>
              <a:gd name="connsiteY7-160" fmla="*/ 1026890 h 1877717"/>
              <a:gd name="connsiteX8-161" fmla="*/ 35521 w 1892189"/>
              <a:gd name="connsiteY8-162" fmla="*/ 865273 h 1877717"/>
              <a:gd name="connsiteX0-163" fmla="*/ 35521 w 1892189"/>
              <a:gd name="connsiteY0-164" fmla="*/ 865273 h 1877728"/>
              <a:gd name="connsiteX1-165" fmla="*/ 865299 w 1892189"/>
              <a:gd name="connsiteY1-166" fmla="*/ 35495 h 1877728"/>
              <a:gd name="connsiteX2-167" fmla="*/ 1026916 w 1892189"/>
              <a:gd name="connsiteY2-168" fmla="*/ 35520 h 1877728"/>
              <a:gd name="connsiteX3-169" fmla="*/ 1856694 w 1892189"/>
              <a:gd name="connsiteY3-170" fmla="*/ 865298 h 1877728"/>
              <a:gd name="connsiteX4-171" fmla="*/ 1856669 w 1892189"/>
              <a:gd name="connsiteY4-172" fmla="*/ 1026916 h 1877728"/>
              <a:gd name="connsiteX5-173" fmla="*/ 1026891 w 1892189"/>
              <a:gd name="connsiteY5-174" fmla="*/ 1856693 h 1877728"/>
              <a:gd name="connsiteX6-175" fmla="*/ 865274 w 1892189"/>
              <a:gd name="connsiteY6-176" fmla="*/ 1856668 h 1877728"/>
              <a:gd name="connsiteX7-177" fmla="*/ 35496 w 1892189"/>
              <a:gd name="connsiteY7-178" fmla="*/ 1026890 h 1877728"/>
              <a:gd name="connsiteX8-179" fmla="*/ 35521 w 1892189"/>
              <a:gd name="connsiteY8-180" fmla="*/ 865273 h 1877728"/>
              <a:gd name="connsiteX0-181" fmla="*/ 35521 w 1892189"/>
              <a:gd name="connsiteY0-182" fmla="*/ 865273 h 1892188"/>
              <a:gd name="connsiteX1-183" fmla="*/ 865299 w 1892189"/>
              <a:gd name="connsiteY1-184" fmla="*/ 35495 h 1892188"/>
              <a:gd name="connsiteX2-185" fmla="*/ 1026916 w 1892189"/>
              <a:gd name="connsiteY2-186" fmla="*/ 35520 h 1892188"/>
              <a:gd name="connsiteX3-187" fmla="*/ 1856694 w 1892189"/>
              <a:gd name="connsiteY3-188" fmla="*/ 865298 h 1892188"/>
              <a:gd name="connsiteX4-189" fmla="*/ 1856669 w 1892189"/>
              <a:gd name="connsiteY4-190" fmla="*/ 1026916 h 1892188"/>
              <a:gd name="connsiteX5-191" fmla="*/ 1026891 w 1892189"/>
              <a:gd name="connsiteY5-192" fmla="*/ 1856693 h 1892188"/>
              <a:gd name="connsiteX6-193" fmla="*/ 865274 w 1892189"/>
              <a:gd name="connsiteY6-194" fmla="*/ 1856668 h 1892188"/>
              <a:gd name="connsiteX7-195" fmla="*/ 35496 w 1892189"/>
              <a:gd name="connsiteY7-196" fmla="*/ 1026890 h 1892188"/>
              <a:gd name="connsiteX8-197" fmla="*/ 35521 w 1892189"/>
              <a:gd name="connsiteY8-198" fmla="*/ 865273 h 1892188"/>
              <a:gd name="connsiteX0-199" fmla="*/ 35521 w 1892189"/>
              <a:gd name="connsiteY0-200" fmla="*/ 865273 h 1892188"/>
              <a:gd name="connsiteX1-201" fmla="*/ 865299 w 1892189"/>
              <a:gd name="connsiteY1-202" fmla="*/ 35495 h 1892188"/>
              <a:gd name="connsiteX2-203" fmla="*/ 1026916 w 1892189"/>
              <a:gd name="connsiteY2-204" fmla="*/ 35520 h 1892188"/>
              <a:gd name="connsiteX3-205" fmla="*/ 1856694 w 1892189"/>
              <a:gd name="connsiteY3-206" fmla="*/ 865298 h 1892188"/>
              <a:gd name="connsiteX4-207" fmla="*/ 1856669 w 1892189"/>
              <a:gd name="connsiteY4-208" fmla="*/ 1026916 h 1892188"/>
              <a:gd name="connsiteX5-209" fmla="*/ 1026891 w 1892189"/>
              <a:gd name="connsiteY5-210" fmla="*/ 1856693 h 1892188"/>
              <a:gd name="connsiteX6-211" fmla="*/ 865274 w 1892189"/>
              <a:gd name="connsiteY6-212" fmla="*/ 1856668 h 1892188"/>
              <a:gd name="connsiteX7-213" fmla="*/ 35496 w 1892189"/>
              <a:gd name="connsiteY7-214" fmla="*/ 1026890 h 1892188"/>
              <a:gd name="connsiteX8-215" fmla="*/ 35521 w 1892189"/>
              <a:gd name="connsiteY8-216" fmla="*/ 865273 h 1892188"/>
              <a:gd name="connsiteX0-217" fmla="*/ 35521 w 1892189"/>
              <a:gd name="connsiteY0-218" fmla="*/ 865273 h 1892188"/>
              <a:gd name="connsiteX1-219" fmla="*/ 865299 w 1892189"/>
              <a:gd name="connsiteY1-220" fmla="*/ 35495 h 1892188"/>
              <a:gd name="connsiteX2-221" fmla="*/ 1026916 w 1892189"/>
              <a:gd name="connsiteY2-222" fmla="*/ 35520 h 1892188"/>
              <a:gd name="connsiteX3-223" fmla="*/ 1856694 w 1892189"/>
              <a:gd name="connsiteY3-224" fmla="*/ 865298 h 1892188"/>
              <a:gd name="connsiteX4-225" fmla="*/ 1856669 w 1892189"/>
              <a:gd name="connsiteY4-226" fmla="*/ 1026916 h 1892188"/>
              <a:gd name="connsiteX5-227" fmla="*/ 1026891 w 1892189"/>
              <a:gd name="connsiteY5-228" fmla="*/ 1856693 h 1892188"/>
              <a:gd name="connsiteX6-229" fmla="*/ 865274 w 1892189"/>
              <a:gd name="connsiteY6-230" fmla="*/ 1856668 h 1892188"/>
              <a:gd name="connsiteX7-231" fmla="*/ 35496 w 1892189"/>
              <a:gd name="connsiteY7-232" fmla="*/ 1026890 h 1892188"/>
              <a:gd name="connsiteX8-233" fmla="*/ 35521 w 1892189"/>
              <a:gd name="connsiteY8-234" fmla="*/ 865273 h 1892188"/>
              <a:gd name="connsiteX0-235" fmla="*/ 35521 w 1892189"/>
              <a:gd name="connsiteY0-236" fmla="*/ 865273 h 1892188"/>
              <a:gd name="connsiteX1-237" fmla="*/ 865299 w 1892189"/>
              <a:gd name="connsiteY1-238" fmla="*/ 35495 h 1892188"/>
              <a:gd name="connsiteX2-239" fmla="*/ 1026916 w 1892189"/>
              <a:gd name="connsiteY2-240" fmla="*/ 35520 h 1892188"/>
              <a:gd name="connsiteX3-241" fmla="*/ 1856694 w 1892189"/>
              <a:gd name="connsiteY3-242" fmla="*/ 865298 h 1892188"/>
              <a:gd name="connsiteX4-243" fmla="*/ 1856669 w 1892189"/>
              <a:gd name="connsiteY4-244" fmla="*/ 1026916 h 1892188"/>
              <a:gd name="connsiteX5-245" fmla="*/ 1026891 w 1892189"/>
              <a:gd name="connsiteY5-246" fmla="*/ 1856693 h 1892188"/>
              <a:gd name="connsiteX6-247" fmla="*/ 865274 w 1892189"/>
              <a:gd name="connsiteY6-248" fmla="*/ 1856668 h 1892188"/>
              <a:gd name="connsiteX7-249" fmla="*/ 35496 w 1892189"/>
              <a:gd name="connsiteY7-250" fmla="*/ 1026890 h 1892188"/>
              <a:gd name="connsiteX8-251" fmla="*/ 35521 w 1892189"/>
              <a:gd name="connsiteY8-252" fmla="*/ 865273 h 189218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1892189" h="1892188">
                <a:moveTo>
                  <a:pt x="35521" y="865273"/>
                </a:moveTo>
                <a:cubicBezTo>
                  <a:pt x="35521" y="865273"/>
                  <a:pt x="865299" y="35495"/>
                  <a:pt x="865299" y="35495"/>
                </a:cubicBezTo>
                <a:cubicBezTo>
                  <a:pt x="912643" y="-11849"/>
                  <a:pt x="979572" y="-11824"/>
                  <a:pt x="1026916" y="35520"/>
                </a:cubicBezTo>
                <a:cubicBezTo>
                  <a:pt x="1026916" y="35520"/>
                  <a:pt x="1856694" y="865298"/>
                  <a:pt x="1856694" y="865298"/>
                </a:cubicBezTo>
                <a:cubicBezTo>
                  <a:pt x="1904038" y="912642"/>
                  <a:pt x="1904013" y="979572"/>
                  <a:pt x="1856669" y="1026916"/>
                </a:cubicBezTo>
                <a:cubicBezTo>
                  <a:pt x="1856669" y="1026916"/>
                  <a:pt x="1026891" y="1856693"/>
                  <a:pt x="1026891" y="1856693"/>
                </a:cubicBezTo>
                <a:cubicBezTo>
                  <a:pt x="979547" y="1904037"/>
                  <a:pt x="912618" y="1904011"/>
                  <a:pt x="865274" y="1856668"/>
                </a:cubicBezTo>
                <a:cubicBezTo>
                  <a:pt x="865274" y="1856667"/>
                  <a:pt x="35496" y="1026889"/>
                  <a:pt x="35496" y="1026890"/>
                </a:cubicBezTo>
                <a:cubicBezTo>
                  <a:pt x="-11848" y="979545"/>
                  <a:pt x="-11823" y="912617"/>
                  <a:pt x="35521" y="865273"/>
                </a:cubicBezTo>
                <a:close/>
              </a:path>
            </a:pathLst>
          </a:custGeom>
          <a:solidFill>
            <a:schemeClr val="accent1">
              <a:alpha val="2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6" name="任意多边形: 形状 1397"/>
          <p:cNvSpPr/>
          <p:nvPr>
            <p:custDataLst>
              <p:tags r:id="rId10"/>
            </p:custDataLst>
          </p:nvPr>
        </p:nvSpPr>
        <p:spPr>
          <a:xfrm>
            <a:off x="11108055" y="1759585"/>
            <a:ext cx="395605" cy="395605"/>
          </a:xfrm>
          <a:custGeom>
            <a:avLst/>
            <a:gdLst>
              <a:gd name="connsiteX0" fmla="*/ 35521 w 1877718"/>
              <a:gd name="connsiteY0" fmla="*/ 850803 h 1863247"/>
              <a:gd name="connsiteX1" fmla="*/ 865299 w 1877718"/>
              <a:gd name="connsiteY1" fmla="*/ 21025 h 1863247"/>
              <a:gd name="connsiteX2" fmla="*/ 1026916 w 1877718"/>
              <a:gd name="connsiteY2" fmla="*/ 21050 h 1863247"/>
              <a:gd name="connsiteX3" fmla="*/ 1856694 w 1877718"/>
              <a:gd name="connsiteY3" fmla="*/ 850828 h 1863247"/>
              <a:gd name="connsiteX4" fmla="*/ 1856669 w 1877718"/>
              <a:gd name="connsiteY4" fmla="*/ 1012446 h 1863247"/>
              <a:gd name="connsiteX5" fmla="*/ 1026891 w 1877718"/>
              <a:gd name="connsiteY5" fmla="*/ 1842223 h 1863247"/>
              <a:gd name="connsiteX6" fmla="*/ 865274 w 1877718"/>
              <a:gd name="connsiteY6" fmla="*/ 1842198 h 1863247"/>
              <a:gd name="connsiteX7" fmla="*/ 35496 w 1877718"/>
              <a:gd name="connsiteY7" fmla="*/ 1012420 h 1863247"/>
              <a:gd name="connsiteX8" fmla="*/ 35521 w 1877718"/>
              <a:gd name="connsiteY8" fmla="*/ 850803 h 1863247"/>
              <a:gd name="connsiteX0-1" fmla="*/ 35521 w 1877718"/>
              <a:gd name="connsiteY0-2" fmla="*/ 850803 h 1863247"/>
              <a:gd name="connsiteX1-3" fmla="*/ 865299 w 1877718"/>
              <a:gd name="connsiteY1-4" fmla="*/ 21025 h 1863247"/>
              <a:gd name="connsiteX2-5" fmla="*/ 1026916 w 1877718"/>
              <a:gd name="connsiteY2-6" fmla="*/ 21050 h 1863247"/>
              <a:gd name="connsiteX3-7" fmla="*/ 1856694 w 1877718"/>
              <a:gd name="connsiteY3-8" fmla="*/ 850828 h 1863247"/>
              <a:gd name="connsiteX4-9" fmla="*/ 1856669 w 1877718"/>
              <a:gd name="connsiteY4-10" fmla="*/ 1012446 h 1863247"/>
              <a:gd name="connsiteX5-11" fmla="*/ 1026891 w 1877718"/>
              <a:gd name="connsiteY5-12" fmla="*/ 1842223 h 1863247"/>
              <a:gd name="connsiteX6-13" fmla="*/ 865274 w 1877718"/>
              <a:gd name="connsiteY6-14" fmla="*/ 1842198 h 1863247"/>
              <a:gd name="connsiteX7-15" fmla="*/ 35496 w 1877718"/>
              <a:gd name="connsiteY7-16" fmla="*/ 1012420 h 1863247"/>
              <a:gd name="connsiteX8-17" fmla="*/ 35521 w 1877718"/>
              <a:gd name="connsiteY8-18" fmla="*/ 850803 h 1863247"/>
              <a:gd name="connsiteX0-19" fmla="*/ 35521 w 1877718"/>
              <a:gd name="connsiteY0-20" fmla="*/ 850813 h 1863257"/>
              <a:gd name="connsiteX1-21" fmla="*/ 865299 w 1877718"/>
              <a:gd name="connsiteY1-22" fmla="*/ 21035 h 1863257"/>
              <a:gd name="connsiteX2-23" fmla="*/ 1026916 w 1877718"/>
              <a:gd name="connsiteY2-24" fmla="*/ 21060 h 1863257"/>
              <a:gd name="connsiteX3-25" fmla="*/ 1856694 w 1877718"/>
              <a:gd name="connsiteY3-26" fmla="*/ 850838 h 1863257"/>
              <a:gd name="connsiteX4-27" fmla="*/ 1856669 w 1877718"/>
              <a:gd name="connsiteY4-28" fmla="*/ 1012456 h 1863257"/>
              <a:gd name="connsiteX5-29" fmla="*/ 1026891 w 1877718"/>
              <a:gd name="connsiteY5-30" fmla="*/ 1842233 h 1863257"/>
              <a:gd name="connsiteX6-31" fmla="*/ 865274 w 1877718"/>
              <a:gd name="connsiteY6-32" fmla="*/ 1842208 h 1863257"/>
              <a:gd name="connsiteX7-33" fmla="*/ 35496 w 1877718"/>
              <a:gd name="connsiteY7-34" fmla="*/ 1012430 h 1863257"/>
              <a:gd name="connsiteX8-35" fmla="*/ 35521 w 1877718"/>
              <a:gd name="connsiteY8-36" fmla="*/ 850813 h 1863257"/>
              <a:gd name="connsiteX0-37" fmla="*/ 35521 w 1877718"/>
              <a:gd name="connsiteY0-38" fmla="*/ 865273 h 1877717"/>
              <a:gd name="connsiteX1-39" fmla="*/ 865299 w 1877718"/>
              <a:gd name="connsiteY1-40" fmla="*/ 35495 h 1877717"/>
              <a:gd name="connsiteX2-41" fmla="*/ 1026916 w 1877718"/>
              <a:gd name="connsiteY2-42" fmla="*/ 35520 h 1877717"/>
              <a:gd name="connsiteX3-43" fmla="*/ 1856694 w 1877718"/>
              <a:gd name="connsiteY3-44" fmla="*/ 865298 h 1877717"/>
              <a:gd name="connsiteX4-45" fmla="*/ 1856669 w 1877718"/>
              <a:gd name="connsiteY4-46" fmla="*/ 1026916 h 1877717"/>
              <a:gd name="connsiteX5-47" fmla="*/ 1026891 w 1877718"/>
              <a:gd name="connsiteY5-48" fmla="*/ 1856693 h 1877717"/>
              <a:gd name="connsiteX6-49" fmla="*/ 865274 w 1877718"/>
              <a:gd name="connsiteY6-50" fmla="*/ 1856668 h 1877717"/>
              <a:gd name="connsiteX7-51" fmla="*/ 35496 w 1877718"/>
              <a:gd name="connsiteY7-52" fmla="*/ 1026890 h 1877717"/>
              <a:gd name="connsiteX8-53" fmla="*/ 35521 w 1877718"/>
              <a:gd name="connsiteY8-54" fmla="*/ 865273 h 1877717"/>
              <a:gd name="connsiteX0-55" fmla="*/ 35521 w 1877718"/>
              <a:gd name="connsiteY0-56" fmla="*/ 865273 h 1877717"/>
              <a:gd name="connsiteX1-57" fmla="*/ 865299 w 1877718"/>
              <a:gd name="connsiteY1-58" fmla="*/ 35495 h 1877717"/>
              <a:gd name="connsiteX2-59" fmla="*/ 1026916 w 1877718"/>
              <a:gd name="connsiteY2-60" fmla="*/ 35520 h 1877717"/>
              <a:gd name="connsiteX3-61" fmla="*/ 1856694 w 1877718"/>
              <a:gd name="connsiteY3-62" fmla="*/ 865298 h 1877717"/>
              <a:gd name="connsiteX4-63" fmla="*/ 1856669 w 1877718"/>
              <a:gd name="connsiteY4-64" fmla="*/ 1026916 h 1877717"/>
              <a:gd name="connsiteX5-65" fmla="*/ 1026891 w 1877718"/>
              <a:gd name="connsiteY5-66" fmla="*/ 1856693 h 1877717"/>
              <a:gd name="connsiteX6-67" fmla="*/ 865274 w 1877718"/>
              <a:gd name="connsiteY6-68" fmla="*/ 1856668 h 1877717"/>
              <a:gd name="connsiteX7-69" fmla="*/ 35496 w 1877718"/>
              <a:gd name="connsiteY7-70" fmla="*/ 1026890 h 1877717"/>
              <a:gd name="connsiteX8-71" fmla="*/ 35521 w 1877718"/>
              <a:gd name="connsiteY8-72" fmla="*/ 865273 h 1877717"/>
              <a:gd name="connsiteX0-73" fmla="*/ 35521 w 1877718"/>
              <a:gd name="connsiteY0-74" fmla="*/ 865273 h 1877717"/>
              <a:gd name="connsiteX1-75" fmla="*/ 865299 w 1877718"/>
              <a:gd name="connsiteY1-76" fmla="*/ 35495 h 1877717"/>
              <a:gd name="connsiteX2-77" fmla="*/ 1026916 w 1877718"/>
              <a:gd name="connsiteY2-78" fmla="*/ 35520 h 1877717"/>
              <a:gd name="connsiteX3-79" fmla="*/ 1856694 w 1877718"/>
              <a:gd name="connsiteY3-80" fmla="*/ 865298 h 1877717"/>
              <a:gd name="connsiteX4-81" fmla="*/ 1856669 w 1877718"/>
              <a:gd name="connsiteY4-82" fmla="*/ 1026916 h 1877717"/>
              <a:gd name="connsiteX5-83" fmla="*/ 1026891 w 1877718"/>
              <a:gd name="connsiteY5-84" fmla="*/ 1856693 h 1877717"/>
              <a:gd name="connsiteX6-85" fmla="*/ 865274 w 1877718"/>
              <a:gd name="connsiteY6-86" fmla="*/ 1856668 h 1877717"/>
              <a:gd name="connsiteX7-87" fmla="*/ 35496 w 1877718"/>
              <a:gd name="connsiteY7-88" fmla="*/ 1026890 h 1877717"/>
              <a:gd name="connsiteX8-89" fmla="*/ 35521 w 1877718"/>
              <a:gd name="connsiteY8-90" fmla="*/ 865273 h 1877717"/>
              <a:gd name="connsiteX0-91" fmla="*/ 35521 w 1877729"/>
              <a:gd name="connsiteY0-92" fmla="*/ 865273 h 1877717"/>
              <a:gd name="connsiteX1-93" fmla="*/ 865299 w 1877729"/>
              <a:gd name="connsiteY1-94" fmla="*/ 35495 h 1877717"/>
              <a:gd name="connsiteX2-95" fmla="*/ 1026916 w 1877729"/>
              <a:gd name="connsiteY2-96" fmla="*/ 35520 h 1877717"/>
              <a:gd name="connsiteX3-97" fmla="*/ 1856694 w 1877729"/>
              <a:gd name="connsiteY3-98" fmla="*/ 865298 h 1877717"/>
              <a:gd name="connsiteX4-99" fmla="*/ 1856669 w 1877729"/>
              <a:gd name="connsiteY4-100" fmla="*/ 1026916 h 1877717"/>
              <a:gd name="connsiteX5-101" fmla="*/ 1026891 w 1877729"/>
              <a:gd name="connsiteY5-102" fmla="*/ 1856693 h 1877717"/>
              <a:gd name="connsiteX6-103" fmla="*/ 865274 w 1877729"/>
              <a:gd name="connsiteY6-104" fmla="*/ 1856668 h 1877717"/>
              <a:gd name="connsiteX7-105" fmla="*/ 35496 w 1877729"/>
              <a:gd name="connsiteY7-106" fmla="*/ 1026890 h 1877717"/>
              <a:gd name="connsiteX8-107" fmla="*/ 35521 w 1877729"/>
              <a:gd name="connsiteY8-108" fmla="*/ 865273 h 1877717"/>
              <a:gd name="connsiteX0-109" fmla="*/ 35521 w 1892189"/>
              <a:gd name="connsiteY0-110" fmla="*/ 865273 h 1877717"/>
              <a:gd name="connsiteX1-111" fmla="*/ 865299 w 1892189"/>
              <a:gd name="connsiteY1-112" fmla="*/ 35495 h 1877717"/>
              <a:gd name="connsiteX2-113" fmla="*/ 1026916 w 1892189"/>
              <a:gd name="connsiteY2-114" fmla="*/ 35520 h 1877717"/>
              <a:gd name="connsiteX3-115" fmla="*/ 1856694 w 1892189"/>
              <a:gd name="connsiteY3-116" fmla="*/ 865298 h 1877717"/>
              <a:gd name="connsiteX4-117" fmla="*/ 1856669 w 1892189"/>
              <a:gd name="connsiteY4-118" fmla="*/ 1026916 h 1877717"/>
              <a:gd name="connsiteX5-119" fmla="*/ 1026891 w 1892189"/>
              <a:gd name="connsiteY5-120" fmla="*/ 1856693 h 1877717"/>
              <a:gd name="connsiteX6-121" fmla="*/ 865274 w 1892189"/>
              <a:gd name="connsiteY6-122" fmla="*/ 1856668 h 1877717"/>
              <a:gd name="connsiteX7-123" fmla="*/ 35496 w 1892189"/>
              <a:gd name="connsiteY7-124" fmla="*/ 1026890 h 1877717"/>
              <a:gd name="connsiteX8-125" fmla="*/ 35521 w 1892189"/>
              <a:gd name="connsiteY8-126" fmla="*/ 865273 h 1877717"/>
              <a:gd name="connsiteX0-127" fmla="*/ 35521 w 1892189"/>
              <a:gd name="connsiteY0-128" fmla="*/ 865273 h 1877717"/>
              <a:gd name="connsiteX1-129" fmla="*/ 865299 w 1892189"/>
              <a:gd name="connsiteY1-130" fmla="*/ 35495 h 1877717"/>
              <a:gd name="connsiteX2-131" fmla="*/ 1026916 w 1892189"/>
              <a:gd name="connsiteY2-132" fmla="*/ 35520 h 1877717"/>
              <a:gd name="connsiteX3-133" fmla="*/ 1856694 w 1892189"/>
              <a:gd name="connsiteY3-134" fmla="*/ 865298 h 1877717"/>
              <a:gd name="connsiteX4-135" fmla="*/ 1856669 w 1892189"/>
              <a:gd name="connsiteY4-136" fmla="*/ 1026916 h 1877717"/>
              <a:gd name="connsiteX5-137" fmla="*/ 1026891 w 1892189"/>
              <a:gd name="connsiteY5-138" fmla="*/ 1856693 h 1877717"/>
              <a:gd name="connsiteX6-139" fmla="*/ 865274 w 1892189"/>
              <a:gd name="connsiteY6-140" fmla="*/ 1856668 h 1877717"/>
              <a:gd name="connsiteX7-141" fmla="*/ 35496 w 1892189"/>
              <a:gd name="connsiteY7-142" fmla="*/ 1026890 h 1877717"/>
              <a:gd name="connsiteX8-143" fmla="*/ 35521 w 1892189"/>
              <a:gd name="connsiteY8-144" fmla="*/ 865273 h 1877717"/>
              <a:gd name="connsiteX0-145" fmla="*/ 35521 w 1892189"/>
              <a:gd name="connsiteY0-146" fmla="*/ 865273 h 1877717"/>
              <a:gd name="connsiteX1-147" fmla="*/ 865299 w 1892189"/>
              <a:gd name="connsiteY1-148" fmla="*/ 35495 h 1877717"/>
              <a:gd name="connsiteX2-149" fmla="*/ 1026916 w 1892189"/>
              <a:gd name="connsiteY2-150" fmla="*/ 35520 h 1877717"/>
              <a:gd name="connsiteX3-151" fmla="*/ 1856694 w 1892189"/>
              <a:gd name="connsiteY3-152" fmla="*/ 865298 h 1877717"/>
              <a:gd name="connsiteX4-153" fmla="*/ 1856669 w 1892189"/>
              <a:gd name="connsiteY4-154" fmla="*/ 1026916 h 1877717"/>
              <a:gd name="connsiteX5-155" fmla="*/ 1026891 w 1892189"/>
              <a:gd name="connsiteY5-156" fmla="*/ 1856693 h 1877717"/>
              <a:gd name="connsiteX6-157" fmla="*/ 865274 w 1892189"/>
              <a:gd name="connsiteY6-158" fmla="*/ 1856668 h 1877717"/>
              <a:gd name="connsiteX7-159" fmla="*/ 35496 w 1892189"/>
              <a:gd name="connsiteY7-160" fmla="*/ 1026890 h 1877717"/>
              <a:gd name="connsiteX8-161" fmla="*/ 35521 w 1892189"/>
              <a:gd name="connsiteY8-162" fmla="*/ 865273 h 1877717"/>
              <a:gd name="connsiteX0-163" fmla="*/ 35521 w 1892189"/>
              <a:gd name="connsiteY0-164" fmla="*/ 865273 h 1877728"/>
              <a:gd name="connsiteX1-165" fmla="*/ 865299 w 1892189"/>
              <a:gd name="connsiteY1-166" fmla="*/ 35495 h 1877728"/>
              <a:gd name="connsiteX2-167" fmla="*/ 1026916 w 1892189"/>
              <a:gd name="connsiteY2-168" fmla="*/ 35520 h 1877728"/>
              <a:gd name="connsiteX3-169" fmla="*/ 1856694 w 1892189"/>
              <a:gd name="connsiteY3-170" fmla="*/ 865298 h 1877728"/>
              <a:gd name="connsiteX4-171" fmla="*/ 1856669 w 1892189"/>
              <a:gd name="connsiteY4-172" fmla="*/ 1026916 h 1877728"/>
              <a:gd name="connsiteX5-173" fmla="*/ 1026891 w 1892189"/>
              <a:gd name="connsiteY5-174" fmla="*/ 1856693 h 1877728"/>
              <a:gd name="connsiteX6-175" fmla="*/ 865274 w 1892189"/>
              <a:gd name="connsiteY6-176" fmla="*/ 1856668 h 1877728"/>
              <a:gd name="connsiteX7-177" fmla="*/ 35496 w 1892189"/>
              <a:gd name="connsiteY7-178" fmla="*/ 1026890 h 1877728"/>
              <a:gd name="connsiteX8-179" fmla="*/ 35521 w 1892189"/>
              <a:gd name="connsiteY8-180" fmla="*/ 865273 h 1877728"/>
              <a:gd name="connsiteX0-181" fmla="*/ 35521 w 1892189"/>
              <a:gd name="connsiteY0-182" fmla="*/ 865273 h 1892188"/>
              <a:gd name="connsiteX1-183" fmla="*/ 865299 w 1892189"/>
              <a:gd name="connsiteY1-184" fmla="*/ 35495 h 1892188"/>
              <a:gd name="connsiteX2-185" fmla="*/ 1026916 w 1892189"/>
              <a:gd name="connsiteY2-186" fmla="*/ 35520 h 1892188"/>
              <a:gd name="connsiteX3-187" fmla="*/ 1856694 w 1892189"/>
              <a:gd name="connsiteY3-188" fmla="*/ 865298 h 1892188"/>
              <a:gd name="connsiteX4-189" fmla="*/ 1856669 w 1892189"/>
              <a:gd name="connsiteY4-190" fmla="*/ 1026916 h 1892188"/>
              <a:gd name="connsiteX5-191" fmla="*/ 1026891 w 1892189"/>
              <a:gd name="connsiteY5-192" fmla="*/ 1856693 h 1892188"/>
              <a:gd name="connsiteX6-193" fmla="*/ 865274 w 1892189"/>
              <a:gd name="connsiteY6-194" fmla="*/ 1856668 h 1892188"/>
              <a:gd name="connsiteX7-195" fmla="*/ 35496 w 1892189"/>
              <a:gd name="connsiteY7-196" fmla="*/ 1026890 h 1892188"/>
              <a:gd name="connsiteX8-197" fmla="*/ 35521 w 1892189"/>
              <a:gd name="connsiteY8-198" fmla="*/ 865273 h 1892188"/>
              <a:gd name="connsiteX0-199" fmla="*/ 35521 w 1892189"/>
              <a:gd name="connsiteY0-200" fmla="*/ 865273 h 1892188"/>
              <a:gd name="connsiteX1-201" fmla="*/ 865299 w 1892189"/>
              <a:gd name="connsiteY1-202" fmla="*/ 35495 h 1892188"/>
              <a:gd name="connsiteX2-203" fmla="*/ 1026916 w 1892189"/>
              <a:gd name="connsiteY2-204" fmla="*/ 35520 h 1892188"/>
              <a:gd name="connsiteX3-205" fmla="*/ 1856694 w 1892189"/>
              <a:gd name="connsiteY3-206" fmla="*/ 865298 h 1892188"/>
              <a:gd name="connsiteX4-207" fmla="*/ 1856669 w 1892189"/>
              <a:gd name="connsiteY4-208" fmla="*/ 1026916 h 1892188"/>
              <a:gd name="connsiteX5-209" fmla="*/ 1026891 w 1892189"/>
              <a:gd name="connsiteY5-210" fmla="*/ 1856693 h 1892188"/>
              <a:gd name="connsiteX6-211" fmla="*/ 865274 w 1892189"/>
              <a:gd name="connsiteY6-212" fmla="*/ 1856668 h 1892188"/>
              <a:gd name="connsiteX7-213" fmla="*/ 35496 w 1892189"/>
              <a:gd name="connsiteY7-214" fmla="*/ 1026890 h 1892188"/>
              <a:gd name="connsiteX8-215" fmla="*/ 35521 w 1892189"/>
              <a:gd name="connsiteY8-216" fmla="*/ 865273 h 1892188"/>
              <a:gd name="connsiteX0-217" fmla="*/ 35521 w 1892189"/>
              <a:gd name="connsiteY0-218" fmla="*/ 865273 h 1892188"/>
              <a:gd name="connsiteX1-219" fmla="*/ 865299 w 1892189"/>
              <a:gd name="connsiteY1-220" fmla="*/ 35495 h 1892188"/>
              <a:gd name="connsiteX2-221" fmla="*/ 1026916 w 1892189"/>
              <a:gd name="connsiteY2-222" fmla="*/ 35520 h 1892188"/>
              <a:gd name="connsiteX3-223" fmla="*/ 1856694 w 1892189"/>
              <a:gd name="connsiteY3-224" fmla="*/ 865298 h 1892188"/>
              <a:gd name="connsiteX4-225" fmla="*/ 1856669 w 1892189"/>
              <a:gd name="connsiteY4-226" fmla="*/ 1026916 h 1892188"/>
              <a:gd name="connsiteX5-227" fmla="*/ 1026891 w 1892189"/>
              <a:gd name="connsiteY5-228" fmla="*/ 1856693 h 1892188"/>
              <a:gd name="connsiteX6-229" fmla="*/ 865274 w 1892189"/>
              <a:gd name="connsiteY6-230" fmla="*/ 1856668 h 1892188"/>
              <a:gd name="connsiteX7-231" fmla="*/ 35496 w 1892189"/>
              <a:gd name="connsiteY7-232" fmla="*/ 1026890 h 1892188"/>
              <a:gd name="connsiteX8-233" fmla="*/ 35521 w 1892189"/>
              <a:gd name="connsiteY8-234" fmla="*/ 865273 h 1892188"/>
              <a:gd name="connsiteX0-235" fmla="*/ 35521 w 1892189"/>
              <a:gd name="connsiteY0-236" fmla="*/ 865273 h 1892188"/>
              <a:gd name="connsiteX1-237" fmla="*/ 865299 w 1892189"/>
              <a:gd name="connsiteY1-238" fmla="*/ 35495 h 1892188"/>
              <a:gd name="connsiteX2-239" fmla="*/ 1026916 w 1892189"/>
              <a:gd name="connsiteY2-240" fmla="*/ 35520 h 1892188"/>
              <a:gd name="connsiteX3-241" fmla="*/ 1856694 w 1892189"/>
              <a:gd name="connsiteY3-242" fmla="*/ 865298 h 1892188"/>
              <a:gd name="connsiteX4-243" fmla="*/ 1856669 w 1892189"/>
              <a:gd name="connsiteY4-244" fmla="*/ 1026916 h 1892188"/>
              <a:gd name="connsiteX5-245" fmla="*/ 1026891 w 1892189"/>
              <a:gd name="connsiteY5-246" fmla="*/ 1856693 h 1892188"/>
              <a:gd name="connsiteX6-247" fmla="*/ 865274 w 1892189"/>
              <a:gd name="connsiteY6-248" fmla="*/ 1856668 h 1892188"/>
              <a:gd name="connsiteX7-249" fmla="*/ 35496 w 1892189"/>
              <a:gd name="connsiteY7-250" fmla="*/ 1026890 h 1892188"/>
              <a:gd name="connsiteX8-251" fmla="*/ 35521 w 1892189"/>
              <a:gd name="connsiteY8-252" fmla="*/ 865273 h 189218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1892189" h="1892188">
                <a:moveTo>
                  <a:pt x="35521" y="865273"/>
                </a:moveTo>
                <a:cubicBezTo>
                  <a:pt x="35521" y="865273"/>
                  <a:pt x="865299" y="35495"/>
                  <a:pt x="865299" y="35495"/>
                </a:cubicBezTo>
                <a:cubicBezTo>
                  <a:pt x="912643" y="-11849"/>
                  <a:pt x="979572" y="-11824"/>
                  <a:pt x="1026916" y="35520"/>
                </a:cubicBezTo>
                <a:cubicBezTo>
                  <a:pt x="1026916" y="35520"/>
                  <a:pt x="1856694" y="865298"/>
                  <a:pt x="1856694" y="865298"/>
                </a:cubicBezTo>
                <a:cubicBezTo>
                  <a:pt x="1904038" y="912642"/>
                  <a:pt x="1904013" y="979572"/>
                  <a:pt x="1856669" y="1026916"/>
                </a:cubicBezTo>
                <a:cubicBezTo>
                  <a:pt x="1856669" y="1026916"/>
                  <a:pt x="1026891" y="1856693"/>
                  <a:pt x="1026891" y="1856693"/>
                </a:cubicBezTo>
                <a:cubicBezTo>
                  <a:pt x="979547" y="1904037"/>
                  <a:pt x="912618" y="1904011"/>
                  <a:pt x="865274" y="1856668"/>
                </a:cubicBezTo>
                <a:cubicBezTo>
                  <a:pt x="865274" y="1856667"/>
                  <a:pt x="35496" y="1026889"/>
                  <a:pt x="35496" y="1026890"/>
                </a:cubicBezTo>
                <a:cubicBezTo>
                  <a:pt x="-11848" y="979545"/>
                  <a:pt x="-11823" y="912617"/>
                  <a:pt x="35521" y="865273"/>
                </a:cubicBezTo>
                <a:close/>
              </a:path>
            </a:pathLst>
          </a:custGeom>
          <a:solidFill>
            <a:schemeClr val="accent1">
              <a:lumMod val="40000"/>
              <a:lumOff val="60000"/>
              <a:alpha val="26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cxnSp>
        <p:nvCxnSpPr>
          <p:cNvPr id="2" name="直接连接符 1"/>
          <p:cNvCxnSpPr/>
          <p:nvPr>
            <p:custDataLst>
              <p:tags r:id="rId11"/>
            </p:custDataLst>
          </p:nvPr>
        </p:nvCxnSpPr>
        <p:spPr>
          <a:xfrm>
            <a:off x="740410" y="1534160"/>
            <a:ext cx="0" cy="1152525"/>
          </a:xfrm>
          <a:prstGeom prst="line">
            <a:avLst/>
          </a:prstGeom>
          <a:ln w="9525" cap="rnd">
            <a:solidFill>
              <a:schemeClr val="accent1">
                <a:alpha val="35000"/>
              </a:schemeClr>
            </a:solidFill>
            <a:round/>
          </a:ln>
        </p:spPr>
        <p:style>
          <a:lnRef idx="2">
            <a:schemeClr val="accent1"/>
          </a:lnRef>
          <a:fillRef idx="0">
            <a:srgbClr val="FFFFFF"/>
          </a:fillRef>
          <a:effectRef idx="0">
            <a:srgbClr val="FFFFFF"/>
          </a:effectRef>
          <a:fontRef idx="minor">
            <a:schemeClr val="tx1"/>
          </a:fontRef>
        </p:style>
      </p:cxnSp>
      <p:cxnSp>
        <p:nvCxnSpPr>
          <p:cNvPr id="3" name="直接连接符 2"/>
          <p:cNvCxnSpPr/>
          <p:nvPr>
            <p:custDataLst>
              <p:tags r:id="rId12"/>
            </p:custDataLst>
          </p:nvPr>
        </p:nvCxnSpPr>
        <p:spPr>
          <a:xfrm>
            <a:off x="11346815" y="5031105"/>
            <a:ext cx="0" cy="1152525"/>
          </a:xfrm>
          <a:prstGeom prst="line">
            <a:avLst/>
          </a:prstGeom>
          <a:ln w="9525" cap="rnd">
            <a:solidFill>
              <a:schemeClr val="accent1">
                <a:alpha val="35000"/>
              </a:schemeClr>
            </a:solidFill>
            <a:round/>
          </a:ln>
        </p:spPr>
        <p:style>
          <a:lnRef idx="2">
            <a:schemeClr val="accent1"/>
          </a:lnRef>
          <a:fillRef idx="0">
            <a:srgbClr val="FFFFFF"/>
          </a:fillRef>
          <a:effectRef idx="0">
            <a:srgbClr val="FFFFFF"/>
          </a:effectRef>
          <a:fontRef idx="minor">
            <a:schemeClr val="tx1"/>
          </a:fontRef>
        </p:style>
      </p:cxnSp>
      <p:sp>
        <p:nvSpPr>
          <p:cNvPr id="7" name="文本框 6"/>
          <p:cNvSpPr txBox="1"/>
          <p:nvPr>
            <p:custDataLst>
              <p:tags r:id="rId13"/>
            </p:custDataLst>
          </p:nvPr>
        </p:nvSpPr>
        <p:spPr>
          <a:xfrm>
            <a:off x="1088390" y="2073699"/>
            <a:ext cx="10015220" cy="3486150"/>
          </a:xfrm>
          <a:prstGeom prst="rect">
            <a:avLst/>
          </a:prstGeom>
          <a:noFill/>
        </p:spPr>
        <p:txBody>
          <a:bodyPr wrap="square" rtlCol="0" anchor="ctr" anchorCtr="0">
            <a:normAutofit/>
          </a:bodyPr>
          <a:lstStyle/>
          <a:p>
            <a:pPr marL="0" lvl="0" indent="0" fontAlgn="auto">
              <a:lnSpc>
                <a:spcPct val="150000"/>
              </a:lnSpc>
            </a:pPr>
            <a:r>
              <a:rPr lang="en-US" altLang="zh-CN" sz="3200" kern="0" dirty="0">
                <a:ln>
                  <a:noFill/>
                  <a:prstDash val="sysDot"/>
                </a:ln>
                <a:solidFill>
                  <a:schemeClr val="tx1">
                    <a:lumMod val="85000"/>
                    <a:lumOff val="15000"/>
                  </a:schemeClr>
                </a:solidFill>
                <a:latin typeface="+mn-ea"/>
                <a:sym typeface="+mn-ea"/>
              </a:rPr>
              <a:t>2.1 </a:t>
            </a:r>
            <a:r>
              <a:rPr lang="zh-CN" altLang="en-US" sz="3200" kern="0" dirty="0">
                <a:ln>
                  <a:noFill/>
                  <a:prstDash val="sysDot"/>
                </a:ln>
                <a:solidFill>
                  <a:schemeClr val="tx1">
                    <a:lumMod val="85000"/>
                    <a:lumOff val="15000"/>
                  </a:schemeClr>
                </a:solidFill>
                <a:latin typeface="+mn-ea"/>
                <a:sym typeface="+mn-ea"/>
              </a:rPr>
              <a:t>给定一组包含房屋面积和价格的数据集，使用线性回归模型来预测房屋价格。解释你如何确定模型是否过拟合或欠拟合，并给出可能的解决方案。</a:t>
            </a:r>
          </a:p>
        </p:txBody>
      </p:sp>
    </p:spTree>
    <p:custDataLst>
      <p:tags r:id="rId1"/>
    </p:custDataLst>
  </p:cSld>
  <p:clrMapOvr>
    <a:masterClrMapping/>
  </p:clrMapOvr>
  <p:transition>
    <p:fade/>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标题 16"/>
          <p:cNvSpPr>
            <a:spLocks noGrp="1"/>
          </p:cNvSpPr>
          <p:nvPr>
            <p:ph type="title"/>
            <p:custDataLst>
              <p:tags r:id="rId2"/>
            </p:custDataLst>
          </p:nvPr>
        </p:nvSpPr>
        <p:spPr/>
        <p:txBody>
          <a:bodyPr>
            <a:normAutofit fontScale="90000"/>
          </a:bodyPr>
          <a:lstStyle/>
          <a:p>
            <a:r>
              <a:rPr lang="en-US" altLang="zh-CN" dirty="0"/>
              <a:t>2.4 </a:t>
            </a:r>
            <a:r>
              <a:rPr lang="zh-CN" altLang="en-US" dirty="0"/>
              <a:t>课后习题</a:t>
            </a:r>
          </a:p>
        </p:txBody>
      </p:sp>
      <p:cxnSp>
        <p:nvCxnSpPr>
          <p:cNvPr id="76" name="直接连接符 75"/>
          <p:cNvCxnSpPr/>
          <p:nvPr>
            <p:custDataLst>
              <p:tags r:id="rId3"/>
            </p:custDataLst>
          </p:nvPr>
        </p:nvCxnSpPr>
        <p:spPr>
          <a:xfrm>
            <a:off x="6898640" y="5965825"/>
            <a:ext cx="4679315" cy="0"/>
          </a:xfrm>
          <a:prstGeom prst="line">
            <a:avLst/>
          </a:prstGeom>
          <a:ln w="9525" cap="rnd">
            <a:solidFill>
              <a:schemeClr val="accent1">
                <a:alpha val="35000"/>
              </a:schemeClr>
            </a:solidFill>
            <a:round/>
          </a:ln>
        </p:spPr>
        <p:style>
          <a:lnRef idx="2">
            <a:schemeClr val="accent1"/>
          </a:lnRef>
          <a:fillRef idx="0">
            <a:srgbClr val="FFFFFF"/>
          </a:fillRef>
          <a:effectRef idx="0">
            <a:srgbClr val="FFFFFF"/>
          </a:effectRef>
          <a:fontRef idx="minor">
            <a:schemeClr val="tx1"/>
          </a:fontRef>
        </p:style>
      </p:cxnSp>
      <p:cxnSp>
        <p:nvCxnSpPr>
          <p:cNvPr id="77" name="直接连接符 76"/>
          <p:cNvCxnSpPr/>
          <p:nvPr>
            <p:custDataLst>
              <p:tags r:id="rId4"/>
            </p:custDataLst>
          </p:nvPr>
        </p:nvCxnSpPr>
        <p:spPr>
          <a:xfrm>
            <a:off x="1627505" y="5865495"/>
            <a:ext cx="7217410" cy="0"/>
          </a:xfrm>
          <a:prstGeom prst="line">
            <a:avLst/>
          </a:prstGeom>
          <a:ln w="9525" cap="rnd">
            <a:solidFill>
              <a:schemeClr val="accent1">
                <a:alpha val="35000"/>
              </a:schemeClr>
            </a:solidFill>
            <a:round/>
          </a:ln>
        </p:spPr>
        <p:style>
          <a:lnRef idx="2">
            <a:schemeClr val="accent1"/>
          </a:lnRef>
          <a:fillRef idx="0">
            <a:srgbClr val="FFFFFF"/>
          </a:fillRef>
          <a:effectRef idx="0">
            <a:srgbClr val="FFFFFF"/>
          </a:effectRef>
          <a:fontRef idx="minor">
            <a:schemeClr val="tx1"/>
          </a:fontRef>
        </p:style>
      </p:cxnSp>
      <p:sp>
        <p:nvSpPr>
          <p:cNvPr id="1398" name="任意多边形: 形状 1397"/>
          <p:cNvSpPr/>
          <p:nvPr>
            <p:custDataLst>
              <p:tags r:id="rId5"/>
            </p:custDataLst>
          </p:nvPr>
        </p:nvSpPr>
        <p:spPr>
          <a:xfrm>
            <a:off x="635635" y="5552440"/>
            <a:ext cx="631190" cy="631190"/>
          </a:xfrm>
          <a:custGeom>
            <a:avLst/>
            <a:gdLst>
              <a:gd name="connsiteX0" fmla="*/ 35521 w 1877718"/>
              <a:gd name="connsiteY0" fmla="*/ 850803 h 1863247"/>
              <a:gd name="connsiteX1" fmla="*/ 865299 w 1877718"/>
              <a:gd name="connsiteY1" fmla="*/ 21025 h 1863247"/>
              <a:gd name="connsiteX2" fmla="*/ 1026916 w 1877718"/>
              <a:gd name="connsiteY2" fmla="*/ 21050 h 1863247"/>
              <a:gd name="connsiteX3" fmla="*/ 1856694 w 1877718"/>
              <a:gd name="connsiteY3" fmla="*/ 850828 h 1863247"/>
              <a:gd name="connsiteX4" fmla="*/ 1856669 w 1877718"/>
              <a:gd name="connsiteY4" fmla="*/ 1012446 h 1863247"/>
              <a:gd name="connsiteX5" fmla="*/ 1026891 w 1877718"/>
              <a:gd name="connsiteY5" fmla="*/ 1842223 h 1863247"/>
              <a:gd name="connsiteX6" fmla="*/ 865274 w 1877718"/>
              <a:gd name="connsiteY6" fmla="*/ 1842198 h 1863247"/>
              <a:gd name="connsiteX7" fmla="*/ 35496 w 1877718"/>
              <a:gd name="connsiteY7" fmla="*/ 1012420 h 1863247"/>
              <a:gd name="connsiteX8" fmla="*/ 35521 w 1877718"/>
              <a:gd name="connsiteY8" fmla="*/ 850803 h 1863247"/>
              <a:gd name="connsiteX0-1" fmla="*/ 35521 w 1877718"/>
              <a:gd name="connsiteY0-2" fmla="*/ 850803 h 1863247"/>
              <a:gd name="connsiteX1-3" fmla="*/ 865299 w 1877718"/>
              <a:gd name="connsiteY1-4" fmla="*/ 21025 h 1863247"/>
              <a:gd name="connsiteX2-5" fmla="*/ 1026916 w 1877718"/>
              <a:gd name="connsiteY2-6" fmla="*/ 21050 h 1863247"/>
              <a:gd name="connsiteX3-7" fmla="*/ 1856694 w 1877718"/>
              <a:gd name="connsiteY3-8" fmla="*/ 850828 h 1863247"/>
              <a:gd name="connsiteX4-9" fmla="*/ 1856669 w 1877718"/>
              <a:gd name="connsiteY4-10" fmla="*/ 1012446 h 1863247"/>
              <a:gd name="connsiteX5-11" fmla="*/ 1026891 w 1877718"/>
              <a:gd name="connsiteY5-12" fmla="*/ 1842223 h 1863247"/>
              <a:gd name="connsiteX6-13" fmla="*/ 865274 w 1877718"/>
              <a:gd name="connsiteY6-14" fmla="*/ 1842198 h 1863247"/>
              <a:gd name="connsiteX7-15" fmla="*/ 35496 w 1877718"/>
              <a:gd name="connsiteY7-16" fmla="*/ 1012420 h 1863247"/>
              <a:gd name="connsiteX8-17" fmla="*/ 35521 w 1877718"/>
              <a:gd name="connsiteY8-18" fmla="*/ 850803 h 1863247"/>
              <a:gd name="connsiteX0-19" fmla="*/ 35521 w 1877718"/>
              <a:gd name="connsiteY0-20" fmla="*/ 850813 h 1863257"/>
              <a:gd name="connsiteX1-21" fmla="*/ 865299 w 1877718"/>
              <a:gd name="connsiteY1-22" fmla="*/ 21035 h 1863257"/>
              <a:gd name="connsiteX2-23" fmla="*/ 1026916 w 1877718"/>
              <a:gd name="connsiteY2-24" fmla="*/ 21060 h 1863257"/>
              <a:gd name="connsiteX3-25" fmla="*/ 1856694 w 1877718"/>
              <a:gd name="connsiteY3-26" fmla="*/ 850838 h 1863257"/>
              <a:gd name="connsiteX4-27" fmla="*/ 1856669 w 1877718"/>
              <a:gd name="connsiteY4-28" fmla="*/ 1012456 h 1863257"/>
              <a:gd name="connsiteX5-29" fmla="*/ 1026891 w 1877718"/>
              <a:gd name="connsiteY5-30" fmla="*/ 1842233 h 1863257"/>
              <a:gd name="connsiteX6-31" fmla="*/ 865274 w 1877718"/>
              <a:gd name="connsiteY6-32" fmla="*/ 1842208 h 1863257"/>
              <a:gd name="connsiteX7-33" fmla="*/ 35496 w 1877718"/>
              <a:gd name="connsiteY7-34" fmla="*/ 1012430 h 1863257"/>
              <a:gd name="connsiteX8-35" fmla="*/ 35521 w 1877718"/>
              <a:gd name="connsiteY8-36" fmla="*/ 850813 h 1863257"/>
              <a:gd name="connsiteX0-37" fmla="*/ 35521 w 1877718"/>
              <a:gd name="connsiteY0-38" fmla="*/ 865273 h 1877717"/>
              <a:gd name="connsiteX1-39" fmla="*/ 865299 w 1877718"/>
              <a:gd name="connsiteY1-40" fmla="*/ 35495 h 1877717"/>
              <a:gd name="connsiteX2-41" fmla="*/ 1026916 w 1877718"/>
              <a:gd name="connsiteY2-42" fmla="*/ 35520 h 1877717"/>
              <a:gd name="connsiteX3-43" fmla="*/ 1856694 w 1877718"/>
              <a:gd name="connsiteY3-44" fmla="*/ 865298 h 1877717"/>
              <a:gd name="connsiteX4-45" fmla="*/ 1856669 w 1877718"/>
              <a:gd name="connsiteY4-46" fmla="*/ 1026916 h 1877717"/>
              <a:gd name="connsiteX5-47" fmla="*/ 1026891 w 1877718"/>
              <a:gd name="connsiteY5-48" fmla="*/ 1856693 h 1877717"/>
              <a:gd name="connsiteX6-49" fmla="*/ 865274 w 1877718"/>
              <a:gd name="connsiteY6-50" fmla="*/ 1856668 h 1877717"/>
              <a:gd name="connsiteX7-51" fmla="*/ 35496 w 1877718"/>
              <a:gd name="connsiteY7-52" fmla="*/ 1026890 h 1877717"/>
              <a:gd name="connsiteX8-53" fmla="*/ 35521 w 1877718"/>
              <a:gd name="connsiteY8-54" fmla="*/ 865273 h 1877717"/>
              <a:gd name="connsiteX0-55" fmla="*/ 35521 w 1877718"/>
              <a:gd name="connsiteY0-56" fmla="*/ 865273 h 1877717"/>
              <a:gd name="connsiteX1-57" fmla="*/ 865299 w 1877718"/>
              <a:gd name="connsiteY1-58" fmla="*/ 35495 h 1877717"/>
              <a:gd name="connsiteX2-59" fmla="*/ 1026916 w 1877718"/>
              <a:gd name="connsiteY2-60" fmla="*/ 35520 h 1877717"/>
              <a:gd name="connsiteX3-61" fmla="*/ 1856694 w 1877718"/>
              <a:gd name="connsiteY3-62" fmla="*/ 865298 h 1877717"/>
              <a:gd name="connsiteX4-63" fmla="*/ 1856669 w 1877718"/>
              <a:gd name="connsiteY4-64" fmla="*/ 1026916 h 1877717"/>
              <a:gd name="connsiteX5-65" fmla="*/ 1026891 w 1877718"/>
              <a:gd name="connsiteY5-66" fmla="*/ 1856693 h 1877717"/>
              <a:gd name="connsiteX6-67" fmla="*/ 865274 w 1877718"/>
              <a:gd name="connsiteY6-68" fmla="*/ 1856668 h 1877717"/>
              <a:gd name="connsiteX7-69" fmla="*/ 35496 w 1877718"/>
              <a:gd name="connsiteY7-70" fmla="*/ 1026890 h 1877717"/>
              <a:gd name="connsiteX8-71" fmla="*/ 35521 w 1877718"/>
              <a:gd name="connsiteY8-72" fmla="*/ 865273 h 1877717"/>
              <a:gd name="connsiteX0-73" fmla="*/ 35521 w 1877718"/>
              <a:gd name="connsiteY0-74" fmla="*/ 865273 h 1877717"/>
              <a:gd name="connsiteX1-75" fmla="*/ 865299 w 1877718"/>
              <a:gd name="connsiteY1-76" fmla="*/ 35495 h 1877717"/>
              <a:gd name="connsiteX2-77" fmla="*/ 1026916 w 1877718"/>
              <a:gd name="connsiteY2-78" fmla="*/ 35520 h 1877717"/>
              <a:gd name="connsiteX3-79" fmla="*/ 1856694 w 1877718"/>
              <a:gd name="connsiteY3-80" fmla="*/ 865298 h 1877717"/>
              <a:gd name="connsiteX4-81" fmla="*/ 1856669 w 1877718"/>
              <a:gd name="connsiteY4-82" fmla="*/ 1026916 h 1877717"/>
              <a:gd name="connsiteX5-83" fmla="*/ 1026891 w 1877718"/>
              <a:gd name="connsiteY5-84" fmla="*/ 1856693 h 1877717"/>
              <a:gd name="connsiteX6-85" fmla="*/ 865274 w 1877718"/>
              <a:gd name="connsiteY6-86" fmla="*/ 1856668 h 1877717"/>
              <a:gd name="connsiteX7-87" fmla="*/ 35496 w 1877718"/>
              <a:gd name="connsiteY7-88" fmla="*/ 1026890 h 1877717"/>
              <a:gd name="connsiteX8-89" fmla="*/ 35521 w 1877718"/>
              <a:gd name="connsiteY8-90" fmla="*/ 865273 h 1877717"/>
              <a:gd name="connsiteX0-91" fmla="*/ 35521 w 1877729"/>
              <a:gd name="connsiteY0-92" fmla="*/ 865273 h 1877717"/>
              <a:gd name="connsiteX1-93" fmla="*/ 865299 w 1877729"/>
              <a:gd name="connsiteY1-94" fmla="*/ 35495 h 1877717"/>
              <a:gd name="connsiteX2-95" fmla="*/ 1026916 w 1877729"/>
              <a:gd name="connsiteY2-96" fmla="*/ 35520 h 1877717"/>
              <a:gd name="connsiteX3-97" fmla="*/ 1856694 w 1877729"/>
              <a:gd name="connsiteY3-98" fmla="*/ 865298 h 1877717"/>
              <a:gd name="connsiteX4-99" fmla="*/ 1856669 w 1877729"/>
              <a:gd name="connsiteY4-100" fmla="*/ 1026916 h 1877717"/>
              <a:gd name="connsiteX5-101" fmla="*/ 1026891 w 1877729"/>
              <a:gd name="connsiteY5-102" fmla="*/ 1856693 h 1877717"/>
              <a:gd name="connsiteX6-103" fmla="*/ 865274 w 1877729"/>
              <a:gd name="connsiteY6-104" fmla="*/ 1856668 h 1877717"/>
              <a:gd name="connsiteX7-105" fmla="*/ 35496 w 1877729"/>
              <a:gd name="connsiteY7-106" fmla="*/ 1026890 h 1877717"/>
              <a:gd name="connsiteX8-107" fmla="*/ 35521 w 1877729"/>
              <a:gd name="connsiteY8-108" fmla="*/ 865273 h 1877717"/>
              <a:gd name="connsiteX0-109" fmla="*/ 35521 w 1892189"/>
              <a:gd name="connsiteY0-110" fmla="*/ 865273 h 1877717"/>
              <a:gd name="connsiteX1-111" fmla="*/ 865299 w 1892189"/>
              <a:gd name="connsiteY1-112" fmla="*/ 35495 h 1877717"/>
              <a:gd name="connsiteX2-113" fmla="*/ 1026916 w 1892189"/>
              <a:gd name="connsiteY2-114" fmla="*/ 35520 h 1877717"/>
              <a:gd name="connsiteX3-115" fmla="*/ 1856694 w 1892189"/>
              <a:gd name="connsiteY3-116" fmla="*/ 865298 h 1877717"/>
              <a:gd name="connsiteX4-117" fmla="*/ 1856669 w 1892189"/>
              <a:gd name="connsiteY4-118" fmla="*/ 1026916 h 1877717"/>
              <a:gd name="connsiteX5-119" fmla="*/ 1026891 w 1892189"/>
              <a:gd name="connsiteY5-120" fmla="*/ 1856693 h 1877717"/>
              <a:gd name="connsiteX6-121" fmla="*/ 865274 w 1892189"/>
              <a:gd name="connsiteY6-122" fmla="*/ 1856668 h 1877717"/>
              <a:gd name="connsiteX7-123" fmla="*/ 35496 w 1892189"/>
              <a:gd name="connsiteY7-124" fmla="*/ 1026890 h 1877717"/>
              <a:gd name="connsiteX8-125" fmla="*/ 35521 w 1892189"/>
              <a:gd name="connsiteY8-126" fmla="*/ 865273 h 1877717"/>
              <a:gd name="connsiteX0-127" fmla="*/ 35521 w 1892189"/>
              <a:gd name="connsiteY0-128" fmla="*/ 865273 h 1877717"/>
              <a:gd name="connsiteX1-129" fmla="*/ 865299 w 1892189"/>
              <a:gd name="connsiteY1-130" fmla="*/ 35495 h 1877717"/>
              <a:gd name="connsiteX2-131" fmla="*/ 1026916 w 1892189"/>
              <a:gd name="connsiteY2-132" fmla="*/ 35520 h 1877717"/>
              <a:gd name="connsiteX3-133" fmla="*/ 1856694 w 1892189"/>
              <a:gd name="connsiteY3-134" fmla="*/ 865298 h 1877717"/>
              <a:gd name="connsiteX4-135" fmla="*/ 1856669 w 1892189"/>
              <a:gd name="connsiteY4-136" fmla="*/ 1026916 h 1877717"/>
              <a:gd name="connsiteX5-137" fmla="*/ 1026891 w 1892189"/>
              <a:gd name="connsiteY5-138" fmla="*/ 1856693 h 1877717"/>
              <a:gd name="connsiteX6-139" fmla="*/ 865274 w 1892189"/>
              <a:gd name="connsiteY6-140" fmla="*/ 1856668 h 1877717"/>
              <a:gd name="connsiteX7-141" fmla="*/ 35496 w 1892189"/>
              <a:gd name="connsiteY7-142" fmla="*/ 1026890 h 1877717"/>
              <a:gd name="connsiteX8-143" fmla="*/ 35521 w 1892189"/>
              <a:gd name="connsiteY8-144" fmla="*/ 865273 h 1877717"/>
              <a:gd name="connsiteX0-145" fmla="*/ 35521 w 1892189"/>
              <a:gd name="connsiteY0-146" fmla="*/ 865273 h 1877717"/>
              <a:gd name="connsiteX1-147" fmla="*/ 865299 w 1892189"/>
              <a:gd name="connsiteY1-148" fmla="*/ 35495 h 1877717"/>
              <a:gd name="connsiteX2-149" fmla="*/ 1026916 w 1892189"/>
              <a:gd name="connsiteY2-150" fmla="*/ 35520 h 1877717"/>
              <a:gd name="connsiteX3-151" fmla="*/ 1856694 w 1892189"/>
              <a:gd name="connsiteY3-152" fmla="*/ 865298 h 1877717"/>
              <a:gd name="connsiteX4-153" fmla="*/ 1856669 w 1892189"/>
              <a:gd name="connsiteY4-154" fmla="*/ 1026916 h 1877717"/>
              <a:gd name="connsiteX5-155" fmla="*/ 1026891 w 1892189"/>
              <a:gd name="connsiteY5-156" fmla="*/ 1856693 h 1877717"/>
              <a:gd name="connsiteX6-157" fmla="*/ 865274 w 1892189"/>
              <a:gd name="connsiteY6-158" fmla="*/ 1856668 h 1877717"/>
              <a:gd name="connsiteX7-159" fmla="*/ 35496 w 1892189"/>
              <a:gd name="connsiteY7-160" fmla="*/ 1026890 h 1877717"/>
              <a:gd name="connsiteX8-161" fmla="*/ 35521 w 1892189"/>
              <a:gd name="connsiteY8-162" fmla="*/ 865273 h 1877717"/>
              <a:gd name="connsiteX0-163" fmla="*/ 35521 w 1892189"/>
              <a:gd name="connsiteY0-164" fmla="*/ 865273 h 1877728"/>
              <a:gd name="connsiteX1-165" fmla="*/ 865299 w 1892189"/>
              <a:gd name="connsiteY1-166" fmla="*/ 35495 h 1877728"/>
              <a:gd name="connsiteX2-167" fmla="*/ 1026916 w 1892189"/>
              <a:gd name="connsiteY2-168" fmla="*/ 35520 h 1877728"/>
              <a:gd name="connsiteX3-169" fmla="*/ 1856694 w 1892189"/>
              <a:gd name="connsiteY3-170" fmla="*/ 865298 h 1877728"/>
              <a:gd name="connsiteX4-171" fmla="*/ 1856669 w 1892189"/>
              <a:gd name="connsiteY4-172" fmla="*/ 1026916 h 1877728"/>
              <a:gd name="connsiteX5-173" fmla="*/ 1026891 w 1892189"/>
              <a:gd name="connsiteY5-174" fmla="*/ 1856693 h 1877728"/>
              <a:gd name="connsiteX6-175" fmla="*/ 865274 w 1892189"/>
              <a:gd name="connsiteY6-176" fmla="*/ 1856668 h 1877728"/>
              <a:gd name="connsiteX7-177" fmla="*/ 35496 w 1892189"/>
              <a:gd name="connsiteY7-178" fmla="*/ 1026890 h 1877728"/>
              <a:gd name="connsiteX8-179" fmla="*/ 35521 w 1892189"/>
              <a:gd name="connsiteY8-180" fmla="*/ 865273 h 1877728"/>
              <a:gd name="connsiteX0-181" fmla="*/ 35521 w 1892189"/>
              <a:gd name="connsiteY0-182" fmla="*/ 865273 h 1892188"/>
              <a:gd name="connsiteX1-183" fmla="*/ 865299 w 1892189"/>
              <a:gd name="connsiteY1-184" fmla="*/ 35495 h 1892188"/>
              <a:gd name="connsiteX2-185" fmla="*/ 1026916 w 1892189"/>
              <a:gd name="connsiteY2-186" fmla="*/ 35520 h 1892188"/>
              <a:gd name="connsiteX3-187" fmla="*/ 1856694 w 1892189"/>
              <a:gd name="connsiteY3-188" fmla="*/ 865298 h 1892188"/>
              <a:gd name="connsiteX4-189" fmla="*/ 1856669 w 1892189"/>
              <a:gd name="connsiteY4-190" fmla="*/ 1026916 h 1892188"/>
              <a:gd name="connsiteX5-191" fmla="*/ 1026891 w 1892189"/>
              <a:gd name="connsiteY5-192" fmla="*/ 1856693 h 1892188"/>
              <a:gd name="connsiteX6-193" fmla="*/ 865274 w 1892189"/>
              <a:gd name="connsiteY6-194" fmla="*/ 1856668 h 1892188"/>
              <a:gd name="connsiteX7-195" fmla="*/ 35496 w 1892189"/>
              <a:gd name="connsiteY7-196" fmla="*/ 1026890 h 1892188"/>
              <a:gd name="connsiteX8-197" fmla="*/ 35521 w 1892189"/>
              <a:gd name="connsiteY8-198" fmla="*/ 865273 h 1892188"/>
              <a:gd name="connsiteX0-199" fmla="*/ 35521 w 1892189"/>
              <a:gd name="connsiteY0-200" fmla="*/ 865273 h 1892188"/>
              <a:gd name="connsiteX1-201" fmla="*/ 865299 w 1892189"/>
              <a:gd name="connsiteY1-202" fmla="*/ 35495 h 1892188"/>
              <a:gd name="connsiteX2-203" fmla="*/ 1026916 w 1892189"/>
              <a:gd name="connsiteY2-204" fmla="*/ 35520 h 1892188"/>
              <a:gd name="connsiteX3-205" fmla="*/ 1856694 w 1892189"/>
              <a:gd name="connsiteY3-206" fmla="*/ 865298 h 1892188"/>
              <a:gd name="connsiteX4-207" fmla="*/ 1856669 w 1892189"/>
              <a:gd name="connsiteY4-208" fmla="*/ 1026916 h 1892188"/>
              <a:gd name="connsiteX5-209" fmla="*/ 1026891 w 1892189"/>
              <a:gd name="connsiteY5-210" fmla="*/ 1856693 h 1892188"/>
              <a:gd name="connsiteX6-211" fmla="*/ 865274 w 1892189"/>
              <a:gd name="connsiteY6-212" fmla="*/ 1856668 h 1892188"/>
              <a:gd name="connsiteX7-213" fmla="*/ 35496 w 1892189"/>
              <a:gd name="connsiteY7-214" fmla="*/ 1026890 h 1892188"/>
              <a:gd name="connsiteX8-215" fmla="*/ 35521 w 1892189"/>
              <a:gd name="connsiteY8-216" fmla="*/ 865273 h 1892188"/>
              <a:gd name="connsiteX0-217" fmla="*/ 35521 w 1892189"/>
              <a:gd name="connsiteY0-218" fmla="*/ 865273 h 1892188"/>
              <a:gd name="connsiteX1-219" fmla="*/ 865299 w 1892189"/>
              <a:gd name="connsiteY1-220" fmla="*/ 35495 h 1892188"/>
              <a:gd name="connsiteX2-221" fmla="*/ 1026916 w 1892189"/>
              <a:gd name="connsiteY2-222" fmla="*/ 35520 h 1892188"/>
              <a:gd name="connsiteX3-223" fmla="*/ 1856694 w 1892189"/>
              <a:gd name="connsiteY3-224" fmla="*/ 865298 h 1892188"/>
              <a:gd name="connsiteX4-225" fmla="*/ 1856669 w 1892189"/>
              <a:gd name="connsiteY4-226" fmla="*/ 1026916 h 1892188"/>
              <a:gd name="connsiteX5-227" fmla="*/ 1026891 w 1892189"/>
              <a:gd name="connsiteY5-228" fmla="*/ 1856693 h 1892188"/>
              <a:gd name="connsiteX6-229" fmla="*/ 865274 w 1892189"/>
              <a:gd name="connsiteY6-230" fmla="*/ 1856668 h 1892188"/>
              <a:gd name="connsiteX7-231" fmla="*/ 35496 w 1892189"/>
              <a:gd name="connsiteY7-232" fmla="*/ 1026890 h 1892188"/>
              <a:gd name="connsiteX8-233" fmla="*/ 35521 w 1892189"/>
              <a:gd name="connsiteY8-234" fmla="*/ 865273 h 1892188"/>
              <a:gd name="connsiteX0-235" fmla="*/ 35521 w 1892189"/>
              <a:gd name="connsiteY0-236" fmla="*/ 865273 h 1892188"/>
              <a:gd name="connsiteX1-237" fmla="*/ 865299 w 1892189"/>
              <a:gd name="connsiteY1-238" fmla="*/ 35495 h 1892188"/>
              <a:gd name="connsiteX2-239" fmla="*/ 1026916 w 1892189"/>
              <a:gd name="connsiteY2-240" fmla="*/ 35520 h 1892188"/>
              <a:gd name="connsiteX3-241" fmla="*/ 1856694 w 1892189"/>
              <a:gd name="connsiteY3-242" fmla="*/ 865298 h 1892188"/>
              <a:gd name="connsiteX4-243" fmla="*/ 1856669 w 1892189"/>
              <a:gd name="connsiteY4-244" fmla="*/ 1026916 h 1892188"/>
              <a:gd name="connsiteX5-245" fmla="*/ 1026891 w 1892189"/>
              <a:gd name="connsiteY5-246" fmla="*/ 1856693 h 1892188"/>
              <a:gd name="connsiteX6-247" fmla="*/ 865274 w 1892189"/>
              <a:gd name="connsiteY6-248" fmla="*/ 1856668 h 1892188"/>
              <a:gd name="connsiteX7-249" fmla="*/ 35496 w 1892189"/>
              <a:gd name="connsiteY7-250" fmla="*/ 1026890 h 1892188"/>
              <a:gd name="connsiteX8-251" fmla="*/ 35521 w 1892189"/>
              <a:gd name="connsiteY8-252" fmla="*/ 865273 h 189218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1892189" h="1892188">
                <a:moveTo>
                  <a:pt x="35521" y="865273"/>
                </a:moveTo>
                <a:cubicBezTo>
                  <a:pt x="35521" y="865273"/>
                  <a:pt x="865299" y="35495"/>
                  <a:pt x="865299" y="35495"/>
                </a:cubicBezTo>
                <a:cubicBezTo>
                  <a:pt x="912643" y="-11849"/>
                  <a:pt x="979572" y="-11824"/>
                  <a:pt x="1026916" y="35520"/>
                </a:cubicBezTo>
                <a:cubicBezTo>
                  <a:pt x="1026916" y="35520"/>
                  <a:pt x="1856694" y="865298"/>
                  <a:pt x="1856694" y="865298"/>
                </a:cubicBezTo>
                <a:cubicBezTo>
                  <a:pt x="1904038" y="912642"/>
                  <a:pt x="1904013" y="979572"/>
                  <a:pt x="1856669" y="1026916"/>
                </a:cubicBezTo>
                <a:cubicBezTo>
                  <a:pt x="1856669" y="1026916"/>
                  <a:pt x="1026891" y="1856693"/>
                  <a:pt x="1026891" y="1856693"/>
                </a:cubicBezTo>
                <a:cubicBezTo>
                  <a:pt x="979547" y="1904037"/>
                  <a:pt x="912618" y="1904011"/>
                  <a:pt x="865274" y="1856668"/>
                </a:cubicBezTo>
                <a:cubicBezTo>
                  <a:pt x="865274" y="1856667"/>
                  <a:pt x="35496" y="1026889"/>
                  <a:pt x="35496" y="1026890"/>
                </a:cubicBezTo>
                <a:cubicBezTo>
                  <a:pt x="-11848" y="979545"/>
                  <a:pt x="-11823" y="912617"/>
                  <a:pt x="35521" y="865273"/>
                </a:cubicBezTo>
                <a:close/>
              </a:path>
            </a:pathLst>
          </a:custGeom>
          <a:solidFill>
            <a:schemeClr val="accent1">
              <a:alpha val="2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zh-CN" altLang="en-US">
              <a:sym typeface="+mn-ea"/>
            </a:endParaRPr>
          </a:p>
        </p:txBody>
      </p:sp>
      <p:sp>
        <p:nvSpPr>
          <p:cNvPr id="4" name="任意多边形: 形状 1397"/>
          <p:cNvSpPr/>
          <p:nvPr>
            <p:custDataLst>
              <p:tags r:id="rId6"/>
            </p:custDataLst>
          </p:nvPr>
        </p:nvSpPr>
        <p:spPr>
          <a:xfrm>
            <a:off x="1092835" y="5670550"/>
            <a:ext cx="395605" cy="395605"/>
          </a:xfrm>
          <a:custGeom>
            <a:avLst/>
            <a:gdLst>
              <a:gd name="connsiteX0" fmla="*/ 35521 w 1877718"/>
              <a:gd name="connsiteY0" fmla="*/ 850803 h 1863247"/>
              <a:gd name="connsiteX1" fmla="*/ 865299 w 1877718"/>
              <a:gd name="connsiteY1" fmla="*/ 21025 h 1863247"/>
              <a:gd name="connsiteX2" fmla="*/ 1026916 w 1877718"/>
              <a:gd name="connsiteY2" fmla="*/ 21050 h 1863247"/>
              <a:gd name="connsiteX3" fmla="*/ 1856694 w 1877718"/>
              <a:gd name="connsiteY3" fmla="*/ 850828 h 1863247"/>
              <a:gd name="connsiteX4" fmla="*/ 1856669 w 1877718"/>
              <a:gd name="connsiteY4" fmla="*/ 1012446 h 1863247"/>
              <a:gd name="connsiteX5" fmla="*/ 1026891 w 1877718"/>
              <a:gd name="connsiteY5" fmla="*/ 1842223 h 1863247"/>
              <a:gd name="connsiteX6" fmla="*/ 865274 w 1877718"/>
              <a:gd name="connsiteY6" fmla="*/ 1842198 h 1863247"/>
              <a:gd name="connsiteX7" fmla="*/ 35496 w 1877718"/>
              <a:gd name="connsiteY7" fmla="*/ 1012420 h 1863247"/>
              <a:gd name="connsiteX8" fmla="*/ 35521 w 1877718"/>
              <a:gd name="connsiteY8" fmla="*/ 850803 h 1863247"/>
              <a:gd name="connsiteX0-1" fmla="*/ 35521 w 1877718"/>
              <a:gd name="connsiteY0-2" fmla="*/ 850803 h 1863247"/>
              <a:gd name="connsiteX1-3" fmla="*/ 865299 w 1877718"/>
              <a:gd name="connsiteY1-4" fmla="*/ 21025 h 1863247"/>
              <a:gd name="connsiteX2-5" fmla="*/ 1026916 w 1877718"/>
              <a:gd name="connsiteY2-6" fmla="*/ 21050 h 1863247"/>
              <a:gd name="connsiteX3-7" fmla="*/ 1856694 w 1877718"/>
              <a:gd name="connsiteY3-8" fmla="*/ 850828 h 1863247"/>
              <a:gd name="connsiteX4-9" fmla="*/ 1856669 w 1877718"/>
              <a:gd name="connsiteY4-10" fmla="*/ 1012446 h 1863247"/>
              <a:gd name="connsiteX5-11" fmla="*/ 1026891 w 1877718"/>
              <a:gd name="connsiteY5-12" fmla="*/ 1842223 h 1863247"/>
              <a:gd name="connsiteX6-13" fmla="*/ 865274 w 1877718"/>
              <a:gd name="connsiteY6-14" fmla="*/ 1842198 h 1863247"/>
              <a:gd name="connsiteX7-15" fmla="*/ 35496 w 1877718"/>
              <a:gd name="connsiteY7-16" fmla="*/ 1012420 h 1863247"/>
              <a:gd name="connsiteX8-17" fmla="*/ 35521 w 1877718"/>
              <a:gd name="connsiteY8-18" fmla="*/ 850803 h 1863247"/>
              <a:gd name="connsiteX0-19" fmla="*/ 35521 w 1877718"/>
              <a:gd name="connsiteY0-20" fmla="*/ 850813 h 1863257"/>
              <a:gd name="connsiteX1-21" fmla="*/ 865299 w 1877718"/>
              <a:gd name="connsiteY1-22" fmla="*/ 21035 h 1863257"/>
              <a:gd name="connsiteX2-23" fmla="*/ 1026916 w 1877718"/>
              <a:gd name="connsiteY2-24" fmla="*/ 21060 h 1863257"/>
              <a:gd name="connsiteX3-25" fmla="*/ 1856694 w 1877718"/>
              <a:gd name="connsiteY3-26" fmla="*/ 850838 h 1863257"/>
              <a:gd name="connsiteX4-27" fmla="*/ 1856669 w 1877718"/>
              <a:gd name="connsiteY4-28" fmla="*/ 1012456 h 1863257"/>
              <a:gd name="connsiteX5-29" fmla="*/ 1026891 w 1877718"/>
              <a:gd name="connsiteY5-30" fmla="*/ 1842233 h 1863257"/>
              <a:gd name="connsiteX6-31" fmla="*/ 865274 w 1877718"/>
              <a:gd name="connsiteY6-32" fmla="*/ 1842208 h 1863257"/>
              <a:gd name="connsiteX7-33" fmla="*/ 35496 w 1877718"/>
              <a:gd name="connsiteY7-34" fmla="*/ 1012430 h 1863257"/>
              <a:gd name="connsiteX8-35" fmla="*/ 35521 w 1877718"/>
              <a:gd name="connsiteY8-36" fmla="*/ 850813 h 1863257"/>
              <a:gd name="connsiteX0-37" fmla="*/ 35521 w 1877718"/>
              <a:gd name="connsiteY0-38" fmla="*/ 865273 h 1877717"/>
              <a:gd name="connsiteX1-39" fmla="*/ 865299 w 1877718"/>
              <a:gd name="connsiteY1-40" fmla="*/ 35495 h 1877717"/>
              <a:gd name="connsiteX2-41" fmla="*/ 1026916 w 1877718"/>
              <a:gd name="connsiteY2-42" fmla="*/ 35520 h 1877717"/>
              <a:gd name="connsiteX3-43" fmla="*/ 1856694 w 1877718"/>
              <a:gd name="connsiteY3-44" fmla="*/ 865298 h 1877717"/>
              <a:gd name="connsiteX4-45" fmla="*/ 1856669 w 1877718"/>
              <a:gd name="connsiteY4-46" fmla="*/ 1026916 h 1877717"/>
              <a:gd name="connsiteX5-47" fmla="*/ 1026891 w 1877718"/>
              <a:gd name="connsiteY5-48" fmla="*/ 1856693 h 1877717"/>
              <a:gd name="connsiteX6-49" fmla="*/ 865274 w 1877718"/>
              <a:gd name="connsiteY6-50" fmla="*/ 1856668 h 1877717"/>
              <a:gd name="connsiteX7-51" fmla="*/ 35496 w 1877718"/>
              <a:gd name="connsiteY7-52" fmla="*/ 1026890 h 1877717"/>
              <a:gd name="connsiteX8-53" fmla="*/ 35521 w 1877718"/>
              <a:gd name="connsiteY8-54" fmla="*/ 865273 h 1877717"/>
              <a:gd name="connsiteX0-55" fmla="*/ 35521 w 1877718"/>
              <a:gd name="connsiteY0-56" fmla="*/ 865273 h 1877717"/>
              <a:gd name="connsiteX1-57" fmla="*/ 865299 w 1877718"/>
              <a:gd name="connsiteY1-58" fmla="*/ 35495 h 1877717"/>
              <a:gd name="connsiteX2-59" fmla="*/ 1026916 w 1877718"/>
              <a:gd name="connsiteY2-60" fmla="*/ 35520 h 1877717"/>
              <a:gd name="connsiteX3-61" fmla="*/ 1856694 w 1877718"/>
              <a:gd name="connsiteY3-62" fmla="*/ 865298 h 1877717"/>
              <a:gd name="connsiteX4-63" fmla="*/ 1856669 w 1877718"/>
              <a:gd name="connsiteY4-64" fmla="*/ 1026916 h 1877717"/>
              <a:gd name="connsiteX5-65" fmla="*/ 1026891 w 1877718"/>
              <a:gd name="connsiteY5-66" fmla="*/ 1856693 h 1877717"/>
              <a:gd name="connsiteX6-67" fmla="*/ 865274 w 1877718"/>
              <a:gd name="connsiteY6-68" fmla="*/ 1856668 h 1877717"/>
              <a:gd name="connsiteX7-69" fmla="*/ 35496 w 1877718"/>
              <a:gd name="connsiteY7-70" fmla="*/ 1026890 h 1877717"/>
              <a:gd name="connsiteX8-71" fmla="*/ 35521 w 1877718"/>
              <a:gd name="connsiteY8-72" fmla="*/ 865273 h 1877717"/>
              <a:gd name="connsiteX0-73" fmla="*/ 35521 w 1877718"/>
              <a:gd name="connsiteY0-74" fmla="*/ 865273 h 1877717"/>
              <a:gd name="connsiteX1-75" fmla="*/ 865299 w 1877718"/>
              <a:gd name="connsiteY1-76" fmla="*/ 35495 h 1877717"/>
              <a:gd name="connsiteX2-77" fmla="*/ 1026916 w 1877718"/>
              <a:gd name="connsiteY2-78" fmla="*/ 35520 h 1877717"/>
              <a:gd name="connsiteX3-79" fmla="*/ 1856694 w 1877718"/>
              <a:gd name="connsiteY3-80" fmla="*/ 865298 h 1877717"/>
              <a:gd name="connsiteX4-81" fmla="*/ 1856669 w 1877718"/>
              <a:gd name="connsiteY4-82" fmla="*/ 1026916 h 1877717"/>
              <a:gd name="connsiteX5-83" fmla="*/ 1026891 w 1877718"/>
              <a:gd name="connsiteY5-84" fmla="*/ 1856693 h 1877717"/>
              <a:gd name="connsiteX6-85" fmla="*/ 865274 w 1877718"/>
              <a:gd name="connsiteY6-86" fmla="*/ 1856668 h 1877717"/>
              <a:gd name="connsiteX7-87" fmla="*/ 35496 w 1877718"/>
              <a:gd name="connsiteY7-88" fmla="*/ 1026890 h 1877717"/>
              <a:gd name="connsiteX8-89" fmla="*/ 35521 w 1877718"/>
              <a:gd name="connsiteY8-90" fmla="*/ 865273 h 1877717"/>
              <a:gd name="connsiteX0-91" fmla="*/ 35521 w 1877729"/>
              <a:gd name="connsiteY0-92" fmla="*/ 865273 h 1877717"/>
              <a:gd name="connsiteX1-93" fmla="*/ 865299 w 1877729"/>
              <a:gd name="connsiteY1-94" fmla="*/ 35495 h 1877717"/>
              <a:gd name="connsiteX2-95" fmla="*/ 1026916 w 1877729"/>
              <a:gd name="connsiteY2-96" fmla="*/ 35520 h 1877717"/>
              <a:gd name="connsiteX3-97" fmla="*/ 1856694 w 1877729"/>
              <a:gd name="connsiteY3-98" fmla="*/ 865298 h 1877717"/>
              <a:gd name="connsiteX4-99" fmla="*/ 1856669 w 1877729"/>
              <a:gd name="connsiteY4-100" fmla="*/ 1026916 h 1877717"/>
              <a:gd name="connsiteX5-101" fmla="*/ 1026891 w 1877729"/>
              <a:gd name="connsiteY5-102" fmla="*/ 1856693 h 1877717"/>
              <a:gd name="connsiteX6-103" fmla="*/ 865274 w 1877729"/>
              <a:gd name="connsiteY6-104" fmla="*/ 1856668 h 1877717"/>
              <a:gd name="connsiteX7-105" fmla="*/ 35496 w 1877729"/>
              <a:gd name="connsiteY7-106" fmla="*/ 1026890 h 1877717"/>
              <a:gd name="connsiteX8-107" fmla="*/ 35521 w 1877729"/>
              <a:gd name="connsiteY8-108" fmla="*/ 865273 h 1877717"/>
              <a:gd name="connsiteX0-109" fmla="*/ 35521 w 1892189"/>
              <a:gd name="connsiteY0-110" fmla="*/ 865273 h 1877717"/>
              <a:gd name="connsiteX1-111" fmla="*/ 865299 w 1892189"/>
              <a:gd name="connsiteY1-112" fmla="*/ 35495 h 1877717"/>
              <a:gd name="connsiteX2-113" fmla="*/ 1026916 w 1892189"/>
              <a:gd name="connsiteY2-114" fmla="*/ 35520 h 1877717"/>
              <a:gd name="connsiteX3-115" fmla="*/ 1856694 w 1892189"/>
              <a:gd name="connsiteY3-116" fmla="*/ 865298 h 1877717"/>
              <a:gd name="connsiteX4-117" fmla="*/ 1856669 w 1892189"/>
              <a:gd name="connsiteY4-118" fmla="*/ 1026916 h 1877717"/>
              <a:gd name="connsiteX5-119" fmla="*/ 1026891 w 1892189"/>
              <a:gd name="connsiteY5-120" fmla="*/ 1856693 h 1877717"/>
              <a:gd name="connsiteX6-121" fmla="*/ 865274 w 1892189"/>
              <a:gd name="connsiteY6-122" fmla="*/ 1856668 h 1877717"/>
              <a:gd name="connsiteX7-123" fmla="*/ 35496 w 1892189"/>
              <a:gd name="connsiteY7-124" fmla="*/ 1026890 h 1877717"/>
              <a:gd name="connsiteX8-125" fmla="*/ 35521 w 1892189"/>
              <a:gd name="connsiteY8-126" fmla="*/ 865273 h 1877717"/>
              <a:gd name="connsiteX0-127" fmla="*/ 35521 w 1892189"/>
              <a:gd name="connsiteY0-128" fmla="*/ 865273 h 1877717"/>
              <a:gd name="connsiteX1-129" fmla="*/ 865299 w 1892189"/>
              <a:gd name="connsiteY1-130" fmla="*/ 35495 h 1877717"/>
              <a:gd name="connsiteX2-131" fmla="*/ 1026916 w 1892189"/>
              <a:gd name="connsiteY2-132" fmla="*/ 35520 h 1877717"/>
              <a:gd name="connsiteX3-133" fmla="*/ 1856694 w 1892189"/>
              <a:gd name="connsiteY3-134" fmla="*/ 865298 h 1877717"/>
              <a:gd name="connsiteX4-135" fmla="*/ 1856669 w 1892189"/>
              <a:gd name="connsiteY4-136" fmla="*/ 1026916 h 1877717"/>
              <a:gd name="connsiteX5-137" fmla="*/ 1026891 w 1892189"/>
              <a:gd name="connsiteY5-138" fmla="*/ 1856693 h 1877717"/>
              <a:gd name="connsiteX6-139" fmla="*/ 865274 w 1892189"/>
              <a:gd name="connsiteY6-140" fmla="*/ 1856668 h 1877717"/>
              <a:gd name="connsiteX7-141" fmla="*/ 35496 w 1892189"/>
              <a:gd name="connsiteY7-142" fmla="*/ 1026890 h 1877717"/>
              <a:gd name="connsiteX8-143" fmla="*/ 35521 w 1892189"/>
              <a:gd name="connsiteY8-144" fmla="*/ 865273 h 1877717"/>
              <a:gd name="connsiteX0-145" fmla="*/ 35521 w 1892189"/>
              <a:gd name="connsiteY0-146" fmla="*/ 865273 h 1877717"/>
              <a:gd name="connsiteX1-147" fmla="*/ 865299 w 1892189"/>
              <a:gd name="connsiteY1-148" fmla="*/ 35495 h 1877717"/>
              <a:gd name="connsiteX2-149" fmla="*/ 1026916 w 1892189"/>
              <a:gd name="connsiteY2-150" fmla="*/ 35520 h 1877717"/>
              <a:gd name="connsiteX3-151" fmla="*/ 1856694 w 1892189"/>
              <a:gd name="connsiteY3-152" fmla="*/ 865298 h 1877717"/>
              <a:gd name="connsiteX4-153" fmla="*/ 1856669 w 1892189"/>
              <a:gd name="connsiteY4-154" fmla="*/ 1026916 h 1877717"/>
              <a:gd name="connsiteX5-155" fmla="*/ 1026891 w 1892189"/>
              <a:gd name="connsiteY5-156" fmla="*/ 1856693 h 1877717"/>
              <a:gd name="connsiteX6-157" fmla="*/ 865274 w 1892189"/>
              <a:gd name="connsiteY6-158" fmla="*/ 1856668 h 1877717"/>
              <a:gd name="connsiteX7-159" fmla="*/ 35496 w 1892189"/>
              <a:gd name="connsiteY7-160" fmla="*/ 1026890 h 1877717"/>
              <a:gd name="connsiteX8-161" fmla="*/ 35521 w 1892189"/>
              <a:gd name="connsiteY8-162" fmla="*/ 865273 h 1877717"/>
              <a:gd name="connsiteX0-163" fmla="*/ 35521 w 1892189"/>
              <a:gd name="connsiteY0-164" fmla="*/ 865273 h 1877728"/>
              <a:gd name="connsiteX1-165" fmla="*/ 865299 w 1892189"/>
              <a:gd name="connsiteY1-166" fmla="*/ 35495 h 1877728"/>
              <a:gd name="connsiteX2-167" fmla="*/ 1026916 w 1892189"/>
              <a:gd name="connsiteY2-168" fmla="*/ 35520 h 1877728"/>
              <a:gd name="connsiteX3-169" fmla="*/ 1856694 w 1892189"/>
              <a:gd name="connsiteY3-170" fmla="*/ 865298 h 1877728"/>
              <a:gd name="connsiteX4-171" fmla="*/ 1856669 w 1892189"/>
              <a:gd name="connsiteY4-172" fmla="*/ 1026916 h 1877728"/>
              <a:gd name="connsiteX5-173" fmla="*/ 1026891 w 1892189"/>
              <a:gd name="connsiteY5-174" fmla="*/ 1856693 h 1877728"/>
              <a:gd name="connsiteX6-175" fmla="*/ 865274 w 1892189"/>
              <a:gd name="connsiteY6-176" fmla="*/ 1856668 h 1877728"/>
              <a:gd name="connsiteX7-177" fmla="*/ 35496 w 1892189"/>
              <a:gd name="connsiteY7-178" fmla="*/ 1026890 h 1877728"/>
              <a:gd name="connsiteX8-179" fmla="*/ 35521 w 1892189"/>
              <a:gd name="connsiteY8-180" fmla="*/ 865273 h 1877728"/>
              <a:gd name="connsiteX0-181" fmla="*/ 35521 w 1892189"/>
              <a:gd name="connsiteY0-182" fmla="*/ 865273 h 1892188"/>
              <a:gd name="connsiteX1-183" fmla="*/ 865299 w 1892189"/>
              <a:gd name="connsiteY1-184" fmla="*/ 35495 h 1892188"/>
              <a:gd name="connsiteX2-185" fmla="*/ 1026916 w 1892189"/>
              <a:gd name="connsiteY2-186" fmla="*/ 35520 h 1892188"/>
              <a:gd name="connsiteX3-187" fmla="*/ 1856694 w 1892189"/>
              <a:gd name="connsiteY3-188" fmla="*/ 865298 h 1892188"/>
              <a:gd name="connsiteX4-189" fmla="*/ 1856669 w 1892189"/>
              <a:gd name="connsiteY4-190" fmla="*/ 1026916 h 1892188"/>
              <a:gd name="connsiteX5-191" fmla="*/ 1026891 w 1892189"/>
              <a:gd name="connsiteY5-192" fmla="*/ 1856693 h 1892188"/>
              <a:gd name="connsiteX6-193" fmla="*/ 865274 w 1892189"/>
              <a:gd name="connsiteY6-194" fmla="*/ 1856668 h 1892188"/>
              <a:gd name="connsiteX7-195" fmla="*/ 35496 w 1892189"/>
              <a:gd name="connsiteY7-196" fmla="*/ 1026890 h 1892188"/>
              <a:gd name="connsiteX8-197" fmla="*/ 35521 w 1892189"/>
              <a:gd name="connsiteY8-198" fmla="*/ 865273 h 1892188"/>
              <a:gd name="connsiteX0-199" fmla="*/ 35521 w 1892189"/>
              <a:gd name="connsiteY0-200" fmla="*/ 865273 h 1892188"/>
              <a:gd name="connsiteX1-201" fmla="*/ 865299 w 1892189"/>
              <a:gd name="connsiteY1-202" fmla="*/ 35495 h 1892188"/>
              <a:gd name="connsiteX2-203" fmla="*/ 1026916 w 1892189"/>
              <a:gd name="connsiteY2-204" fmla="*/ 35520 h 1892188"/>
              <a:gd name="connsiteX3-205" fmla="*/ 1856694 w 1892189"/>
              <a:gd name="connsiteY3-206" fmla="*/ 865298 h 1892188"/>
              <a:gd name="connsiteX4-207" fmla="*/ 1856669 w 1892189"/>
              <a:gd name="connsiteY4-208" fmla="*/ 1026916 h 1892188"/>
              <a:gd name="connsiteX5-209" fmla="*/ 1026891 w 1892189"/>
              <a:gd name="connsiteY5-210" fmla="*/ 1856693 h 1892188"/>
              <a:gd name="connsiteX6-211" fmla="*/ 865274 w 1892189"/>
              <a:gd name="connsiteY6-212" fmla="*/ 1856668 h 1892188"/>
              <a:gd name="connsiteX7-213" fmla="*/ 35496 w 1892189"/>
              <a:gd name="connsiteY7-214" fmla="*/ 1026890 h 1892188"/>
              <a:gd name="connsiteX8-215" fmla="*/ 35521 w 1892189"/>
              <a:gd name="connsiteY8-216" fmla="*/ 865273 h 1892188"/>
              <a:gd name="connsiteX0-217" fmla="*/ 35521 w 1892189"/>
              <a:gd name="connsiteY0-218" fmla="*/ 865273 h 1892188"/>
              <a:gd name="connsiteX1-219" fmla="*/ 865299 w 1892189"/>
              <a:gd name="connsiteY1-220" fmla="*/ 35495 h 1892188"/>
              <a:gd name="connsiteX2-221" fmla="*/ 1026916 w 1892189"/>
              <a:gd name="connsiteY2-222" fmla="*/ 35520 h 1892188"/>
              <a:gd name="connsiteX3-223" fmla="*/ 1856694 w 1892189"/>
              <a:gd name="connsiteY3-224" fmla="*/ 865298 h 1892188"/>
              <a:gd name="connsiteX4-225" fmla="*/ 1856669 w 1892189"/>
              <a:gd name="connsiteY4-226" fmla="*/ 1026916 h 1892188"/>
              <a:gd name="connsiteX5-227" fmla="*/ 1026891 w 1892189"/>
              <a:gd name="connsiteY5-228" fmla="*/ 1856693 h 1892188"/>
              <a:gd name="connsiteX6-229" fmla="*/ 865274 w 1892189"/>
              <a:gd name="connsiteY6-230" fmla="*/ 1856668 h 1892188"/>
              <a:gd name="connsiteX7-231" fmla="*/ 35496 w 1892189"/>
              <a:gd name="connsiteY7-232" fmla="*/ 1026890 h 1892188"/>
              <a:gd name="connsiteX8-233" fmla="*/ 35521 w 1892189"/>
              <a:gd name="connsiteY8-234" fmla="*/ 865273 h 1892188"/>
              <a:gd name="connsiteX0-235" fmla="*/ 35521 w 1892189"/>
              <a:gd name="connsiteY0-236" fmla="*/ 865273 h 1892188"/>
              <a:gd name="connsiteX1-237" fmla="*/ 865299 w 1892189"/>
              <a:gd name="connsiteY1-238" fmla="*/ 35495 h 1892188"/>
              <a:gd name="connsiteX2-239" fmla="*/ 1026916 w 1892189"/>
              <a:gd name="connsiteY2-240" fmla="*/ 35520 h 1892188"/>
              <a:gd name="connsiteX3-241" fmla="*/ 1856694 w 1892189"/>
              <a:gd name="connsiteY3-242" fmla="*/ 865298 h 1892188"/>
              <a:gd name="connsiteX4-243" fmla="*/ 1856669 w 1892189"/>
              <a:gd name="connsiteY4-244" fmla="*/ 1026916 h 1892188"/>
              <a:gd name="connsiteX5-245" fmla="*/ 1026891 w 1892189"/>
              <a:gd name="connsiteY5-246" fmla="*/ 1856693 h 1892188"/>
              <a:gd name="connsiteX6-247" fmla="*/ 865274 w 1892189"/>
              <a:gd name="connsiteY6-248" fmla="*/ 1856668 h 1892188"/>
              <a:gd name="connsiteX7-249" fmla="*/ 35496 w 1892189"/>
              <a:gd name="connsiteY7-250" fmla="*/ 1026890 h 1892188"/>
              <a:gd name="connsiteX8-251" fmla="*/ 35521 w 1892189"/>
              <a:gd name="connsiteY8-252" fmla="*/ 865273 h 189218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1892189" h="1892188">
                <a:moveTo>
                  <a:pt x="35521" y="865273"/>
                </a:moveTo>
                <a:cubicBezTo>
                  <a:pt x="35521" y="865273"/>
                  <a:pt x="865299" y="35495"/>
                  <a:pt x="865299" y="35495"/>
                </a:cubicBezTo>
                <a:cubicBezTo>
                  <a:pt x="912643" y="-11849"/>
                  <a:pt x="979572" y="-11824"/>
                  <a:pt x="1026916" y="35520"/>
                </a:cubicBezTo>
                <a:cubicBezTo>
                  <a:pt x="1026916" y="35520"/>
                  <a:pt x="1856694" y="865298"/>
                  <a:pt x="1856694" y="865298"/>
                </a:cubicBezTo>
                <a:cubicBezTo>
                  <a:pt x="1904038" y="912642"/>
                  <a:pt x="1904013" y="979572"/>
                  <a:pt x="1856669" y="1026916"/>
                </a:cubicBezTo>
                <a:cubicBezTo>
                  <a:pt x="1856669" y="1026916"/>
                  <a:pt x="1026891" y="1856693"/>
                  <a:pt x="1026891" y="1856693"/>
                </a:cubicBezTo>
                <a:cubicBezTo>
                  <a:pt x="979547" y="1904037"/>
                  <a:pt x="912618" y="1904011"/>
                  <a:pt x="865274" y="1856668"/>
                </a:cubicBezTo>
                <a:cubicBezTo>
                  <a:pt x="865274" y="1856667"/>
                  <a:pt x="35496" y="1026889"/>
                  <a:pt x="35496" y="1026890"/>
                </a:cubicBezTo>
                <a:cubicBezTo>
                  <a:pt x="-11848" y="979545"/>
                  <a:pt x="-11823" y="912617"/>
                  <a:pt x="35521" y="865273"/>
                </a:cubicBezTo>
                <a:close/>
              </a:path>
            </a:pathLst>
          </a:custGeom>
          <a:solidFill>
            <a:schemeClr val="accent1">
              <a:lumMod val="40000"/>
              <a:lumOff val="60000"/>
              <a:alpha val="26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zh-CN" altLang="en-US">
              <a:sym typeface="+mn-ea"/>
            </a:endParaRPr>
          </a:p>
        </p:txBody>
      </p:sp>
      <p:cxnSp>
        <p:nvCxnSpPr>
          <p:cNvPr id="3" name="直接连接符 2"/>
          <p:cNvCxnSpPr/>
          <p:nvPr>
            <p:custDataLst>
              <p:tags r:id="rId7"/>
            </p:custDataLst>
          </p:nvPr>
        </p:nvCxnSpPr>
        <p:spPr>
          <a:xfrm>
            <a:off x="11346815" y="5031105"/>
            <a:ext cx="0" cy="1152525"/>
          </a:xfrm>
          <a:prstGeom prst="line">
            <a:avLst/>
          </a:prstGeom>
          <a:ln w="9525" cap="rnd">
            <a:solidFill>
              <a:schemeClr val="accent1">
                <a:alpha val="35000"/>
              </a:schemeClr>
            </a:solidFill>
            <a:round/>
          </a:ln>
        </p:spPr>
        <p:style>
          <a:lnRef idx="2">
            <a:schemeClr val="accent1"/>
          </a:lnRef>
          <a:fillRef idx="0">
            <a:srgbClr val="FFFFFF"/>
          </a:fillRef>
          <a:effectRef idx="0">
            <a:srgbClr val="FFFFFF"/>
          </a:effectRef>
          <a:fontRef idx="minor">
            <a:schemeClr val="tx1"/>
          </a:fontRef>
        </p:style>
      </p:cxnSp>
      <p:sp>
        <p:nvSpPr>
          <p:cNvPr id="7" name="文本框 6"/>
          <p:cNvSpPr txBox="1"/>
          <p:nvPr>
            <p:custDataLst>
              <p:tags r:id="rId8"/>
            </p:custDataLst>
          </p:nvPr>
        </p:nvSpPr>
        <p:spPr>
          <a:xfrm>
            <a:off x="1627505" y="919170"/>
            <a:ext cx="11005018" cy="5138730"/>
          </a:xfrm>
          <a:prstGeom prst="rect">
            <a:avLst/>
          </a:prstGeom>
          <a:noFill/>
        </p:spPr>
        <p:txBody>
          <a:bodyPr wrap="square" rtlCol="0" anchor="ctr" anchorCtr="0">
            <a:normAutofit fontScale="60000" lnSpcReduction="20000"/>
          </a:bodyPr>
          <a:lstStyle/>
          <a:p>
            <a:pPr marL="0" lvl="0" indent="0" fontAlgn="auto">
              <a:lnSpc>
                <a:spcPct val="150000"/>
              </a:lnSpc>
            </a:pPr>
            <a:r>
              <a:rPr lang="en-US" altLang="zh-CN" sz="3200" kern="0" dirty="0">
                <a:ln>
                  <a:noFill/>
                  <a:prstDash val="sysDot"/>
                </a:ln>
                <a:solidFill>
                  <a:schemeClr val="tx1">
                    <a:lumMod val="85000"/>
                    <a:lumOff val="15000"/>
                  </a:schemeClr>
                </a:solidFill>
                <a:latin typeface="Times New Roman" panose="02020603050405020304" pitchFamily="18" charset="0"/>
                <a:sym typeface="+mn-ea"/>
              </a:rPr>
              <a:t>import matplotlib.pyplot as plt</a:t>
            </a:r>
          </a:p>
          <a:p>
            <a:pPr marL="0" lvl="0" indent="0" fontAlgn="auto">
              <a:lnSpc>
                <a:spcPct val="150000"/>
              </a:lnSpc>
            </a:pPr>
            <a:r>
              <a:rPr lang="en-US" altLang="zh-CN" sz="3200" kern="0" dirty="0">
                <a:ln>
                  <a:noFill/>
                  <a:prstDash val="sysDot"/>
                </a:ln>
                <a:solidFill>
                  <a:schemeClr val="tx1">
                    <a:lumMod val="85000"/>
                    <a:lumOff val="15000"/>
                  </a:schemeClr>
                </a:solidFill>
                <a:latin typeface="Times New Roman" panose="02020603050405020304" pitchFamily="18" charset="0"/>
                <a:sym typeface="+mn-ea"/>
              </a:rPr>
              <a:t>from sklearn.linear_model import </a:t>
            </a:r>
            <a:r>
              <a:rPr lang="en-US" altLang="zh-CN" sz="3200" kern="0" dirty="0" err="1">
                <a:ln>
                  <a:noFill/>
                  <a:prstDash val="sysDot"/>
                </a:ln>
                <a:solidFill>
                  <a:schemeClr val="tx1">
                    <a:lumMod val="85000"/>
                    <a:lumOff val="15000"/>
                  </a:schemeClr>
                </a:solidFill>
                <a:latin typeface="Times New Roman" panose="02020603050405020304" pitchFamily="18" charset="0"/>
                <a:sym typeface="+mn-ea"/>
              </a:rPr>
              <a:t>LinearRegression</a:t>
            </a:r>
            <a:endParaRPr lang="en-US" altLang="zh-CN" sz="3200" kern="0" dirty="0">
              <a:ln>
                <a:noFill/>
                <a:prstDash val="sysDot"/>
              </a:ln>
              <a:solidFill>
                <a:schemeClr val="tx1">
                  <a:lumMod val="85000"/>
                  <a:lumOff val="15000"/>
                </a:schemeClr>
              </a:solidFill>
              <a:latin typeface="Times New Roman" panose="02020603050405020304" pitchFamily="18" charset="0"/>
              <a:sym typeface="+mn-ea"/>
            </a:endParaRPr>
          </a:p>
          <a:p>
            <a:pPr marL="0" lvl="0" indent="0" fontAlgn="auto">
              <a:lnSpc>
                <a:spcPct val="150000"/>
              </a:lnSpc>
            </a:pPr>
            <a:r>
              <a:rPr lang="en-US" altLang="zh-CN" sz="3200" kern="0" dirty="0">
                <a:ln>
                  <a:noFill/>
                  <a:prstDash val="sysDot"/>
                </a:ln>
                <a:solidFill>
                  <a:schemeClr val="tx1">
                    <a:lumMod val="85000"/>
                    <a:lumOff val="15000"/>
                  </a:schemeClr>
                </a:solidFill>
                <a:latin typeface="Times New Roman" panose="02020603050405020304" pitchFamily="18" charset="0"/>
                <a:sym typeface="+mn-ea"/>
              </a:rPr>
              <a:t># </a:t>
            </a:r>
            <a:r>
              <a:rPr lang="zh-CN" altLang="en-US" sz="3200" kern="0" dirty="0">
                <a:ln>
                  <a:noFill/>
                  <a:prstDash val="sysDot"/>
                </a:ln>
                <a:solidFill>
                  <a:schemeClr val="tx1">
                    <a:lumMod val="85000"/>
                    <a:lumOff val="15000"/>
                  </a:schemeClr>
                </a:solidFill>
                <a:latin typeface="Times New Roman" panose="02020603050405020304" pitchFamily="18" charset="0"/>
                <a:sym typeface="+mn-ea"/>
              </a:rPr>
              <a:t>生成模拟数据</a:t>
            </a:r>
          </a:p>
          <a:p>
            <a:pPr marL="0" lvl="0" indent="0" fontAlgn="auto">
              <a:lnSpc>
                <a:spcPct val="150000"/>
              </a:lnSpc>
            </a:pPr>
            <a:r>
              <a:rPr lang="zh-CN" altLang="en-US" sz="3200" kern="0" dirty="0">
                <a:ln>
                  <a:noFill/>
                  <a:prstDash val="sysDot"/>
                </a:ln>
                <a:solidFill>
                  <a:schemeClr val="tx1">
                    <a:lumMod val="85000"/>
                    <a:lumOff val="15000"/>
                  </a:schemeClr>
                </a:solidFill>
                <a:latin typeface="Times New Roman" panose="02020603050405020304" pitchFamily="18" charset="0"/>
                <a:sym typeface="+mn-ea"/>
              </a:rPr>
              <a:t>面积</a:t>
            </a:r>
            <a:r>
              <a:rPr lang="en-US" altLang="zh-CN" sz="3200" kern="0" dirty="0">
                <a:ln>
                  <a:noFill/>
                  <a:prstDash val="sysDot"/>
                </a:ln>
                <a:solidFill>
                  <a:schemeClr val="tx1">
                    <a:lumMod val="85000"/>
                    <a:lumOff val="15000"/>
                  </a:schemeClr>
                </a:solidFill>
                <a:latin typeface="Times New Roman" panose="02020603050405020304" pitchFamily="18" charset="0"/>
                <a:sym typeface="+mn-ea"/>
              </a:rPr>
              <a:t> = np.array([50, 70, 90, 110, 130, 150, 170, 190, 210, 230]).reshape(-1, 1)</a:t>
            </a:r>
          </a:p>
          <a:p>
            <a:pPr marL="0" lvl="0" indent="0" fontAlgn="auto">
              <a:lnSpc>
                <a:spcPct val="150000"/>
              </a:lnSpc>
            </a:pPr>
            <a:r>
              <a:rPr lang="zh-CN" altLang="en-US" sz="3200" kern="0" dirty="0">
                <a:ln>
                  <a:noFill/>
                  <a:prstDash val="sysDot"/>
                </a:ln>
                <a:solidFill>
                  <a:schemeClr val="tx1">
                    <a:lumMod val="85000"/>
                    <a:lumOff val="15000"/>
                  </a:schemeClr>
                </a:solidFill>
                <a:latin typeface="Times New Roman" panose="02020603050405020304" pitchFamily="18" charset="0"/>
                <a:sym typeface="+mn-ea"/>
              </a:rPr>
              <a:t>价格</a:t>
            </a:r>
            <a:r>
              <a:rPr lang="en-US" altLang="zh-CN" sz="3200" kern="0" dirty="0">
                <a:ln>
                  <a:noFill/>
                  <a:prstDash val="sysDot"/>
                </a:ln>
                <a:solidFill>
                  <a:schemeClr val="tx1">
                    <a:lumMod val="85000"/>
                    <a:lumOff val="15000"/>
                  </a:schemeClr>
                </a:solidFill>
                <a:latin typeface="Times New Roman" panose="02020603050405020304" pitchFamily="18" charset="0"/>
                <a:sym typeface="+mn-ea"/>
              </a:rPr>
              <a:t> = np.array([128, 155, 190, 220, 245, 270, 295, 320, 345, 370])</a:t>
            </a:r>
          </a:p>
          <a:p>
            <a:pPr marL="0" lvl="0" indent="0" fontAlgn="auto">
              <a:lnSpc>
                <a:spcPct val="150000"/>
              </a:lnSpc>
            </a:pPr>
            <a:r>
              <a:rPr lang="en-US" altLang="zh-CN" sz="3200" kern="0" dirty="0">
                <a:ln>
                  <a:noFill/>
                  <a:prstDash val="sysDot"/>
                </a:ln>
                <a:solidFill>
                  <a:schemeClr val="tx1">
                    <a:lumMod val="85000"/>
                    <a:lumOff val="15000"/>
                  </a:schemeClr>
                </a:solidFill>
                <a:latin typeface="Times New Roman" panose="02020603050405020304" pitchFamily="18" charset="0"/>
                <a:sym typeface="+mn-ea"/>
              </a:rPr>
              <a:t># </a:t>
            </a:r>
            <a:r>
              <a:rPr lang="zh-CN" altLang="en-US" sz="3200" kern="0" dirty="0">
                <a:ln>
                  <a:noFill/>
                  <a:prstDash val="sysDot"/>
                </a:ln>
                <a:solidFill>
                  <a:schemeClr val="tx1">
                    <a:lumMod val="85000"/>
                    <a:lumOff val="15000"/>
                  </a:schemeClr>
                </a:solidFill>
                <a:latin typeface="Times New Roman" panose="02020603050405020304" pitchFamily="18" charset="0"/>
                <a:sym typeface="+mn-ea"/>
              </a:rPr>
              <a:t>创建线性回归模型</a:t>
            </a:r>
          </a:p>
          <a:p>
            <a:pPr marL="0" lvl="0" indent="0" fontAlgn="auto">
              <a:lnSpc>
                <a:spcPct val="150000"/>
              </a:lnSpc>
            </a:pPr>
            <a:r>
              <a:rPr lang="en-US" altLang="zh-CN" sz="3200" kern="0" dirty="0">
                <a:ln>
                  <a:noFill/>
                  <a:prstDash val="sysDot"/>
                </a:ln>
                <a:solidFill>
                  <a:schemeClr val="tx1">
                    <a:lumMod val="85000"/>
                    <a:lumOff val="15000"/>
                  </a:schemeClr>
                </a:solidFill>
                <a:latin typeface="Times New Roman" panose="02020603050405020304" pitchFamily="18" charset="0"/>
                <a:sym typeface="+mn-ea"/>
              </a:rPr>
              <a:t>model = LinearRegression()</a:t>
            </a:r>
          </a:p>
          <a:p>
            <a:pPr marL="0" lvl="0" indent="0" fontAlgn="auto">
              <a:lnSpc>
                <a:spcPct val="150000"/>
              </a:lnSpc>
            </a:pPr>
            <a:r>
              <a:rPr lang="en-US" altLang="zh-CN" sz="3200" kern="0" dirty="0">
                <a:ln>
                  <a:noFill/>
                  <a:prstDash val="sysDot"/>
                </a:ln>
                <a:solidFill>
                  <a:schemeClr val="tx1">
                    <a:lumMod val="85000"/>
                    <a:lumOff val="15000"/>
                  </a:schemeClr>
                </a:solidFill>
                <a:latin typeface="Times New Roman" panose="02020603050405020304" pitchFamily="18" charset="0"/>
                <a:sym typeface="+mn-ea"/>
              </a:rPr>
              <a:t>model.fit(</a:t>
            </a:r>
            <a:r>
              <a:rPr lang="zh-CN" altLang="en-US" sz="3200" kern="0" dirty="0">
                <a:ln>
                  <a:noFill/>
                  <a:prstDash val="sysDot"/>
                </a:ln>
                <a:solidFill>
                  <a:schemeClr val="tx1">
                    <a:lumMod val="85000"/>
                    <a:lumOff val="15000"/>
                  </a:schemeClr>
                </a:solidFill>
                <a:latin typeface="Times New Roman" panose="02020603050405020304" pitchFamily="18" charset="0"/>
                <a:sym typeface="+mn-ea"/>
              </a:rPr>
              <a:t>面积</a:t>
            </a:r>
            <a:r>
              <a:rPr lang="en-US" altLang="zh-CN" sz="3200" kern="0" dirty="0">
                <a:ln>
                  <a:noFill/>
                  <a:prstDash val="sysDot"/>
                </a:ln>
                <a:solidFill>
                  <a:schemeClr val="tx1">
                    <a:lumMod val="85000"/>
                    <a:lumOff val="15000"/>
                  </a:schemeClr>
                </a:solidFill>
                <a:latin typeface="Times New Roman" panose="02020603050405020304" pitchFamily="18" charset="0"/>
                <a:sym typeface="+mn-ea"/>
              </a:rPr>
              <a:t>, </a:t>
            </a:r>
            <a:r>
              <a:rPr lang="zh-CN" altLang="en-US" sz="3200" kern="0" dirty="0">
                <a:ln>
                  <a:noFill/>
                  <a:prstDash val="sysDot"/>
                </a:ln>
                <a:solidFill>
                  <a:schemeClr val="tx1">
                    <a:lumMod val="85000"/>
                    <a:lumOff val="15000"/>
                  </a:schemeClr>
                </a:solidFill>
                <a:latin typeface="Times New Roman" panose="02020603050405020304" pitchFamily="18" charset="0"/>
                <a:sym typeface="+mn-ea"/>
              </a:rPr>
              <a:t>价格</a:t>
            </a:r>
            <a:r>
              <a:rPr lang="en-US" altLang="zh-CN" sz="3200" kern="0" dirty="0">
                <a:ln>
                  <a:noFill/>
                  <a:prstDash val="sysDot"/>
                </a:ln>
                <a:solidFill>
                  <a:schemeClr val="tx1">
                    <a:lumMod val="85000"/>
                    <a:lumOff val="15000"/>
                  </a:schemeClr>
                </a:solidFill>
                <a:latin typeface="Times New Roman" panose="02020603050405020304" pitchFamily="18" charset="0"/>
                <a:sym typeface="+mn-ea"/>
              </a:rPr>
              <a:t>)</a:t>
            </a:r>
          </a:p>
          <a:p>
            <a:pPr marL="0" lvl="0" indent="0" fontAlgn="auto">
              <a:lnSpc>
                <a:spcPct val="150000"/>
              </a:lnSpc>
            </a:pPr>
            <a:r>
              <a:rPr lang="en-US" altLang="zh-CN" sz="3200" kern="0" dirty="0">
                <a:ln>
                  <a:noFill/>
                  <a:prstDash val="sysDot"/>
                </a:ln>
                <a:solidFill>
                  <a:schemeClr val="tx1">
                    <a:lumMod val="85000"/>
                    <a:lumOff val="15000"/>
                  </a:schemeClr>
                </a:solidFill>
                <a:latin typeface="Times New Roman" panose="02020603050405020304" pitchFamily="18" charset="0"/>
                <a:sym typeface="+mn-ea"/>
              </a:rPr>
              <a:t># </a:t>
            </a:r>
            <a:r>
              <a:rPr lang="zh-CN" altLang="en-US" sz="3200" kern="0" dirty="0">
                <a:ln>
                  <a:noFill/>
                  <a:prstDash val="sysDot"/>
                </a:ln>
                <a:solidFill>
                  <a:schemeClr val="tx1">
                    <a:lumMod val="85000"/>
                    <a:lumOff val="15000"/>
                  </a:schemeClr>
                </a:solidFill>
                <a:latin typeface="Times New Roman" panose="02020603050405020304" pitchFamily="18" charset="0"/>
                <a:sym typeface="+mn-ea"/>
              </a:rPr>
              <a:t>获取模型参数</a:t>
            </a:r>
          </a:p>
          <a:p>
            <a:pPr marL="0" lvl="0" indent="0" fontAlgn="auto">
              <a:lnSpc>
                <a:spcPct val="150000"/>
              </a:lnSpc>
            </a:pPr>
            <a:r>
              <a:rPr lang="zh-CN" altLang="en-US" sz="3200" kern="0" dirty="0">
                <a:ln>
                  <a:noFill/>
                  <a:prstDash val="sysDot"/>
                </a:ln>
                <a:solidFill>
                  <a:schemeClr val="tx1">
                    <a:lumMod val="85000"/>
                    <a:lumOff val="15000"/>
                  </a:schemeClr>
                </a:solidFill>
                <a:latin typeface="Times New Roman" panose="02020603050405020304" pitchFamily="18" charset="0"/>
                <a:sym typeface="+mn-ea"/>
              </a:rPr>
              <a:t>斜率</a:t>
            </a:r>
            <a:r>
              <a:rPr lang="en-US" altLang="zh-CN" sz="3200" kern="0" dirty="0">
                <a:ln>
                  <a:noFill/>
                  <a:prstDash val="sysDot"/>
                </a:ln>
                <a:solidFill>
                  <a:schemeClr val="tx1">
                    <a:lumMod val="85000"/>
                    <a:lumOff val="15000"/>
                  </a:schemeClr>
                </a:solidFill>
                <a:latin typeface="Times New Roman" panose="02020603050405020304" pitchFamily="18" charset="0"/>
                <a:sym typeface="+mn-ea"/>
              </a:rPr>
              <a:t> = </a:t>
            </a:r>
            <a:r>
              <a:rPr lang="en-US" altLang="zh-CN" sz="3200" kern="0" dirty="0" err="1">
                <a:ln>
                  <a:noFill/>
                  <a:prstDash val="sysDot"/>
                </a:ln>
                <a:solidFill>
                  <a:schemeClr val="tx1">
                    <a:lumMod val="85000"/>
                    <a:lumOff val="15000"/>
                  </a:schemeClr>
                </a:solidFill>
                <a:latin typeface="Times New Roman" panose="02020603050405020304" pitchFamily="18" charset="0"/>
                <a:sym typeface="+mn-ea"/>
              </a:rPr>
              <a:t>model.coef</a:t>
            </a:r>
            <a:r>
              <a:rPr lang="en-US" altLang="zh-CN" sz="3200" kern="0" dirty="0">
                <a:ln>
                  <a:noFill/>
                  <a:prstDash val="sysDot"/>
                </a:ln>
                <a:solidFill>
                  <a:schemeClr val="tx1">
                    <a:lumMod val="85000"/>
                    <a:lumOff val="15000"/>
                  </a:schemeClr>
                </a:solidFill>
                <a:latin typeface="Times New Roman" panose="02020603050405020304" pitchFamily="18" charset="0"/>
                <a:sym typeface="+mn-ea"/>
              </a:rPr>
              <a:t>_[0]</a:t>
            </a:r>
          </a:p>
          <a:p>
            <a:pPr marL="0" lvl="0" indent="0" fontAlgn="auto">
              <a:lnSpc>
                <a:spcPct val="150000"/>
              </a:lnSpc>
            </a:pPr>
            <a:r>
              <a:rPr lang="zh-CN" altLang="en-US" sz="3200" kern="0" dirty="0">
                <a:ln>
                  <a:noFill/>
                  <a:prstDash val="sysDot"/>
                </a:ln>
                <a:solidFill>
                  <a:schemeClr val="tx1">
                    <a:lumMod val="85000"/>
                    <a:lumOff val="15000"/>
                  </a:schemeClr>
                </a:solidFill>
                <a:latin typeface="Times New Roman" panose="02020603050405020304" pitchFamily="18" charset="0"/>
                <a:sym typeface="+mn-ea"/>
              </a:rPr>
              <a:t>截距</a:t>
            </a:r>
            <a:r>
              <a:rPr lang="en-US" altLang="zh-CN" sz="3200" kern="0" dirty="0">
                <a:ln>
                  <a:noFill/>
                  <a:prstDash val="sysDot"/>
                </a:ln>
                <a:solidFill>
                  <a:schemeClr val="tx1">
                    <a:lumMod val="85000"/>
                    <a:lumOff val="15000"/>
                  </a:schemeClr>
                </a:solidFill>
                <a:latin typeface="Times New Roman" panose="02020603050405020304" pitchFamily="18" charset="0"/>
                <a:sym typeface="+mn-ea"/>
              </a:rPr>
              <a:t> = </a:t>
            </a:r>
            <a:r>
              <a:rPr lang="en-US" altLang="zh-CN" sz="3200" kern="0" dirty="0" err="1">
                <a:ln>
                  <a:noFill/>
                  <a:prstDash val="sysDot"/>
                </a:ln>
                <a:solidFill>
                  <a:schemeClr val="tx1">
                    <a:lumMod val="85000"/>
                    <a:lumOff val="15000"/>
                  </a:schemeClr>
                </a:solidFill>
                <a:latin typeface="Times New Roman" panose="02020603050405020304" pitchFamily="18" charset="0"/>
                <a:sym typeface="+mn-ea"/>
              </a:rPr>
              <a:t>model.intercept</a:t>
            </a:r>
            <a:r>
              <a:rPr lang="en-US" altLang="zh-CN" sz="3200" kern="0" dirty="0">
                <a:ln>
                  <a:noFill/>
                  <a:prstDash val="sysDot"/>
                </a:ln>
                <a:solidFill>
                  <a:schemeClr val="tx1">
                    <a:lumMod val="85000"/>
                    <a:lumOff val="15000"/>
                  </a:schemeClr>
                </a:solidFill>
                <a:latin typeface="Times New Roman" panose="02020603050405020304" pitchFamily="18" charset="0"/>
                <a:sym typeface="+mn-ea"/>
              </a:rPr>
              <a:t>_</a:t>
            </a:r>
          </a:p>
          <a:p>
            <a:pPr marL="0" lvl="0" indent="0" fontAlgn="auto">
              <a:lnSpc>
                <a:spcPct val="150000"/>
              </a:lnSpc>
            </a:pPr>
            <a:r>
              <a:rPr lang="en-US" altLang="zh-CN" sz="3200" kern="0" dirty="0">
                <a:ln>
                  <a:noFill/>
                  <a:prstDash val="sysDot"/>
                </a:ln>
                <a:solidFill>
                  <a:schemeClr val="tx1">
                    <a:lumMod val="85000"/>
                    <a:lumOff val="15000"/>
                  </a:schemeClr>
                </a:solidFill>
                <a:latin typeface="Times New Roman" panose="02020603050405020304" pitchFamily="18" charset="0"/>
                <a:sym typeface="+mn-ea"/>
              </a:rPr>
              <a:t>print(f"</a:t>
            </a:r>
            <a:r>
              <a:rPr lang="zh-CN" altLang="en-US" sz="3200" kern="0" dirty="0">
                <a:ln>
                  <a:noFill/>
                  <a:prstDash val="sysDot"/>
                </a:ln>
                <a:solidFill>
                  <a:schemeClr val="tx1">
                    <a:lumMod val="85000"/>
                    <a:lumOff val="15000"/>
                  </a:schemeClr>
                </a:solidFill>
                <a:latin typeface="Times New Roman" panose="02020603050405020304" pitchFamily="18" charset="0"/>
                <a:sym typeface="+mn-ea"/>
              </a:rPr>
              <a:t>回归方程：价格</a:t>
            </a:r>
            <a:r>
              <a:rPr lang="en-US" altLang="zh-CN" sz="3200" kern="0" dirty="0">
                <a:ln>
                  <a:noFill/>
                  <a:prstDash val="sysDot"/>
                </a:ln>
                <a:solidFill>
                  <a:schemeClr val="tx1">
                    <a:lumMod val="85000"/>
                    <a:lumOff val="15000"/>
                  </a:schemeClr>
                </a:solidFill>
                <a:latin typeface="Times New Roman" panose="02020603050405020304" pitchFamily="18" charset="0"/>
                <a:sym typeface="+mn-ea"/>
              </a:rPr>
              <a:t> = {</a:t>
            </a:r>
            <a:r>
              <a:rPr lang="zh-CN" altLang="en-US" sz="3200" kern="0" dirty="0">
                <a:ln>
                  <a:noFill/>
                  <a:prstDash val="sysDot"/>
                </a:ln>
                <a:solidFill>
                  <a:schemeClr val="tx1">
                    <a:lumMod val="85000"/>
                    <a:lumOff val="15000"/>
                  </a:schemeClr>
                </a:solidFill>
                <a:latin typeface="Times New Roman" panose="02020603050405020304" pitchFamily="18" charset="0"/>
                <a:sym typeface="+mn-ea"/>
              </a:rPr>
              <a:t>斜率</a:t>
            </a:r>
            <a:r>
              <a:rPr lang="en-US" altLang="zh-CN" sz="3200" kern="0" dirty="0">
                <a:ln>
                  <a:noFill/>
                  <a:prstDash val="sysDot"/>
                </a:ln>
                <a:solidFill>
                  <a:schemeClr val="tx1">
                    <a:lumMod val="85000"/>
                    <a:lumOff val="15000"/>
                  </a:schemeClr>
                </a:solidFill>
                <a:latin typeface="Times New Roman" panose="02020603050405020304" pitchFamily="18" charset="0"/>
                <a:sym typeface="+mn-ea"/>
              </a:rPr>
              <a:t>:.2f} * </a:t>
            </a:r>
            <a:r>
              <a:rPr lang="zh-CN" altLang="en-US" sz="3200" kern="0" dirty="0">
                <a:ln>
                  <a:noFill/>
                  <a:prstDash val="sysDot"/>
                </a:ln>
                <a:solidFill>
                  <a:schemeClr val="tx1">
                    <a:lumMod val="85000"/>
                    <a:lumOff val="15000"/>
                  </a:schemeClr>
                </a:solidFill>
                <a:latin typeface="Times New Roman" panose="02020603050405020304" pitchFamily="18" charset="0"/>
                <a:sym typeface="+mn-ea"/>
              </a:rPr>
              <a:t>面积</a:t>
            </a:r>
            <a:r>
              <a:rPr lang="en-US" altLang="zh-CN" sz="3200" kern="0" dirty="0">
                <a:ln>
                  <a:noFill/>
                  <a:prstDash val="sysDot"/>
                </a:ln>
                <a:solidFill>
                  <a:schemeClr val="tx1">
                    <a:lumMod val="85000"/>
                    <a:lumOff val="15000"/>
                  </a:schemeClr>
                </a:solidFill>
                <a:latin typeface="Times New Roman" panose="02020603050405020304" pitchFamily="18" charset="0"/>
                <a:sym typeface="+mn-ea"/>
              </a:rPr>
              <a:t> + {</a:t>
            </a:r>
            <a:r>
              <a:rPr lang="zh-CN" altLang="en-US" sz="3200" kern="0" dirty="0">
                <a:ln>
                  <a:noFill/>
                  <a:prstDash val="sysDot"/>
                </a:ln>
                <a:solidFill>
                  <a:schemeClr val="tx1">
                    <a:lumMod val="85000"/>
                    <a:lumOff val="15000"/>
                  </a:schemeClr>
                </a:solidFill>
                <a:latin typeface="Times New Roman" panose="02020603050405020304" pitchFamily="18" charset="0"/>
                <a:sym typeface="+mn-ea"/>
              </a:rPr>
              <a:t>截距</a:t>
            </a:r>
            <a:r>
              <a:rPr lang="en-US" altLang="zh-CN" sz="3200" kern="0" dirty="0">
                <a:ln>
                  <a:noFill/>
                  <a:prstDash val="sysDot"/>
                </a:ln>
                <a:solidFill>
                  <a:schemeClr val="tx1">
                    <a:lumMod val="85000"/>
                    <a:lumOff val="15000"/>
                  </a:schemeClr>
                </a:solidFill>
                <a:latin typeface="Times New Roman" panose="02020603050405020304" pitchFamily="18" charset="0"/>
                <a:sym typeface="+mn-ea"/>
              </a:rPr>
              <a:t>:.2f}")</a:t>
            </a:r>
          </a:p>
        </p:txBody>
      </p:sp>
    </p:spTree>
    <p:custDataLst>
      <p:tags r:id="rId1"/>
    </p:custDataLst>
  </p:cSld>
  <p:clrMapOvr>
    <a:masterClrMapping/>
  </p:clrMapOvr>
  <p:transition>
    <p:fade/>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标题 16"/>
          <p:cNvSpPr>
            <a:spLocks noGrp="1"/>
          </p:cNvSpPr>
          <p:nvPr>
            <p:ph type="title"/>
            <p:custDataLst>
              <p:tags r:id="rId2"/>
            </p:custDataLst>
          </p:nvPr>
        </p:nvSpPr>
        <p:spPr/>
        <p:txBody>
          <a:bodyPr>
            <a:normAutofit fontScale="90000"/>
          </a:bodyPr>
          <a:lstStyle/>
          <a:p>
            <a:r>
              <a:rPr lang="en-US" altLang="zh-CN" dirty="0"/>
              <a:t>2.4 </a:t>
            </a:r>
            <a:r>
              <a:rPr lang="zh-CN" altLang="en-US" dirty="0"/>
              <a:t>课后习题</a:t>
            </a:r>
          </a:p>
        </p:txBody>
      </p:sp>
      <p:cxnSp>
        <p:nvCxnSpPr>
          <p:cNvPr id="76" name="直接连接符 75"/>
          <p:cNvCxnSpPr/>
          <p:nvPr>
            <p:custDataLst>
              <p:tags r:id="rId3"/>
            </p:custDataLst>
          </p:nvPr>
        </p:nvCxnSpPr>
        <p:spPr>
          <a:xfrm>
            <a:off x="6898640" y="5965825"/>
            <a:ext cx="4679315" cy="0"/>
          </a:xfrm>
          <a:prstGeom prst="line">
            <a:avLst/>
          </a:prstGeom>
          <a:ln w="9525" cap="rnd">
            <a:solidFill>
              <a:schemeClr val="accent1">
                <a:alpha val="35000"/>
              </a:schemeClr>
            </a:solidFill>
            <a:round/>
          </a:ln>
        </p:spPr>
        <p:style>
          <a:lnRef idx="2">
            <a:schemeClr val="accent1"/>
          </a:lnRef>
          <a:fillRef idx="0">
            <a:srgbClr val="FFFFFF"/>
          </a:fillRef>
          <a:effectRef idx="0">
            <a:srgbClr val="FFFFFF"/>
          </a:effectRef>
          <a:fontRef idx="minor">
            <a:schemeClr val="tx1"/>
          </a:fontRef>
        </p:style>
      </p:cxnSp>
      <p:cxnSp>
        <p:nvCxnSpPr>
          <p:cNvPr id="77" name="直接连接符 76"/>
          <p:cNvCxnSpPr/>
          <p:nvPr>
            <p:custDataLst>
              <p:tags r:id="rId4"/>
            </p:custDataLst>
          </p:nvPr>
        </p:nvCxnSpPr>
        <p:spPr>
          <a:xfrm>
            <a:off x="1627505" y="5865495"/>
            <a:ext cx="7217410" cy="0"/>
          </a:xfrm>
          <a:prstGeom prst="line">
            <a:avLst/>
          </a:prstGeom>
          <a:ln w="9525" cap="rnd">
            <a:solidFill>
              <a:schemeClr val="accent1">
                <a:alpha val="35000"/>
              </a:schemeClr>
            </a:solidFill>
            <a:round/>
          </a:ln>
        </p:spPr>
        <p:style>
          <a:lnRef idx="2">
            <a:schemeClr val="accent1"/>
          </a:lnRef>
          <a:fillRef idx="0">
            <a:srgbClr val="FFFFFF"/>
          </a:fillRef>
          <a:effectRef idx="0">
            <a:srgbClr val="FFFFFF"/>
          </a:effectRef>
          <a:fontRef idx="minor">
            <a:schemeClr val="tx1"/>
          </a:fontRef>
        </p:style>
      </p:cxnSp>
      <p:sp>
        <p:nvSpPr>
          <p:cNvPr id="1398" name="任意多边形: 形状 1397"/>
          <p:cNvSpPr/>
          <p:nvPr>
            <p:custDataLst>
              <p:tags r:id="rId5"/>
            </p:custDataLst>
          </p:nvPr>
        </p:nvSpPr>
        <p:spPr>
          <a:xfrm>
            <a:off x="635635" y="5552440"/>
            <a:ext cx="631190" cy="631190"/>
          </a:xfrm>
          <a:custGeom>
            <a:avLst/>
            <a:gdLst>
              <a:gd name="connsiteX0" fmla="*/ 35521 w 1877718"/>
              <a:gd name="connsiteY0" fmla="*/ 850803 h 1863247"/>
              <a:gd name="connsiteX1" fmla="*/ 865299 w 1877718"/>
              <a:gd name="connsiteY1" fmla="*/ 21025 h 1863247"/>
              <a:gd name="connsiteX2" fmla="*/ 1026916 w 1877718"/>
              <a:gd name="connsiteY2" fmla="*/ 21050 h 1863247"/>
              <a:gd name="connsiteX3" fmla="*/ 1856694 w 1877718"/>
              <a:gd name="connsiteY3" fmla="*/ 850828 h 1863247"/>
              <a:gd name="connsiteX4" fmla="*/ 1856669 w 1877718"/>
              <a:gd name="connsiteY4" fmla="*/ 1012446 h 1863247"/>
              <a:gd name="connsiteX5" fmla="*/ 1026891 w 1877718"/>
              <a:gd name="connsiteY5" fmla="*/ 1842223 h 1863247"/>
              <a:gd name="connsiteX6" fmla="*/ 865274 w 1877718"/>
              <a:gd name="connsiteY6" fmla="*/ 1842198 h 1863247"/>
              <a:gd name="connsiteX7" fmla="*/ 35496 w 1877718"/>
              <a:gd name="connsiteY7" fmla="*/ 1012420 h 1863247"/>
              <a:gd name="connsiteX8" fmla="*/ 35521 w 1877718"/>
              <a:gd name="connsiteY8" fmla="*/ 850803 h 1863247"/>
              <a:gd name="connsiteX0-1" fmla="*/ 35521 w 1877718"/>
              <a:gd name="connsiteY0-2" fmla="*/ 850803 h 1863247"/>
              <a:gd name="connsiteX1-3" fmla="*/ 865299 w 1877718"/>
              <a:gd name="connsiteY1-4" fmla="*/ 21025 h 1863247"/>
              <a:gd name="connsiteX2-5" fmla="*/ 1026916 w 1877718"/>
              <a:gd name="connsiteY2-6" fmla="*/ 21050 h 1863247"/>
              <a:gd name="connsiteX3-7" fmla="*/ 1856694 w 1877718"/>
              <a:gd name="connsiteY3-8" fmla="*/ 850828 h 1863247"/>
              <a:gd name="connsiteX4-9" fmla="*/ 1856669 w 1877718"/>
              <a:gd name="connsiteY4-10" fmla="*/ 1012446 h 1863247"/>
              <a:gd name="connsiteX5-11" fmla="*/ 1026891 w 1877718"/>
              <a:gd name="connsiteY5-12" fmla="*/ 1842223 h 1863247"/>
              <a:gd name="connsiteX6-13" fmla="*/ 865274 w 1877718"/>
              <a:gd name="connsiteY6-14" fmla="*/ 1842198 h 1863247"/>
              <a:gd name="connsiteX7-15" fmla="*/ 35496 w 1877718"/>
              <a:gd name="connsiteY7-16" fmla="*/ 1012420 h 1863247"/>
              <a:gd name="connsiteX8-17" fmla="*/ 35521 w 1877718"/>
              <a:gd name="connsiteY8-18" fmla="*/ 850803 h 1863247"/>
              <a:gd name="connsiteX0-19" fmla="*/ 35521 w 1877718"/>
              <a:gd name="connsiteY0-20" fmla="*/ 850813 h 1863257"/>
              <a:gd name="connsiteX1-21" fmla="*/ 865299 w 1877718"/>
              <a:gd name="connsiteY1-22" fmla="*/ 21035 h 1863257"/>
              <a:gd name="connsiteX2-23" fmla="*/ 1026916 w 1877718"/>
              <a:gd name="connsiteY2-24" fmla="*/ 21060 h 1863257"/>
              <a:gd name="connsiteX3-25" fmla="*/ 1856694 w 1877718"/>
              <a:gd name="connsiteY3-26" fmla="*/ 850838 h 1863257"/>
              <a:gd name="connsiteX4-27" fmla="*/ 1856669 w 1877718"/>
              <a:gd name="connsiteY4-28" fmla="*/ 1012456 h 1863257"/>
              <a:gd name="connsiteX5-29" fmla="*/ 1026891 w 1877718"/>
              <a:gd name="connsiteY5-30" fmla="*/ 1842233 h 1863257"/>
              <a:gd name="connsiteX6-31" fmla="*/ 865274 w 1877718"/>
              <a:gd name="connsiteY6-32" fmla="*/ 1842208 h 1863257"/>
              <a:gd name="connsiteX7-33" fmla="*/ 35496 w 1877718"/>
              <a:gd name="connsiteY7-34" fmla="*/ 1012430 h 1863257"/>
              <a:gd name="connsiteX8-35" fmla="*/ 35521 w 1877718"/>
              <a:gd name="connsiteY8-36" fmla="*/ 850813 h 1863257"/>
              <a:gd name="connsiteX0-37" fmla="*/ 35521 w 1877718"/>
              <a:gd name="connsiteY0-38" fmla="*/ 865273 h 1877717"/>
              <a:gd name="connsiteX1-39" fmla="*/ 865299 w 1877718"/>
              <a:gd name="connsiteY1-40" fmla="*/ 35495 h 1877717"/>
              <a:gd name="connsiteX2-41" fmla="*/ 1026916 w 1877718"/>
              <a:gd name="connsiteY2-42" fmla="*/ 35520 h 1877717"/>
              <a:gd name="connsiteX3-43" fmla="*/ 1856694 w 1877718"/>
              <a:gd name="connsiteY3-44" fmla="*/ 865298 h 1877717"/>
              <a:gd name="connsiteX4-45" fmla="*/ 1856669 w 1877718"/>
              <a:gd name="connsiteY4-46" fmla="*/ 1026916 h 1877717"/>
              <a:gd name="connsiteX5-47" fmla="*/ 1026891 w 1877718"/>
              <a:gd name="connsiteY5-48" fmla="*/ 1856693 h 1877717"/>
              <a:gd name="connsiteX6-49" fmla="*/ 865274 w 1877718"/>
              <a:gd name="connsiteY6-50" fmla="*/ 1856668 h 1877717"/>
              <a:gd name="connsiteX7-51" fmla="*/ 35496 w 1877718"/>
              <a:gd name="connsiteY7-52" fmla="*/ 1026890 h 1877717"/>
              <a:gd name="connsiteX8-53" fmla="*/ 35521 w 1877718"/>
              <a:gd name="connsiteY8-54" fmla="*/ 865273 h 1877717"/>
              <a:gd name="connsiteX0-55" fmla="*/ 35521 w 1877718"/>
              <a:gd name="connsiteY0-56" fmla="*/ 865273 h 1877717"/>
              <a:gd name="connsiteX1-57" fmla="*/ 865299 w 1877718"/>
              <a:gd name="connsiteY1-58" fmla="*/ 35495 h 1877717"/>
              <a:gd name="connsiteX2-59" fmla="*/ 1026916 w 1877718"/>
              <a:gd name="connsiteY2-60" fmla="*/ 35520 h 1877717"/>
              <a:gd name="connsiteX3-61" fmla="*/ 1856694 w 1877718"/>
              <a:gd name="connsiteY3-62" fmla="*/ 865298 h 1877717"/>
              <a:gd name="connsiteX4-63" fmla="*/ 1856669 w 1877718"/>
              <a:gd name="connsiteY4-64" fmla="*/ 1026916 h 1877717"/>
              <a:gd name="connsiteX5-65" fmla="*/ 1026891 w 1877718"/>
              <a:gd name="connsiteY5-66" fmla="*/ 1856693 h 1877717"/>
              <a:gd name="connsiteX6-67" fmla="*/ 865274 w 1877718"/>
              <a:gd name="connsiteY6-68" fmla="*/ 1856668 h 1877717"/>
              <a:gd name="connsiteX7-69" fmla="*/ 35496 w 1877718"/>
              <a:gd name="connsiteY7-70" fmla="*/ 1026890 h 1877717"/>
              <a:gd name="connsiteX8-71" fmla="*/ 35521 w 1877718"/>
              <a:gd name="connsiteY8-72" fmla="*/ 865273 h 1877717"/>
              <a:gd name="connsiteX0-73" fmla="*/ 35521 w 1877718"/>
              <a:gd name="connsiteY0-74" fmla="*/ 865273 h 1877717"/>
              <a:gd name="connsiteX1-75" fmla="*/ 865299 w 1877718"/>
              <a:gd name="connsiteY1-76" fmla="*/ 35495 h 1877717"/>
              <a:gd name="connsiteX2-77" fmla="*/ 1026916 w 1877718"/>
              <a:gd name="connsiteY2-78" fmla="*/ 35520 h 1877717"/>
              <a:gd name="connsiteX3-79" fmla="*/ 1856694 w 1877718"/>
              <a:gd name="connsiteY3-80" fmla="*/ 865298 h 1877717"/>
              <a:gd name="connsiteX4-81" fmla="*/ 1856669 w 1877718"/>
              <a:gd name="connsiteY4-82" fmla="*/ 1026916 h 1877717"/>
              <a:gd name="connsiteX5-83" fmla="*/ 1026891 w 1877718"/>
              <a:gd name="connsiteY5-84" fmla="*/ 1856693 h 1877717"/>
              <a:gd name="connsiteX6-85" fmla="*/ 865274 w 1877718"/>
              <a:gd name="connsiteY6-86" fmla="*/ 1856668 h 1877717"/>
              <a:gd name="connsiteX7-87" fmla="*/ 35496 w 1877718"/>
              <a:gd name="connsiteY7-88" fmla="*/ 1026890 h 1877717"/>
              <a:gd name="connsiteX8-89" fmla="*/ 35521 w 1877718"/>
              <a:gd name="connsiteY8-90" fmla="*/ 865273 h 1877717"/>
              <a:gd name="connsiteX0-91" fmla="*/ 35521 w 1877729"/>
              <a:gd name="connsiteY0-92" fmla="*/ 865273 h 1877717"/>
              <a:gd name="connsiteX1-93" fmla="*/ 865299 w 1877729"/>
              <a:gd name="connsiteY1-94" fmla="*/ 35495 h 1877717"/>
              <a:gd name="connsiteX2-95" fmla="*/ 1026916 w 1877729"/>
              <a:gd name="connsiteY2-96" fmla="*/ 35520 h 1877717"/>
              <a:gd name="connsiteX3-97" fmla="*/ 1856694 w 1877729"/>
              <a:gd name="connsiteY3-98" fmla="*/ 865298 h 1877717"/>
              <a:gd name="connsiteX4-99" fmla="*/ 1856669 w 1877729"/>
              <a:gd name="connsiteY4-100" fmla="*/ 1026916 h 1877717"/>
              <a:gd name="connsiteX5-101" fmla="*/ 1026891 w 1877729"/>
              <a:gd name="connsiteY5-102" fmla="*/ 1856693 h 1877717"/>
              <a:gd name="connsiteX6-103" fmla="*/ 865274 w 1877729"/>
              <a:gd name="connsiteY6-104" fmla="*/ 1856668 h 1877717"/>
              <a:gd name="connsiteX7-105" fmla="*/ 35496 w 1877729"/>
              <a:gd name="connsiteY7-106" fmla="*/ 1026890 h 1877717"/>
              <a:gd name="connsiteX8-107" fmla="*/ 35521 w 1877729"/>
              <a:gd name="connsiteY8-108" fmla="*/ 865273 h 1877717"/>
              <a:gd name="connsiteX0-109" fmla="*/ 35521 w 1892189"/>
              <a:gd name="connsiteY0-110" fmla="*/ 865273 h 1877717"/>
              <a:gd name="connsiteX1-111" fmla="*/ 865299 w 1892189"/>
              <a:gd name="connsiteY1-112" fmla="*/ 35495 h 1877717"/>
              <a:gd name="connsiteX2-113" fmla="*/ 1026916 w 1892189"/>
              <a:gd name="connsiteY2-114" fmla="*/ 35520 h 1877717"/>
              <a:gd name="connsiteX3-115" fmla="*/ 1856694 w 1892189"/>
              <a:gd name="connsiteY3-116" fmla="*/ 865298 h 1877717"/>
              <a:gd name="connsiteX4-117" fmla="*/ 1856669 w 1892189"/>
              <a:gd name="connsiteY4-118" fmla="*/ 1026916 h 1877717"/>
              <a:gd name="connsiteX5-119" fmla="*/ 1026891 w 1892189"/>
              <a:gd name="connsiteY5-120" fmla="*/ 1856693 h 1877717"/>
              <a:gd name="connsiteX6-121" fmla="*/ 865274 w 1892189"/>
              <a:gd name="connsiteY6-122" fmla="*/ 1856668 h 1877717"/>
              <a:gd name="connsiteX7-123" fmla="*/ 35496 w 1892189"/>
              <a:gd name="connsiteY7-124" fmla="*/ 1026890 h 1877717"/>
              <a:gd name="connsiteX8-125" fmla="*/ 35521 w 1892189"/>
              <a:gd name="connsiteY8-126" fmla="*/ 865273 h 1877717"/>
              <a:gd name="connsiteX0-127" fmla="*/ 35521 w 1892189"/>
              <a:gd name="connsiteY0-128" fmla="*/ 865273 h 1877717"/>
              <a:gd name="connsiteX1-129" fmla="*/ 865299 w 1892189"/>
              <a:gd name="connsiteY1-130" fmla="*/ 35495 h 1877717"/>
              <a:gd name="connsiteX2-131" fmla="*/ 1026916 w 1892189"/>
              <a:gd name="connsiteY2-132" fmla="*/ 35520 h 1877717"/>
              <a:gd name="connsiteX3-133" fmla="*/ 1856694 w 1892189"/>
              <a:gd name="connsiteY3-134" fmla="*/ 865298 h 1877717"/>
              <a:gd name="connsiteX4-135" fmla="*/ 1856669 w 1892189"/>
              <a:gd name="connsiteY4-136" fmla="*/ 1026916 h 1877717"/>
              <a:gd name="connsiteX5-137" fmla="*/ 1026891 w 1892189"/>
              <a:gd name="connsiteY5-138" fmla="*/ 1856693 h 1877717"/>
              <a:gd name="connsiteX6-139" fmla="*/ 865274 w 1892189"/>
              <a:gd name="connsiteY6-140" fmla="*/ 1856668 h 1877717"/>
              <a:gd name="connsiteX7-141" fmla="*/ 35496 w 1892189"/>
              <a:gd name="connsiteY7-142" fmla="*/ 1026890 h 1877717"/>
              <a:gd name="connsiteX8-143" fmla="*/ 35521 w 1892189"/>
              <a:gd name="connsiteY8-144" fmla="*/ 865273 h 1877717"/>
              <a:gd name="connsiteX0-145" fmla="*/ 35521 w 1892189"/>
              <a:gd name="connsiteY0-146" fmla="*/ 865273 h 1877717"/>
              <a:gd name="connsiteX1-147" fmla="*/ 865299 w 1892189"/>
              <a:gd name="connsiteY1-148" fmla="*/ 35495 h 1877717"/>
              <a:gd name="connsiteX2-149" fmla="*/ 1026916 w 1892189"/>
              <a:gd name="connsiteY2-150" fmla="*/ 35520 h 1877717"/>
              <a:gd name="connsiteX3-151" fmla="*/ 1856694 w 1892189"/>
              <a:gd name="connsiteY3-152" fmla="*/ 865298 h 1877717"/>
              <a:gd name="connsiteX4-153" fmla="*/ 1856669 w 1892189"/>
              <a:gd name="connsiteY4-154" fmla="*/ 1026916 h 1877717"/>
              <a:gd name="connsiteX5-155" fmla="*/ 1026891 w 1892189"/>
              <a:gd name="connsiteY5-156" fmla="*/ 1856693 h 1877717"/>
              <a:gd name="connsiteX6-157" fmla="*/ 865274 w 1892189"/>
              <a:gd name="connsiteY6-158" fmla="*/ 1856668 h 1877717"/>
              <a:gd name="connsiteX7-159" fmla="*/ 35496 w 1892189"/>
              <a:gd name="connsiteY7-160" fmla="*/ 1026890 h 1877717"/>
              <a:gd name="connsiteX8-161" fmla="*/ 35521 w 1892189"/>
              <a:gd name="connsiteY8-162" fmla="*/ 865273 h 1877717"/>
              <a:gd name="connsiteX0-163" fmla="*/ 35521 w 1892189"/>
              <a:gd name="connsiteY0-164" fmla="*/ 865273 h 1877728"/>
              <a:gd name="connsiteX1-165" fmla="*/ 865299 w 1892189"/>
              <a:gd name="connsiteY1-166" fmla="*/ 35495 h 1877728"/>
              <a:gd name="connsiteX2-167" fmla="*/ 1026916 w 1892189"/>
              <a:gd name="connsiteY2-168" fmla="*/ 35520 h 1877728"/>
              <a:gd name="connsiteX3-169" fmla="*/ 1856694 w 1892189"/>
              <a:gd name="connsiteY3-170" fmla="*/ 865298 h 1877728"/>
              <a:gd name="connsiteX4-171" fmla="*/ 1856669 w 1892189"/>
              <a:gd name="connsiteY4-172" fmla="*/ 1026916 h 1877728"/>
              <a:gd name="connsiteX5-173" fmla="*/ 1026891 w 1892189"/>
              <a:gd name="connsiteY5-174" fmla="*/ 1856693 h 1877728"/>
              <a:gd name="connsiteX6-175" fmla="*/ 865274 w 1892189"/>
              <a:gd name="connsiteY6-176" fmla="*/ 1856668 h 1877728"/>
              <a:gd name="connsiteX7-177" fmla="*/ 35496 w 1892189"/>
              <a:gd name="connsiteY7-178" fmla="*/ 1026890 h 1877728"/>
              <a:gd name="connsiteX8-179" fmla="*/ 35521 w 1892189"/>
              <a:gd name="connsiteY8-180" fmla="*/ 865273 h 1877728"/>
              <a:gd name="connsiteX0-181" fmla="*/ 35521 w 1892189"/>
              <a:gd name="connsiteY0-182" fmla="*/ 865273 h 1892188"/>
              <a:gd name="connsiteX1-183" fmla="*/ 865299 w 1892189"/>
              <a:gd name="connsiteY1-184" fmla="*/ 35495 h 1892188"/>
              <a:gd name="connsiteX2-185" fmla="*/ 1026916 w 1892189"/>
              <a:gd name="connsiteY2-186" fmla="*/ 35520 h 1892188"/>
              <a:gd name="connsiteX3-187" fmla="*/ 1856694 w 1892189"/>
              <a:gd name="connsiteY3-188" fmla="*/ 865298 h 1892188"/>
              <a:gd name="connsiteX4-189" fmla="*/ 1856669 w 1892189"/>
              <a:gd name="connsiteY4-190" fmla="*/ 1026916 h 1892188"/>
              <a:gd name="connsiteX5-191" fmla="*/ 1026891 w 1892189"/>
              <a:gd name="connsiteY5-192" fmla="*/ 1856693 h 1892188"/>
              <a:gd name="connsiteX6-193" fmla="*/ 865274 w 1892189"/>
              <a:gd name="connsiteY6-194" fmla="*/ 1856668 h 1892188"/>
              <a:gd name="connsiteX7-195" fmla="*/ 35496 w 1892189"/>
              <a:gd name="connsiteY7-196" fmla="*/ 1026890 h 1892188"/>
              <a:gd name="connsiteX8-197" fmla="*/ 35521 w 1892189"/>
              <a:gd name="connsiteY8-198" fmla="*/ 865273 h 1892188"/>
              <a:gd name="connsiteX0-199" fmla="*/ 35521 w 1892189"/>
              <a:gd name="connsiteY0-200" fmla="*/ 865273 h 1892188"/>
              <a:gd name="connsiteX1-201" fmla="*/ 865299 w 1892189"/>
              <a:gd name="connsiteY1-202" fmla="*/ 35495 h 1892188"/>
              <a:gd name="connsiteX2-203" fmla="*/ 1026916 w 1892189"/>
              <a:gd name="connsiteY2-204" fmla="*/ 35520 h 1892188"/>
              <a:gd name="connsiteX3-205" fmla="*/ 1856694 w 1892189"/>
              <a:gd name="connsiteY3-206" fmla="*/ 865298 h 1892188"/>
              <a:gd name="connsiteX4-207" fmla="*/ 1856669 w 1892189"/>
              <a:gd name="connsiteY4-208" fmla="*/ 1026916 h 1892188"/>
              <a:gd name="connsiteX5-209" fmla="*/ 1026891 w 1892189"/>
              <a:gd name="connsiteY5-210" fmla="*/ 1856693 h 1892188"/>
              <a:gd name="connsiteX6-211" fmla="*/ 865274 w 1892189"/>
              <a:gd name="connsiteY6-212" fmla="*/ 1856668 h 1892188"/>
              <a:gd name="connsiteX7-213" fmla="*/ 35496 w 1892189"/>
              <a:gd name="connsiteY7-214" fmla="*/ 1026890 h 1892188"/>
              <a:gd name="connsiteX8-215" fmla="*/ 35521 w 1892189"/>
              <a:gd name="connsiteY8-216" fmla="*/ 865273 h 1892188"/>
              <a:gd name="connsiteX0-217" fmla="*/ 35521 w 1892189"/>
              <a:gd name="connsiteY0-218" fmla="*/ 865273 h 1892188"/>
              <a:gd name="connsiteX1-219" fmla="*/ 865299 w 1892189"/>
              <a:gd name="connsiteY1-220" fmla="*/ 35495 h 1892188"/>
              <a:gd name="connsiteX2-221" fmla="*/ 1026916 w 1892189"/>
              <a:gd name="connsiteY2-222" fmla="*/ 35520 h 1892188"/>
              <a:gd name="connsiteX3-223" fmla="*/ 1856694 w 1892189"/>
              <a:gd name="connsiteY3-224" fmla="*/ 865298 h 1892188"/>
              <a:gd name="connsiteX4-225" fmla="*/ 1856669 w 1892189"/>
              <a:gd name="connsiteY4-226" fmla="*/ 1026916 h 1892188"/>
              <a:gd name="connsiteX5-227" fmla="*/ 1026891 w 1892189"/>
              <a:gd name="connsiteY5-228" fmla="*/ 1856693 h 1892188"/>
              <a:gd name="connsiteX6-229" fmla="*/ 865274 w 1892189"/>
              <a:gd name="connsiteY6-230" fmla="*/ 1856668 h 1892188"/>
              <a:gd name="connsiteX7-231" fmla="*/ 35496 w 1892189"/>
              <a:gd name="connsiteY7-232" fmla="*/ 1026890 h 1892188"/>
              <a:gd name="connsiteX8-233" fmla="*/ 35521 w 1892189"/>
              <a:gd name="connsiteY8-234" fmla="*/ 865273 h 1892188"/>
              <a:gd name="connsiteX0-235" fmla="*/ 35521 w 1892189"/>
              <a:gd name="connsiteY0-236" fmla="*/ 865273 h 1892188"/>
              <a:gd name="connsiteX1-237" fmla="*/ 865299 w 1892189"/>
              <a:gd name="connsiteY1-238" fmla="*/ 35495 h 1892188"/>
              <a:gd name="connsiteX2-239" fmla="*/ 1026916 w 1892189"/>
              <a:gd name="connsiteY2-240" fmla="*/ 35520 h 1892188"/>
              <a:gd name="connsiteX3-241" fmla="*/ 1856694 w 1892189"/>
              <a:gd name="connsiteY3-242" fmla="*/ 865298 h 1892188"/>
              <a:gd name="connsiteX4-243" fmla="*/ 1856669 w 1892189"/>
              <a:gd name="connsiteY4-244" fmla="*/ 1026916 h 1892188"/>
              <a:gd name="connsiteX5-245" fmla="*/ 1026891 w 1892189"/>
              <a:gd name="connsiteY5-246" fmla="*/ 1856693 h 1892188"/>
              <a:gd name="connsiteX6-247" fmla="*/ 865274 w 1892189"/>
              <a:gd name="connsiteY6-248" fmla="*/ 1856668 h 1892188"/>
              <a:gd name="connsiteX7-249" fmla="*/ 35496 w 1892189"/>
              <a:gd name="connsiteY7-250" fmla="*/ 1026890 h 1892188"/>
              <a:gd name="connsiteX8-251" fmla="*/ 35521 w 1892189"/>
              <a:gd name="connsiteY8-252" fmla="*/ 865273 h 189218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1892189" h="1892188">
                <a:moveTo>
                  <a:pt x="35521" y="865273"/>
                </a:moveTo>
                <a:cubicBezTo>
                  <a:pt x="35521" y="865273"/>
                  <a:pt x="865299" y="35495"/>
                  <a:pt x="865299" y="35495"/>
                </a:cubicBezTo>
                <a:cubicBezTo>
                  <a:pt x="912643" y="-11849"/>
                  <a:pt x="979572" y="-11824"/>
                  <a:pt x="1026916" y="35520"/>
                </a:cubicBezTo>
                <a:cubicBezTo>
                  <a:pt x="1026916" y="35520"/>
                  <a:pt x="1856694" y="865298"/>
                  <a:pt x="1856694" y="865298"/>
                </a:cubicBezTo>
                <a:cubicBezTo>
                  <a:pt x="1904038" y="912642"/>
                  <a:pt x="1904013" y="979572"/>
                  <a:pt x="1856669" y="1026916"/>
                </a:cubicBezTo>
                <a:cubicBezTo>
                  <a:pt x="1856669" y="1026916"/>
                  <a:pt x="1026891" y="1856693"/>
                  <a:pt x="1026891" y="1856693"/>
                </a:cubicBezTo>
                <a:cubicBezTo>
                  <a:pt x="979547" y="1904037"/>
                  <a:pt x="912618" y="1904011"/>
                  <a:pt x="865274" y="1856668"/>
                </a:cubicBezTo>
                <a:cubicBezTo>
                  <a:pt x="865274" y="1856667"/>
                  <a:pt x="35496" y="1026889"/>
                  <a:pt x="35496" y="1026890"/>
                </a:cubicBezTo>
                <a:cubicBezTo>
                  <a:pt x="-11848" y="979545"/>
                  <a:pt x="-11823" y="912617"/>
                  <a:pt x="35521" y="865273"/>
                </a:cubicBezTo>
                <a:close/>
              </a:path>
            </a:pathLst>
          </a:custGeom>
          <a:solidFill>
            <a:schemeClr val="accent1">
              <a:alpha val="2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zh-CN" altLang="en-US">
              <a:sym typeface="+mn-ea"/>
            </a:endParaRPr>
          </a:p>
        </p:txBody>
      </p:sp>
      <p:sp>
        <p:nvSpPr>
          <p:cNvPr id="4" name="任意多边形: 形状 1397"/>
          <p:cNvSpPr/>
          <p:nvPr>
            <p:custDataLst>
              <p:tags r:id="rId6"/>
            </p:custDataLst>
          </p:nvPr>
        </p:nvSpPr>
        <p:spPr>
          <a:xfrm>
            <a:off x="1092835" y="5670550"/>
            <a:ext cx="395605" cy="395605"/>
          </a:xfrm>
          <a:custGeom>
            <a:avLst/>
            <a:gdLst>
              <a:gd name="connsiteX0" fmla="*/ 35521 w 1877718"/>
              <a:gd name="connsiteY0" fmla="*/ 850803 h 1863247"/>
              <a:gd name="connsiteX1" fmla="*/ 865299 w 1877718"/>
              <a:gd name="connsiteY1" fmla="*/ 21025 h 1863247"/>
              <a:gd name="connsiteX2" fmla="*/ 1026916 w 1877718"/>
              <a:gd name="connsiteY2" fmla="*/ 21050 h 1863247"/>
              <a:gd name="connsiteX3" fmla="*/ 1856694 w 1877718"/>
              <a:gd name="connsiteY3" fmla="*/ 850828 h 1863247"/>
              <a:gd name="connsiteX4" fmla="*/ 1856669 w 1877718"/>
              <a:gd name="connsiteY4" fmla="*/ 1012446 h 1863247"/>
              <a:gd name="connsiteX5" fmla="*/ 1026891 w 1877718"/>
              <a:gd name="connsiteY5" fmla="*/ 1842223 h 1863247"/>
              <a:gd name="connsiteX6" fmla="*/ 865274 w 1877718"/>
              <a:gd name="connsiteY6" fmla="*/ 1842198 h 1863247"/>
              <a:gd name="connsiteX7" fmla="*/ 35496 w 1877718"/>
              <a:gd name="connsiteY7" fmla="*/ 1012420 h 1863247"/>
              <a:gd name="connsiteX8" fmla="*/ 35521 w 1877718"/>
              <a:gd name="connsiteY8" fmla="*/ 850803 h 1863247"/>
              <a:gd name="connsiteX0-1" fmla="*/ 35521 w 1877718"/>
              <a:gd name="connsiteY0-2" fmla="*/ 850803 h 1863247"/>
              <a:gd name="connsiteX1-3" fmla="*/ 865299 w 1877718"/>
              <a:gd name="connsiteY1-4" fmla="*/ 21025 h 1863247"/>
              <a:gd name="connsiteX2-5" fmla="*/ 1026916 w 1877718"/>
              <a:gd name="connsiteY2-6" fmla="*/ 21050 h 1863247"/>
              <a:gd name="connsiteX3-7" fmla="*/ 1856694 w 1877718"/>
              <a:gd name="connsiteY3-8" fmla="*/ 850828 h 1863247"/>
              <a:gd name="connsiteX4-9" fmla="*/ 1856669 w 1877718"/>
              <a:gd name="connsiteY4-10" fmla="*/ 1012446 h 1863247"/>
              <a:gd name="connsiteX5-11" fmla="*/ 1026891 w 1877718"/>
              <a:gd name="connsiteY5-12" fmla="*/ 1842223 h 1863247"/>
              <a:gd name="connsiteX6-13" fmla="*/ 865274 w 1877718"/>
              <a:gd name="connsiteY6-14" fmla="*/ 1842198 h 1863247"/>
              <a:gd name="connsiteX7-15" fmla="*/ 35496 w 1877718"/>
              <a:gd name="connsiteY7-16" fmla="*/ 1012420 h 1863247"/>
              <a:gd name="connsiteX8-17" fmla="*/ 35521 w 1877718"/>
              <a:gd name="connsiteY8-18" fmla="*/ 850803 h 1863247"/>
              <a:gd name="connsiteX0-19" fmla="*/ 35521 w 1877718"/>
              <a:gd name="connsiteY0-20" fmla="*/ 850813 h 1863257"/>
              <a:gd name="connsiteX1-21" fmla="*/ 865299 w 1877718"/>
              <a:gd name="connsiteY1-22" fmla="*/ 21035 h 1863257"/>
              <a:gd name="connsiteX2-23" fmla="*/ 1026916 w 1877718"/>
              <a:gd name="connsiteY2-24" fmla="*/ 21060 h 1863257"/>
              <a:gd name="connsiteX3-25" fmla="*/ 1856694 w 1877718"/>
              <a:gd name="connsiteY3-26" fmla="*/ 850838 h 1863257"/>
              <a:gd name="connsiteX4-27" fmla="*/ 1856669 w 1877718"/>
              <a:gd name="connsiteY4-28" fmla="*/ 1012456 h 1863257"/>
              <a:gd name="connsiteX5-29" fmla="*/ 1026891 w 1877718"/>
              <a:gd name="connsiteY5-30" fmla="*/ 1842233 h 1863257"/>
              <a:gd name="connsiteX6-31" fmla="*/ 865274 w 1877718"/>
              <a:gd name="connsiteY6-32" fmla="*/ 1842208 h 1863257"/>
              <a:gd name="connsiteX7-33" fmla="*/ 35496 w 1877718"/>
              <a:gd name="connsiteY7-34" fmla="*/ 1012430 h 1863257"/>
              <a:gd name="connsiteX8-35" fmla="*/ 35521 w 1877718"/>
              <a:gd name="connsiteY8-36" fmla="*/ 850813 h 1863257"/>
              <a:gd name="connsiteX0-37" fmla="*/ 35521 w 1877718"/>
              <a:gd name="connsiteY0-38" fmla="*/ 865273 h 1877717"/>
              <a:gd name="connsiteX1-39" fmla="*/ 865299 w 1877718"/>
              <a:gd name="connsiteY1-40" fmla="*/ 35495 h 1877717"/>
              <a:gd name="connsiteX2-41" fmla="*/ 1026916 w 1877718"/>
              <a:gd name="connsiteY2-42" fmla="*/ 35520 h 1877717"/>
              <a:gd name="connsiteX3-43" fmla="*/ 1856694 w 1877718"/>
              <a:gd name="connsiteY3-44" fmla="*/ 865298 h 1877717"/>
              <a:gd name="connsiteX4-45" fmla="*/ 1856669 w 1877718"/>
              <a:gd name="connsiteY4-46" fmla="*/ 1026916 h 1877717"/>
              <a:gd name="connsiteX5-47" fmla="*/ 1026891 w 1877718"/>
              <a:gd name="connsiteY5-48" fmla="*/ 1856693 h 1877717"/>
              <a:gd name="connsiteX6-49" fmla="*/ 865274 w 1877718"/>
              <a:gd name="connsiteY6-50" fmla="*/ 1856668 h 1877717"/>
              <a:gd name="connsiteX7-51" fmla="*/ 35496 w 1877718"/>
              <a:gd name="connsiteY7-52" fmla="*/ 1026890 h 1877717"/>
              <a:gd name="connsiteX8-53" fmla="*/ 35521 w 1877718"/>
              <a:gd name="connsiteY8-54" fmla="*/ 865273 h 1877717"/>
              <a:gd name="connsiteX0-55" fmla="*/ 35521 w 1877718"/>
              <a:gd name="connsiteY0-56" fmla="*/ 865273 h 1877717"/>
              <a:gd name="connsiteX1-57" fmla="*/ 865299 w 1877718"/>
              <a:gd name="connsiteY1-58" fmla="*/ 35495 h 1877717"/>
              <a:gd name="connsiteX2-59" fmla="*/ 1026916 w 1877718"/>
              <a:gd name="connsiteY2-60" fmla="*/ 35520 h 1877717"/>
              <a:gd name="connsiteX3-61" fmla="*/ 1856694 w 1877718"/>
              <a:gd name="connsiteY3-62" fmla="*/ 865298 h 1877717"/>
              <a:gd name="connsiteX4-63" fmla="*/ 1856669 w 1877718"/>
              <a:gd name="connsiteY4-64" fmla="*/ 1026916 h 1877717"/>
              <a:gd name="connsiteX5-65" fmla="*/ 1026891 w 1877718"/>
              <a:gd name="connsiteY5-66" fmla="*/ 1856693 h 1877717"/>
              <a:gd name="connsiteX6-67" fmla="*/ 865274 w 1877718"/>
              <a:gd name="connsiteY6-68" fmla="*/ 1856668 h 1877717"/>
              <a:gd name="connsiteX7-69" fmla="*/ 35496 w 1877718"/>
              <a:gd name="connsiteY7-70" fmla="*/ 1026890 h 1877717"/>
              <a:gd name="connsiteX8-71" fmla="*/ 35521 w 1877718"/>
              <a:gd name="connsiteY8-72" fmla="*/ 865273 h 1877717"/>
              <a:gd name="connsiteX0-73" fmla="*/ 35521 w 1877718"/>
              <a:gd name="connsiteY0-74" fmla="*/ 865273 h 1877717"/>
              <a:gd name="connsiteX1-75" fmla="*/ 865299 w 1877718"/>
              <a:gd name="connsiteY1-76" fmla="*/ 35495 h 1877717"/>
              <a:gd name="connsiteX2-77" fmla="*/ 1026916 w 1877718"/>
              <a:gd name="connsiteY2-78" fmla="*/ 35520 h 1877717"/>
              <a:gd name="connsiteX3-79" fmla="*/ 1856694 w 1877718"/>
              <a:gd name="connsiteY3-80" fmla="*/ 865298 h 1877717"/>
              <a:gd name="connsiteX4-81" fmla="*/ 1856669 w 1877718"/>
              <a:gd name="connsiteY4-82" fmla="*/ 1026916 h 1877717"/>
              <a:gd name="connsiteX5-83" fmla="*/ 1026891 w 1877718"/>
              <a:gd name="connsiteY5-84" fmla="*/ 1856693 h 1877717"/>
              <a:gd name="connsiteX6-85" fmla="*/ 865274 w 1877718"/>
              <a:gd name="connsiteY6-86" fmla="*/ 1856668 h 1877717"/>
              <a:gd name="connsiteX7-87" fmla="*/ 35496 w 1877718"/>
              <a:gd name="connsiteY7-88" fmla="*/ 1026890 h 1877717"/>
              <a:gd name="connsiteX8-89" fmla="*/ 35521 w 1877718"/>
              <a:gd name="connsiteY8-90" fmla="*/ 865273 h 1877717"/>
              <a:gd name="connsiteX0-91" fmla="*/ 35521 w 1877729"/>
              <a:gd name="connsiteY0-92" fmla="*/ 865273 h 1877717"/>
              <a:gd name="connsiteX1-93" fmla="*/ 865299 w 1877729"/>
              <a:gd name="connsiteY1-94" fmla="*/ 35495 h 1877717"/>
              <a:gd name="connsiteX2-95" fmla="*/ 1026916 w 1877729"/>
              <a:gd name="connsiteY2-96" fmla="*/ 35520 h 1877717"/>
              <a:gd name="connsiteX3-97" fmla="*/ 1856694 w 1877729"/>
              <a:gd name="connsiteY3-98" fmla="*/ 865298 h 1877717"/>
              <a:gd name="connsiteX4-99" fmla="*/ 1856669 w 1877729"/>
              <a:gd name="connsiteY4-100" fmla="*/ 1026916 h 1877717"/>
              <a:gd name="connsiteX5-101" fmla="*/ 1026891 w 1877729"/>
              <a:gd name="connsiteY5-102" fmla="*/ 1856693 h 1877717"/>
              <a:gd name="connsiteX6-103" fmla="*/ 865274 w 1877729"/>
              <a:gd name="connsiteY6-104" fmla="*/ 1856668 h 1877717"/>
              <a:gd name="connsiteX7-105" fmla="*/ 35496 w 1877729"/>
              <a:gd name="connsiteY7-106" fmla="*/ 1026890 h 1877717"/>
              <a:gd name="connsiteX8-107" fmla="*/ 35521 w 1877729"/>
              <a:gd name="connsiteY8-108" fmla="*/ 865273 h 1877717"/>
              <a:gd name="connsiteX0-109" fmla="*/ 35521 w 1892189"/>
              <a:gd name="connsiteY0-110" fmla="*/ 865273 h 1877717"/>
              <a:gd name="connsiteX1-111" fmla="*/ 865299 w 1892189"/>
              <a:gd name="connsiteY1-112" fmla="*/ 35495 h 1877717"/>
              <a:gd name="connsiteX2-113" fmla="*/ 1026916 w 1892189"/>
              <a:gd name="connsiteY2-114" fmla="*/ 35520 h 1877717"/>
              <a:gd name="connsiteX3-115" fmla="*/ 1856694 w 1892189"/>
              <a:gd name="connsiteY3-116" fmla="*/ 865298 h 1877717"/>
              <a:gd name="connsiteX4-117" fmla="*/ 1856669 w 1892189"/>
              <a:gd name="connsiteY4-118" fmla="*/ 1026916 h 1877717"/>
              <a:gd name="connsiteX5-119" fmla="*/ 1026891 w 1892189"/>
              <a:gd name="connsiteY5-120" fmla="*/ 1856693 h 1877717"/>
              <a:gd name="connsiteX6-121" fmla="*/ 865274 w 1892189"/>
              <a:gd name="connsiteY6-122" fmla="*/ 1856668 h 1877717"/>
              <a:gd name="connsiteX7-123" fmla="*/ 35496 w 1892189"/>
              <a:gd name="connsiteY7-124" fmla="*/ 1026890 h 1877717"/>
              <a:gd name="connsiteX8-125" fmla="*/ 35521 w 1892189"/>
              <a:gd name="connsiteY8-126" fmla="*/ 865273 h 1877717"/>
              <a:gd name="connsiteX0-127" fmla="*/ 35521 w 1892189"/>
              <a:gd name="connsiteY0-128" fmla="*/ 865273 h 1877717"/>
              <a:gd name="connsiteX1-129" fmla="*/ 865299 w 1892189"/>
              <a:gd name="connsiteY1-130" fmla="*/ 35495 h 1877717"/>
              <a:gd name="connsiteX2-131" fmla="*/ 1026916 w 1892189"/>
              <a:gd name="connsiteY2-132" fmla="*/ 35520 h 1877717"/>
              <a:gd name="connsiteX3-133" fmla="*/ 1856694 w 1892189"/>
              <a:gd name="connsiteY3-134" fmla="*/ 865298 h 1877717"/>
              <a:gd name="connsiteX4-135" fmla="*/ 1856669 w 1892189"/>
              <a:gd name="connsiteY4-136" fmla="*/ 1026916 h 1877717"/>
              <a:gd name="connsiteX5-137" fmla="*/ 1026891 w 1892189"/>
              <a:gd name="connsiteY5-138" fmla="*/ 1856693 h 1877717"/>
              <a:gd name="connsiteX6-139" fmla="*/ 865274 w 1892189"/>
              <a:gd name="connsiteY6-140" fmla="*/ 1856668 h 1877717"/>
              <a:gd name="connsiteX7-141" fmla="*/ 35496 w 1892189"/>
              <a:gd name="connsiteY7-142" fmla="*/ 1026890 h 1877717"/>
              <a:gd name="connsiteX8-143" fmla="*/ 35521 w 1892189"/>
              <a:gd name="connsiteY8-144" fmla="*/ 865273 h 1877717"/>
              <a:gd name="connsiteX0-145" fmla="*/ 35521 w 1892189"/>
              <a:gd name="connsiteY0-146" fmla="*/ 865273 h 1877717"/>
              <a:gd name="connsiteX1-147" fmla="*/ 865299 w 1892189"/>
              <a:gd name="connsiteY1-148" fmla="*/ 35495 h 1877717"/>
              <a:gd name="connsiteX2-149" fmla="*/ 1026916 w 1892189"/>
              <a:gd name="connsiteY2-150" fmla="*/ 35520 h 1877717"/>
              <a:gd name="connsiteX3-151" fmla="*/ 1856694 w 1892189"/>
              <a:gd name="connsiteY3-152" fmla="*/ 865298 h 1877717"/>
              <a:gd name="connsiteX4-153" fmla="*/ 1856669 w 1892189"/>
              <a:gd name="connsiteY4-154" fmla="*/ 1026916 h 1877717"/>
              <a:gd name="connsiteX5-155" fmla="*/ 1026891 w 1892189"/>
              <a:gd name="connsiteY5-156" fmla="*/ 1856693 h 1877717"/>
              <a:gd name="connsiteX6-157" fmla="*/ 865274 w 1892189"/>
              <a:gd name="connsiteY6-158" fmla="*/ 1856668 h 1877717"/>
              <a:gd name="connsiteX7-159" fmla="*/ 35496 w 1892189"/>
              <a:gd name="connsiteY7-160" fmla="*/ 1026890 h 1877717"/>
              <a:gd name="connsiteX8-161" fmla="*/ 35521 w 1892189"/>
              <a:gd name="connsiteY8-162" fmla="*/ 865273 h 1877717"/>
              <a:gd name="connsiteX0-163" fmla="*/ 35521 w 1892189"/>
              <a:gd name="connsiteY0-164" fmla="*/ 865273 h 1877728"/>
              <a:gd name="connsiteX1-165" fmla="*/ 865299 w 1892189"/>
              <a:gd name="connsiteY1-166" fmla="*/ 35495 h 1877728"/>
              <a:gd name="connsiteX2-167" fmla="*/ 1026916 w 1892189"/>
              <a:gd name="connsiteY2-168" fmla="*/ 35520 h 1877728"/>
              <a:gd name="connsiteX3-169" fmla="*/ 1856694 w 1892189"/>
              <a:gd name="connsiteY3-170" fmla="*/ 865298 h 1877728"/>
              <a:gd name="connsiteX4-171" fmla="*/ 1856669 w 1892189"/>
              <a:gd name="connsiteY4-172" fmla="*/ 1026916 h 1877728"/>
              <a:gd name="connsiteX5-173" fmla="*/ 1026891 w 1892189"/>
              <a:gd name="connsiteY5-174" fmla="*/ 1856693 h 1877728"/>
              <a:gd name="connsiteX6-175" fmla="*/ 865274 w 1892189"/>
              <a:gd name="connsiteY6-176" fmla="*/ 1856668 h 1877728"/>
              <a:gd name="connsiteX7-177" fmla="*/ 35496 w 1892189"/>
              <a:gd name="connsiteY7-178" fmla="*/ 1026890 h 1877728"/>
              <a:gd name="connsiteX8-179" fmla="*/ 35521 w 1892189"/>
              <a:gd name="connsiteY8-180" fmla="*/ 865273 h 1877728"/>
              <a:gd name="connsiteX0-181" fmla="*/ 35521 w 1892189"/>
              <a:gd name="connsiteY0-182" fmla="*/ 865273 h 1892188"/>
              <a:gd name="connsiteX1-183" fmla="*/ 865299 w 1892189"/>
              <a:gd name="connsiteY1-184" fmla="*/ 35495 h 1892188"/>
              <a:gd name="connsiteX2-185" fmla="*/ 1026916 w 1892189"/>
              <a:gd name="connsiteY2-186" fmla="*/ 35520 h 1892188"/>
              <a:gd name="connsiteX3-187" fmla="*/ 1856694 w 1892189"/>
              <a:gd name="connsiteY3-188" fmla="*/ 865298 h 1892188"/>
              <a:gd name="connsiteX4-189" fmla="*/ 1856669 w 1892189"/>
              <a:gd name="connsiteY4-190" fmla="*/ 1026916 h 1892188"/>
              <a:gd name="connsiteX5-191" fmla="*/ 1026891 w 1892189"/>
              <a:gd name="connsiteY5-192" fmla="*/ 1856693 h 1892188"/>
              <a:gd name="connsiteX6-193" fmla="*/ 865274 w 1892189"/>
              <a:gd name="connsiteY6-194" fmla="*/ 1856668 h 1892188"/>
              <a:gd name="connsiteX7-195" fmla="*/ 35496 w 1892189"/>
              <a:gd name="connsiteY7-196" fmla="*/ 1026890 h 1892188"/>
              <a:gd name="connsiteX8-197" fmla="*/ 35521 w 1892189"/>
              <a:gd name="connsiteY8-198" fmla="*/ 865273 h 1892188"/>
              <a:gd name="connsiteX0-199" fmla="*/ 35521 w 1892189"/>
              <a:gd name="connsiteY0-200" fmla="*/ 865273 h 1892188"/>
              <a:gd name="connsiteX1-201" fmla="*/ 865299 w 1892189"/>
              <a:gd name="connsiteY1-202" fmla="*/ 35495 h 1892188"/>
              <a:gd name="connsiteX2-203" fmla="*/ 1026916 w 1892189"/>
              <a:gd name="connsiteY2-204" fmla="*/ 35520 h 1892188"/>
              <a:gd name="connsiteX3-205" fmla="*/ 1856694 w 1892189"/>
              <a:gd name="connsiteY3-206" fmla="*/ 865298 h 1892188"/>
              <a:gd name="connsiteX4-207" fmla="*/ 1856669 w 1892189"/>
              <a:gd name="connsiteY4-208" fmla="*/ 1026916 h 1892188"/>
              <a:gd name="connsiteX5-209" fmla="*/ 1026891 w 1892189"/>
              <a:gd name="connsiteY5-210" fmla="*/ 1856693 h 1892188"/>
              <a:gd name="connsiteX6-211" fmla="*/ 865274 w 1892189"/>
              <a:gd name="connsiteY6-212" fmla="*/ 1856668 h 1892188"/>
              <a:gd name="connsiteX7-213" fmla="*/ 35496 w 1892189"/>
              <a:gd name="connsiteY7-214" fmla="*/ 1026890 h 1892188"/>
              <a:gd name="connsiteX8-215" fmla="*/ 35521 w 1892189"/>
              <a:gd name="connsiteY8-216" fmla="*/ 865273 h 1892188"/>
              <a:gd name="connsiteX0-217" fmla="*/ 35521 w 1892189"/>
              <a:gd name="connsiteY0-218" fmla="*/ 865273 h 1892188"/>
              <a:gd name="connsiteX1-219" fmla="*/ 865299 w 1892189"/>
              <a:gd name="connsiteY1-220" fmla="*/ 35495 h 1892188"/>
              <a:gd name="connsiteX2-221" fmla="*/ 1026916 w 1892189"/>
              <a:gd name="connsiteY2-222" fmla="*/ 35520 h 1892188"/>
              <a:gd name="connsiteX3-223" fmla="*/ 1856694 w 1892189"/>
              <a:gd name="connsiteY3-224" fmla="*/ 865298 h 1892188"/>
              <a:gd name="connsiteX4-225" fmla="*/ 1856669 w 1892189"/>
              <a:gd name="connsiteY4-226" fmla="*/ 1026916 h 1892188"/>
              <a:gd name="connsiteX5-227" fmla="*/ 1026891 w 1892189"/>
              <a:gd name="connsiteY5-228" fmla="*/ 1856693 h 1892188"/>
              <a:gd name="connsiteX6-229" fmla="*/ 865274 w 1892189"/>
              <a:gd name="connsiteY6-230" fmla="*/ 1856668 h 1892188"/>
              <a:gd name="connsiteX7-231" fmla="*/ 35496 w 1892189"/>
              <a:gd name="connsiteY7-232" fmla="*/ 1026890 h 1892188"/>
              <a:gd name="connsiteX8-233" fmla="*/ 35521 w 1892189"/>
              <a:gd name="connsiteY8-234" fmla="*/ 865273 h 1892188"/>
              <a:gd name="connsiteX0-235" fmla="*/ 35521 w 1892189"/>
              <a:gd name="connsiteY0-236" fmla="*/ 865273 h 1892188"/>
              <a:gd name="connsiteX1-237" fmla="*/ 865299 w 1892189"/>
              <a:gd name="connsiteY1-238" fmla="*/ 35495 h 1892188"/>
              <a:gd name="connsiteX2-239" fmla="*/ 1026916 w 1892189"/>
              <a:gd name="connsiteY2-240" fmla="*/ 35520 h 1892188"/>
              <a:gd name="connsiteX3-241" fmla="*/ 1856694 w 1892189"/>
              <a:gd name="connsiteY3-242" fmla="*/ 865298 h 1892188"/>
              <a:gd name="connsiteX4-243" fmla="*/ 1856669 w 1892189"/>
              <a:gd name="connsiteY4-244" fmla="*/ 1026916 h 1892188"/>
              <a:gd name="connsiteX5-245" fmla="*/ 1026891 w 1892189"/>
              <a:gd name="connsiteY5-246" fmla="*/ 1856693 h 1892188"/>
              <a:gd name="connsiteX6-247" fmla="*/ 865274 w 1892189"/>
              <a:gd name="connsiteY6-248" fmla="*/ 1856668 h 1892188"/>
              <a:gd name="connsiteX7-249" fmla="*/ 35496 w 1892189"/>
              <a:gd name="connsiteY7-250" fmla="*/ 1026890 h 1892188"/>
              <a:gd name="connsiteX8-251" fmla="*/ 35521 w 1892189"/>
              <a:gd name="connsiteY8-252" fmla="*/ 865273 h 189218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1892189" h="1892188">
                <a:moveTo>
                  <a:pt x="35521" y="865273"/>
                </a:moveTo>
                <a:cubicBezTo>
                  <a:pt x="35521" y="865273"/>
                  <a:pt x="865299" y="35495"/>
                  <a:pt x="865299" y="35495"/>
                </a:cubicBezTo>
                <a:cubicBezTo>
                  <a:pt x="912643" y="-11849"/>
                  <a:pt x="979572" y="-11824"/>
                  <a:pt x="1026916" y="35520"/>
                </a:cubicBezTo>
                <a:cubicBezTo>
                  <a:pt x="1026916" y="35520"/>
                  <a:pt x="1856694" y="865298"/>
                  <a:pt x="1856694" y="865298"/>
                </a:cubicBezTo>
                <a:cubicBezTo>
                  <a:pt x="1904038" y="912642"/>
                  <a:pt x="1904013" y="979572"/>
                  <a:pt x="1856669" y="1026916"/>
                </a:cubicBezTo>
                <a:cubicBezTo>
                  <a:pt x="1856669" y="1026916"/>
                  <a:pt x="1026891" y="1856693"/>
                  <a:pt x="1026891" y="1856693"/>
                </a:cubicBezTo>
                <a:cubicBezTo>
                  <a:pt x="979547" y="1904037"/>
                  <a:pt x="912618" y="1904011"/>
                  <a:pt x="865274" y="1856668"/>
                </a:cubicBezTo>
                <a:cubicBezTo>
                  <a:pt x="865274" y="1856667"/>
                  <a:pt x="35496" y="1026889"/>
                  <a:pt x="35496" y="1026890"/>
                </a:cubicBezTo>
                <a:cubicBezTo>
                  <a:pt x="-11848" y="979545"/>
                  <a:pt x="-11823" y="912617"/>
                  <a:pt x="35521" y="865273"/>
                </a:cubicBezTo>
                <a:close/>
              </a:path>
            </a:pathLst>
          </a:custGeom>
          <a:solidFill>
            <a:schemeClr val="accent1">
              <a:lumMod val="40000"/>
              <a:lumOff val="60000"/>
              <a:alpha val="26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zh-CN" altLang="en-US">
              <a:sym typeface="+mn-ea"/>
            </a:endParaRPr>
          </a:p>
        </p:txBody>
      </p:sp>
      <p:cxnSp>
        <p:nvCxnSpPr>
          <p:cNvPr id="73" name="直接连接符 72"/>
          <p:cNvCxnSpPr/>
          <p:nvPr>
            <p:custDataLst>
              <p:tags r:id="rId7"/>
            </p:custDataLst>
          </p:nvPr>
        </p:nvCxnSpPr>
        <p:spPr>
          <a:xfrm>
            <a:off x="608965" y="1818640"/>
            <a:ext cx="3843655" cy="0"/>
          </a:xfrm>
          <a:prstGeom prst="line">
            <a:avLst/>
          </a:prstGeom>
          <a:ln w="9525" cap="rnd">
            <a:solidFill>
              <a:schemeClr val="accent1">
                <a:alpha val="35000"/>
              </a:schemeClr>
            </a:solidFill>
            <a:round/>
          </a:ln>
        </p:spPr>
        <p:style>
          <a:lnRef idx="3">
            <a:schemeClr val="accent1"/>
          </a:lnRef>
          <a:fillRef idx="0">
            <a:srgbClr val="FFFFFF"/>
          </a:fillRef>
          <a:effectRef idx="0">
            <a:srgbClr val="FFFFFF"/>
          </a:effectRef>
          <a:fontRef idx="minor">
            <a:schemeClr val="tx1"/>
          </a:fontRef>
        </p:style>
      </p:cxnSp>
      <p:cxnSp>
        <p:nvCxnSpPr>
          <p:cNvPr id="74" name="直接连接符 73"/>
          <p:cNvCxnSpPr/>
          <p:nvPr>
            <p:custDataLst>
              <p:tags r:id="rId8"/>
            </p:custDataLst>
          </p:nvPr>
        </p:nvCxnSpPr>
        <p:spPr>
          <a:xfrm>
            <a:off x="2518410" y="1924685"/>
            <a:ext cx="7999095" cy="6350"/>
          </a:xfrm>
          <a:prstGeom prst="line">
            <a:avLst/>
          </a:prstGeom>
          <a:ln w="9525" cap="rnd">
            <a:solidFill>
              <a:schemeClr val="accent1">
                <a:alpha val="35000"/>
              </a:schemeClr>
            </a:solidFill>
            <a:round/>
          </a:ln>
        </p:spPr>
        <p:style>
          <a:lnRef idx="2">
            <a:schemeClr val="accent1"/>
          </a:lnRef>
          <a:fillRef idx="0">
            <a:srgbClr val="FFFFFF"/>
          </a:fillRef>
          <a:effectRef idx="0">
            <a:srgbClr val="FFFFFF"/>
          </a:effectRef>
          <a:fontRef idx="minor">
            <a:schemeClr val="tx1"/>
          </a:fontRef>
        </p:style>
      </p:cxnSp>
      <p:sp>
        <p:nvSpPr>
          <p:cNvPr id="5" name="任意多边形: 形状 1397"/>
          <p:cNvSpPr/>
          <p:nvPr>
            <p:custDataLst>
              <p:tags r:id="rId9"/>
            </p:custDataLst>
          </p:nvPr>
        </p:nvSpPr>
        <p:spPr>
          <a:xfrm>
            <a:off x="10650855" y="1641475"/>
            <a:ext cx="631190" cy="631190"/>
          </a:xfrm>
          <a:custGeom>
            <a:avLst/>
            <a:gdLst>
              <a:gd name="connsiteX0" fmla="*/ 35521 w 1877718"/>
              <a:gd name="connsiteY0" fmla="*/ 850803 h 1863247"/>
              <a:gd name="connsiteX1" fmla="*/ 865299 w 1877718"/>
              <a:gd name="connsiteY1" fmla="*/ 21025 h 1863247"/>
              <a:gd name="connsiteX2" fmla="*/ 1026916 w 1877718"/>
              <a:gd name="connsiteY2" fmla="*/ 21050 h 1863247"/>
              <a:gd name="connsiteX3" fmla="*/ 1856694 w 1877718"/>
              <a:gd name="connsiteY3" fmla="*/ 850828 h 1863247"/>
              <a:gd name="connsiteX4" fmla="*/ 1856669 w 1877718"/>
              <a:gd name="connsiteY4" fmla="*/ 1012446 h 1863247"/>
              <a:gd name="connsiteX5" fmla="*/ 1026891 w 1877718"/>
              <a:gd name="connsiteY5" fmla="*/ 1842223 h 1863247"/>
              <a:gd name="connsiteX6" fmla="*/ 865274 w 1877718"/>
              <a:gd name="connsiteY6" fmla="*/ 1842198 h 1863247"/>
              <a:gd name="connsiteX7" fmla="*/ 35496 w 1877718"/>
              <a:gd name="connsiteY7" fmla="*/ 1012420 h 1863247"/>
              <a:gd name="connsiteX8" fmla="*/ 35521 w 1877718"/>
              <a:gd name="connsiteY8" fmla="*/ 850803 h 1863247"/>
              <a:gd name="connsiteX0-1" fmla="*/ 35521 w 1877718"/>
              <a:gd name="connsiteY0-2" fmla="*/ 850803 h 1863247"/>
              <a:gd name="connsiteX1-3" fmla="*/ 865299 w 1877718"/>
              <a:gd name="connsiteY1-4" fmla="*/ 21025 h 1863247"/>
              <a:gd name="connsiteX2-5" fmla="*/ 1026916 w 1877718"/>
              <a:gd name="connsiteY2-6" fmla="*/ 21050 h 1863247"/>
              <a:gd name="connsiteX3-7" fmla="*/ 1856694 w 1877718"/>
              <a:gd name="connsiteY3-8" fmla="*/ 850828 h 1863247"/>
              <a:gd name="connsiteX4-9" fmla="*/ 1856669 w 1877718"/>
              <a:gd name="connsiteY4-10" fmla="*/ 1012446 h 1863247"/>
              <a:gd name="connsiteX5-11" fmla="*/ 1026891 w 1877718"/>
              <a:gd name="connsiteY5-12" fmla="*/ 1842223 h 1863247"/>
              <a:gd name="connsiteX6-13" fmla="*/ 865274 w 1877718"/>
              <a:gd name="connsiteY6-14" fmla="*/ 1842198 h 1863247"/>
              <a:gd name="connsiteX7-15" fmla="*/ 35496 w 1877718"/>
              <a:gd name="connsiteY7-16" fmla="*/ 1012420 h 1863247"/>
              <a:gd name="connsiteX8-17" fmla="*/ 35521 w 1877718"/>
              <a:gd name="connsiteY8-18" fmla="*/ 850803 h 1863247"/>
              <a:gd name="connsiteX0-19" fmla="*/ 35521 w 1877718"/>
              <a:gd name="connsiteY0-20" fmla="*/ 850813 h 1863257"/>
              <a:gd name="connsiteX1-21" fmla="*/ 865299 w 1877718"/>
              <a:gd name="connsiteY1-22" fmla="*/ 21035 h 1863257"/>
              <a:gd name="connsiteX2-23" fmla="*/ 1026916 w 1877718"/>
              <a:gd name="connsiteY2-24" fmla="*/ 21060 h 1863257"/>
              <a:gd name="connsiteX3-25" fmla="*/ 1856694 w 1877718"/>
              <a:gd name="connsiteY3-26" fmla="*/ 850838 h 1863257"/>
              <a:gd name="connsiteX4-27" fmla="*/ 1856669 w 1877718"/>
              <a:gd name="connsiteY4-28" fmla="*/ 1012456 h 1863257"/>
              <a:gd name="connsiteX5-29" fmla="*/ 1026891 w 1877718"/>
              <a:gd name="connsiteY5-30" fmla="*/ 1842233 h 1863257"/>
              <a:gd name="connsiteX6-31" fmla="*/ 865274 w 1877718"/>
              <a:gd name="connsiteY6-32" fmla="*/ 1842208 h 1863257"/>
              <a:gd name="connsiteX7-33" fmla="*/ 35496 w 1877718"/>
              <a:gd name="connsiteY7-34" fmla="*/ 1012430 h 1863257"/>
              <a:gd name="connsiteX8-35" fmla="*/ 35521 w 1877718"/>
              <a:gd name="connsiteY8-36" fmla="*/ 850813 h 1863257"/>
              <a:gd name="connsiteX0-37" fmla="*/ 35521 w 1877718"/>
              <a:gd name="connsiteY0-38" fmla="*/ 865273 h 1877717"/>
              <a:gd name="connsiteX1-39" fmla="*/ 865299 w 1877718"/>
              <a:gd name="connsiteY1-40" fmla="*/ 35495 h 1877717"/>
              <a:gd name="connsiteX2-41" fmla="*/ 1026916 w 1877718"/>
              <a:gd name="connsiteY2-42" fmla="*/ 35520 h 1877717"/>
              <a:gd name="connsiteX3-43" fmla="*/ 1856694 w 1877718"/>
              <a:gd name="connsiteY3-44" fmla="*/ 865298 h 1877717"/>
              <a:gd name="connsiteX4-45" fmla="*/ 1856669 w 1877718"/>
              <a:gd name="connsiteY4-46" fmla="*/ 1026916 h 1877717"/>
              <a:gd name="connsiteX5-47" fmla="*/ 1026891 w 1877718"/>
              <a:gd name="connsiteY5-48" fmla="*/ 1856693 h 1877717"/>
              <a:gd name="connsiteX6-49" fmla="*/ 865274 w 1877718"/>
              <a:gd name="connsiteY6-50" fmla="*/ 1856668 h 1877717"/>
              <a:gd name="connsiteX7-51" fmla="*/ 35496 w 1877718"/>
              <a:gd name="connsiteY7-52" fmla="*/ 1026890 h 1877717"/>
              <a:gd name="connsiteX8-53" fmla="*/ 35521 w 1877718"/>
              <a:gd name="connsiteY8-54" fmla="*/ 865273 h 1877717"/>
              <a:gd name="connsiteX0-55" fmla="*/ 35521 w 1877718"/>
              <a:gd name="connsiteY0-56" fmla="*/ 865273 h 1877717"/>
              <a:gd name="connsiteX1-57" fmla="*/ 865299 w 1877718"/>
              <a:gd name="connsiteY1-58" fmla="*/ 35495 h 1877717"/>
              <a:gd name="connsiteX2-59" fmla="*/ 1026916 w 1877718"/>
              <a:gd name="connsiteY2-60" fmla="*/ 35520 h 1877717"/>
              <a:gd name="connsiteX3-61" fmla="*/ 1856694 w 1877718"/>
              <a:gd name="connsiteY3-62" fmla="*/ 865298 h 1877717"/>
              <a:gd name="connsiteX4-63" fmla="*/ 1856669 w 1877718"/>
              <a:gd name="connsiteY4-64" fmla="*/ 1026916 h 1877717"/>
              <a:gd name="connsiteX5-65" fmla="*/ 1026891 w 1877718"/>
              <a:gd name="connsiteY5-66" fmla="*/ 1856693 h 1877717"/>
              <a:gd name="connsiteX6-67" fmla="*/ 865274 w 1877718"/>
              <a:gd name="connsiteY6-68" fmla="*/ 1856668 h 1877717"/>
              <a:gd name="connsiteX7-69" fmla="*/ 35496 w 1877718"/>
              <a:gd name="connsiteY7-70" fmla="*/ 1026890 h 1877717"/>
              <a:gd name="connsiteX8-71" fmla="*/ 35521 w 1877718"/>
              <a:gd name="connsiteY8-72" fmla="*/ 865273 h 1877717"/>
              <a:gd name="connsiteX0-73" fmla="*/ 35521 w 1877718"/>
              <a:gd name="connsiteY0-74" fmla="*/ 865273 h 1877717"/>
              <a:gd name="connsiteX1-75" fmla="*/ 865299 w 1877718"/>
              <a:gd name="connsiteY1-76" fmla="*/ 35495 h 1877717"/>
              <a:gd name="connsiteX2-77" fmla="*/ 1026916 w 1877718"/>
              <a:gd name="connsiteY2-78" fmla="*/ 35520 h 1877717"/>
              <a:gd name="connsiteX3-79" fmla="*/ 1856694 w 1877718"/>
              <a:gd name="connsiteY3-80" fmla="*/ 865298 h 1877717"/>
              <a:gd name="connsiteX4-81" fmla="*/ 1856669 w 1877718"/>
              <a:gd name="connsiteY4-82" fmla="*/ 1026916 h 1877717"/>
              <a:gd name="connsiteX5-83" fmla="*/ 1026891 w 1877718"/>
              <a:gd name="connsiteY5-84" fmla="*/ 1856693 h 1877717"/>
              <a:gd name="connsiteX6-85" fmla="*/ 865274 w 1877718"/>
              <a:gd name="connsiteY6-86" fmla="*/ 1856668 h 1877717"/>
              <a:gd name="connsiteX7-87" fmla="*/ 35496 w 1877718"/>
              <a:gd name="connsiteY7-88" fmla="*/ 1026890 h 1877717"/>
              <a:gd name="connsiteX8-89" fmla="*/ 35521 w 1877718"/>
              <a:gd name="connsiteY8-90" fmla="*/ 865273 h 1877717"/>
              <a:gd name="connsiteX0-91" fmla="*/ 35521 w 1877729"/>
              <a:gd name="connsiteY0-92" fmla="*/ 865273 h 1877717"/>
              <a:gd name="connsiteX1-93" fmla="*/ 865299 w 1877729"/>
              <a:gd name="connsiteY1-94" fmla="*/ 35495 h 1877717"/>
              <a:gd name="connsiteX2-95" fmla="*/ 1026916 w 1877729"/>
              <a:gd name="connsiteY2-96" fmla="*/ 35520 h 1877717"/>
              <a:gd name="connsiteX3-97" fmla="*/ 1856694 w 1877729"/>
              <a:gd name="connsiteY3-98" fmla="*/ 865298 h 1877717"/>
              <a:gd name="connsiteX4-99" fmla="*/ 1856669 w 1877729"/>
              <a:gd name="connsiteY4-100" fmla="*/ 1026916 h 1877717"/>
              <a:gd name="connsiteX5-101" fmla="*/ 1026891 w 1877729"/>
              <a:gd name="connsiteY5-102" fmla="*/ 1856693 h 1877717"/>
              <a:gd name="connsiteX6-103" fmla="*/ 865274 w 1877729"/>
              <a:gd name="connsiteY6-104" fmla="*/ 1856668 h 1877717"/>
              <a:gd name="connsiteX7-105" fmla="*/ 35496 w 1877729"/>
              <a:gd name="connsiteY7-106" fmla="*/ 1026890 h 1877717"/>
              <a:gd name="connsiteX8-107" fmla="*/ 35521 w 1877729"/>
              <a:gd name="connsiteY8-108" fmla="*/ 865273 h 1877717"/>
              <a:gd name="connsiteX0-109" fmla="*/ 35521 w 1892189"/>
              <a:gd name="connsiteY0-110" fmla="*/ 865273 h 1877717"/>
              <a:gd name="connsiteX1-111" fmla="*/ 865299 w 1892189"/>
              <a:gd name="connsiteY1-112" fmla="*/ 35495 h 1877717"/>
              <a:gd name="connsiteX2-113" fmla="*/ 1026916 w 1892189"/>
              <a:gd name="connsiteY2-114" fmla="*/ 35520 h 1877717"/>
              <a:gd name="connsiteX3-115" fmla="*/ 1856694 w 1892189"/>
              <a:gd name="connsiteY3-116" fmla="*/ 865298 h 1877717"/>
              <a:gd name="connsiteX4-117" fmla="*/ 1856669 w 1892189"/>
              <a:gd name="connsiteY4-118" fmla="*/ 1026916 h 1877717"/>
              <a:gd name="connsiteX5-119" fmla="*/ 1026891 w 1892189"/>
              <a:gd name="connsiteY5-120" fmla="*/ 1856693 h 1877717"/>
              <a:gd name="connsiteX6-121" fmla="*/ 865274 w 1892189"/>
              <a:gd name="connsiteY6-122" fmla="*/ 1856668 h 1877717"/>
              <a:gd name="connsiteX7-123" fmla="*/ 35496 w 1892189"/>
              <a:gd name="connsiteY7-124" fmla="*/ 1026890 h 1877717"/>
              <a:gd name="connsiteX8-125" fmla="*/ 35521 w 1892189"/>
              <a:gd name="connsiteY8-126" fmla="*/ 865273 h 1877717"/>
              <a:gd name="connsiteX0-127" fmla="*/ 35521 w 1892189"/>
              <a:gd name="connsiteY0-128" fmla="*/ 865273 h 1877717"/>
              <a:gd name="connsiteX1-129" fmla="*/ 865299 w 1892189"/>
              <a:gd name="connsiteY1-130" fmla="*/ 35495 h 1877717"/>
              <a:gd name="connsiteX2-131" fmla="*/ 1026916 w 1892189"/>
              <a:gd name="connsiteY2-132" fmla="*/ 35520 h 1877717"/>
              <a:gd name="connsiteX3-133" fmla="*/ 1856694 w 1892189"/>
              <a:gd name="connsiteY3-134" fmla="*/ 865298 h 1877717"/>
              <a:gd name="connsiteX4-135" fmla="*/ 1856669 w 1892189"/>
              <a:gd name="connsiteY4-136" fmla="*/ 1026916 h 1877717"/>
              <a:gd name="connsiteX5-137" fmla="*/ 1026891 w 1892189"/>
              <a:gd name="connsiteY5-138" fmla="*/ 1856693 h 1877717"/>
              <a:gd name="connsiteX6-139" fmla="*/ 865274 w 1892189"/>
              <a:gd name="connsiteY6-140" fmla="*/ 1856668 h 1877717"/>
              <a:gd name="connsiteX7-141" fmla="*/ 35496 w 1892189"/>
              <a:gd name="connsiteY7-142" fmla="*/ 1026890 h 1877717"/>
              <a:gd name="connsiteX8-143" fmla="*/ 35521 w 1892189"/>
              <a:gd name="connsiteY8-144" fmla="*/ 865273 h 1877717"/>
              <a:gd name="connsiteX0-145" fmla="*/ 35521 w 1892189"/>
              <a:gd name="connsiteY0-146" fmla="*/ 865273 h 1877717"/>
              <a:gd name="connsiteX1-147" fmla="*/ 865299 w 1892189"/>
              <a:gd name="connsiteY1-148" fmla="*/ 35495 h 1877717"/>
              <a:gd name="connsiteX2-149" fmla="*/ 1026916 w 1892189"/>
              <a:gd name="connsiteY2-150" fmla="*/ 35520 h 1877717"/>
              <a:gd name="connsiteX3-151" fmla="*/ 1856694 w 1892189"/>
              <a:gd name="connsiteY3-152" fmla="*/ 865298 h 1877717"/>
              <a:gd name="connsiteX4-153" fmla="*/ 1856669 w 1892189"/>
              <a:gd name="connsiteY4-154" fmla="*/ 1026916 h 1877717"/>
              <a:gd name="connsiteX5-155" fmla="*/ 1026891 w 1892189"/>
              <a:gd name="connsiteY5-156" fmla="*/ 1856693 h 1877717"/>
              <a:gd name="connsiteX6-157" fmla="*/ 865274 w 1892189"/>
              <a:gd name="connsiteY6-158" fmla="*/ 1856668 h 1877717"/>
              <a:gd name="connsiteX7-159" fmla="*/ 35496 w 1892189"/>
              <a:gd name="connsiteY7-160" fmla="*/ 1026890 h 1877717"/>
              <a:gd name="connsiteX8-161" fmla="*/ 35521 w 1892189"/>
              <a:gd name="connsiteY8-162" fmla="*/ 865273 h 1877717"/>
              <a:gd name="connsiteX0-163" fmla="*/ 35521 w 1892189"/>
              <a:gd name="connsiteY0-164" fmla="*/ 865273 h 1877728"/>
              <a:gd name="connsiteX1-165" fmla="*/ 865299 w 1892189"/>
              <a:gd name="connsiteY1-166" fmla="*/ 35495 h 1877728"/>
              <a:gd name="connsiteX2-167" fmla="*/ 1026916 w 1892189"/>
              <a:gd name="connsiteY2-168" fmla="*/ 35520 h 1877728"/>
              <a:gd name="connsiteX3-169" fmla="*/ 1856694 w 1892189"/>
              <a:gd name="connsiteY3-170" fmla="*/ 865298 h 1877728"/>
              <a:gd name="connsiteX4-171" fmla="*/ 1856669 w 1892189"/>
              <a:gd name="connsiteY4-172" fmla="*/ 1026916 h 1877728"/>
              <a:gd name="connsiteX5-173" fmla="*/ 1026891 w 1892189"/>
              <a:gd name="connsiteY5-174" fmla="*/ 1856693 h 1877728"/>
              <a:gd name="connsiteX6-175" fmla="*/ 865274 w 1892189"/>
              <a:gd name="connsiteY6-176" fmla="*/ 1856668 h 1877728"/>
              <a:gd name="connsiteX7-177" fmla="*/ 35496 w 1892189"/>
              <a:gd name="connsiteY7-178" fmla="*/ 1026890 h 1877728"/>
              <a:gd name="connsiteX8-179" fmla="*/ 35521 w 1892189"/>
              <a:gd name="connsiteY8-180" fmla="*/ 865273 h 1877728"/>
              <a:gd name="connsiteX0-181" fmla="*/ 35521 w 1892189"/>
              <a:gd name="connsiteY0-182" fmla="*/ 865273 h 1892188"/>
              <a:gd name="connsiteX1-183" fmla="*/ 865299 w 1892189"/>
              <a:gd name="connsiteY1-184" fmla="*/ 35495 h 1892188"/>
              <a:gd name="connsiteX2-185" fmla="*/ 1026916 w 1892189"/>
              <a:gd name="connsiteY2-186" fmla="*/ 35520 h 1892188"/>
              <a:gd name="connsiteX3-187" fmla="*/ 1856694 w 1892189"/>
              <a:gd name="connsiteY3-188" fmla="*/ 865298 h 1892188"/>
              <a:gd name="connsiteX4-189" fmla="*/ 1856669 w 1892189"/>
              <a:gd name="connsiteY4-190" fmla="*/ 1026916 h 1892188"/>
              <a:gd name="connsiteX5-191" fmla="*/ 1026891 w 1892189"/>
              <a:gd name="connsiteY5-192" fmla="*/ 1856693 h 1892188"/>
              <a:gd name="connsiteX6-193" fmla="*/ 865274 w 1892189"/>
              <a:gd name="connsiteY6-194" fmla="*/ 1856668 h 1892188"/>
              <a:gd name="connsiteX7-195" fmla="*/ 35496 w 1892189"/>
              <a:gd name="connsiteY7-196" fmla="*/ 1026890 h 1892188"/>
              <a:gd name="connsiteX8-197" fmla="*/ 35521 w 1892189"/>
              <a:gd name="connsiteY8-198" fmla="*/ 865273 h 1892188"/>
              <a:gd name="connsiteX0-199" fmla="*/ 35521 w 1892189"/>
              <a:gd name="connsiteY0-200" fmla="*/ 865273 h 1892188"/>
              <a:gd name="connsiteX1-201" fmla="*/ 865299 w 1892189"/>
              <a:gd name="connsiteY1-202" fmla="*/ 35495 h 1892188"/>
              <a:gd name="connsiteX2-203" fmla="*/ 1026916 w 1892189"/>
              <a:gd name="connsiteY2-204" fmla="*/ 35520 h 1892188"/>
              <a:gd name="connsiteX3-205" fmla="*/ 1856694 w 1892189"/>
              <a:gd name="connsiteY3-206" fmla="*/ 865298 h 1892188"/>
              <a:gd name="connsiteX4-207" fmla="*/ 1856669 w 1892189"/>
              <a:gd name="connsiteY4-208" fmla="*/ 1026916 h 1892188"/>
              <a:gd name="connsiteX5-209" fmla="*/ 1026891 w 1892189"/>
              <a:gd name="connsiteY5-210" fmla="*/ 1856693 h 1892188"/>
              <a:gd name="connsiteX6-211" fmla="*/ 865274 w 1892189"/>
              <a:gd name="connsiteY6-212" fmla="*/ 1856668 h 1892188"/>
              <a:gd name="connsiteX7-213" fmla="*/ 35496 w 1892189"/>
              <a:gd name="connsiteY7-214" fmla="*/ 1026890 h 1892188"/>
              <a:gd name="connsiteX8-215" fmla="*/ 35521 w 1892189"/>
              <a:gd name="connsiteY8-216" fmla="*/ 865273 h 1892188"/>
              <a:gd name="connsiteX0-217" fmla="*/ 35521 w 1892189"/>
              <a:gd name="connsiteY0-218" fmla="*/ 865273 h 1892188"/>
              <a:gd name="connsiteX1-219" fmla="*/ 865299 w 1892189"/>
              <a:gd name="connsiteY1-220" fmla="*/ 35495 h 1892188"/>
              <a:gd name="connsiteX2-221" fmla="*/ 1026916 w 1892189"/>
              <a:gd name="connsiteY2-222" fmla="*/ 35520 h 1892188"/>
              <a:gd name="connsiteX3-223" fmla="*/ 1856694 w 1892189"/>
              <a:gd name="connsiteY3-224" fmla="*/ 865298 h 1892188"/>
              <a:gd name="connsiteX4-225" fmla="*/ 1856669 w 1892189"/>
              <a:gd name="connsiteY4-226" fmla="*/ 1026916 h 1892188"/>
              <a:gd name="connsiteX5-227" fmla="*/ 1026891 w 1892189"/>
              <a:gd name="connsiteY5-228" fmla="*/ 1856693 h 1892188"/>
              <a:gd name="connsiteX6-229" fmla="*/ 865274 w 1892189"/>
              <a:gd name="connsiteY6-230" fmla="*/ 1856668 h 1892188"/>
              <a:gd name="connsiteX7-231" fmla="*/ 35496 w 1892189"/>
              <a:gd name="connsiteY7-232" fmla="*/ 1026890 h 1892188"/>
              <a:gd name="connsiteX8-233" fmla="*/ 35521 w 1892189"/>
              <a:gd name="connsiteY8-234" fmla="*/ 865273 h 1892188"/>
              <a:gd name="connsiteX0-235" fmla="*/ 35521 w 1892189"/>
              <a:gd name="connsiteY0-236" fmla="*/ 865273 h 1892188"/>
              <a:gd name="connsiteX1-237" fmla="*/ 865299 w 1892189"/>
              <a:gd name="connsiteY1-238" fmla="*/ 35495 h 1892188"/>
              <a:gd name="connsiteX2-239" fmla="*/ 1026916 w 1892189"/>
              <a:gd name="connsiteY2-240" fmla="*/ 35520 h 1892188"/>
              <a:gd name="connsiteX3-241" fmla="*/ 1856694 w 1892189"/>
              <a:gd name="connsiteY3-242" fmla="*/ 865298 h 1892188"/>
              <a:gd name="connsiteX4-243" fmla="*/ 1856669 w 1892189"/>
              <a:gd name="connsiteY4-244" fmla="*/ 1026916 h 1892188"/>
              <a:gd name="connsiteX5-245" fmla="*/ 1026891 w 1892189"/>
              <a:gd name="connsiteY5-246" fmla="*/ 1856693 h 1892188"/>
              <a:gd name="connsiteX6-247" fmla="*/ 865274 w 1892189"/>
              <a:gd name="connsiteY6-248" fmla="*/ 1856668 h 1892188"/>
              <a:gd name="connsiteX7-249" fmla="*/ 35496 w 1892189"/>
              <a:gd name="connsiteY7-250" fmla="*/ 1026890 h 1892188"/>
              <a:gd name="connsiteX8-251" fmla="*/ 35521 w 1892189"/>
              <a:gd name="connsiteY8-252" fmla="*/ 865273 h 189218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1892189" h="1892188">
                <a:moveTo>
                  <a:pt x="35521" y="865273"/>
                </a:moveTo>
                <a:cubicBezTo>
                  <a:pt x="35521" y="865273"/>
                  <a:pt x="865299" y="35495"/>
                  <a:pt x="865299" y="35495"/>
                </a:cubicBezTo>
                <a:cubicBezTo>
                  <a:pt x="912643" y="-11849"/>
                  <a:pt x="979572" y="-11824"/>
                  <a:pt x="1026916" y="35520"/>
                </a:cubicBezTo>
                <a:cubicBezTo>
                  <a:pt x="1026916" y="35520"/>
                  <a:pt x="1856694" y="865298"/>
                  <a:pt x="1856694" y="865298"/>
                </a:cubicBezTo>
                <a:cubicBezTo>
                  <a:pt x="1904038" y="912642"/>
                  <a:pt x="1904013" y="979572"/>
                  <a:pt x="1856669" y="1026916"/>
                </a:cubicBezTo>
                <a:cubicBezTo>
                  <a:pt x="1856669" y="1026916"/>
                  <a:pt x="1026891" y="1856693"/>
                  <a:pt x="1026891" y="1856693"/>
                </a:cubicBezTo>
                <a:cubicBezTo>
                  <a:pt x="979547" y="1904037"/>
                  <a:pt x="912618" y="1904011"/>
                  <a:pt x="865274" y="1856668"/>
                </a:cubicBezTo>
                <a:cubicBezTo>
                  <a:pt x="865274" y="1856667"/>
                  <a:pt x="35496" y="1026889"/>
                  <a:pt x="35496" y="1026890"/>
                </a:cubicBezTo>
                <a:cubicBezTo>
                  <a:pt x="-11848" y="979545"/>
                  <a:pt x="-11823" y="912617"/>
                  <a:pt x="35521" y="865273"/>
                </a:cubicBezTo>
                <a:close/>
              </a:path>
            </a:pathLst>
          </a:custGeom>
          <a:solidFill>
            <a:schemeClr val="accent1">
              <a:alpha val="2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6" name="任意多边形: 形状 1397"/>
          <p:cNvSpPr/>
          <p:nvPr>
            <p:custDataLst>
              <p:tags r:id="rId10"/>
            </p:custDataLst>
          </p:nvPr>
        </p:nvSpPr>
        <p:spPr>
          <a:xfrm>
            <a:off x="11108055" y="1759585"/>
            <a:ext cx="395605" cy="395605"/>
          </a:xfrm>
          <a:custGeom>
            <a:avLst/>
            <a:gdLst>
              <a:gd name="connsiteX0" fmla="*/ 35521 w 1877718"/>
              <a:gd name="connsiteY0" fmla="*/ 850803 h 1863247"/>
              <a:gd name="connsiteX1" fmla="*/ 865299 w 1877718"/>
              <a:gd name="connsiteY1" fmla="*/ 21025 h 1863247"/>
              <a:gd name="connsiteX2" fmla="*/ 1026916 w 1877718"/>
              <a:gd name="connsiteY2" fmla="*/ 21050 h 1863247"/>
              <a:gd name="connsiteX3" fmla="*/ 1856694 w 1877718"/>
              <a:gd name="connsiteY3" fmla="*/ 850828 h 1863247"/>
              <a:gd name="connsiteX4" fmla="*/ 1856669 w 1877718"/>
              <a:gd name="connsiteY4" fmla="*/ 1012446 h 1863247"/>
              <a:gd name="connsiteX5" fmla="*/ 1026891 w 1877718"/>
              <a:gd name="connsiteY5" fmla="*/ 1842223 h 1863247"/>
              <a:gd name="connsiteX6" fmla="*/ 865274 w 1877718"/>
              <a:gd name="connsiteY6" fmla="*/ 1842198 h 1863247"/>
              <a:gd name="connsiteX7" fmla="*/ 35496 w 1877718"/>
              <a:gd name="connsiteY7" fmla="*/ 1012420 h 1863247"/>
              <a:gd name="connsiteX8" fmla="*/ 35521 w 1877718"/>
              <a:gd name="connsiteY8" fmla="*/ 850803 h 1863247"/>
              <a:gd name="connsiteX0-1" fmla="*/ 35521 w 1877718"/>
              <a:gd name="connsiteY0-2" fmla="*/ 850803 h 1863247"/>
              <a:gd name="connsiteX1-3" fmla="*/ 865299 w 1877718"/>
              <a:gd name="connsiteY1-4" fmla="*/ 21025 h 1863247"/>
              <a:gd name="connsiteX2-5" fmla="*/ 1026916 w 1877718"/>
              <a:gd name="connsiteY2-6" fmla="*/ 21050 h 1863247"/>
              <a:gd name="connsiteX3-7" fmla="*/ 1856694 w 1877718"/>
              <a:gd name="connsiteY3-8" fmla="*/ 850828 h 1863247"/>
              <a:gd name="connsiteX4-9" fmla="*/ 1856669 w 1877718"/>
              <a:gd name="connsiteY4-10" fmla="*/ 1012446 h 1863247"/>
              <a:gd name="connsiteX5-11" fmla="*/ 1026891 w 1877718"/>
              <a:gd name="connsiteY5-12" fmla="*/ 1842223 h 1863247"/>
              <a:gd name="connsiteX6-13" fmla="*/ 865274 w 1877718"/>
              <a:gd name="connsiteY6-14" fmla="*/ 1842198 h 1863247"/>
              <a:gd name="connsiteX7-15" fmla="*/ 35496 w 1877718"/>
              <a:gd name="connsiteY7-16" fmla="*/ 1012420 h 1863247"/>
              <a:gd name="connsiteX8-17" fmla="*/ 35521 w 1877718"/>
              <a:gd name="connsiteY8-18" fmla="*/ 850803 h 1863247"/>
              <a:gd name="connsiteX0-19" fmla="*/ 35521 w 1877718"/>
              <a:gd name="connsiteY0-20" fmla="*/ 850813 h 1863257"/>
              <a:gd name="connsiteX1-21" fmla="*/ 865299 w 1877718"/>
              <a:gd name="connsiteY1-22" fmla="*/ 21035 h 1863257"/>
              <a:gd name="connsiteX2-23" fmla="*/ 1026916 w 1877718"/>
              <a:gd name="connsiteY2-24" fmla="*/ 21060 h 1863257"/>
              <a:gd name="connsiteX3-25" fmla="*/ 1856694 w 1877718"/>
              <a:gd name="connsiteY3-26" fmla="*/ 850838 h 1863257"/>
              <a:gd name="connsiteX4-27" fmla="*/ 1856669 w 1877718"/>
              <a:gd name="connsiteY4-28" fmla="*/ 1012456 h 1863257"/>
              <a:gd name="connsiteX5-29" fmla="*/ 1026891 w 1877718"/>
              <a:gd name="connsiteY5-30" fmla="*/ 1842233 h 1863257"/>
              <a:gd name="connsiteX6-31" fmla="*/ 865274 w 1877718"/>
              <a:gd name="connsiteY6-32" fmla="*/ 1842208 h 1863257"/>
              <a:gd name="connsiteX7-33" fmla="*/ 35496 w 1877718"/>
              <a:gd name="connsiteY7-34" fmla="*/ 1012430 h 1863257"/>
              <a:gd name="connsiteX8-35" fmla="*/ 35521 w 1877718"/>
              <a:gd name="connsiteY8-36" fmla="*/ 850813 h 1863257"/>
              <a:gd name="connsiteX0-37" fmla="*/ 35521 w 1877718"/>
              <a:gd name="connsiteY0-38" fmla="*/ 865273 h 1877717"/>
              <a:gd name="connsiteX1-39" fmla="*/ 865299 w 1877718"/>
              <a:gd name="connsiteY1-40" fmla="*/ 35495 h 1877717"/>
              <a:gd name="connsiteX2-41" fmla="*/ 1026916 w 1877718"/>
              <a:gd name="connsiteY2-42" fmla="*/ 35520 h 1877717"/>
              <a:gd name="connsiteX3-43" fmla="*/ 1856694 w 1877718"/>
              <a:gd name="connsiteY3-44" fmla="*/ 865298 h 1877717"/>
              <a:gd name="connsiteX4-45" fmla="*/ 1856669 w 1877718"/>
              <a:gd name="connsiteY4-46" fmla="*/ 1026916 h 1877717"/>
              <a:gd name="connsiteX5-47" fmla="*/ 1026891 w 1877718"/>
              <a:gd name="connsiteY5-48" fmla="*/ 1856693 h 1877717"/>
              <a:gd name="connsiteX6-49" fmla="*/ 865274 w 1877718"/>
              <a:gd name="connsiteY6-50" fmla="*/ 1856668 h 1877717"/>
              <a:gd name="connsiteX7-51" fmla="*/ 35496 w 1877718"/>
              <a:gd name="connsiteY7-52" fmla="*/ 1026890 h 1877717"/>
              <a:gd name="connsiteX8-53" fmla="*/ 35521 w 1877718"/>
              <a:gd name="connsiteY8-54" fmla="*/ 865273 h 1877717"/>
              <a:gd name="connsiteX0-55" fmla="*/ 35521 w 1877718"/>
              <a:gd name="connsiteY0-56" fmla="*/ 865273 h 1877717"/>
              <a:gd name="connsiteX1-57" fmla="*/ 865299 w 1877718"/>
              <a:gd name="connsiteY1-58" fmla="*/ 35495 h 1877717"/>
              <a:gd name="connsiteX2-59" fmla="*/ 1026916 w 1877718"/>
              <a:gd name="connsiteY2-60" fmla="*/ 35520 h 1877717"/>
              <a:gd name="connsiteX3-61" fmla="*/ 1856694 w 1877718"/>
              <a:gd name="connsiteY3-62" fmla="*/ 865298 h 1877717"/>
              <a:gd name="connsiteX4-63" fmla="*/ 1856669 w 1877718"/>
              <a:gd name="connsiteY4-64" fmla="*/ 1026916 h 1877717"/>
              <a:gd name="connsiteX5-65" fmla="*/ 1026891 w 1877718"/>
              <a:gd name="connsiteY5-66" fmla="*/ 1856693 h 1877717"/>
              <a:gd name="connsiteX6-67" fmla="*/ 865274 w 1877718"/>
              <a:gd name="connsiteY6-68" fmla="*/ 1856668 h 1877717"/>
              <a:gd name="connsiteX7-69" fmla="*/ 35496 w 1877718"/>
              <a:gd name="connsiteY7-70" fmla="*/ 1026890 h 1877717"/>
              <a:gd name="connsiteX8-71" fmla="*/ 35521 w 1877718"/>
              <a:gd name="connsiteY8-72" fmla="*/ 865273 h 1877717"/>
              <a:gd name="connsiteX0-73" fmla="*/ 35521 w 1877718"/>
              <a:gd name="connsiteY0-74" fmla="*/ 865273 h 1877717"/>
              <a:gd name="connsiteX1-75" fmla="*/ 865299 w 1877718"/>
              <a:gd name="connsiteY1-76" fmla="*/ 35495 h 1877717"/>
              <a:gd name="connsiteX2-77" fmla="*/ 1026916 w 1877718"/>
              <a:gd name="connsiteY2-78" fmla="*/ 35520 h 1877717"/>
              <a:gd name="connsiteX3-79" fmla="*/ 1856694 w 1877718"/>
              <a:gd name="connsiteY3-80" fmla="*/ 865298 h 1877717"/>
              <a:gd name="connsiteX4-81" fmla="*/ 1856669 w 1877718"/>
              <a:gd name="connsiteY4-82" fmla="*/ 1026916 h 1877717"/>
              <a:gd name="connsiteX5-83" fmla="*/ 1026891 w 1877718"/>
              <a:gd name="connsiteY5-84" fmla="*/ 1856693 h 1877717"/>
              <a:gd name="connsiteX6-85" fmla="*/ 865274 w 1877718"/>
              <a:gd name="connsiteY6-86" fmla="*/ 1856668 h 1877717"/>
              <a:gd name="connsiteX7-87" fmla="*/ 35496 w 1877718"/>
              <a:gd name="connsiteY7-88" fmla="*/ 1026890 h 1877717"/>
              <a:gd name="connsiteX8-89" fmla="*/ 35521 w 1877718"/>
              <a:gd name="connsiteY8-90" fmla="*/ 865273 h 1877717"/>
              <a:gd name="connsiteX0-91" fmla="*/ 35521 w 1877729"/>
              <a:gd name="connsiteY0-92" fmla="*/ 865273 h 1877717"/>
              <a:gd name="connsiteX1-93" fmla="*/ 865299 w 1877729"/>
              <a:gd name="connsiteY1-94" fmla="*/ 35495 h 1877717"/>
              <a:gd name="connsiteX2-95" fmla="*/ 1026916 w 1877729"/>
              <a:gd name="connsiteY2-96" fmla="*/ 35520 h 1877717"/>
              <a:gd name="connsiteX3-97" fmla="*/ 1856694 w 1877729"/>
              <a:gd name="connsiteY3-98" fmla="*/ 865298 h 1877717"/>
              <a:gd name="connsiteX4-99" fmla="*/ 1856669 w 1877729"/>
              <a:gd name="connsiteY4-100" fmla="*/ 1026916 h 1877717"/>
              <a:gd name="connsiteX5-101" fmla="*/ 1026891 w 1877729"/>
              <a:gd name="connsiteY5-102" fmla="*/ 1856693 h 1877717"/>
              <a:gd name="connsiteX6-103" fmla="*/ 865274 w 1877729"/>
              <a:gd name="connsiteY6-104" fmla="*/ 1856668 h 1877717"/>
              <a:gd name="connsiteX7-105" fmla="*/ 35496 w 1877729"/>
              <a:gd name="connsiteY7-106" fmla="*/ 1026890 h 1877717"/>
              <a:gd name="connsiteX8-107" fmla="*/ 35521 w 1877729"/>
              <a:gd name="connsiteY8-108" fmla="*/ 865273 h 1877717"/>
              <a:gd name="connsiteX0-109" fmla="*/ 35521 w 1892189"/>
              <a:gd name="connsiteY0-110" fmla="*/ 865273 h 1877717"/>
              <a:gd name="connsiteX1-111" fmla="*/ 865299 w 1892189"/>
              <a:gd name="connsiteY1-112" fmla="*/ 35495 h 1877717"/>
              <a:gd name="connsiteX2-113" fmla="*/ 1026916 w 1892189"/>
              <a:gd name="connsiteY2-114" fmla="*/ 35520 h 1877717"/>
              <a:gd name="connsiteX3-115" fmla="*/ 1856694 w 1892189"/>
              <a:gd name="connsiteY3-116" fmla="*/ 865298 h 1877717"/>
              <a:gd name="connsiteX4-117" fmla="*/ 1856669 w 1892189"/>
              <a:gd name="connsiteY4-118" fmla="*/ 1026916 h 1877717"/>
              <a:gd name="connsiteX5-119" fmla="*/ 1026891 w 1892189"/>
              <a:gd name="connsiteY5-120" fmla="*/ 1856693 h 1877717"/>
              <a:gd name="connsiteX6-121" fmla="*/ 865274 w 1892189"/>
              <a:gd name="connsiteY6-122" fmla="*/ 1856668 h 1877717"/>
              <a:gd name="connsiteX7-123" fmla="*/ 35496 w 1892189"/>
              <a:gd name="connsiteY7-124" fmla="*/ 1026890 h 1877717"/>
              <a:gd name="connsiteX8-125" fmla="*/ 35521 w 1892189"/>
              <a:gd name="connsiteY8-126" fmla="*/ 865273 h 1877717"/>
              <a:gd name="connsiteX0-127" fmla="*/ 35521 w 1892189"/>
              <a:gd name="connsiteY0-128" fmla="*/ 865273 h 1877717"/>
              <a:gd name="connsiteX1-129" fmla="*/ 865299 w 1892189"/>
              <a:gd name="connsiteY1-130" fmla="*/ 35495 h 1877717"/>
              <a:gd name="connsiteX2-131" fmla="*/ 1026916 w 1892189"/>
              <a:gd name="connsiteY2-132" fmla="*/ 35520 h 1877717"/>
              <a:gd name="connsiteX3-133" fmla="*/ 1856694 w 1892189"/>
              <a:gd name="connsiteY3-134" fmla="*/ 865298 h 1877717"/>
              <a:gd name="connsiteX4-135" fmla="*/ 1856669 w 1892189"/>
              <a:gd name="connsiteY4-136" fmla="*/ 1026916 h 1877717"/>
              <a:gd name="connsiteX5-137" fmla="*/ 1026891 w 1892189"/>
              <a:gd name="connsiteY5-138" fmla="*/ 1856693 h 1877717"/>
              <a:gd name="connsiteX6-139" fmla="*/ 865274 w 1892189"/>
              <a:gd name="connsiteY6-140" fmla="*/ 1856668 h 1877717"/>
              <a:gd name="connsiteX7-141" fmla="*/ 35496 w 1892189"/>
              <a:gd name="connsiteY7-142" fmla="*/ 1026890 h 1877717"/>
              <a:gd name="connsiteX8-143" fmla="*/ 35521 w 1892189"/>
              <a:gd name="connsiteY8-144" fmla="*/ 865273 h 1877717"/>
              <a:gd name="connsiteX0-145" fmla="*/ 35521 w 1892189"/>
              <a:gd name="connsiteY0-146" fmla="*/ 865273 h 1877717"/>
              <a:gd name="connsiteX1-147" fmla="*/ 865299 w 1892189"/>
              <a:gd name="connsiteY1-148" fmla="*/ 35495 h 1877717"/>
              <a:gd name="connsiteX2-149" fmla="*/ 1026916 w 1892189"/>
              <a:gd name="connsiteY2-150" fmla="*/ 35520 h 1877717"/>
              <a:gd name="connsiteX3-151" fmla="*/ 1856694 w 1892189"/>
              <a:gd name="connsiteY3-152" fmla="*/ 865298 h 1877717"/>
              <a:gd name="connsiteX4-153" fmla="*/ 1856669 w 1892189"/>
              <a:gd name="connsiteY4-154" fmla="*/ 1026916 h 1877717"/>
              <a:gd name="connsiteX5-155" fmla="*/ 1026891 w 1892189"/>
              <a:gd name="connsiteY5-156" fmla="*/ 1856693 h 1877717"/>
              <a:gd name="connsiteX6-157" fmla="*/ 865274 w 1892189"/>
              <a:gd name="connsiteY6-158" fmla="*/ 1856668 h 1877717"/>
              <a:gd name="connsiteX7-159" fmla="*/ 35496 w 1892189"/>
              <a:gd name="connsiteY7-160" fmla="*/ 1026890 h 1877717"/>
              <a:gd name="connsiteX8-161" fmla="*/ 35521 w 1892189"/>
              <a:gd name="connsiteY8-162" fmla="*/ 865273 h 1877717"/>
              <a:gd name="connsiteX0-163" fmla="*/ 35521 w 1892189"/>
              <a:gd name="connsiteY0-164" fmla="*/ 865273 h 1877728"/>
              <a:gd name="connsiteX1-165" fmla="*/ 865299 w 1892189"/>
              <a:gd name="connsiteY1-166" fmla="*/ 35495 h 1877728"/>
              <a:gd name="connsiteX2-167" fmla="*/ 1026916 w 1892189"/>
              <a:gd name="connsiteY2-168" fmla="*/ 35520 h 1877728"/>
              <a:gd name="connsiteX3-169" fmla="*/ 1856694 w 1892189"/>
              <a:gd name="connsiteY3-170" fmla="*/ 865298 h 1877728"/>
              <a:gd name="connsiteX4-171" fmla="*/ 1856669 w 1892189"/>
              <a:gd name="connsiteY4-172" fmla="*/ 1026916 h 1877728"/>
              <a:gd name="connsiteX5-173" fmla="*/ 1026891 w 1892189"/>
              <a:gd name="connsiteY5-174" fmla="*/ 1856693 h 1877728"/>
              <a:gd name="connsiteX6-175" fmla="*/ 865274 w 1892189"/>
              <a:gd name="connsiteY6-176" fmla="*/ 1856668 h 1877728"/>
              <a:gd name="connsiteX7-177" fmla="*/ 35496 w 1892189"/>
              <a:gd name="connsiteY7-178" fmla="*/ 1026890 h 1877728"/>
              <a:gd name="connsiteX8-179" fmla="*/ 35521 w 1892189"/>
              <a:gd name="connsiteY8-180" fmla="*/ 865273 h 1877728"/>
              <a:gd name="connsiteX0-181" fmla="*/ 35521 w 1892189"/>
              <a:gd name="connsiteY0-182" fmla="*/ 865273 h 1892188"/>
              <a:gd name="connsiteX1-183" fmla="*/ 865299 w 1892189"/>
              <a:gd name="connsiteY1-184" fmla="*/ 35495 h 1892188"/>
              <a:gd name="connsiteX2-185" fmla="*/ 1026916 w 1892189"/>
              <a:gd name="connsiteY2-186" fmla="*/ 35520 h 1892188"/>
              <a:gd name="connsiteX3-187" fmla="*/ 1856694 w 1892189"/>
              <a:gd name="connsiteY3-188" fmla="*/ 865298 h 1892188"/>
              <a:gd name="connsiteX4-189" fmla="*/ 1856669 w 1892189"/>
              <a:gd name="connsiteY4-190" fmla="*/ 1026916 h 1892188"/>
              <a:gd name="connsiteX5-191" fmla="*/ 1026891 w 1892189"/>
              <a:gd name="connsiteY5-192" fmla="*/ 1856693 h 1892188"/>
              <a:gd name="connsiteX6-193" fmla="*/ 865274 w 1892189"/>
              <a:gd name="connsiteY6-194" fmla="*/ 1856668 h 1892188"/>
              <a:gd name="connsiteX7-195" fmla="*/ 35496 w 1892189"/>
              <a:gd name="connsiteY7-196" fmla="*/ 1026890 h 1892188"/>
              <a:gd name="connsiteX8-197" fmla="*/ 35521 w 1892189"/>
              <a:gd name="connsiteY8-198" fmla="*/ 865273 h 1892188"/>
              <a:gd name="connsiteX0-199" fmla="*/ 35521 w 1892189"/>
              <a:gd name="connsiteY0-200" fmla="*/ 865273 h 1892188"/>
              <a:gd name="connsiteX1-201" fmla="*/ 865299 w 1892189"/>
              <a:gd name="connsiteY1-202" fmla="*/ 35495 h 1892188"/>
              <a:gd name="connsiteX2-203" fmla="*/ 1026916 w 1892189"/>
              <a:gd name="connsiteY2-204" fmla="*/ 35520 h 1892188"/>
              <a:gd name="connsiteX3-205" fmla="*/ 1856694 w 1892189"/>
              <a:gd name="connsiteY3-206" fmla="*/ 865298 h 1892188"/>
              <a:gd name="connsiteX4-207" fmla="*/ 1856669 w 1892189"/>
              <a:gd name="connsiteY4-208" fmla="*/ 1026916 h 1892188"/>
              <a:gd name="connsiteX5-209" fmla="*/ 1026891 w 1892189"/>
              <a:gd name="connsiteY5-210" fmla="*/ 1856693 h 1892188"/>
              <a:gd name="connsiteX6-211" fmla="*/ 865274 w 1892189"/>
              <a:gd name="connsiteY6-212" fmla="*/ 1856668 h 1892188"/>
              <a:gd name="connsiteX7-213" fmla="*/ 35496 w 1892189"/>
              <a:gd name="connsiteY7-214" fmla="*/ 1026890 h 1892188"/>
              <a:gd name="connsiteX8-215" fmla="*/ 35521 w 1892189"/>
              <a:gd name="connsiteY8-216" fmla="*/ 865273 h 1892188"/>
              <a:gd name="connsiteX0-217" fmla="*/ 35521 w 1892189"/>
              <a:gd name="connsiteY0-218" fmla="*/ 865273 h 1892188"/>
              <a:gd name="connsiteX1-219" fmla="*/ 865299 w 1892189"/>
              <a:gd name="connsiteY1-220" fmla="*/ 35495 h 1892188"/>
              <a:gd name="connsiteX2-221" fmla="*/ 1026916 w 1892189"/>
              <a:gd name="connsiteY2-222" fmla="*/ 35520 h 1892188"/>
              <a:gd name="connsiteX3-223" fmla="*/ 1856694 w 1892189"/>
              <a:gd name="connsiteY3-224" fmla="*/ 865298 h 1892188"/>
              <a:gd name="connsiteX4-225" fmla="*/ 1856669 w 1892189"/>
              <a:gd name="connsiteY4-226" fmla="*/ 1026916 h 1892188"/>
              <a:gd name="connsiteX5-227" fmla="*/ 1026891 w 1892189"/>
              <a:gd name="connsiteY5-228" fmla="*/ 1856693 h 1892188"/>
              <a:gd name="connsiteX6-229" fmla="*/ 865274 w 1892189"/>
              <a:gd name="connsiteY6-230" fmla="*/ 1856668 h 1892188"/>
              <a:gd name="connsiteX7-231" fmla="*/ 35496 w 1892189"/>
              <a:gd name="connsiteY7-232" fmla="*/ 1026890 h 1892188"/>
              <a:gd name="connsiteX8-233" fmla="*/ 35521 w 1892189"/>
              <a:gd name="connsiteY8-234" fmla="*/ 865273 h 1892188"/>
              <a:gd name="connsiteX0-235" fmla="*/ 35521 w 1892189"/>
              <a:gd name="connsiteY0-236" fmla="*/ 865273 h 1892188"/>
              <a:gd name="connsiteX1-237" fmla="*/ 865299 w 1892189"/>
              <a:gd name="connsiteY1-238" fmla="*/ 35495 h 1892188"/>
              <a:gd name="connsiteX2-239" fmla="*/ 1026916 w 1892189"/>
              <a:gd name="connsiteY2-240" fmla="*/ 35520 h 1892188"/>
              <a:gd name="connsiteX3-241" fmla="*/ 1856694 w 1892189"/>
              <a:gd name="connsiteY3-242" fmla="*/ 865298 h 1892188"/>
              <a:gd name="connsiteX4-243" fmla="*/ 1856669 w 1892189"/>
              <a:gd name="connsiteY4-244" fmla="*/ 1026916 h 1892188"/>
              <a:gd name="connsiteX5-245" fmla="*/ 1026891 w 1892189"/>
              <a:gd name="connsiteY5-246" fmla="*/ 1856693 h 1892188"/>
              <a:gd name="connsiteX6-247" fmla="*/ 865274 w 1892189"/>
              <a:gd name="connsiteY6-248" fmla="*/ 1856668 h 1892188"/>
              <a:gd name="connsiteX7-249" fmla="*/ 35496 w 1892189"/>
              <a:gd name="connsiteY7-250" fmla="*/ 1026890 h 1892188"/>
              <a:gd name="connsiteX8-251" fmla="*/ 35521 w 1892189"/>
              <a:gd name="connsiteY8-252" fmla="*/ 865273 h 189218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1892189" h="1892188">
                <a:moveTo>
                  <a:pt x="35521" y="865273"/>
                </a:moveTo>
                <a:cubicBezTo>
                  <a:pt x="35521" y="865273"/>
                  <a:pt x="865299" y="35495"/>
                  <a:pt x="865299" y="35495"/>
                </a:cubicBezTo>
                <a:cubicBezTo>
                  <a:pt x="912643" y="-11849"/>
                  <a:pt x="979572" y="-11824"/>
                  <a:pt x="1026916" y="35520"/>
                </a:cubicBezTo>
                <a:cubicBezTo>
                  <a:pt x="1026916" y="35520"/>
                  <a:pt x="1856694" y="865298"/>
                  <a:pt x="1856694" y="865298"/>
                </a:cubicBezTo>
                <a:cubicBezTo>
                  <a:pt x="1904038" y="912642"/>
                  <a:pt x="1904013" y="979572"/>
                  <a:pt x="1856669" y="1026916"/>
                </a:cubicBezTo>
                <a:cubicBezTo>
                  <a:pt x="1856669" y="1026916"/>
                  <a:pt x="1026891" y="1856693"/>
                  <a:pt x="1026891" y="1856693"/>
                </a:cubicBezTo>
                <a:cubicBezTo>
                  <a:pt x="979547" y="1904037"/>
                  <a:pt x="912618" y="1904011"/>
                  <a:pt x="865274" y="1856668"/>
                </a:cubicBezTo>
                <a:cubicBezTo>
                  <a:pt x="865274" y="1856667"/>
                  <a:pt x="35496" y="1026889"/>
                  <a:pt x="35496" y="1026890"/>
                </a:cubicBezTo>
                <a:cubicBezTo>
                  <a:pt x="-11848" y="979545"/>
                  <a:pt x="-11823" y="912617"/>
                  <a:pt x="35521" y="865273"/>
                </a:cubicBezTo>
                <a:close/>
              </a:path>
            </a:pathLst>
          </a:custGeom>
          <a:solidFill>
            <a:schemeClr val="accent1">
              <a:lumMod val="40000"/>
              <a:lumOff val="60000"/>
              <a:alpha val="26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cxnSp>
        <p:nvCxnSpPr>
          <p:cNvPr id="2" name="直接连接符 1"/>
          <p:cNvCxnSpPr/>
          <p:nvPr>
            <p:custDataLst>
              <p:tags r:id="rId11"/>
            </p:custDataLst>
          </p:nvPr>
        </p:nvCxnSpPr>
        <p:spPr>
          <a:xfrm>
            <a:off x="740410" y="1534160"/>
            <a:ext cx="0" cy="1152525"/>
          </a:xfrm>
          <a:prstGeom prst="line">
            <a:avLst/>
          </a:prstGeom>
          <a:ln w="9525" cap="rnd">
            <a:solidFill>
              <a:schemeClr val="accent1">
                <a:alpha val="35000"/>
              </a:schemeClr>
            </a:solidFill>
            <a:round/>
          </a:ln>
        </p:spPr>
        <p:style>
          <a:lnRef idx="2">
            <a:schemeClr val="accent1"/>
          </a:lnRef>
          <a:fillRef idx="0">
            <a:srgbClr val="FFFFFF"/>
          </a:fillRef>
          <a:effectRef idx="0">
            <a:srgbClr val="FFFFFF"/>
          </a:effectRef>
          <a:fontRef idx="minor">
            <a:schemeClr val="tx1"/>
          </a:fontRef>
        </p:style>
      </p:cxnSp>
      <p:cxnSp>
        <p:nvCxnSpPr>
          <p:cNvPr id="3" name="直接连接符 2"/>
          <p:cNvCxnSpPr/>
          <p:nvPr>
            <p:custDataLst>
              <p:tags r:id="rId12"/>
            </p:custDataLst>
          </p:nvPr>
        </p:nvCxnSpPr>
        <p:spPr>
          <a:xfrm>
            <a:off x="11346815" y="5031105"/>
            <a:ext cx="0" cy="1152525"/>
          </a:xfrm>
          <a:prstGeom prst="line">
            <a:avLst/>
          </a:prstGeom>
          <a:ln w="9525" cap="rnd">
            <a:solidFill>
              <a:schemeClr val="accent1">
                <a:alpha val="35000"/>
              </a:schemeClr>
            </a:solidFill>
            <a:round/>
          </a:ln>
        </p:spPr>
        <p:style>
          <a:lnRef idx="2">
            <a:schemeClr val="accent1"/>
          </a:lnRef>
          <a:fillRef idx="0">
            <a:srgbClr val="FFFFFF"/>
          </a:fillRef>
          <a:effectRef idx="0">
            <a:srgbClr val="FFFFFF"/>
          </a:effectRef>
          <a:fontRef idx="minor">
            <a:schemeClr val="tx1"/>
          </a:fontRef>
        </p:style>
      </p:cxnSp>
      <p:pic>
        <p:nvPicPr>
          <p:cNvPr id="9" name="图片 8">
            <a:extLst>
              <a:ext uri="{FF2B5EF4-FFF2-40B4-BE49-F238E27FC236}">
                <a16:creationId xmlns:a16="http://schemas.microsoft.com/office/drawing/2014/main" id="{92C9E8CC-1996-480E-8430-10DB28B13802}"/>
              </a:ext>
            </a:extLst>
          </p:cNvPr>
          <p:cNvPicPr>
            <a:picLocks noChangeAspect="1"/>
          </p:cNvPicPr>
          <p:nvPr/>
        </p:nvPicPr>
        <p:blipFill>
          <a:blip r:embed="rId14"/>
          <a:stretch>
            <a:fillRect/>
          </a:stretch>
        </p:blipFill>
        <p:spPr>
          <a:xfrm>
            <a:off x="-31918" y="782552"/>
            <a:ext cx="11535578" cy="5590401"/>
          </a:xfrm>
          <a:prstGeom prst="rect">
            <a:avLst/>
          </a:prstGeom>
        </p:spPr>
      </p:pic>
    </p:spTree>
    <p:custDataLst>
      <p:tags r:id="rId1"/>
    </p:custDataLst>
  </p:cSld>
  <p:clrMapOvr>
    <a:masterClrMapping/>
  </p:clrMapOvr>
  <p:transition>
    <p:fade/>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标题 16"/>
          <p:cNvSpPr>
            <a:spLocks noGrp="1"/>
          </p:cNvSpPr>
          <p:nvPr>
            <p:ph type="title"/>
            <p:custDataLst>
              <p:tags r:id="rId2"/>
            </p:custDataLst>
          </p:nvPr>
        </p:nvSpPr>
        <p:spPr/>
        <p:txBody>
          <a:bodyPr>
            <a:normAutofit fontScale="90000"/>
          </a:bodyPr>
          <a:lstStyle/>
          <a:p>
            <a:r>
              <a:rPr lang="en-US" altLang="zh-CN" dirty="0"/>
              <a:t>2.4 </a:t>
            </a:r>
            <a:r>
              <a:rPr lang="zh-CN" altLang="en-US" dirty="0"/>
              <a:t>课后习题</a:t>
            </a:r>
          </a:p>
        </p:txBody>
      </p:sp>
      <p:cxnSp>
        <p:nvCxnSpPr>
          <p:cNvPr id="76" name="直接连接符 75"/>
          <p:cNvCxnSpPr/>
          <p:nvPr>
            <p:custDataLst>
              <p:tags r:id="rId3"/>
            </p:custDataLst>
          </p:nvPr>
        </p:nvCxnSpPr>
        <p:spPr>
          <a:xfrm>
            <a:off x="6898640" y="5965825"/>
            <a:ext cx="4679315" cy="0"/>
          </a:xfrm>
          <a:prstGeom prst="line">
            <a:avLst/>
          </a:prstGeom>
          <a:ln w="9525" cap="rnd">
            <a:solidFill>
              <a:schemeClr val="accent1">
                <a:alpha val="35000"/>
              </a:schemeClr>
            </a:solidFill>
            <a:round/>
          </a:ln>
        </p:spPr>
        <p:style>
          <a:lnRef idx="2">
            <a:schemeClr val="accent1"/>
          </a:lnRef>
          <a:fillRef idx="0">
            <a:srgbClr val="FFFFFF"/>
          </a:fillRef>
          <a:effectRef idx="0">
            <a:srgbClr val="FFFFFF"/>
          </a:effectRef>
          <a:fontRef idx="minor">
            <a:schemeClr val="tx1"/>
          </a:fontRef>
        </p:style>
      </p:cxnSp>
      <p:cxnSp>
        <p:nvCxnSpPr>
          <p:cNvPr id="77" name="直接连接符 76"/>
          <p:cNvCxnSpPr/>
          <p:nvPr>
            <p:custDataLst>
              <p:tags r:id="rId4"/>
            </p:custDataLst>
          </p:nvPr>
        </p:nvCxnSpPr>
        <p:spPr>
          <a:xfrm>
            <a:off x="1627505" y="5865495"/>
            <a:ext cx="7217410" cy="0"/>
          </a:xfrm>
          <a:prstGeom prst="line">
            <a:avLst/>
          </a:prstGeom>
          <a:ln w="9525" cap="rnd">
            <a:solidFill>
              <a:schemeClr val="accent1">
                <a:alpha val="35000"/>
              </a:schemeClr>
            </a:solidFill>
            <a:round/>
          </a:ln>
        </p:spPr>
        <p:style>
          <a:lnRef idx="2">
            <a:schemeClr val="accent1"/>
          </a:lnRef>
          <a:fillRef idx="0">
            <a:srgbClr val="FFFFFF"/>
          </a:fillRef>
          <a:effectRef idx="0">
            <a:srgbClr val="FFFFFF"/>
          </a:effectRef>
          <a:fontRef idx="minor">
            <a:schemeClr val="tx1"/>
          </a:fontRef>
        </p:style>
      </p:cxnSp>
      <p:sp>
        <p:nvSpPr>
          <p:cNvPr id="1398" name="任意多边形: 形状 1397"/>
          <p:cNvSpPr/>
          <p:nvPr>
            <p:custDataLst>
              <p:tags r:id="rId5"/>
            </p:custDataLst>
          </p:nvPr>
        </p:nvSpPr>
        <p:spPr>
          <a:xfrm>
            <a:off x="635635" y="5552440"/>
            <a:ext cx="631190" cy="631190"/>
          </a:xfrm>
          <a:custGeom>
            <a:avLst/>
            <a:gdLst>
              <a:gd name="connsiteX0" fmla="*/ 35521 w 1877718"/>
              <a:gd name="connsiteY0" fmla="*/ 850803 h 1863247"/>
              <a:gd name="connsiteX1" fmla="*/ 865299 w 1877718"/>
              <a:gd name="connsiteY1" fmla="*/ 21025 h 1863247"/>
              <a:gd name="connsiteX2" fmla="*/ 1026916 w 1877718"/>
              <a:gd name="connsiteY2" fmla="*/ 21050 h 1863247"/>
              <a:gd name="connsiteX3" fmla="*/ 1856694 w 1877718"/>
              <a:gd name="connsiteY3" fmla="*/ 850828 h 1863247"/>
              <a:gd name="connsiteX4" fmla="*/ 1856669 w 1877718"/>
              <a:gd name="connsiteY4" fmla="*/ 1012446 h 1863247"/>
              <a:gd name="connsiteX5" fmla="*/ 1026891 w 1877718"/>
              <a:gd name="connsiteY5" fmla="*/ 1842223 h 1863247"/>
              <a:gd name="connsiteX6" fmla="*/ 865274 w 1877718"/>
              <a:gd name="connsiteY6" fmla="*/ 1842198 h 1863247"/>
              <a:gd name="connsiteX7" fmla="*/ 35496 w 1877718"/>
              <a:gd name="connsiteY7" fmla="*/ 1012420 h 1863247"/>
              <a:gd name="connsiteX8" fmla="*/ 35521 w 1877718"/>
              <a:gd name="connsiteY8" fmla="*/ 850803 h 1863247"/>
              <a:gd name="connsiteX0-1" fmla="*/ 35521 w 1877718"/>
              <a:gd name="connsiteY0-2" fmla="*/ 850803 h 1863247"/>
              <a:gd name="connsiteX1-3" fmla="*/ 865299 w 1877718"/>
              <a:gd name="connsiteY1-4" fmla="*/ 21025 h 1863247"/>
              <a:gd name="connsiteX2-5" fmla="*/ 1026916 w 1877718"/>
              <a:gd name="connsiteY2-6" fmla="*/ 21050 h 1863247"/>
              <a:gd name="connsiteX3-7" fmla="*/ 1856694 w 1877718"/>
              <a:gd name="connsiteY3-8" fmla="*/ 850828 h 1863247"/>
              <a:gd name="connsiteX4-9" fmla="*/ 1856669 w 1877718"/>
              <a:gd name="connsiteY4-10" fmla="*/ 1012446 h 1863247"/>
              <a:gd name="connsiteX5-11" fmla="*/ 1026891 w 1877718"/>
              <a:gd name="connsiteY5-12" fmla="*/ 1842223 h 1863247"/>
              <a:gd name="connsiteX6-13" fmla="*/ 865274 w 1877718"/>
              <a:gd name="connsiteY6-14" fmla="*/ 1842198 h 1863247"/>
              <a:gd name="connsiteX7-15" fmla="*/ 35496 w 1877718"/>
              <a:gd name="connsiteY7-16" fmla="*/ 1012420 h 1863247"/>
              <a:gd name="connsiteX8-17" fmla="*/ 35521 w 1877718"/>
              <a:gd name="connsiteY8-18" fmla="*/ 850803 h 1863247"/>
              <a:gd name="connsiteX0-19" fmla="*/ 35521 w 1877718"/>
              <a:gd name="connsiteY0-20" fmla="*/ 850813 h 1863257"/>
              <a:gd name="connsiteX1-21" fmla="*/ 865299 w 1877718"/>
              <a:gd name="connsiteY1-22" fmla="*/ 21035 h 1863257"/>
              <a:gd name="connsiteX2-23" fmla="*/ 1026916 w 1877718"/>
              <a:gd name="connsiteY2-24" fmla="*/ 21060 h 1863257"/>
              <a:gd name="connsiteX3-25" fmla="*/ 1856694 w 1877718"/>
              <a:gd name="connsiteY3-26" fmla="*/ 850838 h 1863257"/>
              <a:gd name="connsiteX4-27" fmla="*/ 1856669 w 1877718"/>
              <a:gd name="connsiteY4-28" fmla="*/ 1012456 h 1863257"/>
              <a:gd name="connsiteX5-29" fmla="*/ 1026891 w 1877718"/>
              <a:gd name="connsiteY5-30" fmla="*/ 1842233 h 1863257"/>
              <a:gd name="connsiteX6-31" fmla="*/ 865274 w 1877718"/>
              <a:gd name="connsiteY6-32" fmla="*/ 1842208 h 1863257"/>
              <a:gd name="connsiteX7-33" fmla="*/ 35496 w 1877718"/>
              <a:gd name="connsiteY7-34" fmla="*/ 1012430 h 1863257"/>
              <a:gd name="connsiteX8-35" fmla="*/ 35521 w 1877718"/>
              <a:gd name="connsiteY8-36" fmla="*/ 850813 h 1863257"/>
              <a:gd name="connsiteX0-37" fmla="*/ 35521 w 1877718"/>
              <a:gd name="connsiteY0-38" fmla="*/ 865273 h 1877717"/>
              <a:gd name="connsiteX1-39" fmla="*/ 865299 w 1877718"/>
              <a:gd name="connsiteY1-40" fmla="*/ 35495 h 1877717"/>
              <a:gd name="connsiteX2-41" fmla="*/ 1026916 w 1877718"/>
              <a:gd name="connsiteY2-42" fmla="*/ 35520 h 1877717"/>
              <a:gd name="connsiteX3-43" fmla="*/ 1856694 w 1877718"/>
              <a:gd name="connsiteY3-44" fmla="*/ 865298 h 1877717"/>
              <a:gd name="connsiteX4-45" fmla="*/ 1856669 w 1877718"/>
              <a:gd name="connsiteY4-46" fmla="*/ 1026916 h 1877717"/>
              <a:gd name="connsiteX5-47" fmla="*/ 1026891 w 1877718"/>
              <a:gd name="connsiteY5-48" fmla="*/ 1856693 h 1877717"/>
              <a:gd name="connsiteX6-49" fmla="*/ 865274 w 1877718"/>
              <a:gd name="connsiteY6-50" fmla="*/ 1856668 h 1877717"/>
              <a:gd name="connsiteX7-51" fmla="*/ 35496 w 1877718"/>
              <a:gd name="connsiteY7-52" fmla="*/ 1026890 h 1877717"/>
              <a:gd name="connsiteX8-53" fmla="*/ 35521 w 1877718"/>
              <a:gd name="connsiteY8-54" fmla="*/ 865273 h 1877717"/>
              <a:gd name="connsiteX0-55" fmla="*/ 35521 w 1877718"/>
              <a:gd name="connsiteY0-56" fmla="*/ 865273 h 1877717"/>
              <a:gd name="connsiteX1-57" fmla="*/ 865299 w 1877718"/>
              <a:gd name="connsiteY1-58" fmla="*/ 35495 h 1877717"/>
              <a:gd name="connsiteX2-59" fmla="*/ 1026916 w 1877718"/>
              <a:gd name="connsiteY2-60" fmla="*/ 35520 h 1877717"/>
              <a:gd name="connsiteX3-61" fmla="*/ 1856694 w 1877718"/>
              <a:gd name="connsiteY3-62" fmla="*/ 865298 h 1877717"/>
              <a:gd name="connsiteX4-63" fmla="*/ 1856669 w 1877718"/>
              <a:gd name="connsiteY4-64" fmla="*/ 1026916 h 1877717"/>
              <a:gd name="connsiteX5-65" fmla="*/ 1026891 w 1877718"/>
              <a:gd name="connsiteY5-66" fmla="*/ 1856693 h 1877717"/>
              <a:gd name="connsiteX6-67" fmla="*/ 865274 w 1877718"/>
              <a:gd name="connsiteY6-68" fmla="*/ 1856668 h 1877717"/>
              <a:gd name="connsiteX7-69" fmla="*/ 35496 w 1877718"/>
              <a:gd name="connsiteY7-70" fmla="*/ 1026890 h 1877717"/>
              <a:gd name="connsiteX8-71" fmla="*/ 35521 w 1877718"/>
              <a:gd name="connsiteY8-72" fmla="*/ 865273 h 1877717"/>
              <a:gd name="connsiteX0-73" fmla="*/ 35521 w 1877718"/>
              <a:gd name="connsiteY0-74" fmla="*/ 865273 h 1877717"/>
              <a:gd name="connsiteX1-75" fmla="*/ 865299 w 1877718"/>
              <a:gd name="connsiteY1-76" fmla="*/ 35495 h 1877717"/>
              <a:gd name="connsiteX2-77" fmla="*/ 1026916 w 1877718"/>
              <a:gd name="connsiteY2-78" fmla="*/ 35520 h 1877717"/>
              <a:gd name="connsiteX3-79" fmla="*/ 1856694 w 1877718"/>
              <a:gd name="connsiteY3-80" fmla="*/ 865298 h 1877717"/>
              <a:gd name="connsiteX4-81" fmla="*/ 1856669 w 1877718"/>
              <a:gd name="connsiteY4-82" fmla="*/ 1026916 h 1877717"/>
              <a:gd name="connsiteX5-83" fmla="*/ 1026891 w 1877718"/>
              <a:gd name="connsiteY5-84" fmla="*/ 1856693 h 1877717"/>
              <a:gd name="connsiteX6-85" fmla="*/ 865274 w 1877718"/>
              <a:gd name="connsiteY6-86" fmla="*/ 1856668 h 1877717"/>
              <a:gd name="connsiteX7-87" fmla="*/ 35496 w 1877718"/>
              <a:gd name="connsiteY7-88" fmla="*/ 1026890 h 1877717"/>
              <a:gd name="connsiteX8-89" fmla="*/ 35521 w 1877718"/>
              <a:gd name="connsiteY8-90" fmla="*/ 865273 h 1877717"/>
              <a:gd name="connsiteX0-91" fmla="*/ 35521 w 1877729"/>
              <a:gd name="connsiteY0-92" fmla="*/ 865273 h 1877717"/>
              <a:gd name="connsiteX1-93" fmla="*/ 865299 w 1877729"/>
              <a:gd name="connsiteY1-94" fmla="*/ 35495 h 1877717"/>
              <a:gd name="connsiteX2-95" fmla="*/ 1026916 w 1877729"/>
              <a:gd name="connsiteY2-96" fmla="*/ 35520 h 1877717"/>
              <a:gd name="connsiteX3-97" fmla="*/ 1856694 w 1877729"/>
              <a:gd name="connsiteY3-98" fmla="*/ 865298 h 1877717"/>
              <a:gd name="connsiteX4-99" fmla="*/ 1856669 w 1877729"/>
              <a:gd name="connsiteY4-100" fmla="*/ 1026916 h 1877717"/>
              <a:gd name="connsiteX5-101" fmla="*/ 1026891 w 1877729"/>
              <a:gd name="connsiteY5-102" fmla="*/ 1856693 h 1877717"/>
              <a:gd name="connsiteX6-103" fmla="*/ 865274 w 1877729"/>
              <a:gd name="connsiteY6-104" fmla="*/ 1856668 h 1877717"/>
              <a:gd name="connsiteX7-105" fmla="*/ 35496 w 1877729"/>
              <a:gd name="connsiteY7-106" fmla="*/ 1026890 h 1877717"/>
              <a:gd name="connsiteX8-107" fmla="*/ 35521 w 1877729"/>
              <a:gd name="connsiteY8-108" fmla="*/ 865273 h 1877717"/>
              <a:gd name="connsiteX0-109" fmla="*/ 35521 w 1892189"/>
              <a:gd name="connsiteY0-110" fmla="*/ 865273 h 1877717"/>
              <a:gd name="connsiteX1-111" fmla="*/ 865299 w 1892189"/>
              <a:gd name="connsiteY1-112" fmla="*/ 35495 h 1877717"/>
              <a:gd name="connsiteX2-113" fmla="*/ 1026916 w 1892189"/>
              <a:gd name="connsiteY2-114" fmla="*/ 35520 h 1877717"/>
              <a:gd name="connsiteX3-115" fmla="*/ 1856694 w 1892189"/>
              <a:gd name="connsiteY3-116" fmla="*/ 865298 h 1877717"/>
              <a:gd name="connsiteX4-117" fmla="*/ 1856669 w 1892189"/>
              <a:gd name="connsiteY4-118" fmla="*/ 1026916 h 1877717"/>
              <a:gd name="connsiteX5-119" fmla="*/ 1026891 w 1892189"/>
              <a:gd name="connsiteY5-120" fmla="*/ 1856693 h 1877717"/>
              <a:gd name="connsiteX6-121" fmla="*/ 865274 w 1892189"/>
              <a:gd name="connsiteY6-122" fmla="*/ 1856668 h 1877717"/>
              <a:gd name="connsiteX7-123" fmla="*/ 35496 w 1892189"/>
              <a:gd name="connsiteY7-124" fmla="*/ 1026890 h 1877717"/>
              <a:gd name="connsiteX8-125" fmla="*/ 35521 w 1892189"/>
              <a:gd name="connsiteY8-126" fmla="*/ 865273 h 1877717"/>
              <a:gd name="connsiteX0-127" fmla="*/ 35521 w 1892189"/>
              <a:gd name="connsiteY0-128" fmla="*/ 865273 h 1877717"/>
              <a:gd name="connsiteX1-129" fmla="*/ 865299 w 1892189"/>
              <a:gd name="connsiteY1-130" fmla="*/ 35495 h 1877717"/>
              <a:gd name="connsiteX2-131" fmla="*/ 1026916 w 1892189"/>
              <a:gd name="connsiteY2-132" fmla="*/ 35520 h 1877717"/>
              <a:gd name="connsiteX3-133" fmla="*/ 1856694 w 1892189"/>
              <a:gd name="connsiteY3-134" fmla="*/ 865298 h 1877717"/>
              <a:gd name="connsiteX4-135" fmla="*/ 1856669 w 1892189"/>
              <a:gd name="connsiteY4-136" fmla="*/ 1026916 h 1877717"/>
              <a:gd name="connsiteX5-137" fmla="*/ 1026891 w 1892189"/>
              <a:gd name="connsiteY5-138" fmla="*/ 1856693 h 1877717"/>
              <a:gd name="connsiteX6-139" fmla="*/ 865274 w 1892189"/>
              <a:gd name="connsiteY6-140" fmla="*/ 1856668 h 1877717"/>
              <a:gd name="connsiteX7-141" fmla="*/ 35496 w 1892189"/>
              <a:gd name="connsiteY7-142" fmla="*/ 1026890 h 1877717"/>
              <a:gd name="connsiteX8-143" fmla="*/ 35521 w 1892189"/>
              <a:gd name="connsiteY8-144" fmla="*/ 865273 h 1877717"/>
              <a:gd name="connsiteX0-145" fmla="*/ 35521 w 1892189"/>
              <a:gd name="connsiteY0-146" fmla="*/ 865273 h 1877717"/>
              <a:gd name="connsiteX1-147" fmla="*/ 865299 w 1892189"/>
              <a:gd name="connsiteY1-148" fmla="*/ 35495 h 1877717"/>
              <a:gd name="connsiteX2-149" fmla="*/ 1026916 w 1892189"/>
              <a:gd name="connsiteY2-150" fmla="*/ 35520 h 1877717"/>
              <a:gd name="connsiteX3-151" fmla="*/ 1856694 w 1892189"/>
              <a:gd name="connsiteY3-152" fmla="*/ 865298 h 1877717"/>
              <a:gd name="connsiteX4-153" fmla="*/ 1856669 w 1892189"/>
              <a:gd name="connsiteY4-154" fmla="*/ 1026916 h 1877717"/>
              <a:gd name="connsiteX5-155" fmla="*/ 1026891 w 1892189"/>
              <a:gd name="connsiteY5-156" fmla="*/ 1856693 h 1877717"/>
              <a:gd name="connsiteX6-157" fmla="*/ 865274 w 1892189"/>
              <a:gd name="connsiteY6-158" fmla="*/ 1856668 h 1877717"/>
              <a:gd name="connsiteX7-159" fmla="*/ 35496 w 1892189"/>
              <a:gd name="connsiteY7-160" fmla="*/ 1026890 h 1877717"/>
              <a:gd name="connsiteX8-161" fmla="*/ 35521 w 1892189"/>
              <a:gd name="connsiteY8-162" fmla="*/ 865273 h 1877717"/>
              <a:gd name="connsiteX0-163" fmla="*/ 35521 w 1892189"/>
              <a:gd name="connsiteY0-164" fmla="*/ 865273 h 1877728"/>
              <a:gd name="connsiteX1-165" fmla="*/ 865299 w 1892189"/>
              <a:gd name="connsiteY1-166" fmla="*/ 35495 h 1877728"/>
              <a:gd name="connsiteX2-167" fmla="*/ 1026916 w 1892189"/>
              <a:gd name="connsiteY2-168" fmla="*/ 35520 h 1877728"/>
              <a:gd name="connsiteX3-169" fmla="*/ 1856694 w 1892189"/>
              <a:gd name="connsiteY3-170" fmla="*/ 865298 h 1877728"/>
              <a:gd name="connsiteX4-171" fmla="*/ 1856669 w 1892189"/>
              <a:gd name="connsiteY4-172" fmla="*/ 1026916 h 1877728"/>
              <a:gd name="connsiteX5-173" fmla="*/ 1026891 w 1892189"/>
              <a:gd name="connsiteY5-174" fmla="*/ 1856693 h 1877728"/>
              <a:gd name="connsiteX6-175" fmla="*/ 865274 w 1892189"/>
              <a:gd name="connsiteY6-176" fmla="*/ 1856668 h 1877728"/>
              <a:gd name="connsiteX7-177" fmla="*/ 35496 w 1892189"/>
              <a:gd name="connsiteY7-178" fmla="*/ 1026890 h 1877728"/>
              <a:gd name="connsiteX8-179" fmla="*/ 35521 w 1892189"/>
              <a:gd name="connsiteY8-180" fmla="*/ 865273 h 1877728"/>
              <a:gd name="connsiteX0-181" fmla="*/ 35521 w 1892189"/>
              <a:gd name="connsiteY0-182" fmla="*/ 865273 h 1892188"/>
              <a:gd name="connsiteX1-183" fmla="*/ 865299 w 1892189"/>
              <a:gd name="connsiteY1-184" fmla="*/ 35495 h 1892188"/>
              <a:gd name="connsiteX2-185" fmla="*/ 1026916 w 1892189"/>
              <a:gd name="connsiteY2-186" fmla="*/ 35520 h 1892188"/>
              <a:gd name="connsiteX3-187" fmla="*/ 1856694 w 1892189"/>
              <a:gd name="connsiteY3-188" fmla="*/ 865298 h 1892188"/>
              <a:gd name="connsiteX4-189" fmla="*/ 1856669 w 1892189"/>
              <a:gd name="connsiteY4-190" fmla="*/ 1026916 h 1892188"/>
              <a:gd name="connsiteX5-191" fmla="*/ 1026891 w 1892189"/>
              <a:gd name="connsiteY5-192" fmla="*/ 1856693 h 1892188"/>
              <a:gd name="connsiteX6-193" fmla="*/ 865274 w 1892189"/>
              <a:gd name="connsiteY6-194" fmla="*/ 1856668 h 1892188"/>
              <a:gd name="connsiteX7-195" fmla="*/ 35496 w 1892189"/>
              <a:gd name="connsiteY7-196" fmla="*/ 1026890 h 1892188"/>
              <a:gd name="connsiteX8-197" fmla="*/ 35521 w 1892189"/>
              <a:gd name="connsiteY8-198" fmla="*/ 865273 h 1892188"/>
              <a:gd name="connsiteX0-199" fmla="*/ 35521 w 1892189"/>
              <a:gd name="connsiteY0-200" fmla="*/ 865273 h 1892188"/>
              <a:gd name="connsiteX1-201" fmla="*/ 865299 w 1892189"/>
              <a:gd name="connsiteY1-202" fmla="*/ 35495 h 1892188"/>
              <a:gd name="connsiteX2-203" fmla="*/ 1026916 w 1892189"/>
              <a:gd name="connsiteY2-204" fmla="*/ 35520 h 1892188"/>
              <a:gd name="connsiteX3-205" fmla="*/ 1856694 w 1892189"/>
              <a:gd name="connsiteY3-206" fmla="*/ 865298 h 1892188"/>
              <a:gd name="connsiteX4-207" fmla="*/ 1856669 w 1892189"/>
              <a:gd name="connsiteY4-208" fmla="*/ 1026916 h 1892188"/>
              <a:gd name="connsiteX5-209" fmla="*/ 1026891 w 1892189"/>
              <a:gd name="connsiteY5-210" fmla="*/ 1856693 h 1892188"/>
              <a:gd name="connsiteX6-211" fmla="*/ 865274 w 1892189"/>
              <a:gd name="connsiteY6-212" fmla="*/ 1856668 h 1892188"/>
              <a:gd name="connsiteX7-213" fmla="*/ 35496 w 1892189"/>
              <a:gd name="connsiteY7-214" fmla="*/ 1026890 h 1892188"/>
              <a:gd name="connsiteX8-215" fmla="*/ 35521 w 1892189"/>
              <a:gd name="connsiteY8-216" fmla="*/ 865273 h 1892188"/>
              <a:gd name="connsiteX0-217" fmla="*/ 35521 w 1892189"/>
              <a:gd name="connsiteY0-218" fmla="*/ 865273 h 1892188"/>
              <a:gd name="connsiteX1-219" fmla="*/ 865299 w 1892189"/>
              <a:gd name="connsiteY1-220" fmla="*/ 35495 h 1892188"/>
              <a:gd name="connsiteX2-221" fmla="*/ 1026916 w 1892189"/>
              <a:gd name="connsiteY2-222" fmla="*/ 35520 h 1892188"/>
              <a:gd name="connsiteX3-223" fmla="*/ 1856694 w 1892189"/>
              <a:gd name="connsiteY3-224" fmla="*/ 865298 h 1892188"/>
              <a:gd name="connsiteX4-225" fmla="*/ 1856669 w 1892189"/>
              <a:gd name="connsiteY4-226" fmla="*/ 1026916 h 1892188"/>
              <a:gd name="connsiteX5-227" fmla="*/ 1026891 w 1892189"/>
              <a:gd name="connsiteY5-228" fmla="*/ 1856693 h 1892188"/>
              <a:gd name="connsiteX6-229" fmla="*/ 865274 w 1892189"/>
              <a:gd name="connsiteY6-230" fmla="*/ 1856668 h 1892188"/>
              <a:gd name="connsiteX7-231" fmla="*/ 35496 w 1892189"/>
              <a:gd name="connsiteY7-232" fmla="*/ 1026890 h 1892188"/>
              <a:gd name="connsiteX8-233" fmla="*/ 35521 w 1892189"/>
              <a:gd name="connsiteY8-234" fmla="*/ 865273 h 1892188"/>
              <a:gd name="connsiteX0-235" fmla="*/ 35521 w 1892189"/>
              <a:gd name="connsiteY0-236" fmla="*/ 865273 h 1892188"/>
              <a:gd name="connsiteX1-237" fmla="*/ 865299 w 1892189"/>
              <a:gd name="connsiteY1-238" fmla="*/ 35495 h 1892188"/>
              <a:gd name="connsiteX2-239" fmla="*/ 1026916 w 1892189"/>
              <a:gd name="connsiteY2-240" fmla="*/ 35520 h 1892188"/>
              <a:gd name="connsiteX3-241" fmla="*/ 1856694 w 1892189"/>
              <a:gd name="connsiteY3-242" fmla="*/ 865298 h 1892188"/>
              <a:gd name="connsiteX4-243" fmla="*/ 1856669 w 1892189"/>
              <a:gd name="connsiteY4-244" fmla="*/ 1026916 h 1892188"/>
              <a:gd name="connsiteX5-245" fmla="*/ 1026891 w 1892189"/>
              <a:gd name="connsiteY5-246" fmla="*/ 1856693 h 1892188"/>
              <a:gd name="connsiteX6-247" fmla="*/ 865274 w 1892189"/>
              <a:gd name="connsiteY6-248" fmla="*/ 1856668 h 1892188"/>
              <a:gd name="connsiteX7-249" fmla="*/ 35496 w 1892189"/>
              <a:gd name="connsiteY7-250" fmla="*/ 1026890 h 1892188"/>
              <a:gd name="connsiteX8-251" fmla="*/ 35521 w 1892189"/>
              <a:gd name="connsiteY8-252" fmla="*/ 865273 h 189218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1892189" h="1892188">
                <a:moveTo>
                  <a:pt x="35521" y="865273"/>
                </a:moveTo>
                <a:cubicBezTo>
                  <a:pt x="35521" y="865273"/>
                  <a:pt x="865299" y="35495"/>
                  <a:pt x="865299" y="35495"/>
                </a:cubicBezTo>
                <a:cubicBezTo>
                  <a:pt x="912643" y="-11849"/>
                  <a:pt x="979572" y="-11824"/>
                  <a:pt x="1026916" y="35520"/>
                </a:cubicBezTo>
                <a:cubicBezTo>
                  <a:pt x="1026916" y="35520"/>
                  <a:pt x="1856694" y="865298"/>
                  <a:pt x="1856694" y="865298"/>
                </a:cubicBezTo>
                <a:cubicBezTo>
                  <a:pt x="1904038" y="912642"/>
                  <a:pt x="1904013" y="979572"/>
                  <a:pt x="1856669" y="1026916"/>
                </a:cubicBezTo>
                <a:cubicBezTo>
                  <a:pt x="1856669" y="1026916"/>
                  <a:pt x="1026891" y="1856693"/>
                  <a:pt x="1026891" y="1856693"/>
                </a:cubicBezTo>
                <a:cubicBezTo>
                  <a:pt x="979547" y="1904037"/>
                  <a:pt x="912618" y="1904011"/>
                  <a:pt x="865274" y="1856668"/>
                </a:cubicBezTo>
                <a:cubicBezTo>
                  <a:pt x="865274" y="1856667"/>
                  <a:pt x="35496" y="1026889"/>
                  <a:pt x="35496" y="1026890"/>
                </a:cubicBezTo>
                <a:cubicBezTo>
                  <a:pt x="-11848" y="979545"/>
                  <a:pt x="-11823" y="912617"/>
                  <a:pt x="35521" y="865273"/>
                </a:cubicBezTo>
                <a:close/>
              </a:path>
            </a:pathLst>
          </a:custGeom>
          <a:solidFill>
            <a:schemeClr val="accent1">
              <a:alpha val="2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zh-CN" altLang="en-US">
              <a:sym typeface="+mn-ea"/>
            </a:endParaRPr>
          </a:p>
        </p:txBody>
      </p:sp>
      <p:sp>
        <p:nvSpPr>
          <p:cNvPr id="4" name="任意多边形: 形状 1397"/>
          <p:cNvSpPr/>
          <p:nvPr>
            <p:custDataLst>
              <p:tags r:id="rId6"/>
            </p:custDataLst>
          </p:nvPr>
        </p:nvSpPr>
        <p:spPr>
          <a:xfrm>
            <a:off x="1092835" y="5670550"/>
            <a:ext cx="395605" cy="395605"/>
          </a:xfrm>
          <a:custGeom>
            <a:avLst/>
            <a:gdLst>
              <a:gd name="connsiteX0" fmla="*/ 35521 w 1877718"/>
              <a:gd name="connsiteY0" fmla="*/ 850803 h 1863247"/>
              <a:gd name="connsiteX1" fmla="*/ 865299 w 1877718"/>
              <a:gd name="connsiteY1" fmla="*/ 21025 h 1863247"/>
              <a:gd name="connsiteX2" fmla="*/ 1026916 w 1877718"/>
              <a:gd name="connsiteY2" fmla="*/ 21050 h 1863247"/>
              <a:gd name="connsiteX3" fmla="*/ 1856694 w 1877718"/>
              <a:gd name="connsiteY3" fmla="*/ 850828 h 1863247"/>
              <a:gd name="connsiteX4" fmla="*/ 1856669 w 1877718"/>
              <a:gd name="connsiteY4" fmla="*/ 1012446 h 1863247"/>
              <a:gd name="connsiteX5" fmla="*/ 1026891 w 1877718"/>
              <a:gd name="connsiteY5" fmla="*/ 1842223 h 1863247"/>
              <a:gd name="connsiteX6" fmla="*/ 865274 w 1877718"/>
              <a:gd name="connsiteY6" fmla="*/ 1842198 h 1863247"/>
              <a:gd name="connsiteX7" fmla="*/ 35496 w 1877718"/>
              <a:gd name="connsiteY7" fmla="*/ 1012420 h 1863247"/>
              <a:gd name="connsiteX8" fmla="*/ 35521 w 1877718"/>
              <a:gd name="connsiteY8" fmla="*/ 850803 h 1863247"/>
              <a:gd name="connsiteX0-1" fmla="*/ 35521 w 1877718"/>
              <a:gd name="connsiteY0-2" fmla="*/ 850803 h 1863247"/>
              <a:gd name="connsiteX1-3" fmla="*/ 865299 w 1877718"/>
              <a:gd name="connsiteY1-4" fmla="*/ 21025 h 1863247"/>
              <a:gd name="connsiteX2-5" fmla="*/ 1026916 w 1877718"/>
              <a:gd name="connsiteY2-6" fmla="*/ 21050 h 1863247"/>
              <a:gd name="connsiteX3-7" fmla="*/ 1856694 w 1877718"/>
              <a:gd name="connsiteY3-8" fmla="*/ 850828 h 1863247"/>
              <a:gd name="connsiteX4-9" fmla="*/ 1856669 w 1877718"/>
              <a:gd name="connsiteY4-10" fmla="*/ 1012446 h 1863247"/>
              <a:gd name="connsiteX5-11" fmla="*/ 1026891 w 1877718"/>
              <a:gd name="connsiteY5-12" fmla="*/ 1842223 h 1863247"/>
              <a:gd name="connsiteX6-13" fmla="*/ 865274 w 1877718"/>
              <a:gd name="connsiteY6-14" fmla="*/ 1842198 h 1863247"/>
              <a:gd name="connsiteX7-15" fmla="*/ 35496 w 1877718"/>
              <a:gd name="connsiteY7-16" fmla="*/ 1012420 h 1863247"/>
              <a:gd name="connsiteX8-17" fmla="*/ 35521 w 1877718"/>
              <a:gd name="connsiteY8-18" fmla="*/ 850803 h 1863247"/>
              <a:gd name="connsiteX0-19" fmla="*/ 35521 w 1877718"/>
              <a:gd name="connsiteY0-20" fmla="*/ 850813 h 1863257"/>
              <a:gd name="connsiteX1-21" fmla="*/ 865299 w 1877718"/>
              <a:gd name="connsiteY1-22" fmla="*/ 21035 h 1863257"/>
              <a:gd name="connsiteX2-23" fmla="*/ 1026916 w 1877718"/>
              <a:gd name="connsiteY2-24" fmla="*/ 21060 h 1863257"/>
              <a:gd name="connsiteX3-25" fmla="*/ 1856694 w 1877718"/>
              <a:gd name="connsiteY3-26" fmla="*/ 850838 h 1863257"/>
              <a:gd name="connsiteX4-27" fmla="*/ 1856669 w 1877718"/>
              <a:gd name="connsiteY4-28" fmla="*/ 1012456 h 1863257"/>
              <a:gd name="connsiteX5-29" fmla="*/ 1026891 w 1877718"/>
              <a:gd name="connsiteY5-30" fmla="*/ 1842233 h 1863257"/>
              <a:gd name="connsiteX6-31" fmla="*/ 865274 w 1877718"/>
              <a:gd name="connsiteY6-32" fmla="*/ 1842208 h 1863257"/>
              <a:gd name="connsiteX7-33" fmla="*/ 35496 w 1877718"/>
              <a:gd name="connsiteY7-34" fmla="*/ 1012430 h 1863257"/>
              <a:gd name="connsiteX8-35" fmla="*/ 35521 w 1877718"/>
              <a:gd name="connsiteY8-36" fmla="*/ 850813 h 1863257"/>
              <a:gd name="connsiteX0-37" fmla="*/ 35521 w 1877718"/>
              <a:gd name="connsiteY0-38" fmla="*/ 865273 h 1877717"/>
              <a:gd name="connsiteX1-39" fmla="*/ 865299 w 1877718"/>
              <a:gd name="connsiteY1-40" fmla="*/ 35495 h 1877717"/>
              <a:gd name="connsiteX2-41" fmla="*/ 1026916 w 1877718"/>
              <a:gd name="connsiteY2-42" fmla="*/ 35520 h 1877717"/>
              <a:gd name="connsiteX3-43" fmla="*/ 1856694 w 1877718"/>
              <a:gd name="connsiteY3-44" fmla="*/ 865298 h 1877717"/>
              <a:gd name="connsiteX4-45" fmla="*/ 1856669 w 1877718"/>
              <a:gd name="connsiteY4-46" fmla="*/ 1026916 h 1877717"/>
              <a:gd name="connsiteX5-47" fmla="*/ 1026891 w 1877718"/>
              <a:gd name="connsiteY5-48" fmla="*/ 1856693 h 1877717"/>
              <a:gd name="connsiteX6-49" fmla="*/ 865274 w 1877718"/>
              <a:gd name="connsiteY6-50" fmla="*/ 1856668 h 1877717"/>
              <a:gd name="connsiteX7-51" fmla="*/ 35496 w 1877718"/>
              <a:gd name="connsiteY7-52" fmla="*/ 1026890 h 1877717"/>
              <a:gd name="connsiteX8-53" fmla="*/ 35521 w 1877718"/>
              <a:gd name="connsiteY8-54" fmla="*/ 865273 h 1877717"/>
              <a:gd name="connsiteX0-55" fmla="*/ 35521 w 1877718"/>
              <a:gd name="connsiteY0-56" fmla="*/ 865273 h 1877717"/>
              <a:gd name="connsiteX1-57" fmla="*/ 865299 w 1877718"/>
              <a:gd name="connsiteY1-58" fmla="*/ 35495 h 1877717"/>
              <a:gd name="connsiteX2-59" fmla="*/ 1026916 w 1877718"/>
              <a:gd name="connsiteY2-60" fmla="*/ 35520 h 1877717"/>
              <a:gd name="connsiteX3-61" fmla="*/ 1856694 w 1877718"/>
              <a:gd name="connsiteY3-62" fmla="*/ 865298 h 1877717"/>
              <a:gd name="connsiteX4-63" fmla="*/ 1856669 w 1877718"/>
              <a:gd name="connsiteY4-64" fmla="*/ 1026916 h 1877717"/>
              <a:gd name="connsiteX5-65" fmla="*/ 1026891 w 1877718"/>
              <a:gd name="connsiteY5-66" fmla="*/ 1856693 h 1877717"/>
              <a:gd name="connsiteX6-67" fmla="*/ 865274 w 1877718"/>
              <a:gd name="connsiteY6-68" fmla="*/ 1856668 h 1877717"/>
              <a:gd name="connsiteX7-69" fmla="*/ 35496 w 1877718"/>
              <a:gd name="connsiteY7-70" fmla="*/ 1026890 h 1877717"/>
              <a:gd name="connsiteX8-71" fmla="*/ 35521 w 1877718"/>
              <a:gd name="connsiteY8-72" fmla="*/ 865273 h 1877717"/>
              <a:gd name="connsiteX0-73" fmla="*/ 35521 w 1877718"/>
              <a:gd name="connsiteY0-74" fmla="*/ 865273 h 1877717"/>
              <a:gd name="connsiteX1-75" fmla="*/ 865299 w 1877718"/>
              <a:gd name="connsiteY1-76" fmla="*/ 35495 h 1877717"/>
              <a:gd name="connsiteX2-77" fmla="*/ 1026916 w 1877718"/>
              <a:gd name="connsiteY2-78" fmla="*/ 35520 h 1877717"/>
              <a:gd name="connsiteX3-79" fmla="*/ 1856694 w 1877718"/>
              <a:gd name="connsiteY3-80" fmla="*/ 865298 h 1877717"/>
              <a:gd name="connsiteX4-81" fmla="*/ 1856669 w 1877718"/>
              <a:gd name="connsiteY4-82" fmla="*/ 1026916 h 1877717"/>
              <a:gd name="connsiteX5-83" fmla="*/ 1026891 w 1877718"/>
              <a:gd name="connsiteY5-84" fmla="*/ 1856693 h 1877717"/>
              <a:gd name="connsiteX6-85" fmla="*/ 865274 w 1877718"/>
              <a:gd name="connsiteY6-86" fmla="*/ 1856668 h 1877717"/>
              <a:gd name="connsiteX7-87" fmla="*/ 35496 w 1877718"/>
              <a:gd name="connsiteY7-88" fmla="*/ 1026890 h 1877717"/>
              <a:gd name="connsiteX8-89" fmla="*/ 35521 w 1877718"/>
              <a:gd name="connsiteY8-90" fmla="*/ 865273 h 1877717"/>
              <a:gd name="connsiteX0-91" fmla="*/ 35521 w 1877729"/>
              <a:gd name="connsiteY0-92" fmla="*/ 865273 h 1877717"/>
              <a:gd name="connsiteX1-93" fmla="*/ 865299 w 1877729"/>
              <a:gd name="connsiteY1-94" fmla="*/ 35495 h 1877717"/>
              <a:gd name="connsiteX2-95" fmla="*/ 1026916 w 1877729"/>
              <a:gd name="connsiteY2-96" fmla="*/ 35520 h 1877717"/>
              <a:gd name="connsiteX3-97" fmla="*/ 1856694 w 1877729"/>
              <a:gd name="connsiteY3-98" fmla="*/ 865298 h 1877717"/>
              <a:gd name="connsiteX4-99" fmla="*/ 1856669 w 1877729"/>
              <a:gd name="connsiteY4-100" fmla="*/ 1026916 h 1877717"/>
              <a:gd name="connsiteX5-101" fmla="*/ 1026891 w 1877729"/>
              <a:gd name="connsiteY5-102" fmla="*/ 1856693 h 1877717"/>
              <a:gd name="connsiteX6-103" fmla="*/ 865274 w 1877729"/>
              <a:gd name="connsiteY6-104" fmla="*/ 1856668 h 1877717"/>
              <a:gd name="connsiteX7-105" fmla="*/ 35496 w 1877729"/>
              <a:gd name="connsiteY7-106" fmla="*/ 1026890 h 1877717"/>
              <a:gd name="connsiteX8-107" fmla="*/ 35521 w 1877729"/>
              <a:gd name="connsiteY8-108" fmla="*/ 865273 h 1877717"/>
              <a:gd name="connsiteX0-109" fmla="*/ 35521 w 1892189"/>
              <a:gd name="connsiteY0-110" fmla="*/ 865273 h 1877717"/>
              <a:gd name="connsiteX1-111" fmla="*/ 865299 w 1892189"/>
              <a:gd name="connsiteY1-112" fmla="*/ 35495 h 1877717"/>
              <a:gd name="connsiteX2-113" fmla="*/ 1026916 w 1892189"/>
              <a:gd name="connsiteY2-114" fmla="*/ 35520 h 1877717"/>
              <a:gd name="connsiteX3-115" fmla="*/ 1856694 w 1892189"/>
              <a:gd name="connsiteY3-116" fmla="*/ 865298 h 1877717"/>
              <a:gd name="connsiteX4-117" fmla="*/ 1856669 w 1892189"/>
              <a:gd name="connsiteY4-118" fmla="*/ 1026916 h 1877717"/>
              <a:gd name="connsiteX5-119" fmla="*/ 1026891 w 1892189"/>
              <a:gd name="connsiteY5-120" fmla="*/ 1856693 h 1877717"/>
              <a:gd name="connsiteX6-121" fmla="*/ 865274 w 1892189"/>
              <a:gd name="connsiteY6-122" fmla="*/ 1856668 h 1877717"/>
              <a:gd name="connsiteX7-123" fmla="*/ 35496 w 1892189"/>
              <a:gd name="connsiteY7-124" fmla="*/ 1026890 h 1877717"/>
              <a:gd name="connsiteX8-125" fmla="*/ 35521 w 1892189"/>
              <a:gd name="connsiteY8-126" fmla="*/ 865273 h 1877717"/>
              <a:gd name="connsiteX0-127" fmla="*/ 35521 w 1892189"/>
              <a:gd name="connsiteY0-128" fmla="*/ 865273 h 1877717"/>
              <a:gd name="connsiteX1-129" fmla="*/ 865299 w 1892189"/>
              <a:gd name="connsiteY1-130" fmla="*/ 35495 h 1877717"/>
              <a:gd name="connsiteX2-131" fmla="*/ 1026916 w 1892189"/>
              <a:gd name="connsiteY2-132" fmla="*/ 35520 h 1877717"/>
              <a:gd name="connsiteX3-133" fmla="*/ 1856694 w 1892189"/>
              <a:gd name="connsiteY3-134" fmla="*/ 865298 h 1877717"/>
              <a:gd name="connsiteX4-135" fmla="*/ 1856669 w 1892189"/>
              <a:gd name="connsiteY4-136" fmla="*/ 1026916 h 1877717"/>
              <a:gd name="connsiteX5-137" fmla="*/ 1026891 w 1892189"/>
              <a:gd name="connsiteY5-138" fmla="*/ 1856693 h 1877717"/>
              <a:gd name="connsiteX6-139" fmla="*/ 865274 w 1892189"/>
              <a:gd name="connsiteY6-140" fmla="*/ 1856668 h 1877717"/>
              <a:gd name="connsiteX7-141" fmla="*/ 35496 w 1892189"/>
              <a:gd name="connsiteY7-142" fmla="*/ 1026890 h 1877717"/>
              <a:gd name="connsiteX8-143" fmla="*/ 35521 w 1892189"/>
              <a:gd name="connsiteY8-144" fmla="*/ 865273 h 1877717"/>
              <a:gd name="connsiteX0-145" fmla="*/ 35521 w 1892189"/>
              <a:gd name="connsiteY0-146" fmla="*/ 865273 h 1877717"/>
              <a:gd name="connsiteX1-147" fmla="*/ 865299 w 1892189"/>
              <a:gd name="connsiteY1-148" fmla="*/ 35495 h 1877717"/>
              <a:gd name="connsiteX2-149" fmla="*/ 1026916 w 1892189"/>
              <a:gd name="connsiteY2-150" fmla="*/ 35520 h 1877717"/>
              <a:gd name="connsiteX3-151" fmla="*/ 1856694 w 1892189"/>
              <a:gd name="connsiteY3-152" fmla="*/ 865298 h 1877717"/>
              <a:gd name="connsiteX4-153" fmla="*/ 1856669 w 1892189"/>
              <a:gd name="connsiteY4-154" fmla="*/ 1026916 h 1877717"/>
              <a:gd name="connsiteX5-155" fmla="*/ 1026891 w 1892189"/>
              <a:gd name="connsiteY5-156" fmla="*/ 1856693 h 1877717"/>
              <a:gd name="connsiteX6-157" fmla="*/ 865274 w 1892189"/>
              <a:gd name="connsiteY6-158" fmla="*/ 1856668 h 1877717"/>
              <a:gd name="connsiteX7-159" fmla="*/ 35496 w 1892189"/>
              <a:gd name="connsiteY7-160" fmla="*/ 1026890 h 1877717"/>
              <a:gd name="connsiteX8-161" fmla="*/ 35521 w 1892189"/>
              <a:gd name="connsiteY8-162" fmla="*/ 865273 h 1877717"/>
              <a:gd name="connsiteX0-163" fmla="*/ 35521 w 1892189"/>
              <a:gd name="connsiteY0-164" fmla="*/ 865273 h 1877728"/>
              <a:gd name="connsiteX1-165" fmla="*/ 865299 w 1892189"/>
              <a:gd name="connsiteY1-166" fmla="*/ 35495 h 1877728"/>
              <a:gd name="connsiteX2-167" fmla="*/ 1026916 w 1892189"/>
              <a:gd name="connsiteY2-168" fmla="*/ 35520 h 1877728"/>
              <a:gd name="connsiteX3-169" fmla="*/ 1856694 w 1892189"/>
              <a:gd name="connsiteY3-170" fmla="*/ 865298 h 1877728"/>
              <a:gd name="connsiteX4-171" fmla="*/ 1856669 w 1892189"/>
              <a:gd name="connsiteY4-172" fmla="*/ 1026916 h 1877728"/>
              <a:gd name="connsiteX5-173" fmla="*/ 1026891 w 1892189"/>
              <a:gd name="connsiteY5-174" fmla="*/ 1856693 h 1877728"/>
              <a:gd name="connsiteX6-175" fmla="*/ 865274 w 1892189"/>
              <a:gd name="connsiteY6-176" fmla="*/ 1856668 h 1877728"/>
              <a:gd name="connsiteX7-177" fmla="*/ 35496 w 1892189"/>
              <a:gd name="connsiteY7-178" fmla="*/ 1026890 h 1877728"/>
              <a:gd name="connsiteX8-179" fmla="*/ 35521 w 1892189"/>
              <a:gd name="connsiteY8-180" fmla="*/ 865273 h 1877728"/>
              <a:gd name="connsiteX0-181" fmla="*/ 35521 w 1892189"/>
              <a:gd name="connsiteY0-182" fmla="*/ 865273 h 1892188"/>
              <a:gd name="connsiteX1-183" fmla="*/ 865299 w 1892189"/>
              <a:gd name="connsiteY1-184" fmla="*/ 35495 h 1892188"/>
              <a:gd name="connsiteX2-185" fmla="*/ 1026916 w 1892189"/>
              <a:gd name="connsiteY2-186" fmla="*/ 35520 h 1892188"/>
              <a:gd name="connsiteX3-187" fmla="*/ 1856694 w 1892189"/>
              <a:gd name="connsiteY3-188" fmla="*/ 865298 h 1892188"/>
              <a:gd name="connsiteX4-189" fmla="*/ 1856669 w 1892189"/>
              <a:gd name="connsiteY4-190" fmla="*/ 1026916 h 1892188"/>
              <a:gd name="connsiteX5-191" fmla="*/ 1026891 w 1892189"/>
              <a:gd name="connsiteY5-192" fmla="*/ 1856693 h 1892188"/>
              <a:gd name="connsiteX6-193" fmla="*/ 865274 w 1892189"/>
              <a:gd name="connsiteY6-194" fmla="*/ 1856668 h 1892188"/>
              <a:gd name="connsiteX7-195" fmla="*/ 35496 w 1892189"/>
              <a:gd name="connsiteY7-196" fmla="*/ 1026890 h 1892188"/>
              <a:gd name="connsiteX8-197" fmla="*/ 35521 w 1892189"/>
              <a:gd name="connsiteY8-198" fmla="*/ 865273 h 1892188"/>
              <a:gd name="connsiteX0-199" fmla="*/ 35521 w 1892189"/>
              <a:gd name="connsiteY0-200" fmla="*/ 865273 h 1892188"/>
              <a:gd name="connsiteX1-201" fmla="*/ 865299 w 1892189"/>
              <a:gd name="connsiteY1-202" fmla="*/ 35495 h 1892188"/>
              <a:gd name="connsiteX2-203" fmla="*/ 1026916 w 1892189"/>
              <a:gd name="connsiteY2-204" fmla="*/ 35520 h 1892188"/>
              <a:gd name="connsiteX3-205" fmla="*/ 1856694 w 1892189"/>
              <a:gd name="connsiteY3-206" fmla="*/ 865298 h 1892188"/>
              <a:gd name="connsiteX4-207" fmla="*/ 1856669 w 1892189"/>
              <a:gd name="connsiteY4-208" fmla="*/ 1026916 h 1892188"/>
              <a:gd name="connsiteX5-209" fmla="*/ 1026891 w 1892189"/>
              <a:gd name="connsiteY5-210" fmla="*/ 1856693 h 1892188"/>
              <a:gd name="connsiteX6-211" fmla="*/ 865274 w 1892189"/>
              <a:gd name="connsiteY6-212" fmla="*/ 1856668 h 1892188"/>
              <a:gd name="connsiteX7-213" fmla="*/ 35496 w 1892189"/>
              <a:gd name="connsiteY7-214" fmla="*/ 1026890 h 1892188"/>
              <a:gd name="connsiteX8-215" fmla="*/ 35521 w 1892189"/>
              <a:gd name="connsiteY8-216" fmla="*/ 865273 h 1892188"/>
              <a:gd name="connsiteX0-217" fmla="*/ 35521 w 1892189"/>
              <a:gd name="connsiteY0-218" fmla="*/ 865273 h 1892188"/>
              <a:gd name="connsiteX1-219" fmla="*/ 865299 w 1892189"/>
              <a:gd name="connsiteY1-220" fmla="*/ 35495 h 1892188"/>
              <a:gd name="connsiteX2-221" fmla="*/ 1026916 w 1892189"/>
              <a:gd name="connsiteY2-222" fmla="*/ 35520 h 1892188"/>
              <a:gd name="connsiteX3-223" fmla="*/ 1856694 w 1892189"/>
              <a:gd name="connsiteY3-224" fmla="*/ 865298 h 1892188"/>
              <a:gd name="connsiteX4-225" fmla="*/ 1856669 w 1892189"/>
              <a:gd name="connsiteY4-226" fmla="*/ 1026916 h 1892188"/>
              <a:gd name="connsiteX5-227" fmla="*/ 1026891 w 1892189"/>
              <a:gd name="connsiteY5-228" fmla="*/ 1856693 h 1892188"/>
              <a:gd name="connsiteX6-229" fmla="*/ 865274 w 1892189"/>
              <a:gd name="connsiteY6-230" fmla="*/ 1856668 h 1892188"/>
              <a:gd name="connsiteX7-231" fmla="*/ 35496 w 1892189"/>
              <a:gd name="connsiteY7-232" fmla="*/ 1026890 h 1892188"/>
              <a:gd name="connsiteX8-233" fmla="*/ 35521 w 1892189"/>
              <a:gd name="connsiteY8-234" fmla="*/ 865273 h 1892188"/>
              <a:gd name="connsiteX0-235" fmla="*/ 35521 w 1892189"/>
              <a:gd name="connsiteY0-236" fmla="*/ 865273 h 1892188"/>
              <a:gd name="connsiteX1-237" fmla="*/ 865299 w 1892189"/>
              <a:gd name="connsiteY1-238" fmla="*/ 35495 h 1892188"/>
              <a:gd name="connsiteX2-239" fmla="*/ 1026916 w 1892189"/>
              <a:gd name="connsiteY2-240" fmla="*/ 35520 h 1892188"/>
              <a:gd name="connsiteX3-241" fmla="*/ 1856694 w 1892189"/>
              <a:gd name="connsiteY3-242" fmla="*/ 865298 h 1892188"/>
              <a:gd name="connsiteX4-243" fmla="*/ 1856669 w 1892189"/>
              <a:gd name="connsiteY4-244" fmla="*/ 1026916 h 1892188"/>
              <a:gd name="connsiteX5-245" fmla="*/ 1026891 w 1892189"/>
              <a:gd name="connsiteY5-246" fmla="*/ 1856693 h 1892188"/>
              <a:gd name="connsiteX6-247" fmla="*/ 865274 w 1892189"/>
              <a:gd name="connsiteY6-248" fmla="*/ 1856668 h 1892188"/>
              <a:gd name="connsiteX7-249" fmla="*/ 35496 w 1892189"/>
              <a:gd name="connsiteY7-250" fmla="*/ 1026890 h 1892188"/>
              <a:gd name="connsiteX8-251" fmla="*/ 35521 w 1892189"/>
              <a:gd name="connsiteY8-252" fmla="*/ 865273 h 189218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1892189" h="1892188">
                <a:moveTo>
                  <a:pt x="35521" y="865273"/>
                </a:moveTo>
                <a:cubicBezTo>
                  <a:pt x="35521" y="865273"/>
                  <a:pt x="865299" y="35495"/>
                  <a:pt x="865299" y="35495"/>
                </a:cubicBezTo>
                <a:cubicBezTo>
                  <a:pt x="912643" y="-11849"/>
                  <a:pt x="979572" y="-11824"/>
                  <a:pt x="1026916" y="35520"/>
                </a:cubicBezTo>
                <a:cubicBezTo>
                  <a:pt x="1026916" y="35520"/>
                  <a:pt x="1856694" y="865298"/>
                  <a:pt x="1856694" y="865298"/>
                </a:cubicBezTo>
                <a:cubicBezTo>
                  <a:pt x="1904038" y="912642"/>
                  <a:pt x="1904013" y="979572"/>
                  <a:pt x="1856669" y="1026916"/>
                </a:cubicBezTo>
                <a:cubicBezTo>
                  <a:pt x="1856669" y="1026916"/>
                  <a:pt x="1026891" y="1856693"/>
                  <a:pt x="1026891" y="1856693"/>
                </a:cubicBezTo>
                <a:cubicBezTo>
                  <a:pt x="979547" y="1904037"/>
                  <a:pt x="912618" y="1904011"/>
                  <a:pt x="865274" y="1856668"/>
                </a:cubicBezTo>
                <a:cubicBezTo>
                  <a:pt x="865274" y="1856667"/>
                  <a:pt x="35496" y="1026889"/>
                  <a:pt x="35496" y="1026890"/>
                </a:cubicBezTo>
                <a:cubicBezTo>
                  <a:pt x="-11848" y="979545"/>
                  <a:pt x="-11823" y="912617"/>
                  <a:pt x="35521" y="865273"/>
                </a:cubicBezTo>
                <a:close/>
              </a:path>
            </a:pathLst>
          </a:custGeom>
          <a:solidFill>
            <a:schemeClr val="accent1">
              <a:lumMod val="40000"/>
              <a:lumOff val="60000"/>
              <a:alpha val="26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zh-CN" altLang="en-US">
              <a:sym typeface="+mn-ea"/>
            </a:endParaRPr>
          </a:p>
        </p:txBody>
      </p:sp>
      <p:cxnSp>
        <p:nvCxnSpPr>
          <p:cNvPr id="73" name="直接连接符 72"/>
          <p:cNvCxnSpPr/>
          <p:nvPr>
            <p:custDataLst>
              <p:tags r:id="rId7"/>
            </p:custDataLst>
          </p:nvPr>
        </p:nvCxnSpPr>
        <p:spPr>
          <a:xfrm>
            <a:off x="608965" y="1818640"/>
            <a:ext cx="3843655" cy="0"/>
          </a:xfrm>
          <a:prstGeom prst="line">
            <a:avLst/>
          </a:prstGeom>
          <a:ln w="9525" cap="rnd">
            <a:solidFill>
              <a:schemeClr val="accent1">
                <a:alpha val="35000"/>
              </a:schemeClr>
            </a:solidFill>
            <a:round/>
          </a:ln>
        </p:spPr>
        <p:style>
          <a:lnRef idx="3">
            <a:schemeClr val="accent1"/>
          </a:lnRef>
          <a:fillRef idx="0">
            <a:srgbClr val="FFFFFF"/>
          </a:fillRef>
          <a:effectRef idx="0">
            <a:srgbClr val="FFFFFF"/>
          </a:effectRef>
          <a:fontRef idx="minor">
            <a:schemeClr val="tx1"/>
          </a:fontRef>
        </p:style>
      </p:cxnSp>
      <p:cxnSp>
        <p:nvCxnSpPr>
          <p:cNvPr id="74" name="直接连接符 73"/>
          <p:cNvCxnSpPr/>
          <p:nvPr>
            <p:custDataLst>
              <p:tags r:id="rId8"/>
            </p:custDataLst>
          </p:nvPr>
        </p:nvCxnSpPr>
        <p:spPr>
          <a:xfrm>
            <a:off x="2518410" y="1924685"/>
            <a:ext cx="7999095" cy="6350"/>
          </a:xfrm>
          <a:prstGeom prst="line">
            <a:avLst/>
          </a:prstGeom>
          <a:ln w="9525" cap="rnd">
            <a:solidFill>
              <a:schemeClr val="accent1">
                <a:alpha val="35000"/>
              </a:schemeClr>
            </a:solidFill>
            <a:round/>
          </a:ln>
        </p:spPr>
        <p:style>
          <a:lnRef idx="2">
            <a:schemeClr val="accent1"/>
          </a:lnRef>
          <a:fillRef idx="0">
            <a:srgbClr val="FFFFFF"/>
          </a:fillRef>
          <a:effectRef idx="0">
            <a:srgbClr val="FFFFFF"/>
          </a:effectRef>
          <a:fontRef idx="minor">
            <a:schemeClr val="tx1"/>
          </a:fontRef>
        </p:style>
      </p:cxnSp>
      <p:sp>
        <p:nvSpPr>
          <p:cNvPr id="5" name="任意多边形: 形状 1397"/>
          <p:cNvSpPr/>
          <p:nvPr>
            <p:custDataLst>
              <p:tags r:id="rId9"/>
            </p:custDataLst>
          </p:nvPr>
        </p:nvSpPr>
        <p:spPr>
          <a:xfrm>
            <a:off x="10650855" y="1641475"/>
            <a:ext cx="631190" cy="631190"/>
          </a:xfrm>
          <a:custGeom>
            <a:avLst/>
            <a:gdLst>
              <a:gd name="connsiteX0" fmla="*/ 35521 w 1877718"/>
              <a:gd name="connsiteY0" fmla="*/ 850803 h 1863247"/>
              <a:gd name="connsiteX1" fmla="*/ 865299 w 1877718"/>
              <a:gd name="connsiteY1" fmla="*/ 21025 h 1863247"/>
              <a:gd name="connsiteX2" fmla="*/ 1026916 w 1877718"/>
              <a:gd name="connsiteY2" fmla="*/ 21050 h 1863247"/>
              <a:gd name="connsiteX3" fmla="*/ 1856694 w 1877718"/>
              <a:gd name="connsiteY3" fmla="*/ 850828 h 1863247"/>
              <a:gd name="connsiteX4" fmla="*/ 1856669 w 1877718"/>
              <a:gd name="connsiteY4" fmla="*/ 1012446 h 1863247"/>
              <a:gd name="connsiteX5" fmla="*/ 1026891 w 1877718"/>
              <a:gd name="connsiteY5" fmla="*/ 1842223 h 1863247"/>
              <a:gd name="connsiteX6" fmla="*/ 865274 w 1877718"/>
              <a:gd name="connsiteY6" fmla="*/ 1842198 h 1863247"/>
              <a:gd name="connsiteX7" fmla="*/ 35496 w 1877718"/>
              <a:gd name="connsiteY7" fmla="*/ 1012420 h 1863247"/>
              <a:gd name="connsiteX8" fmla="*/ 35521 w 1877718"/>
              <a:gd name="connsiteY8" fmla="*/ 850803 h 1863247"/>
              <a:gd name="connsiteX0-1" fmla="*/ 35521 w 1877718"/>
              <a:gd name="connsiteY0-2" fmla="*/ 850803 h 1863247"/>
              <a:gd name="connsiteX1-3" fmla="*/ 865299 w 1877718"/>
              <a:gd name="connsiteY1-4" fmla="*/ 21025 h 1863247"/>
              <a:gd name="connsiteX2-5" fmla="*/ 1026916 w 1877718"/>
              <a:gd name="connsiteY2-6" fmla="*/ 21050 h 1863247"/>
              <a:gd name="connsiteX3-7" fmla="*/ 1856694 w 1877718"/>
              <a:gd name="connsiteY3-8" fmla="*/ 850828 h 1863247"/>
              <a:gd name="connsiteX4-9" fmla="*/ 1856669 w 1877718"/>
              <a:gd name="connsiteY4-10" fmla="*/ 1012446 h 1863247"/>
              <a:gd name="connsiteX5-11" fmla="*/ 1026891 w 1877718"/>
              <a:gd name="connsiteY5-12" fmla="*/ 1842223 h 1863247"/>
              <a:gd name="connsiteX6-13" fmla="*/ 865274 w 1877718"/>
              <a:gd name="connsiteY6-14" fmla="*/ 1842198 h 1863247"/>
              <a:gd name="connsiteX7-15" fmla="*/ 35496 w 1877718"/>
              <a:gd name="connsiteY7-16" fmla="*/ 1012420 h 1863247"/>
              <a:gd name="connsiteX8-17" fmla="*/ 35521 w 1877718"/>
              <a:gd name="connsiteY8-18" fmla="*/ 850803 h 1863247"/>
              <a:gd name="connsiteX0-19" fmla="*/ 35521 w 1877718"/>
              <a:gd name="connsiteY0-20" fmla="*/ 850813 h 1863257"/>
              <a:gd name="connsiteX1-21" fmla="*/ 865299 w 1877718"/>
              <a:gd name="connsiteY1-22" fmla="*/ 21035 h 1863257"/>
              <a:gd name="connsiteX2-23" fmla="*/ 1026916 w 1877718"/>
              <a:gd name="connsiteY2-24" fmla="*/ 21060 h 1863257"/>
              <a:gd name="connsiteX3-25" fmla="*/ 1856694 w 1877718"/>
              <a:gd name="connsiteY3-26" fmla="*/ 850838 h 1863257"/>
              <a:gd name="connsiteX4-27" fmla="*/ 1856669 w 1877718"/>
              <a:gd name="connsiteY4-28" fmla="*/ 1012456 h 1863257"/>
              <a:gd name="connsiteX5-29" fmla="*/ 1026891 w 1877718"/>
              <a:gd name="connsiteY5-30" fmla="*/ 1842233 h 1863257"/>
              <a:gd name="connsiteX6-31" fmla="*/ 865274 w 1877718"/>
              <a:gd name="connsiteY6-32" fmla="*/ 1842208 h 1863257"/>
              <a:gd name="connsiteX7-33" fmla="*/ 35496 w 1877718"/>
              <a:gd name="connsiteY7-34" fmla="*/ 1012430 h 1863257"/>
              <a:gd name="connsiteX8-35" fmla="*/ 35521 w 1877718"/>
              <a:gd name="connsiteY8-36" fmla="*/ 850813 h 1863257"/>
              <a:gd name="connsiteX0-37" fmla="*/ 35521 w 1877718"/>
              <a:gd name="connsiteY0-38" fmla="*/ 865273 h 1877717"/>
              <a:gd name="connsiteX1-39" fmla="*/ 865299 w 1877718"/>
              <a:gd name="connsiteY1-40" fmla="*/ 35495 h 1877717"/>
              <a:gd name="connsiteX2-41" fmla="*/ 1026916 w 1877718"/>
              <a:gd name="connsiteY2-42" fmla="*/ 35520 h 1877717"/>
              <a:gd name="connsiteX3-43" fmla="*/ 1856694 w 1877718"/>
              <a:gd name="connsiteY3-44" fmla="*/ 865298 h 1877717"/>
              <a:gd name="connsiteX4-45" fmla="*/ 1856669 w 1877718"/>
              <a:gd name="connsiteY4-46" fmla="*/ 1026916 h 1877717"/>
              <a:gd name="connsiteX5-47" fmla="*/ 1026891 w 1877718"/>
              <a:gd name="connsiteY5-48" fmla="*/ 1856693 h 1877717"/>
              <a:gd name="connsiteX6-49" fmla="*/ 865274 w 1877718"/>
              <a:gd name="connsiteY6-50" fmla="*/ 1856668 h 1877717"/>
              <a:gd name="connsiteX7-51" fmla="*/ 35496 w 1877718"/>
              <a:gd name="connsiteY7-52" fmla="*/ 1026890 h 1877717"/>
              <a:gd name="connsiteX8-53" fmla="*/ 35521 w 1877718"/>
              <a:gd name="connsiteY8-54" fmla="*/ 865273 h 1877717"/>
              <a:gd name="connsiteX0-55" fmla="*/ 35521 w 1877718"/>
              <a:gd name="connsiteY0-56" fmla="*/ 865273 h 1877717"/>
              <a:gd name="connsiteX1-57" fmla="*/ 865299 w 1877718"/>
              <a:gd name="connsiteY1-58" fmla="*/ 35495 h 1877717"/>
              <a:gd name="connsiteX2-59" fmla="*/ 1026916 w 1877718"/>
              <a:gd name="connsiteY2-60" fmla="*/ 35520 h 1877717"/>
              <a:gd name="connsiteX3-61" fmla="*/ 1856694 w 1877718"/>
              <a:gd name="connsiteY3-62" fmla="*/ 865298 h 1877717"/>
              <a:gd name="connsiteX4-63" fmla="*/ 1856669 w 1877718"/>
              <a:gd name="connsiteY4-64" fmla="*/ 1026916 h 1877717"/>
              <a:gd name="connsiteX5-65" fmla="*/ 1026891 w 1877718"/>
              <a:gd name="connsiteY5-66" fmla="*/ 1856693 h 1877717"/>
              <a:gd name="connsiteX6-67" fmla="*/ 865274 w 1877718"/>
              <a:gd name="connsiteY6-68" fmla="*/ 1856668 h 1877717"/>
              <a:gd name="connsiteX7-69" fmla="*/ 35496 w 1877718"/>
              <a:gd name="connsiteY7-70" fmla="*/ 1026890 h 1877717"/>
              <a:gd name="connsiteX8-71" fmla="*/ 35521 w 1877718"/>
              <a:gd name="connsiteY8-72" fmla="*/ 865273 h 1877717"/>
              <a:gd name="connsiteX0-73" fmla="*/ 35521 w 1877718"/>
              <a:gd name="connsiteY0-74" fmla="*/ 865273 h 1877717"/>
              <a:gd name="connsiteX1-75" fmla="*/ 865299 w 1877718"/>
              <a:gd name="connsiteY1-76" fmla="*/ 35495 h 1877717"/>
              <a:gd name="connsiteX2-77" fmla="*/ 1026916 w 1877718"/>
              <a:gd name="connsiteY2-78" fmla="*/ 35520 h 1877717"/>
              <a:gd name="connsiteX3-79" fmla="*/ 1856694 w 1877718"/>
              <a:gd name="connsiteY3-80" fmla="*/ 865298 h 1877717"/>
              <a:gd name="connsiteX4-81" fmla="*/ 1856669 w 1877718"/>
              <a:gd name="connsiteY4-82" fmla="*/ 1026916 h 1877717"/>
              <a:gd name="connsiteX5-83" fmla="*/ 1026891 w 1877718"/>
              <a:gd name="connsiteY5-84" fmla="*/ 1856693 h 1877717"/>
              <a:gd name="connsiteX6-85" fmla="*/ 865274 w 1877718"/>
              <a:gd name="connsiteY6-86" fmla="*/ 1856668 h 1877717"/>
              <a:gd name="connsiteX7-87" fmla="*/ 35496 w 1877718"/>
              <a:gd name="connsiteY7-88" fmla="*/ 1026890 h 1877717"/>
              <a:gd name="connsiteX8-89" fmla="*/ 35521 w 1877718"/>
              <a:gd name="connsiteY8-90" fmla="*/ 865273 h 1877717"/>
              <a:gd name="connsiteX0-91" fmla="*/ 35521 w 1877729"/>
              <a:gd name="connsiteY0-92" fmla="*/ 865273 h 1877717"/>
              <a:gd name="connsiteX1-93" fmla="*/ 865299 w 1877729"/>
              <a:gd name="connsiteY1-94" fmla="*/ 35495 h 1877717"/>
              <a:gd name="connsiteX2-95" fmla="*/ 1026916 w 1877729"/>
              <a:gd name="connsiteY2-96" fmla="*/ 35520 h 1877717"/>
              <a:gd name="connsiteX3-97" fmla="*/ 1856694 w 1877729"/>
              <a:gd name="connsiteY3-98" fmla="*/ 865298 h 1877717"/>
              <a:gd name="connsiteX4-99" fmla="*/ 1856669 w 1877729"/>
              <a:gd name="connsiteY4-100" fmla="*/ 1026916 h 1877717"/>
              <a:gd name="connsiteX5-101" fmla="*/ 1026891 w 1877729"/>
              <a:gd name="connsiteY5-102" fmla="*/ 1856693 h 1877717"/>
              <a:gd name="connsiteX6-103" fmla="*/ 865274 w 1877729"/>
              <a:gd name="connsiteY6-104" fmla="*/ 1856668 h 1877717"/>
              <a:gd name="connsiteX7-105" fmla="*/ 35496 w 1877729"/>
              <a:gd name="connsiteY7-106" fmla="*/ 1026890 h 1877717"/>
              <a:gd name="connsiteX8-107" fmla="*/ 35521 w 1877729"/>
              <a:gd name="connsiteY8-108" fmla="*/ 865273 h 1877717"/>
              <a:gd name="connsiteX0-109" fmla="*/ 35521 w 1892189"/>
              <a:gd name="connsiteY0-110" fmla="*/ 865273 h 1877717"/>
              <a:gd name="connsiteX1-111" fmla="*/ 865299 w 1892189"/>
              <a:gd name="connsiteY1-112" fmla="*/ 35495 h 1877717"/>
              <a:gd name="connsiteX2-113" fmla="*/ 1026916 w 1892189"/>
              <a:gd name="connsiteY2-114" fmla="*/ 35520 h 1877717"/>
              <a:gd name="connsiteX3-115" fmla="*/ 1856694 w 1892189"/>
              <a:gd name="connsiteY3-116" fmla="*/ 865298 h 1877717"/>
              <a:gd name="connsiteX4-117" fmla="*/ 1856669 w 1892189"/>
              <a:gd name="connsiteY4-118" fmla="*/ 1026916 h 1877717"/>
              <a:gd name="connsiteX5-119" fmla="*/ 1026891 w 1892189"/>
              <a:gd name="connsiteY5-120" fmla="*/ 1856693 h 1877717"/>
              <a:gd name="connsiteX6-121" fmla="*/ 865274 w 1892189"/>
              <a:gd name="connsiteY6-122" fmla="*/ 1856668 h 1877717"/>
              <a:gd name="connsiteX7-123" fmla="*/ 35496 w 1892189"/>
              <a:gd name="connsiteY7-124" fmla="*/ 1026890 h 1877717"/>
              <a:gd name="connsiteX8-125" fmla="*/ 35521 w 1892189"/>
              <a:gd name="connsiteY8-126" fmla="*/ 865273 h 1877717"/>
              <a:gd name="connsiteX0-127" fmla="*/ 35521 w 1892189"/>
              <a:gd name="connsiteY0-128" fmla="*/ 865273 h 1877717"/>
              <a:gd name="connsiteX1-129" fmla="*/ 865299 w 1892189"/>
              <a:gd name="connsiteY1-130" fmla="*/ 35495 h 1877717"/>
              <a:gd name="connsiteX2-131" fmla="*/ 1026916 w 1892189"/>
              <a:gd name="connsiteY2-132" fmla="*/ 35520 h 1877717"/>
              <a:gd name="connsiteX3-133" fmla="*/ 1856694 w 1892189"/>
              <a:gd name="connsiteY3-134" fmla="*/ 865298 h 1877717"/>
              <a:gd name="connsiteX4-135" fmla="*/ 1856669 w 1892189"/>
              <a:gd name="connsiteY4-136" fmla="*/ 1026916 h 1877717"/>
              <a:gd name="connsiteX5-137" fmla="*/ 1026891 w 1892189"/>
              <a:gd name="connsiteY5-138" fmla="*/ 1856693 h 1877717"/>
              <a:gd name="connsiteX6-139" fmla="*/ 865274 w 1892189"/>
              <a:gd name="connsiteY6-140" fmla="*/ 1856668 h 1877717"/>
              <a:gd name="connsiteX7-141" fmla="*/ 35496 w 1892189"/>
              <a:gd name="connsiteY7-142" fmla="*/ 1026890 h 1877717"/>
              <a:gd name="connsiteX8-143" fmla="*/ 35521 w 1892189"/>
              <a:gd name="connsiteY8-144" fmla="*/ 865273 h 1877717"/>
              <a:gd name="connsiteX0-145" fmla="*/ 35521 w 1892189"/>
              <a:gd name="connsiteY0-146" fmla="*/ 865273 h 1877717"/>
              <a:gd name="connsiteX1-147" fmla="*/ 865299 w 1892189"/>
              <a:gd name="connsiteY1-148" fmla="*/ 35495 h 1877717"/>
              <a:gd name="connsiteX2-149" fmla="*/ 1026916 w 1892189"/>
              <a:gd name="connsiteY2-150" fmla="*/ 35520 h 1877717"/>
              <a:gd name="connsiteX3-151" fmla="*/ 1856694 w 1892189"/>
              <a:gd name="connsiteY3-152" fmla="*/ 865298 h 1877717"/>
              <a:gd name="connsiteX4-153" fmla="*/ 1856669 w 1892189"/>
              <a:gd name="connsiteY4-154" fmla="*/ 1026916 h 1877717"/>
              <a:gd name="connsiteX5-155" fmla="*/ 1026891 w 1892189"/>
              <a:gd name="connsiteY5-156" fmla="*/ 1856693 h 1877717"/>
              <a:gd name="connsiteX6-157" fmla="*/ 865274 w 1892189"/>
              <a:gd name="connsiteY6-158" fmla="*/ 1856668 h 1877717"/>
              <a:gd name="connsiteX7-159" fmla="*/ 35496 w 1892189"/>
              <a:gd name="connsiteY7-160" fmla="*/ 1026890 h 1877717"/>
              <a:gd name="connsiteX8-161" fmla="*/ 35521 w 1892189"/>
              <a:gd name="connsiteY8-162" fmla="*/ 865273 h 1877717"/>
              <a:gd name="connsiteX0-163" fmla="*/ 35521 w 1892189"/>
              <a:gd name="connsiteY0-164" fmla="*/ 865273 h 1877728"/>
              <a:gd name="connsiteX1-165" fmla="*/ 865299 w 1892189"/>
              <a:gd name="connsiteY1-166" fmla="*/ 35495 h 1877728"/>
              <a:gd name="connsiteX2-167" fmla="*/ 1026916 w 1892189"/>
              <a:gd name="connsiteY2-168" fmla="*/ 35520 h 1877728"/>
              <a:gd name="connsiteX3-169" fmla="*/ 1856694 w 1892189"/>
              <a:gd name="connsiteY3-170" fmla="*/ 865298 h 1877728"/>
              <a:gd name="connsiteX4-171" fmla="*/ 1856669 w 1892189"/>
              <a:gd name="connsiteY4-172" fmla="*/ 1026916 h 1877728"/>
              <a:gd name="connsiteX5-173" fmla="*/ 1026891 w 1892189"/>
              <a:gd name="connsiteY5-174" fmla="*/ 1856693 h 1877728"/>
              <a:gd name="connsiteX6-175" fmla="*/ 865274 w 1892189"/>
              <a:gd name="connsiteY6-176" fmla="*/ 1856668 h 1877728"/>
              <a:gd name="connsiteX7-177" fmla="*/ 35496 w 1892189"/>
              <a:gd name="connsiteY7-178" fmla="*/ 1026890 h 1877728"/>
              <a:gd name="connsiteX8-179" fmla="*/ 35521 w 1892189"/>
              <a:gd name="connsiteY8-180" fmla="*/ 865273 h 1877728"/>
              <a:gd name="connsiteX0-181" fmla="*/ 35521 w 1892189"/>
              <a:gd name="connsiteY0-182" fmla="*/ 865273 h 1892188"/>
              <a:gd name="connsiteX1-183" fmla="*/ 865299 w 1892189"/>
              <a:gd name="connsiteY1-184" fmla="*/ 35495 h 1892188"/>
              <a:gd name="connsiteX2-185" fmla="*/ 1026916 w 1892189"/>
              <a:gd name="connsiteY2-186" fmla="*/ 35520 h 1892188"/>
              <a:gd name="connsiteX3-187" fmla="*/ 1856694 w 1892189"/>
              <a:gd name="connsiteY3-188" fmla="*/ 865298 h 1892188"/>
              <a:gd name="connsiteX4-189" fmla="*/ 1856669 w 1892189"/>
              <a:gd name="connsiteY4-190" fmla="*/ 1026916 h 1892188"/>
              <a:gd name="connsiteX5-191" fmla="*/ 1026891 w 1892189"/>
              <a:gd name="connsiteY5-192" fmla="*/ 1856693 h 1892188"/>
              <a:gd name="connsiteX6-193" fmla="*/ 865274 w 1892189"/>
              <a:gd name="connsiteY6-194" fmla="*/ 1856668 h 1892188"/>
              <a:gd name="connsiteX7-195" fmla="*/ 35496 w 1892189"/>
              <a:gd name="connsiteY7-196" fmla="*/ 1026890 h 1892188"/>
              <a:gd name="connsiteX8-197" fmla="*/ 35521 w 1892189"/>
              <a:gd name="connsiteY8-198" fmla="*/ 865273 h 1892188"/>
              <a:gd name="connsiteX0-199" fmla="*/ 35521 w 1892189"/>
              <a:gd name="connsiteY0-200" fmla="*/ 865273 h 1892188"/>
              <a:gd name="connsiteX1-201" fmla="*/ 865299 w 1892189"/>
              <a:gd name="connsiteY1-202" fmla="*/ 35495 h 1892188"/>
              <a:gd name="connsiteX2-203" fmla="*/ 1026916 w 1892189"/>
              <a:gd name="connsiteY2-204" fmla="*/ 35520 h 1892188"/>
              <a:gd name="connsiteX3-205" fmla="*/ 1856694 w 1892189"/>
              <a:gd name="connsiteY3-206" fmla="*/ 865298 h 1892188"/>
              <a:gd name="connsiteX4-207" fmla="*/ 1856669 w 1892189"/>
              <a:gd name="connsiteY4-208" fmla="*/ 1026916 h 1892188"/>
              <a:gd name="connsiteX5-209" fmla="*/ 1026891 w 1892189"/>
              <a:gd name="connsiteY5-210" fmla="*/ 1856693 h 1892188"/>
              <a:gd name="connsiteX6-211" fmla="*/ 865274 w 1892189"/>
              <a:gd name="connsiteY6-212" fmla="*/ 1856668 h 1892188"/>
              <a:gd name="connsiteX7-213" fmla="*/ 35496 w 1892189"/>
              <a:gd name="connsiteY7-214" fmla="*/ 1026890 h 1892188"/>
              <a:gd name="connsiteX8-215" fmla="*/ 35521 w 1892189"/>
              <a:gd name="connsiteY8-216" fmla="*/ 865273 h 1892188"/>
              <a:gd name="connsiteX0-217" fmla="*/ 35521 w 1892189"/>
              <a:gd name="connsiteY0-218" fmla="*/ 865273 h 1892188"/>
              <a:gd name="connsiteX1-219" fmla="*/ 865299 w 1892189"/>
              <a:gd name="connsiteY1-220" fmla="*/ 35495 h 1892188"/>
              <a:gd name="connsiteX2-221" fmla="*/ 1026916 w 1892189"/>
              <a:gd name="connsiteY2-222" fmla="*/ 35520 h 1892188"/>
              <a:gd name="connsiteX3-223" fmla="*/ 1856694 w 1892189"/>
              <a:gd name="connsiteY3-224" fmla="*/ 865298 h 1892188"/>
              <a:gd name="connsiteX4-225" fmla="*/ 1856669 w 1892189"/>
              <a:gd name="connsiteY4-226" fmla="*/ 1026916 h 1892188"/>
              <a:gd name="connsiteX5-227" fmla="*/ 1026891 w 1892189"/>
              <a:gd name="connsiteY5-228" fmla="*/ 1856693 h 1892188"/>
              <a:gd name="connsiteX6-229" fmla="*/ 865274 w 1892189"/>
              <a:gd name="connsiteY6-230" fmla="*/ 1856668 h 1892188"/>
              <a:gd name="connsiteX7-231" fmla="*/ 35496 w 1892189"/>
              <a:gd name="connsiteY7-232" fmla="*/ 1026890 h 1892188"/>
              <a:gd name="connsiteX8-233" fmla="*/ 35521 w 1892189"/>
              <a:gd name="connsiteY8-234" fmla="*/ 865273 h 1892188"/>
              <a:gd name="connsiteX0-235" fmla="*/ 35521 w 1892189"/>
              <a:gd name="connsiteY0-236" fmla="*/ 865273 h 1892188"/>
              <a:gd name="connsiteX1-237" fmla="*/ 865299 w 1892189"/>
              <a:gd name="connsiteY1-238" fmla="*/ 35495 h 1892188"/>
              <a:gd name="connsiteX2-239" fmla="*/ 1026916 w 1892189"/>
              <a:gd name="connsiteY2-240" fmla="*/ 35520 h 1892188"/>
              <a:gd name="connsiteX3-241" fmla="*/ 1856694 w 1892189"/>
              <a:gd name="connsiteY3-242" fmla="*/ 865298 h 1892188"/>
              <a:gd name="connsiteX4-243" fmla="*/ 1856669 w 1892189"/>
              <a:gd name="connsiteY4-244" fmla="*/ 1026916 h 1892188"/>
              <a:gd name="connsiteX5-245" fmla="*/ 1026891 w 1892189"/>
              <a:gd name="connsiteY5-246" fmla="*/ 1856693 h 1892188"/>
              <a:gd name="connsiteX6-247" fmla="*/ 865274 w 1892189"/>
              <a:gd name="connsiteY6-248" fmla="*/ 1856668 h 1892188"/>
              <a:gd name="connsiteX7-249" fmla="*/ 35496 w 1892189"/>
              <a:gd name="connsiteY7-250" fmla="*/ 1026890 h 1892188"/>
              <a:gd name="connsiteX8-251" fmla="*/ 35521 w 1892189"/>
              <a:gd name="connsiteY8-252" fmla="*/ 865273 h 189218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1892189" h="1892188">
                <a:moveTo>
                  <a:pt x="35521" y="865273"/>
                </a:moveTo>
                <a:cubicBezTo>
                  <a:pt x="35521" y="865273"/>
                  <a:pt x="865299" y="35495"/>
                  <a:pt x="865299" y="35495"/>
                </a:cubicBezTo>
                <a:cubicBezTo>
                  <a:pt x="912643" y="-11849"/>
                  <a:pt x="979572" y="-11824"/>
                  <a:pt x="1026916" y="35520"/>
                </a:cubicBezTo>
                <a:cubicBezTo>
                  <a:pt x="1026916" y="35520"/>
                  <a:pt x="1856694" y="865298"/>
                  <a:pt x="1856694" y="865298"/>
                </a:cubicBezTo>
                <a:cubicBezTo>
                  <a:pt x="1904038" y="912642"/>
                  <a:pt x="1904013" y="979572"/>
                  <a:pt x="1856669" y="1026916"/>
                </a:cubicBezTo>
                <a:cubicBezTo>
                  <a:pt x="1856669" y="1026916"/>
                  <a:pt x="1026891" y="1856693"/>
                  <a:pt x="1026891" y="1856693"/>
                </a:cubicBezTo>
                <a:cubicBezTo>
                  <a:pt x="979547" y="1904037"/>
                  <a:pt x="912618" y="1904011"/>
                  <a:pt x="865274" y="1856668"/>
                </a:cubicBezTo>
                <a:cubicBezTo>
                  <a:pt x="865274" y="1856667"/>
                  <a:pt x="35496" y="1026889"/>
                  <a:pt x="35496" y="1026890"/>
                </a:cubicBezTo>
                <a:cubicBezTo>
                  <a:pt x="-11848" y="979545"/>
                  <a:pt x="-11823" y="912617"/>
                  <a:pt x="35521" y="865273"/>
                </a:cubicBezTo>
                <a:close/>
              </a:path>
            </a:pathLst>
          </a:custGeom>
          <a:solidFill>
            <a:schemeClr val="accent1">
              <a:alpha val="2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6" name="任意多边形: 形状 1397"/>
          <p:cNvSpPr/>
          <p:nvPr>
            <p:custDataLst>
              <p:tags r:id="rId10"/>
            </p:custDataLst>
          </p:nvPr>
        </p:nvSpPr>
        <p:spPr>
          <a:xfrm>
            <a:off x="11108055" y="1759585"/>
            <a:ext cx="395605" cy="395605"/>
          </a:xfrm>
          <a:custGeom>
            <a:avLst/>
            <a:gdLst>
              <a:gd name="connsiteX0" fmla="*/ 35521 w 1877718"/>
              <a:gd name="connsiteY0" fmla="*/ 850803 h 1863247"/>
              <a:gd name="connsiteX1" fmla="*/ 865299 w 1877718"/>
              <a:gd name="connsiteY1" fmla="*/ 21025 h 1863247"/>
              <a:gd name="connsiteX2" fmla="*/ 1026916 w 1877718"/>
              <a:gd name="connsiteY2" fmla="*/ 21050 h 1863247"/>
              <a:gd name="connsiteX3" fmla="*/ 1856694 w 1877718"/>
              <a:gd name="connsiteY3" fmla="*/ 850828 h 1863247"/>
              <a:gd name="connsiteX4" fmla="*/ 1856669 w 1877718"/>
              <a:gd name="connsiteY4" fmla="*/ 1012446 h 1863247"/>
              <a:gd name="connsiteX5" fmla="*/ 1026891 w 1877718"/>
              <a:gd name="connsiteY5" fmla="*/ 1842223 h 1863247"/>
              <a:gd name="connsiteX6" fmla="*/ 865274 w 1877718"/>
              <a:gd name="connsiteY6" fmla="*/ 1842198 h 1863247"/>
              <a:gd name="connsiteX7" fmla="*/ 35496 w 1877718"/>
              <a:gd name="connsiteY7" fmla="*/ 1012420 h 1863247"/>
              <a:gd name="connsiteX8" fmla="*/ 35521 w 1877718"/>
              <a:gd name="connsiteY8" fmla="*/ 850803 h 1863247"/>
              <a:gd name="connsiteX0-1" fmla="*/ 35521 w 1877718"/>
              <a:gd name="connsiteY0-2" fmla="*/ 850803 h 1863247"/>
              <a:gd name="connsiteX1-3" fmla="*/ 865299 w 1877718"/>
              <a:gd name="connsiteY1-4" fmla="*/ 21025 h 1863247"/>
              <a:gd name="connsiteX2-5" fmla="*/ 1026916 w 1877718"/>
              <a:gd name="connsiteY2-6" fmla="*/ 21050 h 1863247"/>
              <a:gd name="connsiteX3-7" fmla="*/ 1856694 w 1877718"/>
              <a:gd name="connsiteY3-8" fmla="*/ 850828 h 1863247"/>
              <a:gd name="connsiteX4-9" fmla="*/ 1856669 w 1877718"/>
              <a:gd name="connsiteY4-10" fmla="*/ 1012446 h 1863247"/>
              <a:gd name="connsiteX5-11" fmla="*/ 1026891 w 1877718"/>
              <a:gd name="connsiteY5-12" fmla="*/ 1842223 h 1863247"/>
              <a:gd name="connsiteX6-13" fmla="*/ 865274 w 1877718"/>
              <a:gd name="connsiteY6-14" fmla="*/ 1842198 h 1863247"/>
              <a:gd name="connsiteX7-15" fmla="*/ 35496 w 1877718"/>
              <a:gd name="connsiteY7-16" fmla="*/ 1012420 h 1863247"/>
              <a:gd name="connsiteX8-17" fmla="*/ 35521 w 1877718"/>
              <a:gd name="connsiteY8-18" fmla="*/ 850803 h 1863247"/>
              <a:gd name="connsiteX0-19" fmla="*/ 35521 w 1877718"/>
              <a:gd name="connsiteY0-20" fmla="*/ 850813 h 1863257"/>
              <a:gd name="connsiteX1-21" fmla="*/ 865299 w 1877718"/>
              <a:gd name="connsiteY1-22" fmla="*/ 21035 h 1863257"/>
              <a:gd name="connsiteX2-23" fmla="*/ 1026916 w 1877718"/>
              <a:gd name="connsiteY2-24" fmla="*/ 21060 h 1863257"/>
              <a:gd name="connsiteX3-25" fmla="*/ 1856694 w 1877718"/>
              <a:gd name="connsiteY3-26" fmla="*/ 850838 h 1863257"/>
              <a:gd name="connsiteX4-27" fmla="*/ 1856669 w 1877718"/>
              <a:gd name="connsiteY4-28" fmla="*/ 1012456 h 1863257"/>
              <a:gd name="connsiteX5-29" fmla="*/ 1026891 w 1877718"/>
              <a:gd name="connsiteY5-30" fmla="*/ 1842233 h 1863257"/>
              <a:gd name="connsiteX6-31" fmla="*/ 865274 w 1877718"/>
              <a:gd name="connsiteY6-32" fmla="*/ 1842208 h 1863257"/>
              <a:gd name="connsiteX7-33" fmla="*/ 35496 w 1877718"/>
              <a:gd name="connsiteY7-34" fmla="*/ 1012430 h 1863257"/>
              <a:gd name="connsiteX8-35" fmla="*/ 35521 w 1877718"/>
              <a:gd name="connsiteY8-36" fmla="*/ 850813 h 1863257"/>
              <a:gd name="connsiteX0-37" fmla="*/ 35521 w 1877718"/>
              <a:gd name="connsiteY0-38" fmla="*/ 865273 h 1877717"/>
              <a:gd name="connsiteX1-39" fmla="*/ 865299 w 1877718"/>
              <a:gd name="connsiteY1-40" fmla="*/ 35495 h 1877717"/>
              <a:gd name="connsiteX2-41" fmla="*/ 1026916 w 1877718"/>
              <a:gd name="connsiteY2-42" fmla="*/ 35520 h 1877717"/>
              <a:gd name="connsiteX3-43" fmla="*/ 1856694 w 1877718"/>
              <a:gd name="connsiteY3-44" fmla="*/ 865298 h 1877717"/>
              <a:gd name="connsiteX4-45" fmla="*/ 1856669 w 1877718"/>
              <a:gd name="connsiteY4-46" fmla="*/ 1026916 h 1877717"/>
              <a:gd name="connsiteX5-47" fmla="*/ 1026891 w 1877718"/>
              <a:gd name="connsiteY5-48" fmla="*/ 1856693 h 1877717"/>
              <a:gd name="connsiteX6-49" fmla="*/ 865274 w 1877718"/>
              <a:gd name="connsiteY6-50" fmla="*/ 1856668 h 1877717"/>
              <a:gd name="connsiteX7-51" fmla="*/ 35496 w 1877718"/>
              <a:gd name="connsiteY7-52" fmla="*/ 1026890 h 1877717"/>
              <a:gd name="connsiteX8-53" fmla="*/ 35521 w 1877718"/>
              <a:gd name="connsiteY8-54" fmla="*/ 865273 h 1877717"/>
              <a:gd name="connsiteX0-55" fmla="*/ 35521 w 1877718"/>
              <a:gd name="connsiteY0-56" fmla="*/ 865273 h 1877717"/>
              <a:gd name="connsiteX1-57" fmla="*/ 865299 w 1877718"/>
              <a:gd name="connsiteY1-58" fmla="*/ 35495 h 1877717"/>
              <a:gd name="connsiteX2-59" fmla="*/ 1026916 w 1877718"/>
              <a:gd name="connsiteY2-60" fmla="*/ 35520 h 1877717"/>
              <a:gd name="connsiteX3-61" fmla="*/ 1856694 w 1877718"/>
              <a:gd name="connsiteY3-62" fmla="*/ 865298 h 1877717"/>
              <a:gd name="connsiteX4-63" fmla="*/ 1856669 w 1877718"/>
              <a:gd name="connsiteY4-64" fmla="*/ 1026916 h 1877717"/>
              <a:gd name="connsiteX5-65" fmla="*/ 1026891 w 1877718"/>
              <a:gd name="connsiteY5-66" fmla="*/ 1856693 h 1877717"/>
              <a:gd name="connsiteX6-67" fmla="*/ 865274 w 1877718"/>
              <a:gd name="connsiteY6-68" fmla="*/ 1856668 h 1877717"/>
              <a:gd name="connsiteX7-69" fmla="*/ 35496 w 1877718"/>
              <a:gd name="connsiteY7-70" fmla="*/ 1026890 h 1877717"/>
              <a:gd name="connsiteX8-71" fmla="*/ 35521 w 1877718"/>
              <a:gd name="connsiteY8-72" fmla="*/ 865273 h 1877717"/>
              <a:gd name="connsiteX0-73" fmla="*/ 35521 w 1877718"/>
              <a:gd name="connsiteY0-74" fmla="*/ 865273 h 1877717"/>
              <a:gd name="connsiteX1-75" fmla="*/ 865299 w 1877718"/>
              <a:gd name="connsiteY1-76" fmla="*/ 35495 h 1877717"/>
              <a:gd name="connsiteX2-77" fmla="*/ 1026916 w 1877718"/>
              <a:gd name="connsiteY2-78" fmla="*/ 35520 h 1877717"/>
              <a:gd name="connsiteX3-79" fmla="*/ 1856694 w 1877718"/>
              <a:gd name="connsiteY3-80" fmla="*/ 865298 h 1877717"/>
              <a:gd name="connsiteX4-81" fmla="*/ 1856669 w 1877718"/>
              <a:gd name="connsiteY4-82" fmla="*/ 1026916 h 1877717"/>
              <a:gd name="connsiteX5-83" fmla="*/ 1026891 w 1877718"/>
              <a:gd name="connsiteY5-84" fmla="*/ 1856693 h 1877717"/>
              <a:gd name="connsiteX6-85" fmla="*/ 865274 w 1877718"/>
              <a:gd name="connsiteY6-86" fmla="*/ 1856668 h 1877717"/>
              <a:gd name="connsiteX7-87" fmla="*/ 35496 w 1877718"/>
              <a:gd name="connsiteY7-88" fmla="*/ 1026890 h 1877717"/>
              <a:gd name="connsiteX8-89" fmla="*/ 35521 w 1877718"/>
              <a:gd name="connsiteY8-90" fmla="*/ 865273 h 1877717"/>
              <a:gd name="connsiteX0-91" fmla="*/ 35521 w 1877729"/>
              <a:gd name="connsiteY0-92" fmla="*/ 865273 h 1877717"/>
              <a:gd name="connsiteX1-93" fmla="*/ 865299 w 1877729"/>
              <a:gd name="connsiteY1-94" fmla="*/ 35495 h 1877717"/>
              <a:gd name="connsiteX2-95" fmla="*/ 1026916 w 1877729"/>
              <a:gd name="connsiteY2-96" fmla="*/ 35520 h 1877717"/>
              <a:gd name="connsiteX3-97" fmla="*/ 1856694 w 1877729"/>
              <a:gd name="connsiteY3-98" fmla="*/ 865298 h 1877717"/>
              <a:gd name="connsiteX4-99" fmla="*/ 1856669 w 1877729"/>
              <a:gd name="connsiteY4-100" fmla="*/ 1026916 h 1877717"/>
              <a:gd name="connsiteX5-101" fmla="*/ 1026891 w 1877729"/>
              <a:gd name="connsiteY5-102" fmla="*/ 1856693 h 1877717"/>
              <a:gd name="connsiteX6-103" fmla="*/ 865274 w 1877729"/>
              <a:gd name="connsiteY6-104" fmla="*/ 1856668 h 1877717"/>
              <a:gd name="connsiteX7-105" fmla="*/ 35496 w 1877729"/>
              <a:gd name="connsiteY7-106" fmla="*/ 1026890 h 1877717"/>
              <a:gd name="connsiteX8-107" fmla="*/ 35521 w 1877729"/>
              <a:gd name="connsiteY8-108" fmla="*/ 865273 h 1877717"/>
              <a:gd name="connsiteX0-109" fmla="*/ 35521 w 1892189"/>
              <a:gd name="connsiteY0-110" fmla="*/ 865273 h 1877717"/>
              <a:gd name="connsiteX1-111" fmla="*/ 865299 w 1892189"/>
              <a:gd name="connsiteY1-112" fmla="*/ 35495 h 1877717"/>
              <a:gd name="connsiteX2-113" fmla="*/ 1026916 w 1892189"/>
              <a:gd name="connsiteY2-114" fmla="*/ 35520 h 1877717"/>
              <a:gd name="connsiteX3-115" fmla="*/ 1856694 w 1892189"/>
              <a:gd name="connsiteY3-116" fmla="*/ 865298 h 1877717"/>
              <a:gd name="connsiteX4-117" fmla="*/ 1856669 w 1892189"/>
              <a:gd name="connsiteY4-118" fmla="*/ 1026916 h 1877717"/>
              <a:gd name="connsiteX5-119" fmla="*/ 1026891 w 1892189"/>
              <a:gd name="connsiteY5-120" fmla="*/ 1856693 h 1877717"/>
              <a:gd name="connsiteX6-121" fmla="*/ 865274 w 1892189"/>
              <a:gd name="connsiteY6-122" fmla="*/ 1856668 h 1877717"/>
              <a:gd name="connsiteX7-123" fmla="*/ 35496 w 1892189"/>
              <a:gd name="connsiteY7-124" fmla="*/ 1026890 h 1877717"/>
              <a:gd name="connsiteX8-125" fmla="*/ 35521 w 1892189"/>
              <a:gd name="connsiteY8-126" fmla="*/ 865273 h 1877717"/>
              <a:gd name="connsiteX0-127" fmla="*/ 35521 w 1892189"/>
              <a:gd name="connsiteY0-128" fmla="*/ 865273 h 1877717"/>
              <a:gd name="connsiteX1-129" fmla="*/ 865299 w 1892189"/>
              <a:gd name="connsiteY1-130" fmla="*/ 35495 h 1877717"/>
              <a:gd name="connsiteX2-131" fmla="*/ 1026916 w 1892189"/>
              <a:gd name="connsiteY2-132" fmla="*/ 35520 h 1877717"/>
              <a:gd name="connsiteX3-133" fmla="*/ 1856694 w 1892189"/>
              <a:gd name="connsiteY3-134" fmla="*/ 865298 h 1877717"/>
              <a:gd name="connsiteX4-135" fmla="*/ 1856669 w 1892189"/>
              <a:gd name="connsiteY4-136" fmla="*/ 1026916 h 1877717"/>
              <a:gd name="connsiteX5-137" fmla="*/ 1026891 w 1892189"/>
              <a:gd name="connsiteY5-138" fmla="*/ 1856693 h 1877717"/>
              <a:gd name="connsiteX6-139" fmla="*/ 865274 w 1892189"/>
              <a:gd name="connsiteY6-140" fmla="*/ 1856668 h 1877717"/>
              <a:gd name="connsiteX7-141" fmla="*/ 35496 w 1892189"/>
              <a:gd name="connsiteY7-142" fmla="*/ 1026890 h 1877717"/>
              <a:gd name="connsiteX8-143" fmla="*/ 35521 w 1892189"/>
              <a:gd name="connsiteY8-144" fmla="*/ 865273 h 1877717"/>
              <a:gd name="connsiteX0-145" fmla="*/ 35521 w 1892189"/>
              <a:gd name="connsiteY0-146" fmla="*/ 865273 h 1877717"/>
              <a:gd name="connsiteX1-147" fmla="*/ 865299 w 1892189"/>
              <a:gd name="connsiteY1-148" fmla="*/ 35495 h 1877717"/>
              <a:gd name="connsiteX2-149" fmla="*/ 1026916 w 1892189"/>
              <a:gd name="connsiteY2-150" fmla="*/ 35520 h 1877717"/>
              <a:gd name="connsiteX3-151" fmla="*/ 1856694 w 1892189"/>
              <a:gd name="connsiteY3-152" fmla="*/ 865298 h 1877717"/>
              <a:gd name="connsiteX4-153" fmla="*/ 1856669 w 1892189"/>
              <a:gd name="connsiteY4-154" fmla="*/ 1026916 h 1877717"/>
              <a:gd name="connsiteX5-155" fmla="*/ 1026891 w 1892189"/>
              <a:gd name="connsiteY5-156" fmla="*/ 1856693 h 1877717"/>
              <a:gd name="connsiteX6-157" fmla="*/ 865274 w 1892189"/>
              <a:gd name="connsiteY6-158" fmla="*/ 1856668 h 1877717"/>
              <a:gd name="connsiteX7-159" fmla="*/ 35496 w 1892189"/>
              <a:gd name="connsiteY7-160" fmla="*/ 1026890 h 1877717"/>
              <a:gd name="connsiteX8-161" fmla="*/ 35521 w 1892189"/>
              <a:gd name="connsiteY8-162" fmla="*/ 865273 h 1877717"/>
              <a:gd name="connsiteX0-163" fmla="*/ 35521 w 1892189"/>
              <a:gd name="connsiteY0-164" fmla="*/ 865273 h 1877728"/>
              <a:gd name="connsiteX1-165" fmla="*/ 865299 w 1892189"/>
              <a:gd name="connsiteY1-166" fmla="*/ 35495 h 1877728"/>
              <a:gd name="connsiteX2-167" fmla="*/ 1026916 w 1892189"/>
              <a:gd name="connsiteY2-168" fmla="*/ 35520 h 1877728"/>
              <a:gd name="connsiteX3-169" fmla="*/ 1856694 w 1892189"/>
              <a:gd name="connsiteY3-170" fmla="*/ 865298 h 1877728"/>
              <a:gd name="connsiteX4-171" fmla="*/ 1856669 w 1892189"/>
              <a:gd name="connsiteY4-172" fmla="*/ 1026916 h 1877728"/>
              <a:gd name="connsiteX5-173" fmla="*/ 1026891 w 1892189"/>
              <a:gd name="connsiteY5-174" fmla="*/ 1856693 h 1877728"/>
              <a:gd name="connsiteX6-175" fmla="*/ 865274 w 1892189"/>
              <a:gd name="connsiteY6-176" fmla="*/ 1856668 h 1877728"/>
              <a:gd name="connsiteX7-177" fmla="*/ 35496 w 1892189"/>
              <a:gd name="connsiteY7-178" fmla="*/ 1026890 h 1877728"/>
              <a:gd name="connsiteX8-179" fmla="*/ 35521 w 1892189"/>
              <a:gd name="connsiteY8-180" fmla="*/ 865273 h 1877728"/>
              <a:gd name="connsiteX0-181" fmla="*/ 35521 w 1892189"/>
              <a:gd name="connsiteY0-182" fmla="*/ 865273 h 1892188"/>
              <a:gd name="connsiteX1-183" fmla="*/ 865299 w 1892189"/>
              <a:gd name="connsiteY1-184" fmla="*/ 35495 h 1892188"/>
              <a:gd name="connsiteX2-185" fmla="*/ 1026916 w 1892189"/>
              <a:gd name="connsiteY2-186" fmla="*/ 35520 h 1892188"/>
              <a:gd name="connsiteX3-187" fmla="*/ 1856694 w 1892189"/>
              <a:gd name="connsiteY3-188" fmla="*/ 865298 h 1892188"/>
              <a:gd name="connsiteX4-189" fmla="*/ 1856669 w 1892189"/>
              <a:gd name="connsiteY4-190" fmla="*/ 1026916 h 1892188"/>
              <a:gd name="connsiteX5-191" fmla="*/ 1026891 w 1892189"/>
              <a:gd name="connsiteY5-192" fmla="*/ 1856693 h 1892188"/>
              <a:gd name="connsiteX6-193" fmla="*/ 865274 w 1892189"/>
              <a:gd name="connsiteY6-194" fmla="*/ 1856668 h 1892188"/>
              <a:gd name="connsiteX7-195" fmla="*/ 35496 w 1892189"/>
              <a:gd name="connsiteY7-196" fmla="*/ 1026890 h 1892188"/>
              <a:gd name="connsiteX8-197" fmla="*/ 35521 w 1892189"/>
              <a:gd name="connsiteY8-198" fmla="*/ 865273 h 1892188"/>
              <a:gd name="connsiteX0-199" fmla="*/ 35521 w 1892189"/>
              <a:gd name="connsiteY0-200" fmla="*/ 865273 h 1892188"/>
              <a:gd name="connsiteX1-201" fmla="*/ 865299 w 1892189"/>
              <a:gd name="connsiteY1-202" fmla="*/ 35495 h 1892188"/>
              <a:gd name="connsiteX2-203" fmla="*/ 1026916 w 1892189"/>
              <a:gd name="connsiteY2-204" fmla="*/ 35520 h 1892188"/>
              <a:gd name="connsiteX3-205" fmla="*/ 1856694 w 1892189"/>
              <a:gd name="connsiteY3-206" fmla="*/ 865298 h 1892188"/>
              <a:gd name="connsiteX4-207" fmla="*/ 1856669 w 1892189"/>
              <a:gd name="connsiteY4-208" fmla="*/ 1026916 h 1892188"/>
              <a:gd name="connsiteX5-209" fmla="*/ 1026891 w 1892189"/>
              <a:gd name="connsiteY5-210" fmla="*/ 1856693 h 1892188"/>
              <a:gd name="connsiteX6-211" fmla="*/ 865274 w 1892189"/>
              <a:gd name="connsiteY6-212" fmla="*/ 1856668 h 1892188"/>
              <a:gd name="connsiteX7-213" fmla="*/ 35496 w 1892189"/>
              <a:gd name="connsiteY7-214" fmla="*/ 1026890 h 1892188"/>
              <a:gd name="connsiteX8-215" fmla="*/ 35521 w 1892189"/>
              <a:gd name="connsiteY8-216" fmla="*/ 865273 h 1892188"/>
              <a:gd name="connsiteX0-217" fmla="*/ 35521 w 1892189"/>
              <a:gd name="connsiteY0-218" fmla="*/ 865273 h 1892188"/>
              <a:gd name="connsiteX1-219" fmla="*/ 865299 w 1892189"/>
              <a:gd name="connsiteY1-220" fmla="*/ 35495 h 1892188"/>
              <a:gd name="connsiteX2-221" fmla="*/ 1026916 w 1892189"/>
              <a:gd name="connsiteY2-222" fmla="*/ 35520 h 1892188"/>
              <a:gd name="connsiteX3-223" fmla="*/ 1856694 w 1892189"/>
              <a:gd name="connsiteY3-224" fmla="*/ 865298 h 1892188"/>
              <a:gd name="connsiteX4-225" fmla="*/ 1856669 w 1892189"/>
              <a:gd name="connsiteY4-226" fmla="*/ 1026916 h 1892188"/>
              <a:gd name="connsiteX5-227" fmla="*/ 1026891 w 1892189"/>
              <a:gd name="connsiteY5-228" fmla="*/ 1856693 h 1892188"/>
              <a:gd name="connsiteX6-229" fmla="*/ 865274 w 1892189"/>
              <a:gd name="connsiteY6-230" fmla="*/ 1856668 h 1892188"/>
              <a:gd name="connsiteX7-231" fmla="*/ 35496 w 1892189"/>
              <a:gd name="connsiteY7-232" fmla="*/ 1026890 h 1892188"/>
              <a:gd name="connsiteX8-233" fmla="*/ 35521 w 1892189"/>
              <a:gd name="connsiteY8-234" fmla="*/ 865273 h 1892188"/>
              <a:gd name="connsiteX0-235" fmla="*/ 35521 w 1892189"/>
              <a:gd name="connsiteY0-236" fmla="*/ 865273 h 1892188"/>
              <a:gd name="connsiteX1-237" fmla="*/ 865299 w 1892189"/>
              <a:gd name="connsiteY1-238" fmla="*/ 35495 h 1892188"/>
              <a:gd name="connsiteX2-239" fmla="*/ 1026916 w 1892189"/>
              <a:gd name="connsiteY2-240" fmla="*/ 35520 h 1892188"/>
              <a:gd name="connsiteX3-241" fmla="*/ 1856694 w 1892189"/>
              <a:gd name="connsiteY3-242" fmla="*/ 865298 h 1892188"/>
              <a:gd name="connsiteX4-243" fmla="*/ 1856669 w 1892189"/>
              <a:gd name="connsiteY4-244" fmla="*/ 1026916 h 1892188"/>
              <a:gd name="connsiteX5-245" fmla="*/ 1026891 w 1892189"/>
              <a:gd name="connsiteY5-246" fmla="*/ 1856693 h 1892188"/>
              <a:gd name="connsiteX6-247" fmla="*/ 865274 w 1892189"/>
              <a:gd name="connsiteY6-248" fmla="*/ 1856668 h 1892188"/>
              <a:gd name="connsiteX7-249" fmla="*/ 35496 w 1892189"/>
              <a:gd name="connsiteY7-250" fmla="*/ 1026890 h 1892188"/>
              <a:gd name="connsiteX8-251" fmla="*/ 35521 w 1892189"/>
              <a:gd name="connsiteY8-252" fmla="*/ 865273 h 189218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1892189" h="1892188">
                <a:moveTo>
                  <a:pt x="35521" y="865273"/>
                </a:moveTo>
                <a:cubicBezTo>
                  <a:pt x="35521" y="865273"/>
                  <a:pt x="865299" y="35495"/>
                  <a:pt x="865299" y="35495"/>
                </a:cubicBezTo>
                <a:cubicBezTo>
                  <a:pt x="912643" y="-11849"/>
                  <a:pt x="979572" y="-11824"/>
                  <a:pt x="1026916" y="35520"/>
                </a:cubicBezTo>
                <a:cubicBezTo>
                  <a:pt x="1026916" y="35520"/>
                  <a:pt x="1856694" y="865298"/>
                  <a:pt x="1856694" y="865298"/>
                </a:cubicBezTo>
                <a:cubicBezTo>
                  <a:pt x="1904038" y="912642"/>
                  <a:pt x="1904013" y="979572"/>
                  <a:pt x="1856669" y="1026916"/>
                </a:cubicBezTo>
                <a:cubicBezTo>
                  <a:pt x="1856669" y="1026916"/>
                  <a:pt x="1026891" y="1856693"/>
                  <a:pt x="1026891" y="1856693"/>
                </a:cubicBezTo>
                <a:cubicBezTo>
                  <a:pt x="979547" y="1904037"/>
                  <a:pt x="912618" y="1904011"/>
                  <a:pt x="865274" y="1856668"/>
                </a:cubicBezTo>
                <a:cubicBezTo>
                  <a:pt x="865274" y="1856667"/>
                  <a:pt x="35496" y="1026889"/>
                  <a:pt x="35496" y="1026890"/>
                </a:cubicBezTo>
                <a:cubicBezTo>
                  <a:pt x="-11848" y="979545"/>
                  <a:pt x="-11823" y="912617"/>
                  <a:pt x="35521" y="865273"/>
                </a:cubicBezTo>
                <a:close/>
              </a:path>
            </a:pathLst>
          </a:custGeom>
          <a:solidFill>
            <a:schemeClr val="accent1">
              <a:lumMod val="40000"/>
              <a:lumOff val="60000"/>
              <a:alpha val="26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cxnSp>
        <p:nvCxnSpPr>
          <p:cNvPr id="2" name="直接连接符 1"/>
          <p:cNvCxnSpPr/>
          <p:nvPr>
            <p:custDataLst>
              <p:tags r:id="rId11"/>
            </p:custDataLst>
          </p:nvPr>
        </p:nvCxnSpPr>
        <p:spPr>
          <a:xfrm>
            <a:off x="740410" y="1534160"/>
            <a:ext cx="0" cy="1152525"/>
          </a:xfrm>
          <a:prstGeom prst="line">
            <a:avLst/>
          </a:prstGeom>
          <a:ln w="9525" cap="rnd">
            <a:solidFill>
              <a:schemeClr val="accent1">
                <a:alpha val="35000"/>
              </a:schemeClr>
            </a:solidFill>
            <a:round/>
          </a:ln>
        </p:spPr>
        <p:style>
          <a:lnRef idx="2">
            <a:schemeClr val="accent1"/>
          </a:lnRef>
          <a:fillRef idx="0">
            <a:srgbClr val="FFFFFF"/>
          </a:fillRef>
          <a:effectRef idx="0">
            <a:srgbClr val="FFFFFF"/>
          </a:effectRef>
          <a:fontRef idx="minor">
            <a:schemeClr val="tx1"/>
          </a:fontRef>
        </p:style>
      </p:cxnSp>
      <p:cxnSp>
        <p:nvCxnSpPr>
          <p:cNvPr id="3" name="直接连接符 2"/>
          <p:cNvCxnSpPr/>
          <p:nvPr>
            <p:custDataLst>
              <p:tags r:id="rId12"/>
            </p:custDataLst>
          </p:nvPr>
        </p:nvCxnSpPr>
        <p:spPr>
          <a:xfrm>
            <a:off x="11346815" y="5031105"/>
            <a:ext cx="0" cy="1152525"/>
          </a:xfrm>
          <a:prstGeom prst="line">
            <a:avLst/>
          </a:prstGeom>
          <a:ln w="9525" cap="rnd">
            <a:solidFill>
              <a:schemeClr val="accent1">
                <a:alpha val="35000"/>
              </a:schemeClr>
            </a:solidFill>
            <a:round/>
          </a:ln>
        </p:spPr>
        <p:style>
          <a:lnRef idx="2">
            <a:schemeClr val="accent1"/>
          </a:lnRef>
          <a:fillRef idx="0">
            <a:srgbClr val="FFFFFF"/>
          </a:fillRef>
          <a:effectRef idx="0">
            <a:srgbClr val="FFFFFF"/>
          </a:effectRef>
          <a:fontRef idx="minor">
            <a:schemeClr val="tx1"/>
          </a:fontRef>
        </p:style>
      </p:cxnSp>
      <p:sp>
        <p:nvSpPr>
          <p:cNvPr id="7" name="文本框 6"/>
          <p:cNvSpPr txBox="1"/>
          <p:nvPr>
            <p:custDataLst>
              <p:tags r:id="rId13"/>
            </p:custDataLst>
          </p:nvPr>
        </p:nvSpPr>
        <p:spPr>
          <a:xfrm>
            <a:off x="1503046" y="1883335"/>
            <a:ext cx="8585197" cy="1800493"/>
          </a:xfrm>
          <a:prstGeom prst="rect">
            <a:avLst/>
          </a:prstGeom>
          <a:noFill/>
        </p:spPr>
        <p:txBody>
          <a:bodyPr wrap="square" rtlCol="0" anchor="ctr" anchorCtr="0">
            <a:normAutofit fontScale="67500" lnSpcReduction="20000"/>
          </a:bodyPr>
          <a:lstStyle>
            <a:defPPr>
              <a:defRPr lang="zh-CN"/>
            </a:defPPr>
            <a:lvl1pPr lvl="0" indent="0" fontAlgn="auto">
              <a:lnSpc>
                <a:spcPct val="150000"/>
              </a:lnSpc>
              <a:defRPr sz="3200" kern="0">
                <a:ln>
                  <a:noFill/>
                  <a:prstDash val="sysDot"/>
                </a:ln>
                <a:solidFill>
                  <a:schemeClr val="tx1">
                    <a:lumMod val="85000"/>
                    <a:lumOff val="15000"/>
                  </a:schemeClr>
                </a:solidFill>
                <a:latin typeface="Times New Roman" panose="02020603050405020304" pitchFamily="18" charset="0"/>
              </a:defRPr>
            </a:lvl1pPr>
          </a:lstStyle>
          <a:p>
            <a:r>
              <a:rPr lang="en-US" altLang="zh-CN" dirty="0">
                <a:sym typeface="+mn-ea"/>
              </a:rPr>
              <a:t># </a:t>
            </a:r>
            <a:r>
              <a:rPr lang="zh-CN" altLang="en-US" dirty="0">
                <a:sym typeface="+mn-ea"/>
              </a:rPr>
              <a:t>预测新数据</a:t>
            </a:r>
          </a:p>
          <a:p>
            <a:r>
              <a:rPr lang="zh-CN" altLang="en-US" dirty="0">
                <a:sym typeface="+mn-ea"/>
              </a:rPr>
              <a:t>新面积</a:t>
            </a:r>
            <a:r>
              <a:rPr lang="en-US" altLang="zh-CN" dirty="0">
                <a:sym typeface="+mn-ea"/>
              </a:rPr>
              <a:t> = </a:t>
            </a:r>
            <a:r>
              <a:rPr lang="en-US" altLang="zh-CN" dirty="0" err="1">
                <a:sym typeface="+mn-ea"/>
              </a:rPr>
              <a:t>np.array</a:t>
            </a:r>
            <a:r>
              <a:rPr lang="en-US" altLang="zh-CN" dirty="0">
                <a:sym typeface="+mn-ea"/>
              </a:rPr>
              <a:t>([[150]])  # </a:t>
            </a:r>
            <a:r>
              <a:rPr lang="zh-CN" altLang="en-US" dirty="0">
                <a:sym typeface="+mn-ea"/>
              </a:rPr>
              <a:t>注意输入需为二维数组</a:t>
            </a:r>
          </a:p>
          <a:p>
            <a:r>
              <a:rPr lang="zh-CN" altLang="en-US" dirty="0">
                <a:sym typeface="+mn-ea"/>
              </a:rPr>
              <a:t>预测价格</a:t>
            </a:r>
            <a:r>
              <a:rPr lang="en-US" altLang="zh-CN" dirty="0">
                <a:sym typeface="+mn-ea"/>
              </a:rPr>
              <a:t> = </a:t>
            </a:r>
            <a:r>
              <a:rPr lang="en-US" altLang="zh-CN" dirty="0" err="1">
                <a:sym typeface="+mn-ea"/>
              </a:rPr>
              <a:t>model.predict</a:t>
            </a:r>
            <a:r>
              <a:rPr lang="en-US" altLang="zh-CN" dirty="0">
                <a:sym typeface="+mn-ea"/>
              </a:rPr>
              <a:t>(</a:t>
            </a:r>
            <a:r>
              <a:rPr lang="zh-CN" altLang="en-US" dirty="0">
                <a:sym typeface="+mn-ea"/>
              </a:rPr>
              <a:t>新面积</a:t>
            </a:r>
            <a:r>
              <a:rPr lang="en-US" altLang="zh-CN" dirty="0">
                <a:sym typeface="+mn-ea"/>
              </a:rPr>
              <a:t>)</a:t>
            </a:r>
          </a:p>
          <a:p>
            <a:r>
              <a:rPr lang="en-US" altLang="zh-CN" dirty="0">
                <a:sym typeface="+mn-ea"/>
              </a:rPr>
              <a:t>print(f"</a:t>
            </a:r>
            <a:r>
              <a:rPr lang="zh-CN" altLang="en-US" dirty="0">
                <a:sym typeface="+mn-ea"/>
              </a:rPr>
              <a:t>预测价格（</a:t>
            </a:r>
            <a:r>
              <a:rPr lang="en-US" altLang="zh-CN" dirty="0">
                <a:sym typeface="+mn-ea"/>
              </a:rPr>
              <a:t>150</a:t>
            </a:r>
            <a:r>
              <a:rPr lang="zh-CN" altLang="en-US" dirty="0">
                <a:sym typeface="+mn-ea"/>
              </a:rPr>
              <a:t>平米）：</a:t>
            </a:r>
            <a:r>
              <a:rPr lang="en-US" altLang="zh-CN" dirty="0">
                <a:sym typeface="+mn-ea"/>
              </a:rPr>
              <a:t>{</a:t>
            </a:r>
            <a:r>
              <a:rPr lang="zh-CN" altLang="en-US" dirty="0">
                <a:sym typeface="+mn-ea"/>
              </a:rPr>
              <a:t>预测价格</a:t>
            </a:r>
            <a:r>
              <a:rPr lang="en-US" altLang="zh-CN" dirty="0">
                <a:sym typeface="+mn-ea"/>
              </a:rPr>
              <a:t>[0]:.1f}</a:t>
            </a:r>
            <a:r>
              <a:rPr lang="zh-CN" altLang="en-US" dirty="0">
                <a:sym typeface="+mn-ea"/>
              </a:rPr>
              <a:t>万元</a:t>
            </a:r>
            <a:r>
              <a:rPr lang="en-US" altLang="zh-CN" dirty="0">
                <a:sym typeface="+mn-ea"/>
              </a:rPr>
              <a:t>")</a:t>
            </a:r>
          </a:p>
        </p:txBody>
      </p:sp>
      <p:pic>
        <p:nvPicPr>
          <p:cNvPr id="10" name="图片 9">
            <a:extLst>
              <a:ext uri="{FF2B5EF4-FFF2-40B4-BE49-F238E27FC236}">
                <a16:creationId xmlns:a16="http://schemas.microsoft.com/office/drawing/2014/main" id="{C5EDCE91-1E3F-4D25-ADFC-A7CDF1B35F2B}"/>
              </a:ext>
            </a:extLst>
          </p:cNvPr>
          <p:cNvPicPr>
            <a:picLocks noChangeAspect="1"/>
          </p:cNvPicPr>
          <p:nvPr/>
        </p:nvPicPr>
        <p:blipFill>
          <a:blip r:embed="rId15"/>
          <a:stretch>
            <a:fillRect/>
          </a:stretch>
        </p:blipFill>
        <p:spPr>
          <a:xfrm>
            <a:off x="1398270" y="3894840"/>
            <a:ext cx="8421557" cy="1829476"/>
          </a:xfrm>
          <a:prstGeom prst="rect">
            <a:avLst/>
          </a:prstGeom>
        </p:spPr>
      </p:pic>
    </p:spTree>
    <p:custDataLst>
      <p:tags r:id="rId1"/>
    </p:custDataLst>
    <p:extLst>
      <p:ext uri="{BB962C8B-B14F-4D97-AF65-F5344CB8AC3E}">
        <p14:creationId xmlns:p14="http://schemas.microsoft.com/office/powerpoint/2010/main" val="2332196527"/>
      </p:ext>
    </p:extLst>
  </p:cSld>
  <p:clrMapOvr>
    <a:masterClrMapping/>
  </p:clrMapOvr>
  <p:transition>
    <p:fade/>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标题 16"/>
          <p:cNvSpPr>
            <a:spLocks noGrp="1"/>
          </p:cNvSpPr>
          <p:nvPr>
            <p:ph type="title"/>
            <p:custDataLst>
              <p:tags r:id="rId2"/>
            </p:custDataLst>
          </p:nvPr>
        </p:nvSpPr>
        <p:spPr/>
        <p:txBody>
          <a:bodyPr>
            <a:normAutofit fontScale="90000"/>
          </a:bodyPr>
          <a:lstStyle/>
          <a:p>
            <a:r>
              <a:rPr lang="en-US" altLang="zh-CN" dirty="0"/>
              <a:t>2.4 </a:t>
            </a:r>
            <a:r>
              <a:rPr lang="zh-CN" altLang="en-US" dirty="0"/>
              <a:t>课后习题</a:t>
            </a:r>
          </a:p>
        </p:txBody>
      </p:sp>
      <p:cxnSp>
        <p:nvCxnSpPr>
          <p:cNvPr id="76" name="直接连接符 75"/>
          <p:cNvCxnSpPr/>
          <p:nvPr>
            <p:custDataLst>
              <p:tags r:id="rId3"/>
            </p:custDataLst>
          </p:nvPr>
        </p:nvCxnSpPr>
        <p:spPr>
          <a:xfrm>
            <a:off x="6898640" y="5965825"/>
            <a:ext cx="4679315" cy="0"/>
          </a:xfrm>
          <a:prstGeom prst="line">
            <a:avLst/>
          </a:prstGeom>
          <a:ln w="9525" cap="rnd">
            <a:solidFill>
              <a:schemeClr val="accent1">
                <a:alpha val="35000"/>
              </a:schemeClr>
            </a:solidFill>
            <a:round/>
          </a:ln>
        </p:spPr>
        <p:style>
          <a:lnRef idx="2">
            <a:schemeClr val="accent1"/>
          </a:lnRef>
          <a:fillRef idx="0">
            <a:srgbClr val="FFFFFF"/>
          </a:fillRef>
          <a:effectRef idx="0">
            <a:srgbClr val="FFFFFF"/>
          </a:effectRef>
          <a:fontRef idx="minor">
            <a:schemeClr val="tx1"/>
          </a:fontRef>
        </p:style>
      </p:cxnSp>
      <p:cxnSp>
        <p:nvCxnSpPr>
          <p:cNvPr id="77" name="直接连接符 76"/>
          <p:cNvCxnSpPr/>
          <p:nvPr>
            <p:custDataLst>
              <p:tags r:id="rId4"/>
            </p:custDataLst>
          </p:nvPr>
        </p:nvCxnSpPr>
        <p:spPr>
          <a:xfrm>
            <a:off x="1627505" y="5865495"/>
            <a:ext cx="7217410" cy="0"/>
          </a:xfrm>
          <a:prstGeom prst="line">
            <a:avLst/>
          </a:prstGeom>
          <a:ln w="9525" cap="rnd">
            <a:solidFill>
              <a:schemeClr val="accent1">
                <a:alpha val="35000"/>
              </a:schemeClr>
            </a:solidFill>
            <a:round/>
          </a:ln>
        </p:spPr>
        <p:style>
          <a:lnRef idx="2">
            <a:schemeClr val="accent1"/>
          </a:lnRef>
          <a:fillRef idx="0">
            <a:srgbClr val="FFFFFF"/>
          </a:fillRef>
          <a:effectRef idx="0">
            <a:srgbClr val="FFFFFF"/>
          </a:effectRef>
          <a:fontRef idx="minor">
            <a:schemeClr val="tx1"/>
          </a:fontRef>
        </p:style>
      </p:cxnSp>
      <p:sp>
        <p:nvSpPr>
          <p:cNvPr id="1398" name="任意多边形: 形状 1397"/>
          <p:cNvSpPr/>
          <p:nvPr>
            <p:custDataLst>
              <p:tags r:id="rId5"/>
            </p:custDataLst>
          </p:nvPr>
        </p:nvSpPr>
        <p:spPr>
          <a:xfrm>
            <a:off x="635635" y="5552440"/>
            <a:ext cx="631190" cy="631190"/>
          </a:xfrm>
          <a:custGeom>
            <a:avLst/>
            <a:gdLst>
              <a:gd name="connsiteX0" fmla="*/ 35521 w 1877718"/>
              <a:gd name="connsiteY0" fmla="*/ 850803 h 1863247"/>
              <a:gd name="connsiteX1" fmla="*/ 865299 w 1877718"/>
              <a:gd name="connsiteY1" fmla="*/ 21025 h 1863247"/>
              <a:gd name="connsiteX2" fmla="*/ 1026916 w 1877718"/>
              <a:gd name="connsiteY2" fmla="*/ 21050 h 1863247"/>
              <a:gd name="connsiteX3" fmla="*/ 1856694 w 1877718"/>
              <a:gd name="connsiteY3" fmla="*/ 850828 h 1863247"/>
              <a:gd name="connsiteX4" fmla="*/ 1856669 w 1877718"/>
              <a:gd name="connsiteY4" fmla="*/ 1012446 h 1863247"/>
              <a:gd name="connsiteX5" fmla="*/ 1026891 w 1877718"/>
              <a:gd name="connsiteY5" fmla="*/ 1842223 h 1863247"/>
              <a:gd name="connsiteX6" fmla="*/ 865274 w 1877718"/>
              <a:gd name="connsiteY6" fmla="*/ 1842198 h 1863247"/>
              <a:gd name="connsiteX7" fmla="*/ 35496 w 1877718"/>
              <a:gd name="connsiteY7" fmla="*/ 1012420 h 1863247"/>
              <a:gd name="connsiteX8" fmla="*/ 35521 w 1877718"/>
              <a:gd name="connsiteY8" fmla="*/ 850803 h 1863247"/>
              <a:gd name="connsiteX0-1" fmla="*/ 35521 w 1877718"/>
              <a:gd name="connsiteY0-2" fmla="*/ 850803 h 1863247"/>
              <a:gd name="connsiteX1-3" fmla="*/ 865299 w 1877718"/>
              <a:gd name="connsiteY1-4" fmla="*/ 21025 h 1863247"/>
              <a:gd name="connsiteX2-5" fmla="*/ 1026916 w 1877718"/>
              <a:gd name="connsiteY2-6" fmla="*/ 21050 h 1863247"/>
              <a:gd name="connsiteX3-7" fmla="*/ 1856694 w 1877718"/>
              <a:gd name="connsiteY3-8" fmla="*/ 850828 h 1863247"/>
              <a:gd name="connsiteX4-9" fmla="*/ 1856669 w 1877718"/>
              <a:gd name="connsiteY4-10" fmla="*/ 1012446 h 1863247"/>
              <a:gd name="connsiteX5-11" fmla="*/ 1026891 w 1877718"/>
              <a:gd name="connsiteY5-12" fmla="*/ 1842223 h 1863247"/>
              <a:gd name="connsiteX6-13" fmla="*/ 865274 w 1877718"/>
              <a:gd name="connsiteY6-14" fmla="*/ 1842198 h 1863247"/>
              <a:gd name="connsiteX7-15" fmla="*/ 35496 w 1877718"/>
              <a:gd name="connsiteY7-16" fmla="*/ 1012420 h 1863247"/>
              <a:gd name="connsiteX8-17" fmla="*/ 35521 w 1877718"/>
              <a:gd name="connsiteY8-18" fmla="*/ 850803 h 1863247"/>
              <a:gd name="connsiteX0-19" fmla="*/ 35521 w 1877718"/>
              <a:gd name="connsiteY0-20" fmla="*/ 850813 h 1863257"/>
              <a:gd name="connsiteX1-21" fmla="*/ 865299 w 1877718"/>
              <a:gd name="connsiteY1-22" fmla="*/ 21035 h 1863257"/>
              <a:gd name="connsiteX2-23" fmla="*/ 1026916 w 1877718"/>
              <a:gd name="connsiteY2-24" fmla="*/ 21060 h 1863257"/>
              <a:gd name="connsiteX3-25" fmla="*/ 1856694 w 1877718"/>
              <a:gd name="connsiteY3-26" fmla="*/ 850838 h 1863257"/>
              <a:gd name="connsiteX4-27" fmla="*/ 1856669 w 1877718"/>
              <a:gd name="connsiteY4-28" fmla="*/ 1012456 h 1863257"/>
              <a:gd name="connsiteX5-29" fmla="*/ 1026891 w 1877718"/>
              <a:gd name="connsiteY5-30" fmla="*/ 1842233 h 1863257"/>
              <a:gd name="connsiteX6-31" fmla="*/ 865274 w 1877718"/>
              <a:gd name="connsiteY6-32" fmla="*/ 1842208 h 1863257"/>
              <a:gd name="connsiteX7-33" fmla="*/ 35496 w 1877718"/>
              <a:gd name="connsiteY7-34" fmla="*/ 1012430 h 1863257"/>
              <a:gd name="connsiteX8-35" fmla="*/ 35521 w 1877718"/>
              <a:gd name="connsiteY8-36" fmla="*/ 850813 h 1863257"/>
              <a:gd name="connsiteX0-37" fmla="*/ 35521 w 1877718"/>
              <a:gd name="connsiteY0-38" fmla="*/ 865273 h 1877717"/>
              <a:gd name="connsiteX1-39" fmla="*/ 865299 w 1877718"/>
              <a:gd name="connsiteY1-40" fmla="*/ 35495 h 1877717"/>
              <a:gd name="connsiteX2-41" fmla="*/ 1026916 w 1877718"/>
              <a:gd name="connsiteY2-42" fmla="*/ 35520 h 1877717"/>
              <a:gd name="connsiteX3-43" fmla="*/ 1856694 w 1877718"/>
              <a:gd name="connsiteY3-44" fmla="*/ 865298 h 1877717"/>
              <a:gd name="connsiteX4-45" fmla="*/ 1856669 w 1877718"/>
              <a:gd name="connsiteY4-46" fmla="*/ 1026916 h 1877717"/>
              <a:gd name="connsiteX5-47" fmla="*/ 1026891 w 1877718"/>
              <a:gd name="connsiteY5-48" fmla="*/ 1856693 h 1877717"/>
              <a:gd name="connsiteX6-49" fmla="*/ 865274 w 1877718"/>
              <a:gd name="connsiteY6-50" fmla="*/ 1856668 h 1877717"/>
              <a:gd name="connsiteX7-51" fmla="*/ 35496 w 1877718"/>
              <a:gd name="connsiteY7-52" fmla="*/ 1026890 h 1877717"/>
              <a:gd name="connsiteX8-53" fmla="*/ 35521 w 1877718"/>
              <a:gd name="connsiteY8-54" fmla="*/ 865273 h 1877717"/>
              <a:gd name="connsiteX0-55" fmla="*/ 35521 w 1877718"/>
              <a:gd name="connsiteY0-56" fmla="*/ 865273 h 1877717"/>
              <a:gd name="connsiteX1-57" fmla="*/ 865299 w 1877718"/>
              <a:gd name="connsiteY1-58" fmla="*/ 35495 h 1877717"/>
              <a:gd name="connsiteX2-59" fmla="*/ 1026916 w 1877718"/>
              <a:gd name="connsiteY2-60" fmla="*/ 35520 h 1877717"/>
              <a:gd name="connsiteX3-61" fmla="*/ 1856694 w 1877718"/>
              <a:gd name="connsiteY3-62" fmla="*/ 865298 h 1877717"/>
              <a:gd name="connsiteX4-63" fmla="*/ 1856669 w 1877718"/>
              <a:gd name="connsiteY4-64" fmla="*/ 1026916 h 1877717"/>
              <a:gd name="connsiteX5-65" fmla="*/ 1026891 w 1877718"/>
              <a:gd name="connsiteY5-66" fmla="*/ 1856693 h 1877717"/>
              <a:gd name="connsiteX6-67" fmla="*/ 865274 w 1877718"/>
              <a:gd name="connsiteY6-68" fmla="*/ 1856668 h 1877717"/>
              <a:gd name="connsiteX7-69" fmla="*/ 35496 w 1877718"/>
              <a:gd name="connsiteY7-70" fmla="*/ 1026890 h 1877717"/>
              <a:gd name="connsiteX8-71" fmla="*/ 35521 w 1877718"/>
              <a:gd name="connsiteY8-72" fmla="*/ 865273 h 1877717"/>
              <a:gd name="connsiteX0-73" fmla="*/ 35521 w 1877718"/>
              <a:gd name="connsiteY0-74" fmla="*/ 865273 h 1877717"/>
              <a:gd name="connsiteX1-75" fmla="*/ 865299 w 1877718"/>
              <a:gd name="connsiteY1-76" fmla="*/ 35495 h 1877717"/>
              <a:gd name="connsiteX2-77" fmla="*/ 1026916 w 1877718"/>
              <a:gd name="connsiteY2-78" fmla="*/ 35520 h 1877717"/>
              <a:gd name="connsiteX3-79" fmla="*/ 1856694 w 1877718"/>
              <a:gd name="connsiteY3-80" fmla="*/ 865298 h 1877717"/>
              <a:gd name="connsiteX4-81" fmla="*/ 1856669 w 1877718"/>
              <a:gd name="connsiteY4-82" fmla="*/ 1026916 h 1877717"/>
              <a:gd name="connsiteX5-83" fmla="*/ 1026891 w 1877718"/>
              <a:gd name="connsiteY5-84" fmla="*/ 1856693 h 1877717"/>
              <a:gd name="connsiteX6-85" fmla="*/ 865274 w 1877718"/>
              <a:gd name="connsiteY6-86" fmla="*/ 1856668 h 1877717"/>
              <a:gd name="connsiteX7-87" fmla="*/ 35496 w 1877718"/>
              <a:gd name="connsiteY7-88" fmla="*/ 1026890 h 1877717"/>
              <a:gd name="connsiteX8-89" fmla="*/ 35521 w 1877718"/>
              <a:gd name="connsiteY8-90" fmla="*/ 865273 h 1877717"/>
              <a:gd name="connsiteX0-91" fmla="*/ 35521 w 1877729"/>
              <a:gd name="connsiteY0-92" fmla="*/ 865273 h 1877717"/>
              <a:gd name="connsiteX1-93" fmla="*/ 865299 w 1877729"/>
              <a:gd name="connsiteY1-94" fmla="*/ 35495 h 1877717"/>
              <a:gd name="connsiteX2-95" fmla="*/ 1026916 w 1877729"/>
              <a:gd name="connsiteY2-96" fmla="*/ 35520 h 1877717"/>
              <a:gd name="connsiteX3-97" fmla="*/ 1856694 w 1877729"/>
              <a:gd name="connsiteY3-98" fmla="*/ 865298 h 1877717"/>
              <a:gd name="connsiteX4-99" fmla="*/ 1856669 w 1877729"/>
              <a:gd name="connsiteY4-100" fmla="*/ 1026916 h 1877717"/>
              <a:gd name="connsiteX5-101" fmla="*/ 1026891 w 1877729"/>
              <a:gd name="connsiteY5-102" fmla="*/ 1856693 h 1877717"/>
              <a:gd name="connsiteX6-103" fmla="*/ 865274 w 1877729"/>
              <a:gd name="connsiteY6-104" fmla="*/ 1856668 h 1877717"/>
              <a:gd name="connsiteX7-105" fmla="*/ 35496 w 1877729"/>
              <a:gd name="connsiteY7-106" fmla="*/ 1026890 h 1877717"/>
              <a:gd name="connsiteX8-107" fmla="*/ 35521 w 1877729"/>
              <a:gd name="connsiteY8-108" fmla="*/ 865273 h 1877717"/>
              <a:gd name="connsiteX0-109" fmla="*/ 35521 w 1892189"/>
              <a:gd name="connsiteY0-110" fmla="*/ 865273 h 1877717"/>
              <a:gd name="connsiteX1-111" fmla="*/ 865299 w 1892189"/>
              <a:gd name="connsiteY1-112" fmla="*/ 35495 h 1877717"/>
              <a:gd name="connsiteX2-113" fmla="*/ 1026916 w 1892189"/>
              <a:gd name="connsiteY2-114" fmla="*/ 35520 h 1877717"/>
              <a:gd name="connsiteX3-115" fmla="*/ 1856694 w 1892189"/>
              <a:gd name="connsiteY3-116" fmla="*/ 865298 h 1877717"/>
              <a:gd name="connsiteX4-117" fmla="*/ 1856669 w 1892189"/>
              <a:gd name="connsiteY4-118" fmla="*/ 1026916 h 1877717"/>
              <a:gd name="connsiteX5-119" fmla="*/ 1026891 w 1892189"/>
              <a:gd name="connsiteY5-120" fmla="*/ 1856693 h 1877717"/>
              <a:gd name="connsiteX6-121" fmla="*/ 865274 w 1892189"/>
              <a:gd name="connsiteY6-122" fmla="*/ 1856668 h 1877717"/>
              <a:gd name="connsiteX7-123" fmla="*/ 35496 w 1892189"/>
              <a:gd name="connsiteY7-124" fmla="*/ 1026890 h 1877717"/>
              <a:gd name="connsiteX8-125" fmla="*/ 35521 w 1892189"/>
              <a:gd name="connsiteY8-126" fmla="*/ 865273 h 1877717"/>
              <a:gd name="connsiteX0-127" fmla="*/ 35521 w 1892189"/>
              <a:gd name="connsiteY0-128" fmla="*/ 865273 h 1877717"/>
              <a:gd name="connsiteX1-129" fmla="*/ 865299 w 1892189"/>
              <a:gd name="connsiteY1-130" fmla="*/ 35495 h 1877717"/>
              <a:gd name="connsiteX2-131" fmla="*/ 1026916 w 1892189"/>
              <a:gd name="connsiteY2-132" fmla="*/ 35520 h 1877717"/>
              <a:gd name="connsiteX3-133" fmla="*/ 1856694 w 1892189"/>
              <a:gd name="connsiteY3-134" fmla="*/ 865298 h 1877717"/>
              <a:gd name="connsiteX4-135" fmla="*/ 1856669 w 1892189"/>
              <a:gd name="connsiteY4-136" fmla="*/ 1026916 h 1877717"/>
              <a:gd name="connsiteX5-137" fmla="*/ 1026891 w 1892189"/>
              <a:gd name="connsiteY5-138" fmla="*/ 1856693 h 1877717"/>
              <a:gd name="connsiteX6-139" fmla="*/ 865274 w 1892189"/>
              <a:gd name="connsiteY6-140" fmla="*/ 1856668 h 1877717"/>
              <a:gd name="connsiteX7-141" fmla="*/ 35496 w 1892189"/>
              <a:gd name="connsiteY7-142" fmla="*/ 1026890 h 1877717"/>
              <a:gd name="connsiteX8-143" fmla="*/ 35521 w 1892189"/>
              <a:gd name="connsiteY8-144" fmla="*/ 865273 h 1877717"/>
              <a:gd name="connsiteX0-145" fmla="*/ 35521 w 1892189"/>
              <a:gd name="connsiteY0-146" fmla="*/ 865273 h 1877717"/>
              <a:gd name="connsiteX1-147" fmla="*/ 865299 w 1892189"/>
              <a:gd name="connsiteY1-148" fmla="*/ 35495 h 1877717"/>
              <a:gd name="connsiteX2-149" fmla="*/ 1026916 w 1892189"/>
              <a:gd name="connsiteY2-150" fmla="*/ 35520 h 1877717"/>
              <a:gd name="connsiteX3-151" fmla="*/ 1856694 w 1892189"/>
              <a:gd name="connsiteY3-152" fmla="*/ 865298 h 1877717"/>
              <a:gd name="connsiteX4-153" fmla="*/ 1856669 w 1892189"/>
              <a:gd name="connsiteY4-154" fmla="*/ 1026916 h 1877717"/>
              <a:gd name="connsiteX5-155" fmla="*/ 1026891 w 1892189"/>
              <a:gd name="connsiteY5-156" fmla="*/ 1856693 h 1877717"/>
              <a:gd name="connsiteX6-157" fmla="*/ 865274 w 1892189"/>
              <a:gd name="connsiteY6-158" fmla="*/ 1856668 h 1877717"/>
              <a:gd name="connsiteX7-159" fmla="*/ 35496 w 1892189"/>
              <a:gd name="connsiteY7-160" fmla="*/ 1026890 h 1877717"/>
              <a:gd name="connsiteX8-161" fmla="*/ 35521 w 1892189"/>
              <a:gd name="connsiteY8-162" fmla="*/ 865273 h 1877717"/>
              <a:gd name="connsiteX0-163" fmla="*/ 35521 w 1892189"/>
              <a:gd name="connsiteY0-164" fmla="*/ 865273 h 1877728"/>
              <a:gd name="connsiteX1-165" fmla="*/ 865299 w 1892189"/>
              <a:gd name="connsiteY1-166" fmla="*/ 35495 h 1877728"/>
              <a:gd name="connsiteX2-167" fmla="*/ 1026916 w 1892189"/>
              <a:gd name="connsiteY2-168" fmla="*/ 35520 h 1877728"/>
              <a:gd name="connsiteX3-169" fmla="*/ 1856694 w 1892189"/>
              <a:gd name="connsiteY3-170" fmla="*/ 865298 h 1877728"/>
              <a:gd name="connsiteX4-171" fmla="*/ 1856669 w 1892189"/>
              <a:gd name="connsiteY4-172" fmla="*/ 1026916 h 1877728"/>
              <a:gd name="connsiteX5-173" fmla="*/ 1026891 w 1892189"/>
              <a:gd name="connsiteY5-174" fmla="*/ 1856693 h 1877728"/>
              <a:gd name="connsiteX6-175" fmla="*/ 865274 w 1892189"/>
              <a:gd name="connsiteY6-176" fmla="*/ 1856668 h 1877728"/>
              <a:gd name="connsiteX7-177" fmla="*/ 35496 w 1892189"/>
              <a:gd name="connsiteY7-178" fmla="*/ 1026890 h 1877728"/>
              <a:gd name="connsiteX8-179" fmla="*/ 35521 w 1892189"/>
              <a:gd name="connsiteY8-180" fmla="*/ 865273 h 1877728"/>
              <a:gd name="connsiteX0-181" fmla="*/ 35521 w 1892189"/>
              <a:gd name="connsiteY0-182" fmla="*/ 865273 h 1892188"/>
              <a:gd name="connsiteX1-183" fmla="*/ 865299 w 1892189"/>
              <a:gd name="connsiteY1-184" fmla="*/ 35495 h 1892188"/>
              <a:gd name="connsiteX2-185" fmla="*/ 1026916 w 1892189"/>
              <a:gd name="connsiteY2-186" fmla="*/ 35520 h 1892188"/>
              <a:gd name="connsiteX3-187" fmla="*/ 1856694 w 1892189"/>
              <a:gd name="connsiteY3-188" fmla="*/ 865298 h 1892188"/>
              <a:gd name="connsiteX4-189" fmla="*/ 1856669 w 1892189"/>
              <a:gd name="connsiteY4-190" fmla="*/ 1026916 h 1892188"/>
              <a:gd name="connsiteX5-191" fmla="*/ 1026891 w 1892189"/>
              <a:gd name="connsiteY5-192" fmla="*/ 1856693 h 1892188"/>
              <a:gd name="connsiteX6-193" fmla="*/ 865274 w 1892189"/>
              <a:gd name="connsiteY6-194" fmla="*/ 1856668 h 1892188"/>
              <a:gd name="connsiteX7-195" fmla="*/ 35496 w 1892189"/>
              <a:gd name="connsiteY7-196" fmla="*/ 1026890 h 1892188"/>
              <a:gd name="connsiteX8-197" fmla="*/ 35521 w 1892189"/>
              <a:gd name="connsiteY8-198" fmla="*/ 865273 h 1892188"/>
              <a:gd name="connsiteX0-199" fmla="*/ 35521 w 1892189"/>
              <a:gd name="connsiteY0-200" fmla="*/ 865273 h 1892188"/>
              <a:gd name="connsiteX1-201" fmla="*/ 865299 w 1892189"/>
              <a:gd name="connsiteY1-202" fmla="*/ 35495 h 1892188"/>
              <a:gd name="connsiteX2-203" fmla="*/ 1026916 w 1892189"/>
              <a:gd name="connsiteY2-204" fmla="*/ 35520 h 1892188"/>
              <a:gd name="connsiteX3-205" fmla="*/ 1856694 w 1892189"/>
              <a:gd name="connsiteY3-206" fmla="*/ 865298 h 1892188"/>
              <a:gd name="connsiteX4-207" fmla="*/ 1856669 w 1892189"/>
              <a:gd name="connsiteY4-208" fmla="*/ 1026916 h 1892188"/>
              <a:gd name="connsiteX5-209" fmla="*/ 1026891 w 1892189"/>
              <a:gd name="connsiteY5-210" fmla="*/ 1856693 h 1892188"/>
              <a:gd name="connsiteX6-211" fmla="*/ 865274 w 1892189"/>
              <a:gd name="connsiteY6-212" fmla="*/ 1856668 h 1892188"/>
              <a:gd name="connsiteX7-213" fmla="*/ 35496 w 1892189"/>
              <a:gd name="connsiteY7-214" fmla="*/ 1026890 h 1892188"/>
              <a:gd name="connsiteX8-215" fmla="*/ 35521 w 1892189"/>
              <a:gd name="connsiteY8-216" fmla="*/ 865273 h 1892188"/>
              <a:gd name="connsiteX0-217" fmla="*/ 35521 w 1892189"/>
              <a:gd name="connsiteY0-218" fmla="*/ 865273 h 1892188"/>
              <a:gd name="connsiteX1-219" fmla="*/ 865299 w 1892189"/>
              <a:gd name="connsiteY1-220" fmla="*/ 35495 h 1892188"/>
              <a:gd name="connsiteX2-221" fmla="*/ 1026916 w 1892189"/>
              <a:gd name="connsiteY2-222" fmla="*/ 35520 h 1892188"/>
              <a:gd name="connsiteX3-223" fmla="*/ 1856694 w 1892189"/>
              <a:gd name="connsiteY3-224" fmla="*/ 865298 h 1892188"/>
              <a:gd name="connsiteX4-225" fmla="*/ 1856669 w 1892189"/>
              <a:gd name="connsiteY4-226" fmla="*/ 1026916 h 1892188"/>
              <a:gd name="connsiteX5-227" fmla="*/ 1026891 w 1892189"/>
              <a:gd name="connsiteY5-228" fmla="*/ 1856693 h 1892188"/>
              <a:gd name="connsiteX6-229" fmla="*/ 865274 w 1892189"/>
              <a:gd name="connsiteY6-230" fmla="*/ 1856668 h 1892188"/>
              <a:gd name="connsiteX7-231" fmla="*/ 35496 w 1892189"/>
              <a:gd name="connsiteY7-232" fmla="*/ 1026890 h 1892188"/>
              <a:gd name="connsiteX8-233" fmla="*/ 35521 w 1892189"/>
              <a:gd name="connsiteY8-234" fmla="*/ 865273 h 1892188"/>
              <a:gd name="connsiteX0-235" fmla="*/ 35521 w 1892189"/>
              <a:gd name="connsiteY0-236" fmla="*/ 865273 h 1892188"/>
              <a:gd name="connsiteX1-237" fmla="*/ 865299 w 1892189"/>
              <a:gd name="connsiteY1-238" fmla="*/ 35495 h 1892188"/>
              <a:gd name="connsiteX2-239" fmla="*/ 1026916 w 1892189"/>
              <a:gd name="connsiteY2-240" fmla="*/ 35520 h 1892188"/>
              <a:gd name="connsiteX3-241" fmla="*/ 1856694 w 1892189"/>
              <a:gd name="connsiteY3-242" fmla="*/ 865298 h 1892188"/>
              <a:gd name="connsiteX4-243" fmla="*/ 1856669 w 1892189"/>
              <a:gd name="connsiteY4-244" fmla="*/ 1026916 h 1892188"/>
              <a:gd name="connsiteX5-245" fmla="*/ 1026891 w 1892189"/>
              <a:gd name="connsiteY5-246" fmla="*/ 1856693 h 1892188"/>
              <a:gd name="connsiteX6-247" fmla="*/ 865274 w 1892189"/>
              <a:gd name="connsiteY6-248" fmla="*/ 1856668 h 1892188"/>
              <a:gd name="connsiteX7-249" fmla="*/ 35496 w 1892189"/>
              <a:gd name="connsiteY7-250" fmla="*/ 1026890 h 1892188"/>
              <a:gd name="connsiteX8-251" fmla="*/ 35521 w 1892189"/>
              <a:gd name="connsiteY8-252" fmla="*/ 865273 h 189218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1892189" h="1892188">
                <a:moveTo>
                  <a:pt x="35521" y="865273"/>
                </a:moveTo>
                <a:cubicBezTo>
                  <a:pt x="35521" y="865273"/>
                  <a:pt x="865299" y="35495"/>
                  <a:pt x="865299" y="35495"/>
                </a:cubicBezTo>
                <a:cubicBezTo>
                  <a:pt x="912643" y="-11849"/>
                  <a:pt x="979572" y="-11824"/>
                  <a:pt x="1026916" y="35520"/>
                </a:cubicBezTo>
                <a:cubicBezTo>
                  <a:pt x="1026916" y="35520"/>
                  <a:pt x="1856694" y="865298"/>
                  <a:pt x="1856694" y="865298"/>
                </a:cubicBezTo>
                <a:cubicBezTo>
                  <a:pt x="1904038" y="912642"/>
                  <a:pt x="1904013" y="979572"/>
                  <a:pt x="1856669" y="1026916"/>
                </a:cubicBezTo>
                <a:cubicBezTo>
                  <a:pt x="1856669" y="1026916"/>
                  <a:pt x="1026891" y="1856693"/>
                  <a:pt x="1026891" y="1856693"/>
                </a:cubicBezTo>
                <a:cubicBezTo>
                  <a:pt x="979547" y="1904037"/>
                  <a:pt x="912618" y="1904011"/>
                  <a:pt x="865274" y="1856668"/>
                </a:cubicBezTo>
                <a:cubicBezTo>
                  <a:pt x="865274" y="1856667"/>
                  <a:pt x="35496" y="1026889"/>
                  <a:pt x="35496" y="1026890"/>
                </a:cubicBezTo>
                <a:cubicBezTo>
                  <a:pt x="-11848" y="979545"/>
                  <a:pt x="-11823" y="912617"/>
                  <a:pt x="35521" y="865273"/>
                </a:cubicBezTo>
                <a:close/>
              </a:path>
            </a:pathLst>
          </a:custGeom>
          <a:solidFill>
            <a:schemeClr val="accent1">
              <a:alpha val="2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zh-CN" altLang="en-US">
              <a:sym typeface="+mn-ea"/>
            </a:endParaRPr>
          </a:p>
        </p:txBody>
      </p:sp>
      <p:sp>
        <p:nvSpPr>
          <p:cNvPr id="4" name="任意多边形: 形状 1397"/>
          <p:cNvSpPr/>
          <p:nvPr>
            <p:custDataLst>
              <p:tags r:id="rId6"/>
            </p:custDataLst>
          </p:nvPr>
        </p:nvSpPr>
        <p:spPr>
          <a:xfrm>
            <a:off x="1092835" y="5670550"/>
            <a:ext cx="395605" cy="395605"/>
          </a:xfrm>
          <a:custGeom>
            <a:avLst/>
            <a:gdLst>
              <a:gd name="connsiteX0" fmla="*/ 35521 w 1877718"/>
              <a:gd name="connsiteY0" fmla="*/ 850803 h 1863247"/>
              <a:gd name="connsiteX1" fmla="*/ 865299 w 1877718"/>
              <a:gd name="connsiteY1" fmla="*/ 21025 h 1863247"/>
              <a:gd name="connsiteX2" fmla="*/ 1026916 w 1877718"/>
              <a:gd name="connsiteY2" fmla="*/ 21050 h 1863247"/>
              <a:gd name="connsiteX3" fmla="*/ 1856694 w 1877718"/>
              <a:gd name="connsiteY3" fmla="*/ 850828 h 1863247"/>
              <a:gd name="connsiteX4" fmla="*/ 1856669 w 1877718"/>
              <a:gd name="connsiteY4" fmla="*/ 1012446 h 1863247"/>
              <a:gd name="connsiteX5" fmla="*/ 1026891 w 1877718"/>
              <a:gd name="connsiteY5" fmla="*/ 1842223 h 1863247"/>
              <a:gd name="connsiteX6" fmla="*/ 865274 w 1877718"/>
              <a:gd name="connsiteY6" fmla="*/ 1842198 h 1863247"/>
              <a:gd name="connsiteX7" fmla="*/ 35496 w 1877718"/>
              <a:gd name="connsiteY7" fmla="*/ 1012420 h 1863247"/>
              <a:gd name="connsiteX8" fmla="*/ 35521 w 1877718"/>
              <a:gd name="connsiteY8" fmla="*/ 850803 h 1863247"/>
              <a:gd name="connsiteX0-1" fmla="*/ 35521 w 1877718"/>
              <a:gd name="connsiteY0-2" fmla="*/ 850803 h 1863247"/>
              <a:gd name="connsiteX1-3" fmla="*/ 865299 w 1877718"/>
              <a:gd name="connsiteY1-4" fmla="*/ 21025 h 1863247"/>
              <a:gd name="connsiteX2-5" fmla="*/ 1026916 w 1877718"/>
              <a:gd name="connsiteY2-6" fmla="*/ 21050 h 1863247"/>
              <a:gd name="connsiteX3-7" fmla="*/ 1856694 w 1877718"/>
              <a:gd name="connsiteY3-8" fmla="*/ 850828 h 1863247"/>
              <a:gd name="connsiteX4-9" fmla="*/ 1856669 w 1877718"/>
              <a:gd name="connsiteY4-10" fmla="*/ 1012446 h 1863247"/>
              <a:gd name="connsiteX5-11" fmla="*/ 1026891 w 1877718"/>
              <a:gd name="connsiteY5-12" fmla="*/ 1842223 h 1863247"/>
              <a:gd name="connsiteX6-13" fmla="*/ 865274 w 1877718"/>
              <a:gd name="connsiteY6-14" fmla="*/ 1842198 h 1863247"/>
              <a:gd name="connsiteX7-15" fmla="*/ 35496 w 1877718"/>
              <a:gd name="connsiteY7-16" fmla="*/ 1012420 h 1863247"/>
              <a:gd name="connsiteX8-17" fmla="*/ 35521 w 1877718"/>
              <a:gd name="connsiteY8-18" fmla="*/ 850803 h 1863247"/>
              <a:gd name="connsiteX0-19" fmla="*/ 35521 w 1877718"/>
              <a:gd name="connsiteY0-20" fmla="*/ 850813 h 1863257"/>
              <a:gd name="connsiteX1-21" fmla="*/ 865299 w 1877718"/>
              <a:gd name="connsiteY1-22" fmla="*/ 21035 h 1863257"/>
              <a:gd name="connsiteX2-23" fmla="*/ 1026916 w 1877718"/>
              <a:gd name="connsiteY2-24" fmla="*/ 21060 h 1863257"/>
              <a:gd name="connsiteX3-25" fmla="*/ 1856694 w 1877718"/>
              <a:gd name="connsiteY3-26" fmla="*/ 850838 h 1863257"/>
              <a:gd name="connsiteX4-27" fmla="*/ 1856669 w 1877718"/>
              <a:gd name="connsiteY4-28" fmla="*/ 1012456 h 1863257"/>
              <a:gd name="connsiteX5-29" fmla="*/ 1026891 w 1877718"/>
              <a:gd name="connsiteY5-30" fmla="*/ 1842233 h 1863257"/>
              <a:gd name="connsiteX6-31" fmla="*/ 865274 w 1877718"/>
              <a:gd name="connsiteY6-32" fmla="*/ 1842208 h 1863257"/>
              <a:gd name="connsiteX7-33" fmla="*/ 35496 w 1877718"/>
              <a:gd name="connsiteY7-34" fmla="*/ 1012430 h 1863257"/>
              <a:gd name="connsiteX8-35" fmla="*/ 35521 w 1877718"/>
              <a:gd name="connsiteY8-36" fmla="*/ 850813 h 1863257"/>
              <a:gd name="connsiteX0-37" fmla="*/ 35521 w 1877718"/>
              <a:gd name="connsiteY0-38" fmla="*/ 865273 h 1877717"/>
              <a:gd name="connsiteX1-39" fmla="*/ 865299 w 1877718"/>
              <a:gd name="connsiteY1-40" fmla="*/ 35495 h 1877717"/>
              <a:gd name="connsiteX2-41" fmla="*/ 1026916 w 1877718"/>
              <a:gd name="connsiteY2-42" fmla="*/ 35520 h 1877717"/>
              <a:gd name="connsiteX3-43" fmla="*/ 1856694 w 1877718"/>
              <a:gd name="connsiteY3-44" fmla="*/ 865298 h 1877717"/>
              <a:gd name="connsiteX4-45" fmla="*/ 1856669 w 1877718"/>
              <a:gd name="connsiteY4-46" fmla="*/ 1026916 h 1877717"/>
              <a:gd name="connsiteX5-47" fmla="*/ 1026891 w 1877718"/>
              <a:gd name="connsiteY5-48" fmla="*/ 1856693 h 1877717"/>
              <a:gd name="connsiteX6-49" fmla="*/ 865274 w 1877718"/>
              <a:gd name="connsiteY6-50" fmla="*/ 1856668 h 1877717"/>
              <a:gd name="connsiteX7-51" fmla="*/ 35496 w 1877718"/>
              <a:gd name="connsiteY7-52" fmla="*/ 1026890 h 1877717"/>
              <a:gd name="connsiteX8-53" fmla="*/ 35521 w 1877718"/>
              <a:gd name="connsiteY8-54" fmla="*/ 865273 h 1877717"/>
              <a:gd name="connsiteX0-55" fmla="*/ 35521 w 1877718"/>
              <a:gd name="connsiteY0-56" fmla="*/ 865273 h 1877717"/>
              <a:gd name="connsiteX1-57" fmla="*/ 865299 w 1877718"/>
              <a:gd name="connsiteY1-58" fmla="*/ 35495 h 1877717"/>
              <a:gd name="connsiteX2-59" fmla="*/ 1026916 w 1877718"/>
              <a:gd name="connsiteY2-60" fmla="*/ 35520 h 1877717"/>
              <a:gd name="connsiteX3-61" fmla="*/ 1856694 w 1877718"/>
              <a:gd name="connsiteY3-62" fmla="*/ 865298 h 1877717"/>
              <a:gd name="connsiteX4-63" fmla="*/ 1856669 w 1877718"/>
              <a:gd name="connsiteY4-64" fmla="*/ 1026916 h 1877717"/>
              <a:gd name="connsiteX5-65" fmla="*/ 1026891 w 1877718"/>
              <a:gd name="connsiteY5-66" fmla="*/ 1856693 h 1877717"/>
              <a:gd name="connsiteX6-67" fmla="*/ 865274 w 1877718"/>
              <a:gd name="connsiteY6-68" fmla="*/ 1856668 h 1877717"/>
              <a:gd name="connsiteX7-69" fmla="*/ 35496 w 1877718"/>
              <a:gd name="connsiteY7-70" fmla="*/ 1026890 h 1877717"/>
              <a:gd name="connsiteX8-71" fmla="*/ 35521 w 1877718"/>
              <a:gd name="connsiteY8-72" fmla="*/ 865273 h 1877717"/>
              <a:gd name="connsiteX0-73" fmla="*/ 35521 w 1877718"/>
              <a:gd name="connsiteY0-74" fmla="*/ 865273 h 1877717"/>
              <a:gd name="connsiteX1-75" fmla="*/ 865299 w 1877718"/>
              <a:gd name="connsiteY1-76" fmla="*/ 35495 h 1877717"/>
              <a:gd name="connsiteX2-77" fmla="*/ 1026916 w 1877718"/>
              <a:gd name="connsiteY2-78" fmla="*/ 35520 h 1877717"/>
              <a:gd name="connsiteX3-79" fmla="*/ 1856694 w 1877718"/>
              <a:gd name="connsiteY3-80" fmla="*/ 865298 h 1877717"/>
              <a:gd name="connsiteX4-81" fmla="*/ 1856669 w 1877718"/>
              <a:gd name="connsiteY4-82" fmla="*/ 1026916 h 1877717"/>
              <a:gd name="connsiteX5-83" fmla="*/ 1026891 w 1877718"/>
              <a:gd name="connsiteY5-84" fmla="*/ 1856693 h 1877717"/>
              <a:gd name="connsiteX6-85" fmla="*/ 865274 w 1877718"/>
              <a:gd name="connsiteY6-86" fmla="*/ 1856668 h 1877717"/>
              <a:gd name="connsiteX7-87" fmla="*/ 35496 w 1877718"/>
              <a:gd name="connsiteY7-88" fmla="*/ 1026890 h 1877717"/>
              <a:gd name="connsiteX8-89" fmla="*/ 35521 w 1877718"/>
              <a:gd name="connsiteY8-90" fmla="*/ 865273 h 1877717"/>
              <a:gd name="connsiteX0-91" fmla="*/ 35521 w 1877729"/>
              <a:gd name="connsiteY0-92" fmla="*/ 865273 h 1877717"/>
              <a:gd name="connsiteX1-93" fmla="*/ 865299 w 1877729"/>
              <a:gd name="connsiteY1-94" fmla="*/ 35495 h 1877717"/>
              <a:gd name="connsiteX2-95" fmla="*/ 1026916 w 1877729"/>
              <a:gd name="connsiteY2-96" fmla="*/ 35520 h 1877717"/>
              <a:gd name="connsiteX3-97" fmla="*/ 1856694 w 1877729"/>
              <a:gd name="connsiteY3-98" fmla="*/ 865298 h 1877717"/>
              <a:gd name="connsiteX4-99" fmla="*/ 1856669 w 1877729"/>
              <a:gd name="connsiteY4-100" fmla="*/ 1026916 h 1877717"/>
              <a:gd name="connsiteX5-101" fmla="*/ 1026891 w 1877729"/>
              <a:gd name="connsiteY5-102" fmla="*/ 1856693 h 1877717"/>
              <a:gd name="connsiteX6-103" fmla="*/ 865274 w 1877729"/>
              <a:gd name="connsiteY6-104" fmla="*/ 1856668 h 1877717"/>
              <a:gd name="connsiteX7-105" fmla="*/ 35496 w 1877729"/>
              <a:gd name="connsiteY7-106" fmla="*/ 1026890 h 1877717"/>
              <a:gd name="connsiteX8-107" fmla="*/ 35521 w 1877729"/>
              <a:gd name="connsiteY8-108" fmla="*/ 865273 h 1877717"/>
              <a:gd name="connsiteX0-109" fmla="*/ 35521 w 1892189"/>
              <a:gd name="connsiteY0-110" fmla="*/ 865273 h 1877717"/>
              <a:gd name="connsiteX1-111" fmla="*/ 865299 w 1892189"/>
              <a:gd name="connsiteY1-112" fmla="*/ 35495 h 1877717"/>
              <a:gd name="connsiteX2-113" fmla="*/ 1026916 w 1892189"/>
              <a:gd name="connsiteY2-114" fmla="*/ 35520 h 1877717"/>
              <a:gd name="connsiteX3-115" fmla="*/ 1856694 w 1892189"/>
              <a:gd name="connsiteY3-116" fmla="*/ 865298 h 1877717"/>
              <a:gd name="connsiteX4-117" fmla="*/ 1856669 w 1892189"/>
              <a:gd name="connsiteY4-118" fmla="*/ 1026916 h 1877717"/>
              <a:gd name="connsiteX5-119" fmla="*/ 1026891 w 1892189"/>
              <a:gd name="connsiteY5-120" fmla="*/ 1856693 h 1877717"/>
              <a:gd name="connsiteX6-121" fmla="*/ 865274 w 1892189"/>
              <a:gd name="connsiteY6-122" fmla="*/ 1856668 h 1877717"/>
              <a:gd name="connsiteX7-123" fmla="*/ 35496 w 1892189"/>
              <a:gd name="connsiteY7-124" fmla="*/ 1026890 h 1877717"/>
              <a:gd name="connsiteX8-125" fmla="*/ 35521 w 1892189"/>
              <a:gd name="connsiteY8-126" fmla="*/ 865273 h 1877717"/>
              <a:gd name="connsiteX0-127" fmla="*/ 35521 w 1892189"/>
              <a:gd name="connsiteY0-128" fmla="*/ 865273 h 1877717"/>
              <a:gd name="connsiteX1-129" fmla="*/ 865299 w 1892189"/>
              <a:gd name="connsiteY1-130" fmla="*/ 35495 h 1877717"/>
              <a:gd name="connsiteX2-131" fmla="*/ 1026916 w 1892189"/>
              <a:gd name="connsiteY2-132" fmla="*/ 35520 h 1877717"/>
              <a:gd name="connsiteX3-133" fmla="*/ 1856694 w 1892189"/>
              <a:gd name="connsiteY3-134" fmla="*/ 865298 h 1877717"/>
              <a:gd name="connsiteX4-135" fmla="*/ 1856669 w 1892189"/>
              <a:gd name="connsiteY4-136" fmla="*/ 1026916 h 1877717"/>
              <a:gd name="connsiteX5-137" fmla="*/ 1026891 w 1892189"/>
              <a:gd name="connsiteY5-138" fmla="*/ 1856693 h 1877717"/>
              <a:gd name="connsiteX6-139" fmla="*/ 865274 w 1892189"/>
              <a:gd name="connsiteY6-140" fmla="*/ 1856668 h 1877717"/>
              <a:gd name="connsiteX7-141" fmla="*/ 35496 w 1892189"/>
              <a:gd name="connsiteY7-142" fmla="*/ 1026890 h 1877717"/>
              <a:gd name="connsiteX8-143" fmla="*/ 35521 w 1892189"/>
              <a:gd name="connsiteY8-144" fmla="*/ 865273 h 1877717"/>
              <a:gd name="connsiteX0-145" fmla="*/ 35521 w 1892189"/>
              <a:gd name="connsiteY0-146" fmla="*/ 865273 h 1877717"/>
              <a:gd name="connsiteX1-147" fmla="*/ 865299 w 1892189"/>
              <a:gd name="connsiteY1-148" fmla="*/ 35495 h 1877717"/>
              <a:gd name="connsiteX2-149" fmla="*/ 1026916 w 1892189"/>
              <a:gd name="connsiteY2-150" fmla="*/ 35520 h 1877717"/>
              <a:gd name="connsiteX3-151" fmla="*/ 1856694 w 1892189"/>
              <a:gd name="connsiteY3-152" fmla="*/ 865298 h 1877717"/>
              <a:gd name="connsiteX4-153" fmla="*/ 1856669 w 1892189"/>
              <a:gd name="connsiteY4-154" fmla="*/ 1026916 h 1877717"/>
              <a:gd name="connsiteX5-155" fmla="*/ 1026891 w 1892189"/>
              <a:gd name="connsiteY5-156" fmla="*/ 1856693 h 1877717"/>
              <a:gd name="connsiteX6-157" fmla="*/ 865274 w 1892189"/>
              <a:gd name="connsiteY6-158" fmla="*/ 1856668 h 1877717"/>
              <a:gd name="connsiteX7-159" fmla="*/ 35496 w 1892189"/>
              <a:gd name="connsiteY7-160" fmla="*/ 1026890 h 1877717"/>
              <a:gd name="connsiteX8-161" fmla="*/ 35521 w 1892189"/>
              <a:gd name="connsiteY8-162" fmla="*/ 865273 h 1877717"/>
              <a:gd name="connsiteX0-163" fmla="*/ 35521 w 1892189"/>
              <a:gd name="connsiteY0-164" fmla="*/ 865273 h 1877728"/>
              <a:gd name="connsiteX1-165" fmla="*/ 865299 w 1892189"/>
              <a:gd name="connsiteY1-166" fmla="*/ 35495 h 1877728"/>
              <a:gd name="connsiteX2-167" fmla="*/ 1026916 w 1892189"/>
              <a:gd name="connsiteY2-168" fmla="*/ 35520 h 1877728"/>
              <a:gd name="connsiteX3-169" fmla="*/ 1856694 w 1892189"/>
              <a:gd name="connsiteY3-170" fmla="*/ 865298 h 1877728"/>
              <a:gd name="connsiteX4-171" fmla="*/ 1856669 w 1892189"/>
              <a:gd name="connsiteY4-172" fmla="*/ 1026916 h 1877728"/>
              <a:gd name="connsiteX5-173" fmla="*/ 1026891 w 1892189"/>
              <a:gd name="connsiteY5-174" fmla="*/ 1856693 h 1877728"/>
              <a:gd name="connsiteX6-175" fmla="*/ 865274 w 1892189"/>
              <a:gd name="connsiteY6-176" fmla="*/ 1856668 h 1877728"/>
              <a:gd name="connsiteX7-177" fmla="*/ 35496 w 1892189"/>
              <a:gd name="connsiteY7-178" fmla="*/ 1026890 h 1877728"/>
              <a:gd name="connsiteX8-179" fmla="*/ 35521 w 1892189"/>
              <a:gd name="connsiteY8-180" fmla="*/ 865273 h 1877728"/>
              <a:gd name="connsiteX0-181" fmla="*/ 35521 w 1892189"/>
              <a:gd name="connsiteY0-182" fmla="*/ 865273 h 1892188"/>
              <a:gd name="connsiteX1-183" fmla="*/ 865299 w 1892189"/>
              <a:gd name="connsiteY1-184" fmla="*/ 35495 h 1892188"/>
              <a:gd name="connsiteX2-185" fmla="*/ 1026916 w 1892189"/>
              <a:gd name="connsiteY2-186" fmla="*/ 35520 h 1892188"/>
              <a:gd name="connsiteX3-187" fmla="*/ 1856694 w 1892189"/>
              <a:gd name="connsiteY3-188" fmla="*/ 865298 h 1892188"/>
              <a:gd name="connsiteX4-189" fmla="*/ 1856669 w 1892189"/>
              <a:gd name="connsiteY4-190" fmla="*/ 1026916 h 1892188"/>
              <a:gd name="connsiteX5-191" fmla="*/ 1026891 w 1892189"/>
              <a:gd name="connsiteY5-192" fmla="*/ 1856693 h 1892188"/>
              <a:gd name="connsiteX6-193" fmla="*/ 865274 w 1892189"/>
              <a:gd name="connsiteY6-194" fmla="*/ 1856668 h 1892188"/>
              <a:gd name="connsiteX7-195" fmla="*/ 35496 w 1892189"/>
              <a:gd name="connsiteY7-196" fmla="*/ 1026890 h 1892188"/>
              <a:gd name="connsiteX8-197" fmla="*/ 35521 w 1892189"/>
              <a:gd name="connsiteY8-198" fmla="*/ 865273 h 1892188"/>
              <a:gd name="connsiteX0-199" fmla="*/ 35521 w 1892189"/>
              <a:gd name="connsiteY0-200" fmla="*/ 865273 h 1892188"/>
              <a:gd name="connsiteX1-201" fmla="*/ 865299 w 1892189"/>
              <a:gd name="connsiteY1-202" fmla="*/ 35495 h 1892188"/>
              <a:gd name="connsiteX2-203" fmla="*/ 1026916 w 1892189"/>
              <a:gd name="connsiteY2-204" fmla="*/ 35520 h 1892188"/>
              <a:gd name="connsiteX3-205" fmla="*/ 1856694 w 1892189"/>
              <a:gd name="connsiteY3-206" fmla="*/ 865298 h 1892188"/>
              <a:gd name="connsiteX4-207" fmla="*/ 1856669 w 1892189"/>
              <a:gd name="connsiteY4-208" fmla="*/ 1026916 h 1892188"/>
              <a:gd name="connsiteX5-209" fmla="*/ 1026891 w 1892189"/>
              <a:gd name="connsiteY5-210" fmla="*/ 1856693 h 1892188"/>
              <a:gd name="connsiteX6-211" fmla="*/ 865274 w 1892189"/>
              <a:gd name="connsiteY6-212" fmla="*/ 1856668 h 1892188"/>
              <a:gd name="connsiteX7-213" fmla="*/ 35496 w 1892189"/>
              <a:gd name="connsiteY7-214" fmla="*/ 1026890 h 1892188"/>
              <a:gd name="connsiteX8-215" fmla="*/ 35521 w 1892189"/>
              <a:gd name="connsiteY8-216" fmla="*/ 865273 h 1892188"/>
              <a:gd name="connsiteX0-217" fmla="*/ 35521 w 1892189"/>
              <a:gd name="connsiteY0-218" fmla="*/ 865273 h 1892188"/>
              <a:gd name="connsiteX1-219" fmla="*/ 865299 w 1892189"/>
              <a:gd name="connsiteY1-220" fmla="*/ 35495 h 1892188"/>
              <a:gd name="connsiteX2-221" fmla="*/ 1026916 w 1892189"/>
              <a:gd name="connsiteY2-222" fmla="*/ 35520 h 1892188"/>
              <a:gd name="connsiteX3-223" fmla="*/ 1856694 w 1892189"/>
              <a:gd name="connsiteY3-224" fmla="*/ 865298 h 1892188"/>
              <a:gd name="connsiteX4-225" fmla="*/ 1856669 w 1892189"/>
              <a:gd name="connsiteY4-226" fmla="*/ 1026916 h 1892188"/>
              <a:gd name="connsiteX5-227" fmla="*/ 1026891 w 1892189"/>
              <a:gd name="connsiteY5-228" fmla="*/ 1856693 h 1892188"/>
              <a:gd name="connsiteX6-229" fmla="*/ 865274 w 1892189"/>
              <a:gd name="connsiteY6-230" fmla="*/ 1856668 h 1892188"/>
              <a:gd name="connsiteX7-231" fmla="*/ 35496 w 1892189"/>
              <a:gd name="connsiteY7-232" fmla="*/ 1026890 h 1892188"/>
              <a:gd name="connsiteX8-233" fmla="*/ 35521 w 1892189"/>
              <a:gd name="connsiteY8-234" fmla="*/ 865273 h 1892188"/>
              <a:gd name="connsiteX0-235" fmla="*/ 35521 w 1892189"/>
              <a:gd name="connsiteY0-236" fmla="*/ 865273 h 1892188"/>
              <a:gd name="connsiteX1-237" fmla="*/ 865299 w 1892189"/>
              <a:gd name="connsiteY1-238" fmla="*/ 35495 h 1892188"/>
              <a:gd name="connsiteX2-239" fmla="*/ 1026916 w 1892189"/>
              <a:gd name="connsiteY2-240" fmla="*/ 35520 h 1892188"/>
              <a:gd name="connsiteX3-241" fmla="*/ 1856694 w 1892189"/>
              <a:gd name="connsiteY3-242" fmla="*/ 865298 h 1892188"/>
              <a:gd name="connsiteX4-243" fmla="*/ 1856669 w 1892189"/>
              <a:gd name="connsiteY4-244" fmla="*/ 1026916 h 1892188"/>
              <a:gd name="connsiteX5-245" fmla="*/ 1026891 w 1892189"/>
              <a:gd name="connsiteY5-246" fmla="*/ 1856693 h 1892188"/>
              <a:gd name="connsiteX6-247" fmla="*/ 865274 w 1892189"/>
              <a:gd name="connsiteY6-248" fmla="*/ 1856668 h 1892188"/>
              <a:gd name="connsiteX7-249" fmla="*/ 35496 w 1892189"/>
              <a:gd name="connsiteY7-250" fmla="*/ 1026890 h 1892188"/>
              <a:gd name="connsiteX8-251" fmla="*/ 35521 w 1892189"/>
              <a:gd name="connsiteY8-252" fmla="*/ 865273 h 189218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1892189" h="1892188">
                <a:moveTo>
                  <a:pt x="35521" y="865273"/>
                </a:moveTo>
                <a:cubicBezTo>
                  <a:pt x="35521" y="865273"/>
                  <a:pt x="865299" y="35495"/>
                  <a:pt x="865299" y="35495"/>
                </a:cubicBezTo>
                <a:cubicBezTo>
                  <a:pt x="912643" y="-11849"/>
                  <a:pt x="979572" y="-11824"/>
                  <a:pt x="1026916" y="35520"/>
                </a:cubicBezTo>
                <a:cubicBezTo>
                  <a:pt x="1026916" y="35520"/>
                  <a:pt x="1856694" y="865298"/>
                  <a:pt x="1856694" y="865298"/>
                </a:cubicBezTo>
                <a:cubicBezTo>
                  <a:pt x="1904038" y="912642"/>
                  <a:pt x="1904013" y="979572"/>
                  <a:pt x="1856669" y="1026916"/>
                </a:cubicBezTo>
                <a:cubicBezTo>
                  <a:pt x="1856669" y="1026916"/>
                  <a:pt x="1026891" y="1856693"/>
                  <a:pt x="1026891" y="1856693"/>
                </a:cubicBezTo>
                <a:cubicBezTo>
                  <a:pt x="979547" y="1904037"/>
                  <a:pt x="912618" y="1904011"/>
                  <a:pt x="865274" y="1856668"/>
                </a:cubicBezTo>
                <a:cubicBezTo>
                  <a:pt x="865274" y="1856667"/>
                  <a:pt x="35496" y="1026889"/>
                  <a:pt x="35496" y="1026890"/>
                </a:cubicBezTo>
                <a:cubicBezTo>
                  <a:pt x="-11848" y="979545"/>
                  <a:pt x="-11823" y="912617"/>
                  <a:pt x="35521" y="865273"/>
                </a:cubicBezTo>
                <a:close/>
              </a:path>
            </a:pathLst>
          </a:custGeom>
          <a:solidFill>
            <a:schemeClr val="accent1">
              <a:lumMod val="40000"/>
              <a:lumOff val="60000"/>
              <a:alpha val="26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zh-CN" altLang="en-US">
              <a:sym typeface="+mn-ea"/>
            </a:endParaRPr>
          </a:p>
        </p:txBody>
      </p:sp>
      <p:cxnSp>
        <p:nvCxnSpPr>
          <p:cNvPr id="73" name="直接连接符 72"/>
          <p:cNvCxnSpPr/>
          <p:nvPr>
            <p:custDataLst>
              <p:tags r:id="rId7"/>
            </p:custDataLst>
          </p:nvPr>
        </p:nvCxnSpPr>
        <p:spPr>
          <a:xfrm>
            <a:off x="608965" y="1818640"/>
            <a:ext cx="3843655" cy="0"/>
          </a:xfrm>
          <a:prstGeom prst="line">
            <a:avLst/>
          </a:prstGeom>
          <a:ln w="9525" cap="rnd">
            <a:solidFill>
              <a:schemeClr val="accent1">
                <a:alpha val="35000"/>
              </a:schemeClr>
            </a:solidFill>
            <a:round/>
          </a:ln>
        </p:spPr>
        <p:style>
          <a:lnRef idx="3">
            <a:schemeClr val="accent1"/>
          </a:lnRef>
          <a:fillRef idx="0">
            <a:srgbClr val="FFFFFF"/>
          </a:fillRef>
          <a:effectRef idx="0">
            <a:srgbClr val="FFFFFF"/>
          </a:effectRef>
          <a:fontRef idx="minor">
            <a:schemeClr val="tx1"/>
          </a:fontRef>
        </p:style>
      </p:cxnSp>
      <p:cxnSp>
        <p:nvCxnSpPr>
          <p:cNvPr id="74" name="直接连接符 73"/>
          <p:cNvCxnSpPr/>
          <p:nvPr>
            <p:custDataLst>
              <p:tags r:id="rId8"/>
            </p:custDataLst>
          </p:nvPr>
        </p:nvCxnSpPr>
        <p:spPr>
          <a:xfrm>
            <a:off x="2518410" y="1924685"/>
            <a:ext cx="7999095" cy="6350"/>
          </a:xfrm>
          <a:prstGeom prst="line">
            <a:avLst/>
          </a:prstGeom>
          <a:ln w="9525" cap="rnd">
            <a:solidFill>
              <a:schemeClr val="accent1">
                <a:alpha val="35000"/>
              </a:schemeClr>
            </a:solidFill>
            <a:round/>
          </a:ln>
        </p:spPr>
        <p:style>
          <a:lnRef idx="2">
            <a:schemeClr val="accent1"/>
          </a:lnRef>
          <a:fillRef idx="0">
            <a:srgbClr val="FFFFFF"/>
          </a:fillRef>
          <a:effectRef idx="0">
            <a:srgbClr val="FFFFFF"/>
          </a:effectRef>
          <a:fontRef idx="minor">
            <a:schemeClr val="tx1"/>
          </a:fontRef>
        </p:style>
      </p:cxnSp>
      <p:sp>
        <p:nvSpPr>
          <p:cNvPr id="5" name="任意多边形: 形状 1397"/>
          <p:cNvSpPr/>
          <p:nvPr>
            <p:custDataLst>
              <p:tags r:id="rId9"/>
            </p:custDataLst>
          </p:nvPr>
        </p:nvSpPr>
        <p:spPr>
          <a:xfrm>
            <a:off x="10650855" y="1641475"/>
            <a:ext cx="631190" cy="631190"/>
          </a:xfrm>
          <a:custGeom>
            <a:avLst/>
            <a:gdLst>
              <a:gd name="connsiteX0" fmla="*/ 35521 w 1877718"/>
              <a:gd name="connsiteY0" fmla="*/ 850803 h 1863247"/>
              <a:gd name="connsiteX1" fmla="*/ 865299 w 1877718"/>
              <a:gd name="connsiteY1" fmla="*/ 21025 h 1863247"/>
              <a:gd name="connsiteX2" fmla="*/ 1026916 w 1877718"/>
              <a:gd name="connsiteY2" fmla="*/ 21050 h 1863247"/>
              <a:gd name="connsiteX3" fmla="*/ 1856694 w 1877718"/>
              <a:gd name="connsiteY3" fmla="*/ 850828 h 1863247"/>
              <a:gd name="connsiteX4" fmla="*/ 1856669 w 1877718"/>
              <a:gd name="connsiteY4" fmla="*/ 1012446 h 1863247"/>
              <a:gd name="connsiteX5" fmla="*/ 1026891 w 1877718"/>
              <a:gd name="connsiteY5" fmla="*/ 1842223 h 1863247"/>
              <a:gd name="connsiteX6" fmla="*/ 865274 w 1877718"/>
              <a:gd name="connsiteY6" fmla="*/ 1842198 h 1863247"/>
              <a:gd name="connsiteX7" fmla="*/ 35496 w 1877718"/>
              <a:gd name="connsiteY7" fmla="*/ 1012420 h 1863247"/>
              <a:gd name="connsiteX8" fmla="*/ 35521 w 1877718"/>
              <a:gd name="connsiteY8" fmla="*/ 850803 h 1863247"/>
              <a:gd name="connsiteX0-1" fmla="*/ 35521 w 1877718"/>
              <a:gd name="connsiteY0-2" fmla="*/ 850803 h 1863247"/>
              <a:gd name="connsiteX1-3" fmla="*/ 865299 w 1877718"/>
              <a:gd name="connsiteY1-4" fmla="*/ 21025 h 1863247"/>
              <a:gd name="connsiteX2-5" fmla="*/ 1026916 w 1877718"/>
              <a:gd name="connsiteY2-6" fmla="*/ 21050 h 1863247"/>
              <a:gd name="connsiteX3-7" fmla="*/ 1856694 w 1877718"/>
              <a:gd name="connsiteY3-8" fmla="*/ 850828 h 1863247"/>
              <a:gd name="connsiteX4-9" fmla="*/ 1856669 w 1877718"/>
              <a:gd name="connsiteY4-10" fmla="*/ 1012446 h 1863247"/>
              <a:gd name="connsiteX5-11" fmla="*/ 1026891 w 1877718"/>
              <a:gd name="connsiteY5-12" fmla="*/ 1842223 h 1863247"/>
              <a:gd name="connsiteX6-13" fmla="*/ 865274 w 1877718"/>
              <a:gd name="connsiteY6-14" fmla="*/ 1842198 h 1863247"/>
              <a:gd name="connsiteX7-15" fmla="*/ 35496 w 1877718"/>
              <a:gd name="connsiteY7-16" fmla="*/ 1012420 h 1863247"/>
              <a:gd name="connsiteX8-17" fmla="*/ 35521 w 1877718"/>
              <a:gd name="connsiteY8-18" fmla="*/ 850803 h 1863247"/>
              <a:gd name="connsiteX0-19" fmla="*/ 35521 w 1877718"/>
              <a:gd name="connsiteY0-20" fmla="*/ 850813 h 1863257"/>
              <a:gd name="connsiteX1-21" fmla="*/ 865299 w 1877718"/>
              <a:gd name="connsiteY1-22" fmla="*/ 21035 h 1863257"/>
              <a:gd name="connsiteX2-23" fmla="*/ 1026916 w 1877718"/>
              <a:gd name="connsiteY2-24" fmla="*/ 21060 h 1863257"/>
              <a:gd name="connsiteX3-25" fmla="*/ 1856694 w 1877718"/>
              <a:gd name="connsiteY3-26" fmla="*/ 850838 h 1863257"/>
              <a:gd name="connsiteX4-27" fmla="*/ 1856669 w 1877718"/>
              <a:gd name="connsiteY4-28" fmla="*/ 1012456 h 1863257"/>
              <a:gd name="connsiteX5-29" fmla="*/ 1026891 w 1877718"/>
              <a:gd name="connsiteY5-30" fmla="*/ 1842233 h 1863257"/>
              <a:gd name="connsiteX6-31" fmla="*/ 865274 w 1877718"/>
              <a:gd name="connsiteY6-32" fmla="*/ 1842208 h 1863257"/>
              <a:gd name="connsiteX7-33" fmla="*/ 35496 w 1877718"/>
              <a:gd name="connsiteY7-34" fmla="*/ 1012430 h 1863257"/>
              <a:gd name="connsiteX8-35" fmla="*/ 35521 w 1877718"/>
              <a:gd name="connsiteY8-36" fmla="*/ 850813 h 1863257"/>
              <a:gd name="connsiteX0-37" fmla="*/ 35521 w 1877718"/>
              <a:gd name="connsiteY0-38" fmla="*/ 865273 h 1877717"/>
              <a:gd name="connsiteX1-39" fmla="*/ 865299 w 1877718"/>
              <a:gd name="connsiteY1-40" fmla="*/ 35495 h 1877717"/>
              <a:gd name="connsiteX2-41" fmla="*/ 1026916 w 1877718"/>
              <a:gd name="connsiteY2-42" fmla="*/ 35520 h 1877717"/>
              <a:gd name="connsiteX3-43" fmla="*/ 1856694 w 1877718"/>
              <a:gd name="connsiteY3-44" fmla="*/ 865298 h 1877717"/>
              <a:gd name="connsiteX4-45" fmla="*/ 1856669 w 1877718"/>
              <a:gd name="connsiteY4-46" fmla="*/ 1026916 h 1877717"/>
              <a:gd name="connsiteX5-47" fmla="*/ 1026891 w 1877718"/>
              <a:gd name="connsiteY5-48" fmla="*/ 1856693 h 1877717"/>
              <a:gd name="connsiteX6-49" fmla="*/ 865274 w 1877718"/>
              <a:gd name="connsiteY6-50" fmla="*/ 1856668 h 1877717"/>
              <a:gd name="connsiteX7-51" fmla="*/ 35496 w 1877718"/>
              <a:gd name="connsiteY7-52" fmla="*/ 1026890 h 1877717"/>
              <a:gd name="connsiteX8-53" fmla="*/ 35521 w 1877718"/>
              <a:gd name="connsiteY8-54" fmla="*/ 865273 h 1877717"/>
              <a:gd name="connsiteX0-55" fmla="*/ 35521 w 1877718"/>
              <a:gd name="connsiteY0-56" fmla="*/ 865273 h 1877717"/>
              <a:gd name="connsiteX1-57" fmla="*/ 865299 w 1877718"/>
              <a:gd name="connsiteY1-58" fmla="*/ 35495 h 1877717"/>
              <a:gd name="connsiteX2-59" fmla="*/ 1026916 w 1877718"/>
              <a:gd name="connsiteY2-60" fmla="*/ 35520 h 1877717"/>
              <a:gd name="connsiteX3-61" fmla="*/ 1856694 w 1877718"/>
              <a:gd name="connsiteY3-62" fmla="*/ 865298 h 1877717"/>
              <a:gd name="connsiteX4-63" fmla="*/ 1856669 w 1877718"/>
              <a:gd name="connsiteY4-64" fmla="*/ 1026916 h 1877717"/>
              <a:gd name="connsiteX5-65" fmla="*/ 1026891 w 1877718"/>
              <a:gd name="connsiteY5-66" fmla="*/ 1856693 h 1877717"/>
              <a:gd name="connsiteX6-67" fmla="*/ 865274 w 1877718"/>
              <a:gd name="connsiteY6-68" fmla="*/ 1856668 h 1877717"/>
              <a:gd name="connsiteX7-69" fmla="*/ 35496 w 1877718"/>
              <a:gd name="connsiteY7-70" fmla="*/ 1026890 h 1877717"/>
              <a:gd name="connsiteX8-71" fmla="*/ 35521 w 1877718"/>
              <a:gd name="connsiteY8-72" fmla="*/ 865273 h 1877717"/>
              <a:gd name="connsiteX0-73" fmla="*/ 35521 w 1877718"/>
              <a:gd name="connsiteY0-74" fmla="*/ 865273 h 1877717"/>
              <a:gd name="connsiteX1-75" fmla="*/ 865299 w 1877718"/>
              <a:gd name="connsiteY1-76" fmla="*/ 35495 h 1877717"/>
              <a:gd name="connsiteX2-77" fmla="*/ 1026916 w 1877718"/>
              <a:gd name="connsiteY2-78" fmla="*/ 35520 h 1877717"/>
              <a:gd name="connsiteX3-79" fmla="*/ 1856694 w 1877718"/>
              <a:gd name="connsiteY3-80" fmla="*/ 865298 h 1877717"/>
              <a:gd name="connsiteX4-81" fmla="*/ 1856669 w 1877718"/>
              <a:gd name="connsiteY4-82" fmla="*/ 1026916 h 1877717"/>
              <a:gd name="connsiteX5-83" fmla="*/ 1026891 w 1877718"/>
              <a:gd name="connsiteY5-84" fmla="*/ 1856693 h 1877717"/>
              <a:gd name="connsiteX6-85" fmla="*/ 865274 w 1877718"/>
              <a:gd name="connsiteY6-86" fmla="*/ 1856668 h 1877717"/>
              <a:gd name="connsiteX7-87" fmla="*/ 35496 w 1877718"/>
              <a:gd name="connsiteY7-88" fmla="*/ 1026890 h 1877717"/>
              <a:gd name="connsiteX8-89" fmla="*/ 35521 w 1877718"/>
              <a:gd name="connsiteY8-90" fmla="*/ 865273 h 1877717"/>
              <a:gd name="connsiteX0-91" fmla="*/ 35521 w 1877729"/>
              <a:gd name="connsiteY0-92" fmla="*/ 865273 h 1877717"/>
              <a:gd name="connsiteX1-93" fmla="*/ 865299 w 1877729"/>
              <a:gd name="connsiteY1-94" fmla="*/ 35495 h 1877717"/>
              <a:gd name="connsiteX2-95" fmla="*/ 1026916 w 1877729"/>
              <a:gd name="connsiteY2-96" fmla="*/ 35520 h 1877717"/>
              <a:gd name="connsiteX3-97" fmla="*/ 1856694 w 1877729"/>
              <a:gd name="connsiteY3-98" fmla="*/ 865298 h 1877717"/>
              <a:gd name="connsiteX4-99" fmla="*/ 1856669 w 1877729"/>
              <a:gd name="connsiteY4-100" fmla="*/ 1026916 h 1877717"/>
              <a:gd name="connsiteX5-101" fmla="*/ 1026891 w 1877729"/>
              <a:gd name="connsiteY5-102" fmla="*/ 1856693 h 1877717"/>
              <a:gd name="connsiteX6-103" fmla="*/ 865274 w 1877729"/>
              <a:gd name="connsiteY6-104" fmla="*/ 1856668 h 1877717"/>
              <a:gd name="connsiteX7-105" fmla="*/ 35496 w 1877729"/>
              <a:gd name="connsiteY7-106" fmla="*/ 1026890 h 1877717"/>
              <a:gd name="connsiteX8-107" fmla="*/ 35521 w 1877729"/>
              <a:gd name="connsiteY8-108" fmla="*/ 865273 h 1877717"/>
              <a:gd name="connsiteX0-109" fmla="*/ 35521 w 1892189"/>
              <a:gd name="connsiteY0-110" fmla="*/ 865273 h 1877717"/>
              <a:gd name="connsiteX1-111" fmla="*/ 865299 w 1892189"/>
              <a:gd name="connsiteY1-112" fmla="*/ 35495 h 1877717"/>
              <a:gd name="connsiteX2-113" fmla="*/ 1026916 w 1892189"/>
              <a:gd name="connsiteY2-114" fmla="*/ 35520 h 1877717"/>
              <a:gd name="connsiteX3-115" fmla="*/ 1856694 w 1892189"/>
              <a:gd name="connsiteY3-116" fmla="*/ 865298 h 1877717"/>
              <a:gd name="connsiteX4-117" fmla="*/ 1856669 w 1892189"/>
              <a:gd name="connsiteY4-118" fmla="*/ 1026916 h 1877717"/>
              <a:gd name="connsiteX5-119" fmla="*/ 1026891 w 1892189"/>
              <a:gd name="connsiteY5-120" fmla="*/ 1856693 h 1877717"/>
              <a:gd name="connsiteX6-121" fmla="*/ 865274 w 1892189"/>
              <a:gd name="connsiteY6-122" fmla="*/ 1856668 h 1877717"/>
              <a:gd name="connsiteX7-123" fmla="*/ 35496 w 1892189"/>
              <a:gd name="connsiteY7-124" fmla="*/ 1026890 h 1877717"/>
              <a:gd name="connsiteX8-125" fmla="*/ 35521 w 1892189"/>
              <a:gd name="connsiteY8-126" fmla="*/ 865273 h 1877717"/>
              <a:gd name="connsiteX0-127" fmla="*/ 35521 w 1892189"/>
              <a:gd name="connsiteY0-128" fmla="*/ 865273 h 1877717"/>
              <a:gd name="connsiteX1-129" fmla="*/ 865299 w 1892189"/>
              <a:gd name="connsiteY1-130" fmla="*/ 35495 h 1877717"/>
              <a:gd name="connsiteX2-131" fmla="*/ 1026916 w 1892189"/>
              <a:gd name="connsiteY2-132" fmla="*/ 35520 h 1877717"/>
              <a:gd name="connsiteX3-133" fmla="*/ 1856694 w 1892189"/>
              <a:gd name="connsiteY3-134" fmla="*/ 865298 h 1877717"/>
              <a:gd name="connsiteX4-135" fmla="*/ 1856669 w 1892189"/>
              <a:gd name="connsiteY4-136" fmla="*/ 1026916 h 1877717"/>
              <a:gd name="connsiteX5-137" fmla="*/ 1026891 w 1892189"/>
              <a:gd name="connsiteY5-138" fmla="*/ 1856693 h 1877717"/>
              <a:gd name="connsiteX6-139" fmla="*/ 865274 w 1892189"/>
              <a:gd name="connsiteY6-140" fmla="*/ 1856668 h 1877717"/>
              <a:gd name="connsiteX7-141" fmla="*/ 35496 w 1892189"/>
              <a:gd name="connsiteY7-142" fmla="*/ 1026890 h 1877717"/>
              <a:gd name="connsiteX8-143" fmla="*/ 35521 w 1892189"/>
              <a:gd name="connsiteY8-144" fmla="*/ 865273 h 1877717"/>
              <a:gd name="connsiteX0-145" fmla="*/ 35521 w 1892189"/>
              <a:gd name="connsiteY0-146" fmla="*/ 865273 h 1877717"/>
              <a:gd name="connsiteX1-147" fmla="*/ 865299 w 1892189"/>
              <a:gd name="connsiteY1-148" fmla="*/ 35495 h 1877717"/>
              <a:gd name="connsiteX2-149" fmla="*/ 1026916 w 1892189"/>
              <a:gd name="connsiteY2-150" fmla="*/ 35520 h 1877717"/>
              <a:gd name="connsiteX3-151" fmla="*/ 1856694 w 1892189"/>
              <a:gd name="connsiteY3-152" fmla="*/ 865298 h 1877717"/>
              <a:gd name="connsiteX4-153" fmla="*/ 1856669 w 1892189"/>
              <a:gd name="connsiteY4-154" fmla="*/ 1026916 h 1877717"/>
              <a:gd name="connsiteX5-155" fmla="*/ 1026891 w 1892189"/>
              <a:gd name="connsiteY5-156" fmla="*/ 1856693 h 1877717"/>
              <a:gd name="connsiteX6-157" fmla="*/ 865274 w 1892189"/>
              <a:gd name="connsiteY6-158" fmla="*/ 1856668 h 1877717"/>
              <a:gd name="connsiteX7-159" fmla="*/ 35496 w 1892189"/>
              <a:gd name="connsiteY7-160" fmla="*/ 1026890 h 1877717"/>
              <a:gd name="connsiteX8-161" fmla="*/ 35521 w 1892189"/>
              <a:gd name="connsiteY8-162" fmla="*/ 865273 h 1877717"/>
              <a:gd name="connsiteX0-163" fmla="*/ 35521 w 1892189"/>
              <a:gd name="connsiteY0-164" fmla="*/ 865273 h 1877728"/>
              <a:gd name="connsiteX1-165" fmla="*/ 865299 w 1892189"/>
              <a:gd name="connsiteY1-166" fmla="*/ 35495 h 1877728"/>
              <a:gd name="connsiteX2-167" fmla="*/ 1026916 w 1892189"/>
              <a:gd name="connsiteY2-168" fmla="*/ 35520 h 1877728"/>
              <a:gd name="connsiteX3-169" fmla="*/ 1856694 w 1892189"/>
              <a:gd name="connsiteY3-170" fmla="*/ 865298 h 1877728"/>
              <a:gd name="connsiteX4-171" fmla="*/ 1856669 w 1892189"/>
              <a:gd name="connsiteY4-172" fmla="*/ 1026916 h 1877728"/>
              <a:gd name="connsiteX5-173" fmla="*/ 1026891 w 1892189"/>
              <a:gd name="connsiteY5-174" fmla="*/ 1856693 h 1877728"/>
              <a:gd name="connsiteX6-175" fmla="*/ 865274 w 1892189"/>
              <a:gd name="connsiteY6-176" fmla="*/ 1856668 h 1877728"/>
              <a:gd name="connsiteX7-177" fmla="*/ 35496 w 1892189"/>
              <a:gd name="connsiteY7-178" fmla="*/ 1026890 h 1877728"/>
              <a:gd name="connsiteX8-179" fmla="*/ 35521 w 1892189"/>
              <a:gd name="connsiteY8-180" fmla="*/ 865273 h 1877728"/>
              <a:gd name="connsiteX0-181" fmla="*/ 35521 w 1892189"/>
              <a:gd name="connsiteY0-182" fmla="*/ 865273 h 1892188"/>
              <a:gd name="connsiteX1-183" fmla="*/ 865299 w 1892189"/>
              <a:gd name="connsiteY1-184" fmla="*/ 35495 h 1892188"/>
              <a:gd name="connsiteX2-185" fmla="*/ 1026916 w 1892189"/>
              <a:gd name="connsiteY2-186" fmla="*/ 35520 h 1892188"/>
              <a:gd name="connsiteX3-187" fmla="*/ 1856694 w 1892189"/>
              <a:gd name="connsiteY3-188" fmla="*/ 865298 h 1892188"/>
              <a:gd name="connsiteX4-189" fmla="*/ 1856669 w 1892189"/>
              <a:gd name="connsiteY4-190" fmla="*/ 1026916 h 1892188"/>
              <a:gd name="connsiteX5-191" fmla="*/ 1026891 w 1892189"/>
              <a:gd name="connsiteY5-192" fmla="*/ 1856693 h 1892188"/>
              <a:gd name="connsiteX6-193" fmla="*/ 865274 w 1892189"/>
              <a:gd name="connsiteY6-194" fmla="*/ 1856668 h 1892188"/>
              <a:gd name="connsiteX7-195" fmla="*/ 35496 w 1892189"/>
              <a:gd name="connsiteY7-196" fmla="*/ 1026890 h 1892188"/>
              <a:gd name="connsiteX8-197" fmla="*/ 35521 w 1892189"/>
              <a:gd name="connsiteY8-198" fmla="*/ 865273 h 1892188"/>
              <a:gd name="connsiteX0-199" fmla="*/ 35521 w 1892189"/>
              <a:gd name="connsiteY0-200" fmla="*/ 865273 h 1892188"/>
              <a:gd name="connsiteX1-201" fmla="*/ 865299 w 1892189"/>
              <a:gd name="connsiteY1-202" fmla="*/ 35495 h 1892188"/>
              <a:gd name="connsiteX2-203" fmla="*/ 1026916 w 1892189"/>
              <a:gd name="connsiteY2-204" fmla="*/ 35520 h 1892188"/>
              <a:gd name="connsiteX3-205" fmla="*/ 1856694 w 1892189"/>
              <a:gd name="connsiteY3-206" fmla="*/ 865298 h 1892188"/>
              <a:gd name="connsiteX4-207" fmla="*/ 1856669 w 1892189"/>
              <a:gd name="connsiteY4-208" fmla="*/ 1026916 h 1892188"/>
              <a:gd name="connsiteX5-209" fmla="*/ 1026891 w 1892189"/>
              <a:gd name="connsiteY5-210" fmla="*/ 1856693 h 1892188"/>
              <a:gd name="connsiteX6-211" fmla="*/ 865274 w 1892189"/>
              <a:gd name="connsiteY6-212" fmla="*/ 1856668 h 1892188"/>
              <a:gd name="connsiteX7-213" fmla="*/ 35496 w 1892189"/>
              <a:gd name="connsiteY7-214" fmla="*/ 1026890 h 1892188"/>
              <a:gd name="connsiteX8-215" fmla="*/ 35521 w 1892189"/>
              <a:gd name="connsiteY8-216" fmla="*/ 865273 h 1892188"/>
              <a:gd name="connsiteX0-217" fmla="*/ 35521 w 1892189"/>
              <a:gd name="connsiteY0-218" fmla="*/ 865273 h 1892188"/>
              <a:gd name="connsiteX1-219" fmla="*/ 865299 w 1892189"/>
              <a:gd name="connsiteY1-220" fmla="*/ 35495 h 1892188"/>
              <a:gd name="connsiteX2-221" fmla="*/ 1026916 w 1892189"/>
              <a:gd name="connsiteY2-222" fmla="*/ 35520 h 1892188"/>
              <a:gd name="connsiteX3-223" fmla="*/ 1856694 w 1892189"/>
              <a:gd name="connsiteY3-224" fmla="*/ 865298 h 1892188"/>
              <a:gd name="connsiteX4-225" fmla="*/ 1856669 w 1892189"/>
              <a:gd name="connsiteY4-226" fmla="*/ 1026916 h 1892188"/>
              <a:gd name="connsiteX5-227" fmla="*/ 1026891 w 1892189"/>
              <a:gd name="connsiteY5-228" fmla="*/ 1856693 h 1892188"/>
              <a:gd name="connsiteX6-229" fmla="*/ 865274 w 1892189"/>
              <a:gd name="connsiteY6-230" fmla="*/ 1856668 h 1892188"/>
              <a:gd name="connsiteX7-231" fmla="*/ 35496 w 1892189"/>
              <a:gd name="connsiteY7-232" fmla="*/ 1026890 h 1892188"/>
              <a:gd name="connsiteX8-233" fmla="*/ 35521 w 1892189"/>
              <a:gd name="connsiteY8-234" fmla="*/ 865273 h 1892188"/>
              <a:gd name="connsiteX0-235" fmla="*/ 35521 w 1892189"/>
              <a:gd name="connsiteY0-236" fmla="*/ 865273 h 1892188"/>
              <a:gd name="connsiteX1-237" fmla="*/ 865299 w 1892189"/>
              <a:gd name="connsiteY1-238" fmla="*/ 35495 h 1892188"/>
              <a:gd name="connsiteX2-239" fmla="*/ 1026916 w 1892189"/>
              <a:gd name="connsiteY2-240" fmla="*/ 35520 h 1892188"/>
              <a:gd name="connsiteX3-241" fmla="*/ 1856694 w 1892189"/>
              <a:gd name="connsiteY3-242" fmla="*/ 865298 h 1892188"/>
              <a:gd name="connsiteX4-243" fmla="*/ 1856669 w 1892189"/>
              <a:gd name="connsiteY4-244" fmla="*/ 1026916 h 1892188"/>
              <a:gd name="connsiteX5-245" fmla="*/ 1026891 w 1892189"/>
              <a:gd name="connsiteY5-246" fmla="*/ 1856693 h 1892188"/>
              <a:gd name="connsiteX6-247" fmla="*/ 865274 w 1892189"/>
              <a:gd name="connsiteY6-248" fmla="*/ 1856668 h 1892188"/>
              <a:gd name="connsiteX7-249" fmla="*/ 35496 w 1892189"/>
              <a:gd name="connsiteY7-250" fmla="*/ 1026890 h 1892188"/>
              <a:gd name="connsiteX8-251" fmla="*/ 35521 w 1892189"/>
              <a:gd name="connsiteY8-252" fmla="*/ 865273 h 189218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1892189" h="1892188">
                <a:moveTo>
                  <a:pt x="35521" y="865273"/>
                </a:moveTo>
                <a:cubicBezTo>
                  <a:pt x="35521" y="865273"/>
                  <a:pt x="865299" y="35495"/>
                  <a:pt x="865299" y="35495"/>
                </a:cubicBezTo>
                <a:cubicBezTo>
                  <a:pt x="912643" y="-11849"/>
                  <a:pt x="979572" y="-11824"/>
                  <a:pt x="1026916" y="35520"/>
                </a:cubicBezTo>
                <a:cubicBezTo>
                  <a:pt x="1026916" y="35520"/>
                  <a:pt x="1856694" y="865298"/>
                  <a:pt x="1856694" y="865298"/>
                </a:cubicBezTo>
                <a:cubicBezTo>
                  <a:pt x="1904038" y="912642"/>
                  <a:pt x="1904013" y="979572"/>
                  <a:pt x="1856669" y="1026916"/>
                </a:cubicBezTo>
                <a:cubicBezTo>
                  <a:pt x="1856669" y="1026916"/>
                  <a:pt x="1026891" y="1856693"/>
                  <a:pt x="1026891" y="1856693"/>
                </a:cubicBezTo>
                <a:cubicBezTo>
                  <a:pt x="979547" y="1904037"/>
                  <a:pt x="912618" y="1904011"/>
                  <a:pt x="865274" y="1856668"/>
                </a:cubicBezTo>
                <a:cubicBezTo>
                  <a:pt x="865274" y="1856667"/>
                  <a:pt x="35496" y="1026889"/>
                  <a:pt x="35496" y="1026890"/>
                </a:cubicBezTo>
                <a:cubicBezTo>
                  <a:pt x="-11848" y="979545"/>
                  <a:pt x="-11823" y="912617"/>
                  <a:pt x="35521" y="865273"/>
                </a:cubicBezTo>
                <a:close/>
              </a:path>
            </a:pathLst>
          </a:custGeom>
          <a:solidFill>
            <a:schemeClr val="accent1">
              <a:alpha val="2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6" name="任意多边形: 形状 1397"/>
          <p:cNvSpPr/>
          <p:nvPr>
            <p:custDataLst>
              <p:tags r:id="rId10"/>
            </p:custDataLst>
          </p:nvPr>
        </p:nvSpPr>
        <p:spPr>
          <a:xfrm>
            <a:off x="11108055" y="1759585"/>
            <a:ext cx="395605" cy="395605"/>
          </a:xfrm>
          <a:custGeom>
            <a:avLst/>
            <a:gdLst>
              <a:gd name="connsiteX0" fmla="*/ 35521 w 1877718"/>
              <a:gd name="connsiteY0" fmla="*/ 850803 h 1863247"/>
              <a:gd name="connsiteX1" fmla="*/ 865299 w 1877718"/>
              <a:gd name="connsiteY1" fmla="*/ 21025 h 1863247"/>
              <a:gd name="connsiteX2" fmla="*/ 1026916 w 1877718"/>
              <a:gd name="connsiteY2" fmla="*/ 21050 h 1863247"/>
              <a:gd name="connsiteX3" fmla="*/ 1856694 w 1877718"/>
              <a:gd name="connsiteY3" fmla="*/ 850828 h 1863247"/>
              <a:gd name="connsiteX4" fmla="*/ 1856669 w 1877718"/>
              <a:gd name="connsiteY4" fmla="*/ 1012446 h 1863247"/>
              <a:gd name="connsiteX5" fmla="*/ 1026891 w 1877718"/>
              <a:gd name="connsiteY5" fmla="*/ 1842223 h 1863247"/>
              <a:gd name="connsiteX6" fmla="*/ 865274 w 1877718"/>
              <a:gd name="connsiteY6" fmla="*/ 1842198 h 1863247"/>
              <a:gd name="connsiteX7" fmla="*/ 35496 w 1877718"/>
              <a:gd name="connsiteY7" fmla="*/ 1012420 h 1863247"/>
              <a:gd name="connsiteX8" fmla="*/ 35521 w 1877718"/>
              <a:gd name="connsiteY8" fmla="*/ 850803 h 1863247"/>
              <a:gd name="connsiteX0-1" fmla="*/ 35521 w 1877718"/>
              <a:gd name="connsiteY0-2" fmla="*/ 850803 h 1863247"/>
              <a:gd name="connsiteX1-3" fmla="*/ 865299 w 1877718"/>
              <a:gd name="connsiteY1-4" fmla="*/ 21025 h 1863247"/>
              <a:gd name="connsiteX2-5" fmla="*/ 1026916 w 1877718"/>
              <a:gd name="connsiteY2-6" fmla="*/ 21050 h 1863247"/>
              <a:gd name="connsiteX3-7" fmla="*/ 1856694 w 1877718"/>
              <a:gd name="connsiteY3-8" fmla="*/ 850828 h 1863247"/>
              <a:gd name="connsiteX4-9" fmla="*/ 1856669 w 1877718"/>
              <a:gd name="connsiteY4-10" fmla="*/ 1012446 h 1863247"/>
              <a:gd name="connsiteX5-11" fmla="*/ 1026891 w 1877718"/>
              <a:gd name="connsiteY5-12" fmla="*/ 1842223 h 1863247"/>
              <a:gd name="connsiteX6-13" fmla="*/ 865274 w 1877718"/>
              <a:gd name="connsiteY6-14" fmla="*/ 1842198 h 1863247"/>
              <a:gd name="connsiteX7-15" fmla="*/ 35496 w 1877718"/>
              <a:gd name="connsiteY7-16" fmla="*/ 1012420 h 1863247"/>
              <a:gd name="connsiteX8-17" fmla="*/ 35521 w 1877718"/>
              <a:gd name="connsiteY8-18" fmla="*/ 850803 h 1863247"/>
              <a:gd name="connsiteX0-19" fmla="*/ 35521 w 1877718"/>
              <a:gd name="connsiteY0-20" fmla="*/ 850813 h 1863257"/>
              <a:gd name="connsiteX1-21" fmla="*/ 865299 w 1877718"/>
              <a:gd name="connsiteY1-22" fmla="*/ 21035 h 1863257"/>
              <a:gd name="connsiteX2-23" fmla="*/ 1026916 w 1877718"/>
              <a:gd name="connsiteY2-24" fmla="*/ 21060 h 1863257"/>
              <a:gd name="connsiteX3-25" fmla="*/ 1856694 w 1877718"/>
              <a:gd name="connsiteY3-26" fmla="*/ 850838 h 1863257"/>
              <a:gd name="connsiteX4-27" fmla="*/ 1856669 w 1877718"/>
              <a:gd name="connsiteY4-28" fmla="*/ 1012456 h 1863257"/>
              <a:gd name="connsiteX5-29" fmla="*/ 1026891 w 1877718"/>
              <a:gd name="connsiteY5-30" fmla="*/ 1842233 h 1863257"/>
              <a:gd name="connsiteX6-31" fmla="*/ 865274 w 1877718"/>
              <a:gd name="connsiteY6-32" fmla="*/ 1842208 h 1863257"/>
              <a:gd name="connsiteX7-33" fmla="*/ 35496 w 1877718"/>
              <a:gd name="connsiteY7-34" fmla="*/ 1012430 h 1863257"/>
              <a:gd name="connsiteX8-35" fmla="*/ 35521 w 1877718"/>
              <a:gd name="connsiteY8-36" fmla="*/ 850813 h 1863257"/>
              <a:gd name="connsiteX0-37" fmla="*/ 35521 w 1877718"/>
              <a:gd name="connsiteY0-38" fmla="*/ 865273 h 1877717"/>
              <a:gd name="connsiteX1-39" fmla="*/ 865299 w 1877718"/>
              <a:gd name="connsiteY1-40" fmla="*/ 35495 h 1877717"/>
              <a:gd name="connsiteX2-41" fmla="*/ 1026916 w 1877718"/>
              <a:gd name="connsiteY2-42" fmla="*/ 35520 h 1877717"/>
              <a:gd name="connsiteX3-43" fmla="*/ 1856694 w 1877718"/>
              <a:gd name="connsiteY3-44" fmla="*/ 865298 h 1877717"/>
              <a:gd name="connsiteX4-45" fmla="*/ 1856669 w 1877718"/>
              <a:gd name="connsiteY4-46" fmla="*/ 1026916 h 1877717"/>
              <a:gd name="connsiteX5-47" fmla="*/ 1026891 w 1877718"/>
              <a:gd name="connsiteY5-48" fmla="*/ 1856693 h 1877717"/>
              <a:gd name="connsiteX6-49" fmla="*/ 865274 w 1877718"/>
              <a:gd name="connsiteY6-50" fmla="*/ 1856668 h 1877717"/>
              <a:gd name="connsiteX7-51" fmla="*/ 35496 w 1877718"/>
              <a:gd name="connsiteY7-52" fmla="*/ 1026890 h 1877717"/>
              <a:gd name="connsiteX8-53" fmla="*/ 35521 w 1877718"/>
              <a:gd name="connsiteY8-54" fmla="*/ 865273 h 1877717"/>
              <a:gd name="connsiteX0-55" fmla="*/ 35521 w 1877718"/>
              <a:gd name="connsiteY0-56" fmla="*/ 865273 h 1877717"/>
              <a:gd name="connsiteX1-57" fmla="*/ 865299 w 1877718"/>
              <a:gd name="connsiteY1-58" fmla="*/ 35495 h 1877717"/>
              <a:gd name="connsiteX2-59" fmla="*/ 1026916 w 1877718"/>
              <a:gd name="connsiteY2-60" fmla="*/ 35520 h 1877717"/>
              <a:gd name="connsiteX3-61" fmla="*/ 1856694 w 1877718"/>
              <a:gd name="connsiteY3-62" fmla="*/ 865298 h 1877717"/>
              <a:gd name="connsiteX4-63" fmla="*/ 1856669 w 1877718"/>
              <a:gd name="connsiteY4-64" fmla="*/ 1026916 h 1877717"/>
              <a:gd name="connsiteX5-65" fmla="*/ 1026891 w 1877718"/>
              <a:gd name="connsiteY5-66" fmla="*/ 1856693 h 1877717"/>
              <a:gd name="connsiteX6-67" fmla="*/ 865274 w 1877718"/>
              <a:gd name="connsiteY6-68" fmla="*/ 1856668 h 1877717"/>
              <a:gd name="connsiteX7-69" fmla="*/ 35496 w 1877718"/>
              <a:gd name="connsiteY7-70" fmla="*/ 1026890 h 1877717"/>
              <a:gd name="connsiteX8-71" fmla="*/ 35521 w 1877718"/>
              <a:gd name="connsiteY8-72" fmla="*/ 865273 h 1877717"/>
              <a:gd name="connsiteX0-73" fmla="*/ 35521 w 1877718"/>
              <a:gd name="connsiteY0-74" fmla="*/ 865273 h 1877717"/>
              <a:gd name="connsiteX1-75" fmla="*/ 865299 w 1877718"/>
              <a:gd name="connsiteY1-76" fmla="*/ 35495 h 1877717"/>
              <a:gd name="connsiteX2-77" fmla="*/ 1026916 w 1877718"/>
              <a:gd name="connsiteY2-78" fmla="*/ 35520 h 1877717"/>
              <a:gd name="connsiteX3-79" fmla="*/ 1856694 w 1877718"/>
              <a:gd name="connsiteY3-80" fmla="*/ 865298 h 1877717"/>
              <a:gd name="connsiteX4-81" fmla="*/ 1856669 w 1877718"/>
              <a:gd name="connsiteY4-82" fmla="*/ 1026916 h 1877717"/>
              <a:gd name="connsiteX5-83" fmla="*/ 1026891 w 1877718"/>
              <a:gd name="connsiteY5-84" fmla="*/ 1856693 h 1877717"/>
              <a:gd name="connsiteX6-85" fmla="*/ 865274 w 1877718"/>
              <a:gd name="connsiteY6-86" fmla="*/ 1856668 h 1877717"/>
              <a:gd name="connsiteX7-87" fmla="*/ 35496 w 1877718"/>
              <a:gd name="connsiteY7-88" fmla="*/ 1026890 h 1877717"/>
              <a:gd name="connsiteX8-89" fmla="*/ 35521 w 1877718"/>
              <a:gd name="connsiteY8-90" fmla="*/ 865273 h 1877717"/>
              <a:gd name="connsiteX0-91" fmla="*/ 35521 w 1877729"/>
              <a:gd name="connsiteY0-92" fmla="*/ 865273 h 1877717"/>
              <a:gd name="connsiteX1-93" fmla="*/ 865299 w 1877729"/>
              <a:gd name="connsiteY1-94" fmla="*/ 35495 h 1877717"/>
              <a:gd name="connsiteX2-95" fmla="*/ 1026916 w 1877729"/>
              <a:gd name="connsiteY2-96" fmla="*/ 35520 h 1877717"/>
              <a:gd name="connsiteX3-97" fmla="*/ 1856694 w 1877729"/>
              <a:gd name="connsiteY3-98" fmla="*/ 865298 h 1877717"/>
              <a:gd name="connsiteX4-99" fmla="*/ 1856669 w 1877729"/>
              <a:gd name="connsiteY4-100" fmla="*/ 1026916 h 1877717"/>
              <a:gd name="connsiteX5-101" fmla="*/ 1026891 w 1877729"/>
              <a:gd name="connsiteY5-102" fmla="*/ 1856693 h 1877717"/>
              <a:gd name="connsiteX6-103" fmla="*/ 865274 w 1877729"/>
              <a:gd name="connsiteY6-104" fmla="*/ 1856668 h 1877717"/>
              <a:gd name="connsiteX7-105" fmla="*/ 35496 w 1877729"/>
              <a:gd name="connsiteY7-106" fmla="*/ 1026890 h 1877717"/>
              <a:gd name="connsiteX8-107" fmla="*/ 35521 w 1877729"/>
              <a:gd name="connsiteY8-108" fmla="*/ 865273 h 1877717"/>
              <a:gd name="connsiteX0-109" fmla="*/ 35521 w 1892189"/>
              <a:gd name="connsiteY0-110" fmla="*/ 865273 h 1877717"/>
              <a:gd name="connsiteX1-111" fmla="*/ 865299 w 1892189"/>
              <a:gd name="connsiteY1-112" fmla="*/ 35495 h 1877717"/>
              <a:gd name="connsiteX2-113" fmla="*/ 1026916 w 1892189"/>
              <a:gd name="connsiteY2-114" fmla="*/ 35520 h 1877717"/>
              <a:gd name="connsiteX3-115" fmla="*/ 1856694 w 1892189"/>
              <a:gd name="connsiteY3-116" fmla="*/ 865298 h 1877717"/>
              <a:gd name="connsiteX4-117" fmla="*/ 1856669 w 1892189"/>
              <a:gd name="connsiteY4-118" fmla="*/ 1026916 h 1877717"/>
              <a:gd name="connsiteX5-119" fmla="*/ 1026891 w 1892189"/>
              <a:gd name="connsiteY5-120" fmla="*/ 1856693 h 1877717"/>
              <a:gd name="connsiteX6-121" fmla="*/ 865274 w 1892189"/>
              <a:gd name="connsiteY6-122" fmla="*/ 1856668 h 1877717"/>
              <a:gd name="connsiteX7-123" fmla="*/ 35496 w 1892189"/>
              <a:gd name="connsiteY7-124" fmla="*/ 1026890 h 1877717"/>
              <a:gd name="connsiteX8-125" fmla="*/ 35521 w 1892189"/>
              <a:gd name="connsiteY8-126" fmla="*/ 865273 h 1877717"/>
              <a:gd name="connsiteX0-127" fmla="*/ 35521 w 1892189"/>
              <a:gd name="connsiteY0-128" fmla="*/ 865273 h 1877717"/>
              <a:gd name="connsiteX1-129" fmla="*/ 865299 w 1892189"/>
              <a:gd name="connsiteY1-130" fmla="*/ 35495 h 1877717"/>
              <a:gd name="connsiteX2-131" fmla="*/ 1026916 w 1892189"/>
              <a:gd name="connsiteY2-132" fmla="*/ 35520 h 1877717"/>
              <a:gd name="connsiteX3-133" fmla="*/ 1856694 w 1892189"/>
              <a:gd name="connsiteY3-134" fmla="*/ 865298 h 1877717"/>
              <a:gd name="connsiteX4-135" fmla="*/ 1856669 w 1892189"/>
              <a:gd name="connsiteY4-136" fmla="*/ 1026916 h 1877717"/>
              <a:gd name="connsiteX5-137" fmla="*/ 1026891 w 1892189"/>
              <a:gd name="connsiteY5-138" fmla="*/ 1856693 h 1877717"/>
              <a:gd name="connsiteX6-139" fmla="*/ 865274 w 1892189"/>
              <a:gd name="connsiteY6-140" fmla="*/ 1856668 h 1877717"/>
              <a:gd name="connsiteX7-141" fmla="*/ 35496 w 1892189"/>
              <a:gd name="connsiteY7-142" fmla="*/ 1026890 h 1877717"/>
              <a:gd name="connsiteX8-143" fmla="*/ 35521 w 1892189"/>
              <a:gd name="connsiteY8-144" fmla="*/ 865273 h 1877717"/>
              <a:gd name="connsiteX0-145" fmla="*/ 35521 w 1892189"/>
              <a:gd name="connsiteY0-146" fmla="*/ 865273 h 1877717"/>
              <a:gd name="connsiteX1-147" fmla="*/ 865299 w 1892189"/>
              <a:gd name="connsiteY1-148" fmla="*/ 35495 h 1877717"/>
              <a:gd name="connsiteX2-149" fmla="*/ 1026916 w 1892189"/>
              <a:gd name="connsiteY2-150" fmla="*/ 35520 h 1877717"/>
              <a:gd name="connsiteX3-151" fmla="*/ 1856694 w 1892189"/>
              <a:gd name="connsiteY3-152" fmla="*/ 865298 h 1877717"/>
              <a:gd name="connsiteX4-153" fmla="*/ 1856669 w 1892189"/>
              <a:gd name="connsiteY4-154" fmla="*/ 1026916 h 1877717"/>
              <a:gd name="connsiteX5-155" fmla="*/ 1026891 w 1892189"/>
              <a:gd name="connsiteY5-156" fmla="*/ 1856693 h 1877717"/>
              <a:gd name="connsiteX6-157" fmla="*/ 865274 w 1892189"/>
              <a:gd name="connsiteY6-158" fmla="*/ 1856668 h 1877717"/>
              <a:gd name="connsiteX7-159" fmla="*/ 35496 w 1892189"/>
              <a:gd name="connsiteY7-160" fmla="*/ 1026890 h 1877717"/>
              <a:gd name="connsiteX8-161" fmla="*/ 35521 w 1892189"/>
              <a:gd name="connsiteY8-162" fmla="*/ 865273 h 1877717"/>
              <a:gd name="connsiteX0-163" fmla="*/ 35521 w 1892189"/>
              <a:gd name="connsiteY0-164" fmla="*/ 865273 h 1877728"/>
              <a:gd name="connsiteX1-165" fmla="*/ 865299 w 1892189"/>
              <a:gd name="connsiteY1-166" fmla="*/ 35495 h 1877728"/>
              <a:gd name="connsiteX2-167" fmla="*/ 1026916 w 1892189"/>
              <a:gd name="connsiteY2-168" fmla="*/ 35520 h 1877728"/>
              <a:gd name="connsiteX3-169" fmla="*/ 1856694 w 1892189"/>
              <a:gd name="connsiteY3-170" fmla="*/ 865298 h 1877728"/>
              <a:gd name="connsiteX4-171" fmla="*/ 1856669 w 1892189"/>
              <a:gd name="connsiteY4-172" fmla="*/ 1026916 h 1877728"/>
              <a:gd name="connsiteX5-173" fmla="*/ 1026891 w 1892189"/>
              <a:gd name="connsiteY5-174" fmla="*/ 1856693 h 1877728"/>
              <a:gd name="connsiteX6-175" fmla="*/ 865274 w 1892189"/>
              <a:gd name="connsiteY6-176" fmla="*/ 1856668 h 1877728"/>
              <a:gd name="connsiteX7-177" fmla="*/ 35496 w 1892189"/>
              <a:gd name="connsiteY7-178" fmla="*/ 1026890 h 1877728"/>
              <a:gd name="connsiteX8-179" fmla="*/ 35521 w 1892189"/>
              <a:gd name="connsiteY8-180" fmla="*/ 865273 h 1877728"/>
              <a:gd name="connsiteX0-181" fmla="*/ 35521 w 1892189"/>
              <a:gd name="connsiteY0-182" fmla="*/ 865273 h 1892188"/>
              <a:gd name="connsiteX1-183" fmla="*/ 865299 w 1892189"/>
              <a:gd name="connsiteY1-184" fmla="*/ 35495 h 1892188"/>
              <a:gd name="connsiteX2-185" fmla="*/ 1026916 w 1892189"/>
              <a:gd name="connsiteY2-186" fmla="*/ 35520 h 1892188"/>
              <a:gd name="connsiteX3-187" fmla="*/ 1856694 w 1892189"/>
              <a:gd name="connsiteY3-188" fmla="*/ 865298 h 1892188"/>
              <a:gd name="connsiteX4-189" fmla="*/ 1856669 w 1892189"/>
              <a:gd name="connsiteY4-190" fmla="*/ 1026916 h 1892188"/>
              <a:gd name="connsiteX5-191" fmla="*/ 1026891 w 1892189"/>
              <a:gd name="connsiteY5-192" fmla="*/ 1856693 h 1892188"/>
              <a:gd name="connsiteX6-193" fmla="*/ 865274 w 1892189"/>
              <a:gd name="connsiteY6-194" fmla="*/ 1856668 h 1892188"/>
              <a:gd name="connsiteX7-195" fmla="*/ 35496 w 1892189"/>
              <a:gd name="connsiteY7-196" fmla="*/ 1026890 h 1892188"/>
              <a:gd name="connsiteX8-197" fmla="*/ 35521 w 1892189"/>
              <a:gd name="connsiteY8-198" fmla="*/ 865273 h 1892188"/>
              <a:gd name="connsiteX0-199" fmla="*/ 35521 w 1892189"/>
              <a:gd name="connsiteY0-200" fmla="*/ 865273 h 1892188"/>
              <a:gd name="connsiteX1-201" fmla="*/ 865299 w 1892189"/>
              <a:gd name="connsiteY1-202" fmla="*/ 35495 h 1892188"/>
              <a:gd name="connsiteX2-203" fmla="*/ 1026916 w 1892189"/>
              <a:gd name="connsiteY2-204" fmla="*/ 35520 h 1892188"/>
              <a:gd name="connsiteX3-205" fmla="*/ 1856694 w 1892189"/>
              <a:gd name="connsiteY3-206" fmla="*/ 865298 h 1892188"/>
              <a:gd name="connsiteX4-207" fmla="*/ 1856669 w 1892189"/>
              <a:gd name="connsiteY4-208" fmla="*/ 1026916 h 1892188"/>
              <a:gd name="connsiteX5-209" fmla="*/ 1026891 w 1892189"/>
              <a:gd name="connsiteY5-210" fmla="*/ 1856693 h 1892188"/>
              <a:gd name="connsiteX6-211" fmla="*/ 865274 w 1892189"/>
              <a:gd name="connsiteY6-212" fmla="*/ 1856668 h 1892188"/>
              <a:gd name="connsiteX7-213" fmla="*/ 35496 w 1892189"/>
              <a:gd name="connsiteY7-214" fmla="*/ 1026890 h 1892188"/>
              <a:gd name="connsiteX8-215" fmla="*/ 35521 w 1892189"/>
              <a:gd name="connsiteY8-216" fmla="*/ 865273 h 1892188"/>
              <a:gd name="connsiteX0-217" fmla="*/ 35521 w 1892189"/>
              <a:gd name="connsiteY0-218" fmla="*/ 865273 h 1892188"/>
              <a:gd name="connsiteX1-219" fmla="*/ 865299 w 1892189"/>
              <a:gd name="connsiteY1-220" fmla="*/ 35495 h 1892188"/>
              <a:gd name="connsiteX2-221" fmla="*/ 1026916 w 1892189"/>
              <a:gd name="connsiteY2-222" fmla="*/ 35520 h 1892188"/>
              <a:gd name="connsiteX3-223" fmla="*/ 1856694 w 1892189"/>
              <a:gd name="connsiteY3-224" fmla="*/ 865298 h 1892188"/>
              <a:gd name="connsiteX4-225" fmla="*/ 1856669 w 1892189"/>
              <a:gd name="connsiteY4-226" fmla="*/ 1026916 h 1892188"/>
              <a:gd name="connsiteX5-227" fmla="*/ 1026891 w 1892189"/>
              <a:gd name="connsiteY5-228" fmla="*/ 1856693 h 1892188"/>
              <a:gd name="connsiteX6-229" fmla="*/ 865274 w 1892189"/>
              <a:gd name="connsiteY6-230" fmla="*/ 1856668 h 1892188"/>
              <a:gd name="connsiteX7-231" fmla="*/ 35496 w 1892189"/>
              <a:gd name="connsiteY7-232" fmla="*/ 1026890 h 1892188"/>
              <a:gd name="connsiteX8-233" fmla="*/ 35521 w 1892189"/>
              <a:gd name="connsiteY8-234" fmla="*/ 865273 h 1892188"/>
              <a:gd name="connsiteX0-235" fmla="*/ 35521 w 1892189"/>
              <a:gd name="connsiteY0-236" fmla="*/ 865273 h 1892188"/>
              <a:gd name="connsiteX1-237" fmla="*/ 865299 w 1892189"/>
              <a:gd name="connsiteY1-238" fmla="*/ 35495 h 1892188"/>
              <a:gd name="connsiteX2-239" fmla="*/ 1026916 w 1892189"/>
              <a:gd name="connsiteY2-240" fmla="*/ 35520 h 1892188"/>
              <a:gd name="connsiteX3-241" fmla="*/ 1856694 w 1892189"/>
              <a:gd name="connsiteY3-242" fmla="*/ 865298 h 1892188"/>
              <a:gd name="connsiteX4-243" fmla="*/ 1856669 w 1892189"/>
              <a:gd name="connsiteY4-244" fmla="*/ 1026916 h 1892188"/>
              <a:gd name="connsiteX5-245" fmla="*/ 1026891 w 1892189"/>
              <a:gd name="connsiteY5-246" fmla="*/ 1856693 h 1892188"/>
              <a:gd name="connsiteX6-247" fmla="*/ 865274 w 1892189"/>
              <a:gd name="connsiteY6-248" fmla="*/ 1856668 h 1892188"/>
              <a:gd name="connsiteX7-249" fmla="*/ 35496 w 1892189"/>
              <a:gd name="connsiteY7-250" fmla="*/ 1026890 h 1892188"/>
              <a:gd name="connsiteX8-251" fmla="*/ 35521 w 1892189"/>
              <a:gd name="connsiteY8-252" fmla="*/ 865273 h 189218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1892189" h="1892188">
                <a:moveTo>
                  <a:pt x="35521" y="865273"/>
                </a:moveTo>
                <a:cubicBezTo>
                  <a:pt x="35521" y="865273"/>
                  <a:pt x="865299" y="35495"/>
                  <a:pt x="865299" y="35495"/>
                </a:cubicBezTo>
                <a:cubicBezTo>
                  <a:pt x="912643" y="-11849"/>
                  <a:pt x="979572" y="-11824"/>
                  <a:pt x="1026916" y="35520"/>
                </a:cubicBezTo>
                <a:cubicBezTo>
                  <a:pt x="1026916" y="35520"/>
                  <a:pt x="1856694" y="865298"/>
                  <a:pt x="1856694" y="865298"/>
                </a:cubicBezTo>
                <a:cubicBezTo>
                  <a:pt x="1904038" y="912642"/>
                  <a:pt x="1904013" y="979572"/>
                  <a:pt x="1856669" y="1026916"/>
                </a:cubicBezTo>
                <a:cubicBezTo>
                  <a:pt x="1856669" y="1026916"/>
                  <a:pt x="1026891" y="1856693"/>
                  <a:pt x="1026891" y="1856693"/>
                </a:cubicBezTo>
                <a:cubicBezTo>
                  <a:pt x="979547" y="1904037"/>
                  <a:pt x="912618" y="1904011"/>
                  <a:pt x="865274" y="1856668"/>
                </a:cubicBezTo>
                <a:cubicBezTo>
                  <a:pt x="865274" y="1856667"/>
                  <a:pt x="35496" y="1026889"/>
                  <a:pt x="35496" y="1026890"/>
                </a:cubicBezTo>
                <a:cubicBezTo>
                  <a:pt x="-11848" y="979545"/>
                  <a:pt x="-11823" y="912617"/>
                  <a:pt x="35521" y="865273"/>
                </a:cubicBezTo>
                <a:close/>
              </a:path>
            </a:pathLst>
          </a:custGeom>
          <a:solidFill>
            <a:schemeClr val="accent1">
              <a:lumMod val="40000"/>
              <a:lumOff val="60000"/>
              <a:alpha val="26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cxnSp>
        <p:nvCxnSpPr>
          <p:cNvPr id="2" name="直接连接符 1"/>
          <p:cNvCxnSpPr/>
          <p:nvPr>
            <p:custDataLst>
              <p:tags r:id="rId11"/>
            </p:custDataLst>
          </p:nvPr>
        </p:nvCxnSpPr>
        <p:spPr>
          <a:xfrm>
            <a:off x="740410" y="1534160"/>
            <a:ext cx="0" cy="1152525"/>
          </a:xfrm>
          <a:prstGeom prst="line">
            <a:avLst/>
          </a:prstGeom>
          <a:ln w="9525" cap="rnd">
            <a:solidFill>
              <a:schemeClr val="accent1">
                <a:alpha val="35000"/>
              </a:schemeClr>
            </a:solidFill>
            <a:round/>
          </a:ln>
        </p:spPr>
        <p:style>
          <a:lnRef idx="2">
            <a:schemeClr val="accent1"/>
          </a:lnRef>
          <a:fillRef idx="0">
            <a:srgbClr val="FFFFFF"/>
          </a:fillRef>
          <a:effectRef idx="0">
            <a:srgbClr val="FFFFFF"/>
          </a:effectRef>
          <a:fontRef idx="minor">
            <a:schemeClr val="tx1"/>
          </a:fontRef>
        </p:style>
      </p:cxnSp>
      <p:cxnSp>
        <p:nvCxnSpPr>
          <p:cNvPr id="3" name="直接连接符 2"/>
          <p:cNvCxnSpPr/>
          <p:nvPr>
            <p:custDataLst>
              <p:tags r:id="rId12"/>
            </p:custDataLst>
          </p:nvPr>
        </p:nvCxnSpPr>
        <p:spPr>
          <a:xfrm>
            <a:off x="11346815" y="5031105"/>
            <a:ext cx="0" cy="1152525"/>
          </a:xfrm>
          <a:prstGeom prst="line">
            <a:avLst/>
          </a:prstGeom>
          <a:ln w="9525" cap="rnd">
            <a:solidFill>
              <a:schemeClr val="accent1">
                <a:alpha val="35000"/>
              </a:schemeClr>
            </a:solidFill>
            <a:round/>
          </a:ln>
        </p:spPr>
        <p:style>
          <a:lnRef idx="2">
            <a:schemeClr val="accent1"/>
          </a:lnRef>
          <a:fillRef idx="0">
            <a:srgbClr val="FFFFFF"/>
          </a:fillRef>
          <a:effectRef idx="0">
            <a:srgbClr val="FFFFFF"/>
          </a:effectRef>
          <a:fontRef idx="minor">
            <a:schemeClr val="tx1"/>
          </a:fontRef>
        </p:style>
      </p:cxnSp>
      <p:sp>
        <p:nvSpPr>
          <p:cNvPr id="7" name="文本框 6"/>
          <p:cNvSpPr txBox="1"/>
          <p:nvPr>
            <p:custDataLst>
              <p:tags r:id="rId13"/>
            </p:custDataLst>
          </p:nvPr>
        </p:nvSpPr>
        <p:spPr>
          <a:xfrm>
            <a:off x="1541145" y="1791327"/>
            <a:ext cx="10015220" cy="4057023"/>
          </a:xfrm>
          <a:prstGeom prst="rect">
            <a:avLst/>
          </a:prstGeom>
          <a:noFill/>
        </p:spPr>
        <p:txBody>
          <a:bodyPr wrap="square" rtlCol="0" anchor="ctr" anchorCtr="0">
            <a:normAutofit fontScale="75000" lnSpcReduction="20000"/>
          </a:bodyPr>
          <a:lstStyle>
            <a:defPPr>
              <a:defRPr lang="zh-CN"/>
            </a:defPPr>
            <a:lvl1pPr lvl="0" indent="0" fontAlgn="auto">
              <a:lnSpc>
                <a:spcPct val="150000"/>
              </a:lnSpc>
              <a:defRPr sz="3200" kern="0">
                <a:ln>
                  <a:noFill/>
                  <a:prstDash val="sysDot"/>
                </a:ln>
                <a:solidFill>
                  <a:schemeClr val="tx1">
                    <a:lumMod val="85000"/>
                    <a:lumOff val="15000"/>
                  </a:schemeClr>
                </a:solidFill>
                <a:latin typeface="Times New Roman" panose="02020603050405020304" pitchFamily="18" charset="0"/>
              </a:defRPr>
            </a:lvl1pPr>
          </a:lstStyle>
          <a:p>
            <a:r>
              <a:rPr lang="en-US" altLang="zh-CN" dirty="0">
                <a:sym typeface="+mn-ea"/>
              </a:rPr>
              <a:t># </a:t>
            </a:r>
            <a:r>
              <a:rPr lang="zh-CN" altLang="en-US" dirty="0">
                <a:sym typeface="+mn-ea"/>
              </a:rPr>
              <a:t>可视化结果</a:t>
            </a:r>
          </a:p>
          <a:p>
            <a:r>
              <a:rPr lang="en-US" altLang="zh-CN" dirty="0" err="1">
                <a:sym typeface="+mn-ea"/>
              </a:rPr>
              <a:t>plt.scatter</a:t>
            </a:r>
            <a:r>
              <a:rPr lang="en-US" altLang="zh-CN" dirty="0">
                <a:sym typeface="+mn-ea"/>
              </a:rPr>
              <a:t>(</a:t>
            </a:r>
            <a:r>
              <a:rPr lang="zh-CN" altLang="en-US" dirty="0">
                <a:sym typeface="+mn-ea"/>
              </a:rPr>
              <a:t>面积</a:t>
            </a:r>
            <a:r>
              <a:rPr lang="en-US" altLang="zh-CN" dirty="0">
                <a:sym typeface="+mn-ea"/>
              </a:rPr>
              <a:t>, </a:t>
            </a:r>
            <a:r>
              <a:rPr lang="zh-CN" altLang="en-US" dirty="0">
                <a:sym typeface="+mn-ea"/>
              </a:rPr>
              <a:t>价格</a:t>
            </a:r>
            <a:r>
              <a:rPr lang="en-US" altLang="zh-CN" dirty="0">
                <a:sym typeface="+mn-ea"/>
              </a:rPr>
              <a:t>, color='blue', label='</a:t>
            </a:r>
            <a:r>
              <a:rPr lang="zh-CN" altLang="en-US" dirty="0">
                <a:sym typeface="+mn-ea"/>
              </a:rPr>
              <a:t>实际数据</a:t>
            </a:r>
            <a:r>
              <a:rPr lang="en-US" altLang="zh-CN" dirty="0">
                <a:sym typeface="+mn-ea"/>
              </a:rPr>
              <a:t>')</a:t>
            </a:r>
          </a:p>
          <a:p>
            <a:r>
              <a:rPr lang="en-US" altLang="zh-CN" dirty="0" err="1">
                <a:sym typeface="+mn-ea"/>
              </a:rPr>
              <a:t>plt.plot</a:t>
            </a:r>
            <a:r>
              <a:rPr lang="en-US" altLang="zh-CN" dirty="0">
                <a:sym typeface="+mn-ea"/>
              </a:rPr>
              <a:t>(</a:t>
            </a:r>
            <a:r>
              <a:rPr lang="zh-CN" altLang="en-US" dirty="0">
                <a:sym typeface="+mn-ea"/>
              </a:rPr>
              <a:t>面积</a:t>
            </a:r>
            <a:r>
              <a:rPr lang="en-US" altLang="zh-CN" dirty="0">
                <a:sym typeface="+mn-ea"/>
              </a:rPr>
              <a:t>, </a:t>
            </a:r>
            <a:r>
              <a:rPr lang="en-US" altLang="zh-CN" dirty="0" err="1">
                <a:sym typeface="+mn-ea"/>
              </a:rPr>
              <a:t>model.predict</a:t>
            </a:r>
            <a:r>
              <a:rPr lang="en-US" altLang="zh-CN" dirty="0">
                <a:sym typeface="+mn-ea"/>
              </a:rPr>
              <a:t>(</a:t>
            </a:r>
            <a:r>
              <a:rPr lang="zh-CN" altLang="en-US" dirty="0">
                <a:sym typeface="+mn-ea"/>
              </a:rPr>
              <a:t>面积</a:t>
            </a:r>
            <a:r>
              <a:rPr lang="en-US" altLang="zh-CN" dirty="0">
                <a:sym typeface="+mn-ea"/>
              </a:rPr>
              <a:t>), color='red', linewidth=2, label='</a:t>
            </a:r>
            <a:r>
              <a:rPr lang="zh-CN" altLang="en-US" dirty="0">
                <a:sym typeface="+mn-ea"/>
              </a:rPr>
              <a:t>回归线</a:t>
            </a:r>
            <a:r>
              <a:rPr lang="en-US" altLang="zh-CN" dirty="0">
                <a:sym typeface="+mn-ea"/>
              </a:rPr>
              <a:t>')</a:t>
            </a:r>
          </a:p>
          <a:p>
            <a:r>
              <a:rPr lang="en-US" altLang="zh-CN" dirty="0">
                <a:sym typeface="+mn-ea"/>
              </a:rPr>
              <a:t>plt.xlabel('</a:t>
            </a:r>
            <a:r>
              <a:rPr lang="zh-CN" altLang="en-US" dirty="0">
                <a:sym typeface="+mn-ea"/>
              </a:rPr>
              <a:t>面积（平方米）</a:t>
            </a:r>
            <a:r>
              <a:rPr lang="en-US" altLang="zh-CN" dirty="0">
                <a:sym typeface="+mn-ea"/>
              </a:rPr>
              <a:t>')</a:t>
            </a:r>
          </a:p>
          <a:p>
            <a:r>
              <a:rPr lang="en-US" altLang="zh-CN" dirty="0">
                <a:sym typeface="+mn-ea"/>
              </a:rPr>
              <a:t>plt.ylabel('</a:t>
            </a:r>
            <a:r>
              <a:rPr lang="zh-CN" altLang="en-US" dirty="0">
                <a:sym typeface="+mn-ea"/>
              </a:rPr>
              <a:t>价格（万元）</a:t>
            </a:r>
            <a:r>
              <a:rPr lang="en-US" altLang="zh-CN" dirty="0">
                <a:sym typeface="+mn-ea"/>
              </a:rPr>
              <a:t>')</a:t>
            </a:r>
          </a:p>
          <a:p>
            <a:r>
              <a:rPr lang="en-US" altLang="zh-CN" dirty="0">
                <a:sym typeface="+mn-ea"/>
              </a:rPr>
              <a:t>plt.title('</a:t>
            </a:r>
            <a:r>
              <a:rPr lang="zh-CN" altLang="en-US" dirty="0">
                <a:sym typeface="+mn-ea"/>
              </a:rPr>
              <a:t>房屋面积</a:t>
            </a:r>
            <a:r>
              <a:rPr lang="en-US" altLang="zh-CN" dirty="0">
                <a:sym typeface="+mn-ea"/>
              </a:rPr>
              <a:t>-</a:t>
            </a:r>
            <a:r>
              <a:rPr lang="zh-CN" altLang="en-US" dirty="0">
                <a:sym typeface="+mn-ea"/>
              </a:rPr>
              <a:t>价格线性回归</a:t>
            </a:r>
            <a:r>
              <a:rPr lang="en-US" altLang="zh-CN" dirty="0">
                <a:sym typeface="+mn-ea"/>
              </a:rPr>
              <a:t>')</a:t>
            </a:r>
          </a:p>
          <a:p>
            <a:r>
              <a:rPr lang="en-US" altLang="zh-CN" dirty="0">
                <a:sym typeface="+mn-ea"/>
              </a:rPr>
              <a:t>plt.legend()</a:t>
            </a:r>
          </a:p>
          <a:p>
            <a:r>
              <a:rPr lang="en-US" altLang="zh-CN" dirty="0" err="1">
                <a:sym typeface="+mn-ea"/>
              </a:rPr>
              <a:t>plt.show</a:t>
            </a:r>
            <a:r>
              <a:rPr lang="en-US" altLang="zh-CN" dirty="0">
                <a:sym typeface="+mn-ea"/>
              </a:rPr>
              <a:t>()</a:t>
            </a:r>
          </a:p>
        </p:txBody>
      </p:sp>
    </p:spTree>
    <p:custDataLst>
      <p:tags r:id="rId1"/>
    </p:custDataLst>
  </p:cSld>
  <p:clrMapOvr>
    <a:masterClrMapping/>
  </p:clrMapOvr>
  <p:transition>
    <p:fade/>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标题 16"/>
          <p:cNvSpPr>
            <a:spLocks noGrp="1"/>
          </p:cNvSpPr>
          <p:nvPr>
            <p:ph type="title"/>
            <p:custDataLst>
              <p:tags r:id="rId2"/>
            </p:custDataLst>
          </p:nvPr>
        </p:nvSpPr>
        <p:spPr/>
        <p:txBody>
          <a:bodyPr>
            <a:normAutofit fontScale="90000"/>
          </a:bodyPr>
          <a:lstStyle/>
          <a:p>
            <a:r>
              <a:rPr lang="en-US" altLang="zh-CN" dirty="0"/>
              <a:t>2.4 </a:t>
            </a:r>
            <a:r>
              <a:rPr lang="zh-CN" altLang="en-US" dirty="0"/>
              <a:t>课后习题</a:t>
            </a:r>
          </a:p>
        </p:txBody>
      </p:sp>
      <p:pic>
        <p:nvPicPr>
          <p:cNvPr id="9" name="图片 8">
            <a:extLst>
              <a:ext uri="{FF2B5EF4-FFF2-40B4-BE49-F238E27FC236}">
                <a16:creationId xmlns:a16="http://schemas.microsoft.com/office/drawing/2014/main" id="{3A408360-91C5-44E3-9233-9BE281943C82}"/>
              </a:ext>
            </a:extLst>
          </p:cNvPr>
          <p:cNvPicPr>
            <a:picLocks noChangeAspect="1"/>
          </p:cNvPicPr>
          <p:nvPr/>
        </p:nvPicPr>
        <p:blipFill rotWithShape="1">
          <a:blip r:embed="rId4"/>
          <a:srcRect l="11332" t="2220" b="2275"/>
          <a:stretch/>
        </p:blipFill>
        <p:spPr>
          <a:xfrm>
            <a:off x="2181726" y="705426"/>
            <a:ext cx="6802251" cy="6052885"/>
          </a:xfrm>
          <a:prstGeom prst="rect">
            <a:avLst/>
          </a:prstGeom>
        </p:spPr>
      </p:pic>
    </p:spTree>
    <p:custDataLst>
      <p:tags r:id="rId1"/>
    </p:custDataLst>
    <p:extLst>
      <p:ext uri="{BB962C8B-B14F-4D97-AF65-F5344CB8AC3E}">
        <p14:creationId xmlns:p14="http://schemas.microsoft.com/office/powerpoint/2010/main" val="69026311"/>
      </p:ext>
    </p:extLst>
  </p:cSld>
  <p:clrMapOvr>
    <a:masterClrMapping/>
  </p:clrMapOvr>
  <p:transition>
    <p:fade/>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标题 16"/>
          <p:cNvSpPr>
            <a:spLocks noGrp="1"/>
          </p:cNvSpPr>
          <p:nvPr>
            <p:ph type="title"/>
            <p:custDataLst>
              <p:tags r:id="rId2"/>
            </p:custDataLst>
          </p:nvPr>
        </p:nvSpPr>
        <p:spPr/>
        <p:txBody>
          <a:bodyPr>
            <a:normAutofit fontScale="90000"/>
          </a:bodyPr>
          <a:lstStyle/>
          <a:p>
            <a:r>
              <a:rPr lang="en-US" altLang="zh-CN" dirty="0"/>
              <a:t>2.4 </a:t>
            </a:r>
            <a:r>
              <a:rPr lang="zh-CN" altLang="en-US" dirty="0"/>
              <a:t>课后习题</a:t>
            </a:r>
          </a:p>
        </p:txBody>
      </p:sp>
      <p:cxnSp>
        <p:nvCxnSpPr>
          <p:cNvPr id="76" name="直接连接符 75"/>
          <p:cNvCxnSpPr/>
          <p:nvPr>
            <p:custDataLst>
              <p:tags r:id="rId3"/>
            </p:custDataLst>
          </p:nvPr>
        </p:nvCxnSpPr>
        <p:spPr>
          <a:xfrm>
            <a:off x="6898640" y="5965825"/>
            <a:ext cx="4679315" cy="0"/>
          </a:xfrm>
          <a:prstGeom prst="line">
            <a:avLst/>
          </a:prstGeom>
          <a:ln w="9525" cap="rnd">
            <a:solidFill>
              <a:schemeClr val="accent1">
                <a:alpha val="35000"/>
              </a:schemeClr>
            </a:solidFill>
            <a:round/>
          </a:ln>
        </p:spPr>
        <p:style>
          <a:lnRef idx="2">
            <a:schemeClr val="accent1"/>
          </a:lnRef>
          <a:fillRef idx="0">
            <a:srgbClr val="FFFFFF"/>
          </a:fillRef>
          <a:effectRef idx="0">
            <a:srgbClr val="FFFFFF"/>
          </a:effectRef>
          <a:fontRef idx="minor">
            <a:schemeClr val="tx1"/>
          </a:fontRef>
        </p:style>
      </p:cxnSp>
      <p:cxnSp>
        <p:nvCxnSpPr>
          <p:cNvPr id="77" name="直接连接符 76"/>
          <p:cNvCxnSpPr/>
          <p:nvPr>
            <p:custDataLst>
              <p:tags r:id="rId4"/>
            </p:custDataLst>
          </p:nvPr>
        </p:nvCxnSpPr>
        <p:spPr>
          <a:xfrm>
            <a:off x="1627505" y="5865495"/>
            <a:ext cx="7217410" cy="0"/>
          </a:xfrm>
          <a:prstGeom prst="line">
            <a:avLst/>
          </a:prstGeom>
          <a:ln w="9525" cap="rnd">
            <a:solidFill>
              <a:schemeClr val="accent1">
                <a:alpha val="35000"/>
              </a:schemeClr>
            </a:solidFill>
            <a:round/>
          </a:ln>
        </p:spPr>
        <p:style>
          <a:lnRef idx="2">
            <a:schemeClr val="accent1"/>
          </a:lnRef>
          <a:fillRef idx="0">
            <a:srgbClr val="FFFFFF"/>
          </a:fillRef>
          <a:effectRef idx="0">
            <a:srgbClr val="FFFFFF"/>
          </a:effectRef>
          <a:fontRef idx="minor">
            <a:schemeClr val="tx1"/>
          </a:fontRef>
        </p:style>
      </p:cxnSp>
      <p:sp>
        <p:nvSpPr>
          <p:cNvPr id="1398" name="任意多边形: 形状 1397"/>
          <p:cNvSpPr/>
          <p:nvPr>
            <p:custDataLst>
              <p:tags r:id="rId5"/>
            </p:custDataLst>
          </p:nvPr>
        </p:nvSpPr>
        <p:spPr>
          <a:xfrm>
            <a:off x="635635" y="5552440"/>
            <a:ext cx="631190" cy="631190"/>
          </a:xfrm>
          <a:custGeom>
            <a:avLst/>
            <a:gdLst>
              <a:gd name="connsiteX0" fmla="*/ 35521 w 1877718"/>
              <a:gd name="connsiteY0" fmla="*/ 850803 h 1863247"/>
              <a:gd name="connsiteX1" fmla="*/ 865299 w 1877718"/>
              <a:gd name="connsiteY1" fmla="*/ 21025 h 1863247"/>
              <a:gd name="connsiteX2" fmla="*/ 1026916 w 1877718"/>
              <a:gd name="connsiteY2" fmla="*/ 21050 h 1863247"/>
              <a:gd name="connsiteX3" fmla="*/ 1856694 w 1877718"/>
              <a:gd name="connsiteY3" fmla="*/ 850828 h 1863247"/>
              <a:gd name="connsiteX4" fmla="*/ 1856669 w 1877718"/>
              <a:gd name="connsiteY4" fmla="*/ 1012446 h 1863247"/>
              <a:gd name="connsiteX5" fmla="*/ 1026891 w 1877718"/>
              <a:gd name="connsiteY5" fmla="*/ 1842223 h 1863247"/>
              <a:gd name="connsiteX6" fmla="*/ 865274 w 1877718"/>
              <a:gd name="connsiteY6" fmla="*/ 1842198 h 1863247"/>
              <a:gd name="connsiteX7" fmla="*/ 35496 w 1877718"/>
              <a:gd name="connsiteY7" fmla="*/ 1012420 h 1863247"/>
              <a:gd name="connsiteX8" fmla="*/ 35521 w 1877718"/>
              <a:gd name="connsiteY8" fmla="*/ 850803 h 1863247"/>
              <a:gd name="connsiteX0-1" fmla="*/ 35521 w 1877718"/>
              <a:gd name="connsiteY0-2" fmla="*/ 850803 h 1863247"/>
              <a:gd name="connsiteX1-3" fmla="*/ 865299 w 1877718"/>
              <a:gd name="connsiteY1-4" fmla="*/ 21025 h 1863247"/>
              <a:gd name="connsiteX2-5" fmla="*/ 1026916 w 1877718"/>
              <a:gd name="connsiteY2-6" fmla="*/ 21050 h 1863247"/>
              <a:gd name="connsiteX3-7" fmla="*/ 1856694 w 1877718"/>
              <a:gd name="connsiteY3-8" fmla="*/ 850828 h 1863247"/>
              <a:gd name="connsiteX4-9" fmla="*/ 1856669 w 1877718"/>
              <a:gd name="connsiteY4-10" fmla="*/ 1012446 h 1863247"/>
              <a:gd name="connsiteX5-11" fmla="*/ 1026891 w 1877718"/>
              <a:gd name="connsiteY5-12" fmla="*/ 1842223 h 1863247"/>
              <a:gd name="connsiteX6-13" fmla="*/ 865274 w 1877718"/>
              <a:gd name="connsiteY6-14" fmla="*/ 1842198 h 1863247"/>
              <a:gd name="connsiteX7-15" fmla="*/ 35496 w 1877718"/>
              <a:gd name="connsiteY7-16" fmla="*/ 1012420 h 1863247"/>
              <a:gd name="connsiteX8-17" fmla="*/ 35521 w 1877718"/>
              <a:gd name="connsiteY8-18" fmla="*/ 850803 h 1863247"/>
              <a:gd name="connsiteX0-19" fmla="*/ 35521 w 1877718"/>
              <a:gd name="connsiteY0-20" fmla="*/ 850813 h 1863257"/>
              <a:gd name="connsiteX1-21" fmla="*/ 865299 w 1877718"/>
              <a:gd name="connsiteY1-22" fmla="*/ 21035 h 1863257"/>
              <a:gd name="connsiteX2-23" fmla="*/ 1026916 w 1877718"/>
              <a:gd name="connsiteY2-24" fmla="*/ 21060 h 1863257"/>
              <a:gd name="connsiteX3-25" fmla="*/ 1856694 w 1877718"/>
              <a:gd name="connsiteY3-26" fmla="*/ 850838 h 1863257"/>
              <a:gd name="connsiteX4-27" fmla="*/ 1856669 w 1877718"/>
              <a:gd name="connsiteY4-28" fmla="*/ 1012456 h 1863257"/>
              <a:gd name="connsiteX5-29" fmla="*/ 1026891 w 1877718"/>
              <a:gd name="connsiteY5-30" fmla="*/ 1842233 h 1863257"/>
              <a:gd name="connsiteX6-31" fmla="*/ 865274 w 1877718"/>
              <a:gd name="connsiteY6-32" fmla="*/ 1842208 h 1863257"/>
              <a:gd name="connsiteX7-33" fmla="*/ 35496 w 1877718"/>
              <a:gd name="connsiteY7-34" fmla="*/ 1012430 h 1863257"/>
              <a:gd name="connsiteX8-35" fmla="*/ 35521 w 1877718"/>
              <a:gd name="connsiteY8-36" fmla="*/ 850813 h 1863257"/>
              <a:gd name="connsiteX0-37" fmla="*/ 35521 w 1877718"/>
              <a:gd name="connsiteY0-38" fmla="*/ 865273 h 1877717"/>
              <a:gd name="connsiteX1-39" fmla="*/ 865299 w 1877718"/>
              <a:gd name="connsiteY1-40" fmla="*/ 35495 h 1877717"/>
              <a:gd name="connsiteX2-41" fmla="*/ 1026916 w 1877718"/>
              <a:gd name="connsiteY2-42" fmla="*/ 35520 h 1877717"/>
              <a:gd name="connsiteX3-43" fmla="*/ 1856694 w 1877718"/>
              <a:gd name="connsiteY3-44" fmla="*/ 865298 h 1877717"/>
              <a:gd name="connsiteX4-45" fmla="*/ 1856669 w 1877718"/>
              <a:gd name="connsiteY4-46" fmla="*/ 1026916 h 1877717"/>
              <a:gd name="connsiteX5-47" fmla="*/ 1026891 w 1877718"/>
              <a:gd name="connsiteY5-48" fmla="*/ 1856693 h 1877717"/>
              <a:gd name="connsiteX6-49" fmla="*/ 865274 w 1877718"/>
              <a:gd name="connsiteY6-50" fmla="*/ 1856668 h 1877717"/>
              <a:gd name="connsiteX7-51" fmla="*/ 35496 w 1877718"/>
              <a:gd name="connsiteY7-52" fmla="*/ 1026890 h 1877717"/>
              <a:gd name="connsiteX8-53" fmla="*/ 35521 w 1877718"/>
              <a:gd name="connsiteY8-54" fmla="*/ 865273 h 1877717"/>
              <a:gd name="connsiteX0-55" fmla="*/ 35521 w 1877718"/>
              <a:gd name="connsiteY0-56" fmla="*/ 865273 h 1877717"/>
              <a:gd name="connsiteX1-57" fmla="*/ 865299 w 1877718"/>
              <a:gd name="connsiteY1-58" fmla="*/ 35495 h 1877717"/>
              <a:gd name="connsiteX2-59" fmla="*/ 1026916 w 1877718"/>
              <a:gd name="connsiteY2-60" fmla="*/ 35520 h 1877717"/>
              <a:gd name="connsiteX3-61" fmla="*/ 1856694 w 1877718"/>
              <a:gd name="connsiteY3-62" fmla="*/ 865298 h 1877717"/>
              <a:gd name="connsiteX4-63" fmla="*/ 1856669 w 1877718"/>
              <a:gd name="connsiteY4-64" fmla="*/ 1026916 h 1877717"/>
              <a:gd name="connsiteX5-65" fmla="*/ 1026891 w 1877718"/>
              <a:gd name="connsiteY5-66" fmla="*/ 1856693 h 1877717"/>
              <a:gd name="connsiteX6-67" fmla="*/ 865274 w 1877718"/>
              <a:gd name="connsiteY6-68" fmla="*/ 1856668 h 1877717"/>
              <a:gd name="connsiteX7-69" fmla="*/ 35496 w 1877718"/>
              <a:gd name="connsiteY7-70" fmla="*/ 1026890 h 1877717"/>
              <a:gd name="connsiteX8-71" fmla="*/ 35521 w 1877718"/>
              <a:gd name="connsiteY8-72" fmla="*/ 865273 h 1877717"/>
              <a:gd name="connsiteX0-73" fmla="*/ 35521 w 1877718"/>
              <a:gd name="connsiteY0-74" fmla="*/ 865273 h 1877717"/>
              <a:gd name="connsiteX1-75" fmla="*/ 865299 w 1877718"/>
              <a:gd name="connsiteY1-76" fmla="*/ 35495 h 1877717"/>
              <a:gd name="connsiteX2-77" fmla="*/ 1026916 w 1877718"/>
              <a:gd name="connsiteY2-78" fmla="*/ 35520 h 1877717"/>
              <a:gd name="connsiteX3-79" fmla="*/ 1856694 w 1877718"/>
              <a:gd name="connsiteY3-80" fmla="*/ 865298 h 1877717"/>
              <a:gd name="connsiteX4-81" fmla="*/ 1856669 w 1877718"/>
              <a:gd name="connsiteY4-82" fmla="*/ 1026916 h 1877717"/>
              <a:gd name="connsiteX5-83" fmla="*/ 1026891 w 1877718"/>
              <a:gd name="connsiteY5-84" fmla="*/ 1856693 h 1877717"/>
              <a:gd name="connsiteX6-85" fmla="*/ 865274 w 1877718"/>
              <a:gd name="connsiteY6-86" fmla="*/ 1856668 h 1877717"/>
              <a:gd name="connsiteX7-87" fmla="*/ 35496 w 1877718"/>
              <a:gd name="connsiteY7-88" fmla="*/ 1026890 h 1877717"/>
              <a:gd name="connsiteX8-89" fmla="*/ 35521 w 1877718"/>
              <a:gd name="connsiteY8-90" fmla="*/ 865273 h 1877717"/>
              <a:gd name="connsiteX0-91" fmla="*/ 35521 w 1877729"/>
              <a:gd name="connsiteY0-92" fmla="*/ 865273 h 1877717"/>
              <a:gd name="connsiteX1-93" fmla="*/ 865299 w 1877729"/>
              <a:gd name="connsiteY1-94" fmla="*/ 35495 h 1877717"/>
              <a:gd name="connsiteX2-95" fmla="*/ 1026916 w 1877729"/>
              <a:gd name="connsiteY2-96" fmla="*/ 35520 h 1877717"/>
              <a:gd name="connsiteX3-97" fmla="*/ 1856694 w 1877729"/>
              <a:gd name="connsiteY3-98" fmla="*/ 865298 h 1877717"/>
              <a:gd name="connsiteX4-99" fmla="*/ 1856669 w 1877729"/>
              <a:gd name="connsiteY4-100" fmla="*/ 1026916 h 1877717"/>
              <a:gd name="connsiteX5-101" fmla="*/ 1026891 w 1877729"/>
              <a:gd name="connsiteY5-102" fmla="*/ 1856693 h 1877717"/>
              <a:gd name="connsiteX6-103" fmla="*/ 865274 w 1877729"/>
              <a:gd name="connsiteY6-104" fmla="*/ 1856668 h 1877717"/>
              <a:gd name="connsiteX7-105" fmla="*/ 35496 w 1877729"/>
              <a:gd name="connsiteY7-106" fmla="*/ 1026890 h 1877717"/>
              <a:gd name="connsiteX8-107" fmla="*/ 35521 w 1877729"/>
              <a:gd name="connsiteY8-108" fmla="*/ 865273 h 1877717"/>
              <a:gd name="connsiteX0-109" fmla="*/ 35521 w 1892189"/>
              <a:gd name="connsiteY0-110" fmla="*/ 865273 h 1877717"/>
              <a:gd name="connsiteX1-111" fmla="*/ 865299 w 1892189"/>
              <a:gd name="connsiteY1-112" fmla="*/ 35495 h 1877717"/>
              <a:gd name="connsiteX2-113" fmla="*/ 1026916 w 1892189"/>
              <a:gd name="connsiteY2-114" fmla="*/ 35520 h 1877717"/>
              <a:gd name="connsiteX3-115" fmla="*/ 1856694 w 1892189"/>
              <a:gd name="connsiteY3-116" fmla="*/ 865298 h 1877717"/>
              <a:gd name="connsiteX4-117" fmla="*/ 1856669 w 1892189"/>
              <a:gd name="connsiteY4-118" fmla="*/ 1026916 h 1877717"/>
              <a:gd name="connsiteX5-119" fmla="*/ 1026891 w 1892189"/>
              <a:gd name="connsiteY5-120" fmla="*/ 1856693 h 1877717"/>
              <a:gd name="connsiteX6-121" fmla="*/ 865274 w 1892189"/>
              <a:gd name="connsiteY6-122" fmla="*/ 1856668 h 1877717"/>
              <a:gd name="connsiteX7-123" fmla="*/ 35496 w 1892189"/>
              <a:gd name="connsiteY7-124" fmla="*/ 1026890 h 1877717"/>
              <a:gd name="connsiteX8-125" fmla="*/ 35521 w 1892189"/>
              <a:gd name="connsiteY8-126" fmla="*/ 865273 h 1877717"/>
              <a:gd name="connsiteX0-127" fmla="*/ 35521 w 1892189"/>
              <a:gd name="connsiteY0-128" fmla="*/ 865273 h 1877717"/>
              <a:gd name="connsiteX1-129" fmla="*/ 865299 w 1892189"/>
              <a:gd name="connsiteY1-130" fmla="*/ 35495 h 1877717"/>
              <a:gd name="connsiteX2-131" fmla="*/ 1026916 w 1892189"/>
              <a:gd name="connsiteY2-132" fmla="*/ 35520 h 1877717"/>
              <a:gd name="connsiteX3-133" fmla="*/ 1856694 w 1892189"/>
              <a:gd name="connsiteY3-134" fmla="*/ 865298 h 1877717"/>
              <a:gd name="connsiteX4-135" fmla="*/ 1856669 w 1892189"/>
              <a:gd name="connsiteY4-136" fmla="*/ 1026916 h 1877717"/>
              <a:gd name="connsiteX5-137" fmla="*/ 1026891 w 1892189"/>
              <a:gd name="connsiteY5-138" fmla="*/ 1856693 h 1877717"/>
              <a:gd name="connsiteX6-139" fmla="*/ 865274 w 1892189"/>
              <a:gd name="connsiteY6-140" fmla="*/ 1856668 h 1877717"/>
              <a:gd name="connsiteX7-141" fmla="*/ 35496 w 1892189"/>
              <a:gd name="connsiteY7-142" fmla="*/ 1026890 h 1877717"/>
              <a:gd name="connsiteX8-143" fmla="*/ 35521 w 1892189"/>
              <a:gd name="connsiteY8-144" fmla="*/ 865273 h 1877717"/>
              <a:gd name="connsiteX0-145" fmla="*/ 35521 w 1892189"/>
              <a:gd name="connsiteY0-146" fmla="*/ 865273 h 1877717"/>
              <a:gd name="connsiteX1-147" fmla="*/ 865299 w 1892189"/>
              <a:gd name="connsiteY1-148" fmla="*/ 35495 h 1877717"/>
              <a:gd name="connsiteX2-149" fmla="*/ 1026916 w 1892189"/>
              <a:gd name="connsiteY2-150" fmla="*/ 35520 h 1877717"/>
              <a:gd name="connsiteX3-151" fmla="*/ 1856694 w 1892189"/>
              <a:gd name="connsiteY3-152" fmla="*/ 865298 h 1877717"/>
              <a:gd name="connsiteX4-153" fmla="*/ 1856669 w 1892189"/>
              <a:gd name="connsiteY4-154" fmla="*/ 1026916 h 1877717"/>
              <a:gd name="connsiteX5-155" fmla="*/ 1026891 w 1892189"/>
              <a:gd name="connsiteY5-156" fmla="*/ 1856693 h 1877717"/>
              <a:gd name="connsiteX6-157" fmla="*/ 865274 w 1892189"/>
              <a:gd name="connsiteY6-158" fmla="*/ 1856668 h 1877717"/>
              <a:gd name="connsiteX7-159" fmla="*/ 35496 w 1892189"/>
              <a:gd name="connsiteY7-160" fmla="*/ 1026890 h 1877717"/>
              <a:gd name="connsiteX8-161" fmla="*/ 35521 w 1892189"/>
              <a:gd name="connsiteY8-162" fmla="*/ 865273 h 1877717"/>
              <a:gd name="connsiteX0-163" fmla="*/ 35521 w 1892189"/>
              <a:gd name="connsiteY0-164" fmla="*/ 865273 h 1877728"/>
              <a:gd name="connsiteX1-165" fmla="*/ 865299 w 1892189"/>
              <a:gd name="connsiteY1-166" fmla="*/ 35495 h 1877728"/>
              <a:gd name="connsiteX2-167" fmla="*/ 1026916 w 1892189"/>
              <a:gd name="connsiteY2-168" fmla="*/ 35520 h 1877728"/>
              <a:gd name="connsiteX3-169" fmla="*/ 1856694 w 1892189"/>
              <a:gd name="connsiteY3-170" fmla="*/ 865298 h 1877728"/>
              <a:gd name="connsiteX4-171" fmla="*/ 1856669 w 1892189"/>
              <a:gd name="connsiteY4-172" fmla="*/ 1026916 h 1877728"/>
              <a:gd name="connsiteX5-173" fmla="*/ 1026891 w 1892189"/>
              <a:gd name="connsiteY5-174" fmla="*/ 1856693 h 1877728"/>
              <a:gd name="connsiteX6-175" fmla="*/ 865274 w 1892189"/>
              <a:gd name="connsiteY6-176" fmla="*/ 1856668 h 1877728"/>
              <a:gd name="connsiteX7-177" fmla="*/ 35496 w 1892189"/>
              <a:gd name="connsiteY7-178" fmla="*/ 1026890 h 1877728"/>
              <a:gd name="connsiteX8-179" fmla="*/ 35521 w 1892189"/>
              <a:gd name="connsiteY8-180" fmla="*/ 865273 h 1877728"/>
              <a:gd name="connsiteX0-181" fmla="*/ 35521 w 1892189"/>
              <a:gd name="connsiteY0-182" fmla="*/ 865273 h 1892188"/>
              <a:gd name="connsiteX1-183" fmla="*/ 865299 w 1892189"/>
              <a:gd name="connsiteY1-184" fmla="*/ 35495 h 1892188"/>
              <a:gd name="connsiteX2-185" fmla="*/ 1026916 w 1892189"/>
              <a:gd name="connsiteY2-186" fmla="*/ 35520 h 1892188"/>
              <a:gd name="connsiteX3-187" fmla="*/ 1856694 w 1892189"/>
              <a:gd name="connsiteY3-188" fmla="*/ 865298 h 1892188"/>
              <a:gd name="connsiteX4-189" fmla="*/ 1856669 w 1892189"/>
              <a:gd name="connsiteY4-190" fmla="*/ 1026916 h 1892188"/>
              <a:gd name="connsiteX5-191" fmla="*/ 1026891 w 1892189"/>
              <a:gd name="connsiteY5-192" fmla="*/ 1856693 h 1892188"/>
              <a:gd name="connsiteX6-193" fmla="*/ 865274 w 1892189"/>
              <a:gd name="connsiteY6-194" fmla="*/ 1856668 h 1892188"/>
              <a:gd name="connsiteX7-195" fmla="*/ 35496 w 1892189"/>
              <a:gd name="connsiteY7-196" fmla="*/ 1026890 h 1892188"/>
              <a:gd name="connsiteX8-197" fmla="*/ 35521 w 1892189"/>
              <a:gd name="connsiteY8-198" fmla="*/ 865273 h 1892188"/>
              <a:gd name="connsiteX0-199" fmla="*/ 35521 w 1892189"/>
              <a:gd name="connsiteY0-200" fmla="*/ 865273 h 1892188"/>
              <a:gd name="connsiteX1-201" fmla="*/ 865299 w 1892189"/>
              <a:gd name="connsiteY1-202" fmla="*/ 35495 h 1892188"/>
              <a:gd name="connsiteX2-203" fmla="*/ 1026916 w 1892189"/>
              <a:gd name="connsiteY2-204" fmla="*/ 35520 h 1892188"/>
              <a:gd name="connsiteX3-205" fmla="*/ 1856694 w 1892189"/>
              <a:gd name="connsiteY3-206" fmla="*/ 865298 h 1892188"/>
              <a:gd name="connsiteX4-207" fmla="*/ 1856669 w 1892189"/>
              <a:gd name="connsiteY4-208" fmla="*/ 1026916 h 1892188"/>
              <a:gd name="connsiteX5-209" fmla="*/ 1026891 w 1892189"/>
              <a:gd name="connsiteY5-210" fmla="*/ 1856693 h 1892188"/>
              <a:gd name="connsiteX6-211" fmla="*/ 865274 w 1892189"/>
              <a:gd name="connsiteY6-212" fmla="*/ 1856668 h 1892188"/>
              <a:gd name="connsiteX7-213" fmla="*/ 35496 w 1892189"/>
              <a:gd name="connsiteY7-214" fmla="*/ 1026890 h 1892188"/>
              <a:gd name="connsiteX8-215" fmla="*/ 35521 w 1892189"/>
              <a:gd name="connsiteY8-216" fmla="*/ 865273 h 1892188"/>
              <a:gd name="connsiteX0-217" fmla="*/ 35521 w 1892189"/>
              <a:gd name="connsiteY0-218" fmla="*/ 865273 h 1892188"/>
              <a:gd name="connsiteX1-219" fmla="*/ 865299 w 1892189"/>
              <a:gd name="connsiteY1-220" fmla="*/ 35495 h 1892188"/>
              <a:gd name="connsiteX2-221" fmla="*/ 1026916 w 1892189"/>
              <a:gd name="connsiteY2-222" fmla="*/ 35520 h 1892188"/>
              <a:gd name="connsiteX3-223" fmla="*/ 1856694 w 1892189"/>
              <a:gd name="connsiteY3-224" fmla="*/ 865298 h 1892188"/>
              <a:gd name="connsiteX4-225" fmla="*/ 1856669 w 1892189"/>
              <a:gd name="connsiteY4-226" fmla="*/ 1026916 h 1892188"/>
              <a:gd name="connsiteX5-227" fmla="*/ 1026891 w 1892189"/>
              <a:gd name="connsiteY5-228" fmla="*/ 1856693 h 1892188"/>
              <a:gd name="connsiteX6-229" fmla="*/ 865274 w 1892189"/>
              <a:gd name="connsiteY6-230" fmla="*/ 1856668 h 1892188"/>
              <a:gd name="connsiteX7-231" fmla="*/ 35496 w 1892189"/>
              <a:gd name="connsiteY7-232" fmla="*/ 1026890 h 1892188"/>
              <a:gd name="connsiteX8-233" fmla="*/ 35521 w 1892189"/>
              <a:gd name="connsiteY8-234" fmla="*/ 865273 h 1892188"/>
              <a:gd name="connsiteX0-235" fmla="*/ 35521 w 1892189"/>
              <a:gd name="connsiteY0-236" fmla="*/ 865273 h 1892188"/>
              <a:gd name="connsiteX1-237" fmla="*/ 865299 w 1892189"/>
              <a:gd name="connsiteY1-238" fmla="*/ 35495 h 1892188"/>
              <a:gd name="connsiteX2-239" fmla="*/ 1026916 w 1892189"/>
              <a:gd name="connsiteY2-240" fmla="*/ 35520 h 1892188"/>
              <a:gd name="connsiteX3-241" fmla="*/ 1856694 w 1892189"/>
              <a:gd name="connsiteY3-242" fmla="*/ 865298 h 1892188"/>
              <a:gd name="connsiteX4-243" fmla="*/ 1856669 w 1892189"/>
              <a:gd name="connsiteY4-244" fmla="*/ 1026916 h 1892188"/>
              <a:gd name="connsiteX5-245" fmla="*/ 1026891 w 1892189"/>
              <a:gd name="connsiteY5-246" fmla="*/ 1856693 h 1892188"/>
              <a:gd name="connsiteX6-247" fmla="*/ 865274 w 1892189"/>
              <a:gd name="connsiteY6-248" fmla="*/ 1856668 h 1892188"/>
              <a:gd name="connsiteX7-249" fmla="*/ 35496 w 1892189"/>
              <a:gd name="connsiteY7-250" fmla="*/ 1026890 h 1892188"/>
              <a:gd name="connsiteX8-251" fmla="*/ 35521 w 1892189"/>
              <a:gd name="connsiteY8-252" fmla="*/ 865273 h 189218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1892189" h="1892188">
                <a:moveTo>
                  <a:pt x="35521" y="865273"/>
                </a:moveTo>
                <a:cubicBezTo>
                  <a:pt x="35521" y="865273"/>
                  <a:pt x="865299" y="35495"/>
                  <a:pt x="865299" y="35495"/>
                </a:cubicBezTo>
                <a:cubicBezTo>
                  <a:pt x="912643" y="-11849"/>
                  <a:pt x="979572" y="-11824"/>
                  <a:pt x="1026916" y="35520"/>
                </a:cubicBezTo>
                <a:cubicBezTo>
                  <a:pt x="1026916" y="35520"/>
                  <a:pt x="1856694" y="865298"/>
                  <a:pt x="1856694" y="865298"/>
                </a:cubicBezTo>
                <a:cubicBezTo>
                  <a:pt x="1904038" y="912642"/>
                  <a:pt x="1904013" y="979572"/>
                  <a:pt x="1856669" y="1026916"/>
                </a:cubicBezTo>
                <a:cubicBezTo>
                  <a:pt x="1856669" y="1026916"/>
                  <a:pt x="1026891" y="1856693"/>
                  <a:pt x="1026891" y="1856693"/>
                </a:cubicBezTo>
                <a:cubicBezTo>
                  <a:pt x="979547" y="1904037"/>
                  <a:pt x="912618" y="1904011"/>
                  <a:pt x="865274" y="1856668"/>
                </a:cubicBezTo>
                <a:cubicBezTo>
                  <a:pt x="865274" y="1856667"/>
                  <a:pt x="35496" y="1026889"/>
                  <a:pt x="35496" y="1026890"/>
                </a:cubicBezTo>
                <a:cubicBezTo>
                  <a:pt x="-11848" y="979545"/>
                  <a:pt x="-11823" y="912617"/>
                  <a:pt x="35521" y="865273"/>
                </a:cubicBezTo>
                <a:close/>
              </a:path>
            </a:pathLst>
          </a:custGeom>
          <a:solidFill>
            <a:schemeClr val="accent1">
              <a:alpha val="2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zh-CN" altLang="en-US">
              <a:sym typeface="+mn-ea"/>
            </a:endParaRPr>
          </a:p>
        </p:txBody>
      </p:sp>
      <p:sp>
        <p:nvSpPr>
          <p:cNvPr id="4" name="任意多边形: 形状 1397"/>
          <p:cNvSpPr/>
          <p:nvPr>
            <p:custDataLst>
              <p:tags r:id="rId6"/>
            </p:custDataLst>
          </p:nvPr>
        </p:nvSpPr>
        <p:spPr>
          <a:xfrm>
            <a:off x="1092835" y="5670550"/>
            <a:ext cx="395605" cy="395605"/>
          </a:xfrm>
          <a:custGeom>
            <a:avLst/>
            <a:gdLst>
              <a:gd name="connsiteX0" fmla="*/ 35521 w 1877718"/>
              <a:gd name="connsiteY0" fmla="*/ 850803 h 1863247"/>
              <a:gd name="connsiteX1" fmla="*/ 865299 w 1877718"/>
              <a:gd name="connsiteY1" fmla="*/ 21025 h 1863247"/>
              <a:gd name="connsiteX2" fmla="*/ 1026916 w 1877718"/>
              <a:gd name="connsiteY2" fmla="*/ 21050 h 1863247"/>
              <a:gd name="connsiteX3" fmla="*/ 1856694 w 1877718"/>
              <a:gd name="connsiteY3" fmla="*/ 850828 h 1863247"/>
              <a:gd name="connsiteX4" fmla="*/ 1856669 w 1877718"/>
              <a:gd name="connsiteY4" fmla="*/ 1012446 h 1863247"/>
              <a:gd name="connsiteX5" fmla="*/ 1026891 w 1877718"/>
              <a:gd name="connsiteY5" fmla="*/ 1842223 h 1863247"/>
              <a:gd name="connsiteX6" fmla="*/ 865274 w 1877718"/>
              <a:gd name="connsiteY6" fmla="*/ 1842198 h 1863247"/>
              <a:gd name="connsiteX7" fmla="*/ 35496 w 1877718"/>
              <a:gd name="connsiteY7" fmla="*/ 1012420 h 1863247"/>
              <a:gd name="connsiteX8" fmla="*/ 35521 w 1877718"/>
              <a:gd name="connsiteY8" fmla="*/ 850803 h 1863247"/>
              <a:gd name="connsiteX0-1" fmla="*/ 35521 w 1877718"/>
              <a:gd name="connsiteY0-2" fmla="*/ 850803 h 1863247"/>
              <a:gd name="connsiteX1-3" fmla="*/ 865299 w 1877718"/>
              <a:gd name="connsiteY1-4" fmla="*/ 21025 h 1863247"/>
              <a:gd name="connsiteX2-5" fmla="*/ 1026916 w 1877718"/>
              <a:gd name="connsiteY2-6" fmla="*/ 21050 h 1863247"/>
              <a:gd name="connsiteX3-7" fmla="*/ 1856694 w 1877718"/>
              <a:gd name="connsiteY3-8" fmla="*/ 850828 h 1863247"/>
              <a:gd name="connsiteX4-9" fmla="*/ 1856669 w 1877718"/>
              <a:gd name="connsiteY4-10" fmla="*/ 1012446 h 1863247"/>
              <a:gd name="connsiteX5-11" fmla="*/ 1026891 w 1877718"/>
              <a:gd name="connsiteY5-12" fmla="*/ 1842223 h 1863247"/>
              <a:gd name="connsiteX6-13" fmla="*/ 865274 w 1877718"/>
              <a:gd name="connsiteY6-14" fmla="*/ 1842198 h 1863247"/>
              <a:gd name="connsiteX7-15" fmla="*/ 35496 w 1877718"/>
              <a:gd name="connsiteY7-16" fmla="*/ 1012420 h 1863247"/>
              <a:gd name="connsiteX8-17" fmla="*/ 35521 w 1877718"/>
              <a:gd name="connsiteY8-18" fmla="*/ 850803 h 1863247"/>
              <a:gd name="connsiteX0-19" fmla="*/ 35521 w 1877718"/>
              <a:gd name="connsiteY0-20" fmla="*/ 850813 h 1863257"/>
              <a:gd name="connsiteX1-21" fmla="*/ 865299 w 1877718"/>
              <a:gd name="connsiteY1-22" fmla="*/ 21035 h 1863257"/>
              <a:gd name="connsiteX2-23" fmla="*/ 1026916 w 1877718"/>
              <a:gd name="connsiteY2-24" fmla="*/ 21060 h 1863257"/>
              <a:gd name="connsiteX3-25" fmla="*/ 1856694 w 1877718"/>
              <a:gd name="connsiteY3-26" fmla="*/ 850838 h 1863257"/>
              <a:gd name="connsiteX4-27" fmla="*/ 1856669 w 1877718"/>
              <a:gd name="connsiteY4-28" fmla="*/ 1012456 h 1863257"/>
              <a:gd name="connsiteX5-29" fmla="*/ 1026891 w 1877718"/>
              <a:gd name="connsiteY5-30" fmla="*/ 1842233 h 1863257"/>
              <a:gd name="connsiteX6-31" fmla="*/ 865274 w 1877718"/>
              <a:gd name="connsiteY6-32" fmla="*/ 1842208 h 1863257"/>
              <a:gd name="connsiteX7-33" fmla="*/ 35496 w 1877718"/>
              <a:gd name="connsiteY7-34" fmla="*/ 1012430 h 1863257"/>
              <a:gd name="connsiteX8-35" fmla="*/ 35521 w 1877718"/>
              <a:gd name="connsiteY8-36" fmla="*/ 850813 h 1863257"/>
              <a:gd name="connsiteX0-37" fmla="*/ 35521 w 1877718"/>
              <a:gd name="connsiteY0-38" fmla="*/ 865273 h 1877717"/>
              <a:gd name="connsiteX1-39" fmla="*/ 865299 w 1877718"/>
              <a:gd name="connsiteY1-40" fmla="*/ 35495 h 1877717"/>
              <a:gd name="connsiteX2-41" fmla="*/ 1026916 w 1877718"/>
              <a:gd name="connsiteY2-42" fmla="*/ 35520 h 1877717"/>
              <a:gd name="connsiteX3-43" fmla="*/ 1856694 w 1877718"/>
              <a:gd name="connsiteY3-44" fmla="*/ 865298 h 1877717"/>
              <a:gd name="connsiteX4-45" fmla="*/ 1856669 w 1877718"/>
              <a:gd name="connsiteY4-46" fmla="*/ 1026916 h 1877717"/>
              <a:gd name="connsiteX5-47" fmla="*/ 1026891 w 1877718"/>
              <a:gd name="connsiteY5-48" fmla="*/ 1856693 h 1877717"/>
              <a:gd name="connsiteX6-49" fmla="*/ 865274 w 1877718"/>
              <a:gd name="connsiteY6-50" fmla="*/ 1856668 h 1877717"/>
              <a:gd name="connsiteX7-51" fmla="*/ 35496 w 1877718"/>
              <a:gd name="connsiteY7-52" fmla="*/ 1026890 h 1877717"/>
              <a:gd name="connsiteX8-53" fmla="*/ 35521 w 1877718"/>
              <a:gd name="connsiteY8-54" fmla="*/ 865273 h 1877717"/>
              <a:gd name="connsiteX0-55" fmla="*/ 35521 w 1877718"/>
              <a:gd name="connsiteY0-56" fmla="*/ 865273 h 1877717"/>
              <a:gd name="connsiteX1-57" fmla="*/ 865299 w 1877718"/>
              <a:gd name="connsiteY1-58" fmla="*/ 35495 h 1877717"/>
              <a:gd name="connsiteX2-59" fmla="*/ 1026916 w 1877718"/>
              <a:gd name="connsiteY2-60" fmla="*/ 35520 h 1877717"/>
              <a:gd name="connsiteX3-61" fmla="*/ 1856694 w 1877718"/>
              <a:gd name="connsiteY3-62" fmla="*/ 865298 h 1877717"/>
              <a:gd name="connsiteX4-63" fmla="*/ 1856669 w 1877718"/>
              <a:gd name="connsiteY4-64" fmla="*/ 1026916 h 1877717"/>
              <a:gd name="connsiteX5-65" fmla="*/ 1026891 w 1877718"/>
              <a:gd name="connsiteY5-66" fmla="*/ 1856693 h 1877717"/>
              <a:gd name="connsiteX6-67" fmla="*/ 865274 w 1877718"/>
              <a:gd name="connsiteY6-68" fmla="*/ 1856668 h 1877717"/>
              <a:gd name="connsiteX7-69" fmla="*/ 35496 w 1877718"/>
              <a:gd name="connsiteY7-70" fmla="*/ 1026890 h 1877717"/>
              <a:gd name="connsiteX8-71" fmla="*/ 35521 w 1877718"/>
              <a:gd name="connsiteY8-72" fmla="*/ 865273 h 1877717"/>
              <a:gd name="connsiteX0-73" fmla="*/ 35521 w 1877718"/>
              <a:gd name="connsiteY0-74" fmla="*/ 865273 h 1877717"/>
              <a:gd name="connsiteX1-75" fmla="*/ 865299 w 1877718"/>
              <a:gd name="connsiteY1-76" fmla="*/ 35495 h 1877717"/>
              <a:gd name="connsiteX2-77" fmla="*/ 1026916 w 1877718"/>
              <a:gd name="connsiteY2-78" fmla="*/ 35520 h 1877717"/>
              <a:gd name="connsiteX3-79" fmla="*/ 1856694 w 1877718"/>
              <a:gd name="connsiteY3-80" fmla="*/ 865298 h 1877717"/>
              <a:gd name="connsiteX4-81" fmla="*/ 1856669 w 1877718"/>
              <a:gd name="connsiteY4-82" fmla="*/ 1026916 h 1877717"/>
              <a:gd name="connsiteX5-83" fmla="*/ 1026891 w 1877718"/>
              <a:gd name="connsiteY5-84" fmla="*/ 1856693 h 1877717"/>
              <a:gd name="connsiteX6-85" fmla="*/ 865274 w 1877718"/>
              <a:gd name="connsiteY6-86" fmla="*/ 1856668 h 1877717"/>
              <a:gd name="connsiteX7-87" fmla="*/ 35496 w 1877718"/>
              <a:gd name="connsiteY7-88" fmla="*/ 1026890 h 1877717"/>
              <a:gd name="connsiteX8-89" fmla="*/ 35521 w 1877718"/>
              <a:gd name="connsiteY8-90" fmla="*/ 865273 h 1877717"/>
              <a:gd name="connsiteX0-91" fmla="*/ 35521 w 1877729"/>
              <a:gd name="connsiteY0-92" fmla="*/ 865273 h 1877717"/>
              <a:gd name="connsiteX1-93" fmla="*/ 865299 w 1877729"/>
              <a:gd name="connsiteY1-94" fmla="*/ 35495 h 1877717"/>
              <a:gd name="connsiteX2-95" fmla="*/ 1026916 w 1877729"/>
              <a:gd name="connsiteY2-96" fmla="*/ 35520 h 1877717"/>
              <a:gd name="connsiteX3-97" fmla="*/ 1856694 w 1877729"/>
              <a:gd name="connsiteY3-98" fmla="*/ 865298 h 1877717"/>
              <a:gd name="connsiteX4-99" fmla="*/ 1856669 w 1877729"/>
              <a:gd name="connsiteY4-100" fmla="*/ 1026916 h 1877717"/>
              <a:gd name="connsiteX5-101" fmla="*/ 1026891 w 1877729"/>
              <a:gd name="connsiteY5-102" fmla="*/ 1856693 h 1877717"/>
              <a:gd name="connsiteX6-103" fmla="*/ 865274 w 1877729"/>
              <a:gd name="connsiteY6-104" fmla="*/ 1856668 h 1877717"/>
              <a:gd name="connsiteX7-105" fmla="*/ 35496 w 1877729"/>
              <a:gd name="connsiteY7-106" fmla="*/ 1026890 h 1877717"/>
              <a:gd name="connsiteX8-107" fmla="*/ 35521 w 1877729"/>
              <a:gd name="connsiteY8-108" fmla="*/ 865273 h 1877717"/>
              <a:gd name="connsiteX0-109" fmla="*/ 35521 w 1892189"/>
              <a:gd name="connsiteY0-110" fmla="*/ 865273 h 1877717"/>
              <a:gd name="connsiteX1-111" fmla="*/ 865299 w 1892189"/>
              <a:gd name="connsiteY1-112" fmla="*/ 35495 h 1877717"/>
              <a:gd name="connsiteX2-113" fmla="*/ 1026916 w 1892189"/>
              <a:gd name="connsiteY2-114" fmla="*/ 35520 h 1877717"/>
              <a:gd name="connsiteX3-115" fmla="*/ 1856694 w 1892189"/>
              <a:gd name="connsiteY3-116" fmla="*/ 865298 h 1877717"/>
              <a:gd name="connsiteX4-117" fmla="*/ 1856669 w 1892189"/>
              <a:gd name="connsiteY4-118" fmla="*/ 1026916 h 1877717"/>
              <a:gd name="connsiteX5-119" fmla="*/ 1026891 w 1892189"/>
              <a:gd name="connsiteY5-120" fmla="*/ 1856693 h 1877717"/>
              <a:gd name="connsiteX6-121" fmla="*/ 865274 w 1892189"/>
              <a:gd name="connsiteY6-122" fmla="*/ 1856668 h 1877717"/>
              <a:gd name="connsiteX7-123" fmla="*/ 35496 w 1892189"/>
              <a:gd name="connsiteY7-124" fmla="*/ 1026890 h 1877717"/>
              <a:gd name="connsiteX8-125" fmla="*/ 35521 w 1892189"/>
              <a:gd name="connsiteY8-126" fmla="*/ 865273 h 1877717"/>
              <a:gd name="connsiteX0-127" fmla="*/ 35521 w 1892189"/>
              <a:gd name="connsiteY0-128" fmla="*/ 865273 h 1877717"/>
              <a:gd name="connsiteX1-129" fmla="*/ 865299 w 1892189"/>
              <a:gd name="connsiteY1-130" fmla="*/ 35495 h 1877717"/>
              <a:gd name="connsiteX2-131" fmla="*/ 1026916 w 1892189"/>
              <a:gd name="connsiteY2-132" fmla="*/ 35520 h 1877717"/>
              <a:gd name="connsiteX3-133" fmla="*/ 1856694 w 1892189"/>
              <a:gd name="connsiteY3-134" fmla="*/ 865298 h 1877717"/>
              <a:gd name="connsiteX4-135" fmla="*/ 1856669 w 1892189"/>
              <a:gd name="connsiteY4-136" fmla="*/ 1026916 h 1877717"/>
              <a:gd name="connsiteX5-137" fmla="*/ 1026891 w 1892189"/>
              <a:gd name="connsiteY5-138" fmla="*/ 1856693 h 1877717"/>
              <a:gd name="connsiteX6-139" fmla="*/ 865274 w 1892189"/>
              <a:gd name="connsiteY6-140" fmla="*/ 1856668 h 1877717"/>
              <a:gd name="connsiteX7-141" fmla="*/ 35496 w 1892189"/>
              <a:gd name="connsiteY7-142" fmla="*/ 1026890 h 1877717"/>
              <a:gd name="connsiteX8-143" fmla="*/ 35521 w 1892189"/>
              <a:gd name="connsiteY8-144" fmla="*/ 865273 h 1877717"/>
              <a:gd name="connsiteX0-145" fmla="*/ 35521 w 1892189"/>
              <a:gd name="connsiteY0-146" fmla="*/ 865273 h 1877717"/>
              <a:gd name="connsiteX1-147" fmla="*/ 865299 w 1892189"/>
              <a:gd name="connsiteY1-148" fmla="*/ 35495 h 1877717"/>
              <a:gd name="connsiteX2-149" fmla="*/ 1026916 w 1892189"/>
              <a:gd name="connsiteY2-150" fmla="*/ 35520 h 1877717"/>
              <a:gd name="connsiteX3-151" fmla="*/ 1856694 w 1892189"/>
              <a:gd name="connsiteY3-152" fmla="*/ 865298 h 1877717"/>
              <a:gd name="connsiteX4-153" fmla="*/ 1856669 w 1892189"/>
              <a:gd name="connsiteY4-154" fmla="*/ 1026916 h 1877717"/>
              <a:gd name="connsiteX5-155" fmla="*/ 1026891 w 1892189"/>
              <a:gd name="connsiteY5-156" fmla="*/ 1856693 h 1877717"/>
              <a:gd name="connsiteX6-157" fmla="*/ 865274 w 1892189"/>
              <a:gd name="connsiteY6-158" fmla="*/ 1856668 h 1877717"/>
              <a:gd name="connsiteX7-159" fmla="*/ 35496 w 1892189"/>
              <a:gd name="connsiteY7-160" fmla="*/ 1026890 h 1877717"/>
              <a:gd name="connsiteX8-161" fmla="*/ 35521 w 1892189"/>
              <a:gd name="connsiteY8-162" fmla="*/ 865273 h 1877717"/>
              <a:gd name="connsiteX0-163" fmla="*/ 35521 w 1892189"/>
              <a:gd name="connsiteY0-164" fmla="*/ 865273 h 1877728"/>
              <a:gd name="connsiteX1-165" fmla="*/ 865299 w 1892189"/>
              <a:gd name="connsiteY1-166" fmla="*/ 35495 h 1877728"/>
              <a:gd name="connsiteX2-167" fmla="*/ 1026916 w 1892189"/>
              <a:gd name="connsiteY2-168" fmla="*/ 35520 h 1877728"/>
              <a:gd name="connsiteX3-169" fmla="*/ 1856694 w 1892189"/>
              <a:gd name="connsiteY3-170" fmla="*/ 865298 h 1877728"/>
              <a:gd name="connsiteX4-171" fmla="*/ 1856669 w 1892189"/>
              <a:gd name="connsiteY4-172" fmla="*/ 1026916 h 1877728"/>
              <a:gd name="connsiteX5-173" fmla="*/ 1026891 w 1892189"/>
              <a:gd name="connsiteY5-174" fmla="*/ 1856693 h 1877728"/>
              <a:gd name="connsiteX6-175" fmla="*/ 865274 w 1892189"/>
              <a:gd name="connsiteY6-176" fmla="*/ 1856668 h 1877728"/>
              <a:gd name="connsiteX7-177" fmla="*/ 35496 w 1892189"/>
              <a:gd name="connsiteY7-178" fmla="*/ 1026890 h 1877728"/>
              <a:gd name="connsiteX8-179" fmla="*/ 35521 w 1892189"/>
              <a:gd name="connsiteY8-180" fmla="*/ 865273 h 1877728"/>
              <a:gd name="connsiteX0-181" fmla="*/ 35521 w 1892189"/>
              <a:gd name="connsiteY0-182" fmla="*/ 865273 h 1892188"/>
              <a:gd name="connsiteX1-183" fmla="*/ 865299 w 1892189"/>
              <a:gd name="connsiteY1-184" fmla="*/ 35495 h 1892188"/>
              <a:gd name="connsiteX2-185" fmla="*/ 1026916 w 1892189"/>
              <a:gd name="connsiteY2-186" fmla="*/ 35520 h 1892188"/>
              <a:gd name="connsiteX3-187" fmla="*/ 1856694 w 1892189"/>
              <a:gd name="connsiteY3-188" fmla="*/ 865298 h 1892188"/>
              <a:gd name="connsiteX4-189" fmla="*/ 1856669 w 1892189"/>
              <a:gd name="connsiteY4-190" fmla="*/ 1026916 h 1892188"/>
              <a:gd name="connsiteX5-191" fmla="*/ 1026891 w 1892189"/>
              <a:gd name="connsiteY5-192" fmla="*/ 1856693 h 1892188"/>
              <a:gd name="connsiteX6-193" fmla="*/ 865274 w 1892189"/>
              <a:gd name="connsiteY6-194" fmla="*/ 1856668 h 1892188"/>
              <a:gd name="connsiteX7-195" fmla="*/ 35496 w 1892189"/>
              <a:gd name="connsiteY7-196" fmla="*/ 1026890 h 1892188"/>
              <a:gd name="connsiteX8-197" fmla="*/ 35521 w 1892189"/>
              <a:gd name="connsiteY8-198" fmla="*/ 865273 h 1892188"/>
              <a:gd name="connsiteX0-199" fmla="*/ 35521 w 1892189"/>
              <a:gd name="connsiteY0-200" fmla="*/ 865273 h 1892188"/>
              <a:gd name="connsiteX1-201" fmla="*/ 865299 w 1892189"/>
              <a:gd name="connsiteY1-202" fmla="*/ 35495 h 1892188"/>
              <a:gd name="connsiteX2-203" fmla="*/ 1026916 w 1892189"/>
              <a:gd name="connsiteY2-204" fmla="*/ 35520 h 1892188"/>
              <a:gd name="connsiteX3-205" fmla="*/ 1856694 w 1892189"/>
              <a:gd name="connsiteY3-206" fmla="*/ 865298 h 1892188"/>
              <a:gd name="connsiteX4-207" fmla="*/ 1856669 w 1892189"/>
              <a:gd name="connsiteY4-208" fmla="*/ 1026916 h 1892188"/>
              <a:gd name="connsiteX5-209" fmla="*/ 1026891 w 1892189"/>
              <a:gd name="connsiteY5-210" fmla="*/ 1856693 h 1892188"/>
              <a:gd name="connsiteX6-211" fmla="*/ 865274 w 1892189"/>
              <a:gd name="connsiteY6-212" fmla="*/ 1856668 h 1892188"/>
              <a:gd name="connsiteX7-213" fmla="*/ 35496 w 1892189"/>
              <a:gd name="connsiteY7-214" fmla="*/ 1026890 h 1892188"/>
              <a:gd name="connsiteX8-215" fmla="*/ 35521 w 1892189"/>
              <a:gd name="connsiteY8-216" fmla="*/ 865273 h 1892188"/>
              <a:gd name="connsiteX0-217" fmla="*/ 35521 w 1892189"/>
              <a:gd name="connsiteY0-218" fmla="*/ 865273 h 1892188"/>
              <a:gd name="connsiteX1-219" fmla="*/ 865299 w 1892189"/>
              <a:gd name="connsiteY1-220" fmla="*/ 35495 h 1892188"/>
              <a:gd name="connsiteX2-221" fmla="*/ 1026916 w 1892189"/>
              <a:gd name="connsiteY2-222" fmla="*/ 35520 h 1892188"/>
              <a:gd name="connsiteX3-223" fmla="*/ 1856694 w 1892189"/>
              <a:gd name="connsiteY3-224" fmla="*/ 865298 h 1892188"/>
              <a:gd name="connsiteX4-225" fmla="*/ 1856669 w 1892189"/>
              <a:gd name="connsiteY4-226" fmla="*/ 1026916 h 1892188"/>
              <a:gd name="connsiteX5-227" fmla="*/ 1026891 w 1892189"/>
              <a:gd name="connsiteY5-228" fmla="*/ 1856693 h 1892188"/>
              <a:gd name="connsiteX6-229" fmla="*/ 865274 w 1892189"/>
              <a:gd name="connsiteY6-230" fmla="*/ 1856668 h 1892188"/>
              <a:gd name="connsiteX7-231" fmla="*/ 35496 w 1892189"/>
              <a:gd name="connsiteY7-232" fmla="*/ 1026890 h 1892188"/>
              <a:gd name="connsiteX8-233" fmla="*/ 35521 w 1892189"/>
              <a:gd name="connsiteY8-234" fmla="*/ 865273 h 1892188"/>
              <a:gd name="connsiteX0-235" fmla="*/ 35521 w 1892189"/>
              <a:gd name="connsiteY0-236" fmla="*/ 865273 h 1892188"/>
              <a:gd name="connsiteX1-237" fmla="*/ 865299 w 1892189"/>
              <a:gd name="connsiteY1-238" fmla="*/ 35495 h 1892188"/>
              <a:gd name="connsiteX2-239" fmla="*/ 1026916 w 1892189"/>
              <a:gd name="connsiteY2-240" fmla="*/ 35520 h 1892188"/>
              <a:gd name="connsiteX3-241" fmla="*/ 1856694 w 1892189"/>
              <a:gd name="connsiteY3-242" fmla="*/ 865298 h 1892188"/>
              <a:gd name="connsiteX4-243" fmla="*/ 1856669 w 1892189"/>
              <a:gd name="connsiteY4-244" fmla="*/ 1026916 h 1892188"/>
              <a:gd name="connsiteX5-245" fmla="*/ 1026891 w 1892189"/>
              <a:gd name="connsiteY5-246" fmla="*/ 1856693 h 1892188"/>
              <a:gd name="connsiteX6-247" fmla="*/ 865274 w 1892189"/>
              <a:gd name="connsiteY6-248" fmla="*/ 1856668 h 1892188"/>
              <a:gd name="connsiteX7-249" fmla="*/ 35496 w 1892189"/>
              <a:gd name="connsiteY7-250" fmla="*/ 1026890 h 1892188"/>
              <a:gd name="connsiteX8-251" fmla="*/ 35521 w 1892189"/>
              <a:gd name="connsiteY8-252" fmla="*/ 865273 h 189218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1892189" h="1892188">
                <a:moveTo>
                  <a:pt x="35521" y="865273"/>
                </a:moveTo>
                <a:cubicBezTo>
                  <a:pt x="35521" y="865273"/>
                  <a:pt x="865299" y="35495"/>
                  <a:pt x="865299" y="35495"/>
                </a:cubicBezTo>
                <a:cubicBezTo>
                  <a:pt x="912643" y="-11849"/>
                  <a:pt x="979572" y="-11824"/>
                  <a:pt x="1026916" y="35520"/>
                </a:cubicBezTo>
                <a:cubicBezTo>
                  <a:pt x="1026916" y="35520"/>
                  <a:pt x="1856694" y="865298"/>
                  <a:pt x="1856694" y="865298"/>
                </a:cubicBezTo>
                <a:cubicBezTo>
                  <a:pt x="1904038" y="912642"/>
                  <a:pt x="1904013" y="979572"/>
                  <a:pt x="1856669" y="1026916"/>
                </a:cubicBezTo>
                <a:cubicBezTo>
                  <a:pt x="1856669" y="1026916"/>
                  <a:pt x="1026891" y="1856693"/>
                  <a:pt x="1026891" y="1856693"/>
                </a:cubicBezTo>
                <a:cubicBezTo>
                  <a:pt x="979547" y="1904037"/>
                  <a:pt x="912618" y="1904011"/>
                  <a:pt x="865274" y="1856668"/>
                </a:cubicBezTo>
                <a:cubicBezTo>
                  <a:pt x="865274" y="1856667"/>
                  <a:pt x="35496" y="1026889"/>
                  <a:pt x="35496" y="1026890"/>
                </a:cubicBezTo>
                <a:cubicBezTo>
                  <a:pt x="-11848" y="979545"/>
                  <a:pt x="-11823" y="912617"/>
                  <a:pt x="35521" y="865273"/>
                </a:cubicBezTo>
                <a:close/>
              </a:path>
            </a:pathLst>
          </a:custGeom>
          <a:solidFill>
            <a:schemeClr val="accent1">
              <a:lumMod val="40000"/>
              <a:lumOff val="60000"/>
              <a:alpha val="26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zh-CN" altLang="en-US">
              <a:sym typeface="+mn-ea"/>
            </a:endParaRPr>
          </a:p>
        </p:txBody>
      </p:sp>
      <p:cxnSp>
        <p:nvCxnSpPr>
          <p:cNvPr id="73" name="直接连接符 72"/>
          <p:cNvCxnSpPr/>
          <p:nvPr>
            <p:custDataLst>
              <p:tags r:id="rId7"/>
            </p:custDataLst>
          </p:nvPr>
        </p:nvCxnSpPr>
        <p:spPr>
          <a:xfrm>
            <a:off x="608965" y="1818640"/>
            <a:ext cx="3843655" cy="0"/>
          </a:xfrm>
          <a:prstGeom prst="line">
            <a:avLst/>
          </a:prstGeom>
          <a:ln w="9525" cap="rnd">
            <a:solidFill>
              <a:schemeClr val="accent1">
                <a:alpha val="35000"/>
              </a:schemeClr>
            </a:solidFill>
            <a:round/>
          </a:ln>
        </p:spPr>
        <p:style>
          <a:lnRef idx="3">
            <a:schemeClr val="accent1"/>
          </a:lnRef>
          <a:fillRef idx="0">
            <a:srgbClr val="FFFFFF"/>
          </a:fillRef>
          <a:effectRef idx="0">
            <a:srgbClr val="FFFFFF"/>
          </a:effectRef>
          <a:fontRef idx="minor">
            <a:schemeClr val="tx1"/>
          </a:fontRef>
        </p:style>
      </p:cxnSp>
      <p:cxnSp>
        <p:nvCxnSpPr>
          <p:cNvPr id="74" name="直接连接符 73"/>
          <p:cNvCxnSpPr/>
          <p:nvPr>
            <p:custDataLst>
              <p:tags r:id="rId8"/>
            </p:custDataLst>
          </p:nvPr>
        </p:nvCxnSpPr>
        <p:spPr>
          <a:xfrm>
            <a:off x="2518410" y="1924685"/>
            <a:ext cx="7999095" cy="6350"/>
          </a:xfrm>
          <a:prstGeom prst="line">
            <a:avLst/>
          </a:prstGeom>
          <a:ln w="9525" cap="rnd">
            <a:solidFill>
              <a:schemeClr val="accent1">
                <a:alpha val="35000"/>
              </a:schemeClr>
            </a:solidFill>
            <a:round/>
          </a:ln>
        </p:spPr>
        <p:style>
          <a:lnRef idx="2">
            <a:schemeClr val="accent1"/>
          </a:lnRef>
          <a:fillRef idx="0">
            <a:srgbClr val="FFFFFF"/>
          </a:fillRef>
          <a:effectRef idx="0">
            <a:srgbClr val="FFFFFF"/>
          </a:effectRef>
          <a:fontRef idx="minor">
            <a:schemeClr val="tx1"/>
          </a:fontRef>
        </p:style>
      </p:cxnSp>
      <p:sp>
        <p:nvSpPr>
          <p:cNvPr id="5" name="任意多边形: 形状 1397"/>
          <p:cNvSpPr/>
          <p:nvPr>
            <p:custDataLst>
              <p:tags r:id="rId9"/>
            </p:custDataLst>
          </p:nvPr>
        </p:nvSpPr>
        <p:spPr>
          <a:xfrm>
            <a:off x="10650855" y="1641475"/>
            <a:ext cx="631190" cy="631190"/>
          </a:xfrm>
          <a:custGeom>
            <a:avLst/>
            <a:gdLst>
              <a:gd name="connsiteX0" fmla="*/ 35521 w 1877718"/>
              <a:gd name="connsiteY0" fmla="*/ 850803 h 1863247"/>
              <a:gd name="connsiteX1" fmla="*/ 865299 w 1877718"/>
              <a:gd name="connsiteY1" fmla="*/ 21025 h 1863247"/>
              <a:gd name="connsiteX2" fmla="*/ 1026916 w 1877718"/>
              <a:gd name="connsiteY2" fmla="*/ 21050 h 1863247"/>
              <a:gd name="connsiteX3" fmla="*/ 1856694 w 1877718"/>
              <a:gd name="connsiteY3" fmla="*/ 850828 h 1863247"/>
              <a:gd name="connsiteX4" fmla="*/ 1856669 w 1877718"/>
              <a:gd name="connsiteY4" fmla="*/ 1012446 h 1863247"/>
              <a:gd name="connsiteX5" fmla="*/ 1026891 w 1877718"/>
              <a:gd name="connsiteY5" fmla="*/ 1842223 h 1863247"/>
              <a:gd name="connsiteX6" fmla="*/ 865274 w 1877718"/>
              <a:gd name="connsiteY6" fmla="*/ 1842198 h 1863247"/>
              <a:gd name="connsiteX7" fmla="*/ 35496 w 1877718"/>
              <a:gd name="connsiteY7" fmla="*/ 1012420 h 1863247"/>
              <a:gd name="connsiteX8" fmla="*/ 35521 w 1877718"/>
              <a:gd name="connsiteY8" fmla="*/ 850803 h 1863247"/>
              <a:gd name="connsiteX0-1" fmla="*/ 35521 w 1877718"/>
              <a:gd name="connsiteY0-2" fmla="*/ 850803 h 1863247"/>
              <a:gd name="connsiteX1-3" fmla="*/ 865299 w 1877718"/>
              <a:gd name="connsiteY1-4" fmla="*/ 21025 h 1863247"/>
              <a:gd name="connsiteX2-5" fmla="*/ 1026916 w 1877718"/>
              <a:gd name="connsiteY2-6" fmla="*/ 21050 h 1863247"/>
              <a:gd name="connsiteX3-7" fmla="*/ 1856694 w 1877718"/>
              <a:gd name="connsiteY3-8" fmla="*/ 850828 h 1863247"/>
              <a:gd name="connsiteX4-9" fmla="*/ 1856669 w 1877718"/>
              <a:gd name="connsiteY4-10" fmla="*/ 1012446 h 1863247"/>
              <a:gd name="connsiteX5-11" fmla="*/ 1026891 w 1877718"/>
              <a:gd name="connsiteY5-12" fmla="*/ 1842223 h 1863247"/>
              <a:gd name="connsiteX6-13" fmla="*/ 865274 w 1877718"/>
              <a:gd name="connsiteY6-14" fmla="*/ 1842198 h 1863247"/>
              <a:gd name="connsiteX7-15" fmla="*/ 35496 w 1877718"/>
              <a:gd name="connsiteY7-16" fmla="*/ 1012420 h 1863247"/>
              <a:gd name="connsiteX8-17" fmla="*/ 35521 w 1877718"/>
              <a:gd name="connsiteY8-18" fmla="*/ 850803 h 1863247"/>
              <a:gd name="connsiteX0-19" fmla="*/ 35521 w 1877718"/>
              <a:gd name="connsiteY0-20" fmla="*/ 850813 h 1863257"/>
              <a:gd name="connsiteX1-21" fmla="*/ 865299 w 1877718"/>
              <a:gd name="connsiteY1-22" fmla="*/ 21035 h 1863257"/>
              <a:gd name="connsiteX2-23" fmla="*/ 1026916 w 1877718"/>
              <a:gd name="connsiteY2-24" fmla="*/ 21060 h 1863257"/>
              <a:gd name="connsiteX3-25" fmla="*/ 1856694 w 1877718"/>
              <a:gd name="connsiteY3-26" fmla="*/ 850838 h 1863257"/>
              <a:gd name="connsiteX4-27" fmla="*/ 1856669 w 1877718"/>
              <a:gd name="connsiteY4-28" fmla="*/ 1012456 h 1863257"/>
              <a:gd name="connsiteX5-29" fmla="*/ 1026891 w 1877718"/>
              <a:gd name="connsiteY5-30" fmla="*/ 1842233 h 1863257"/>
              <a:gd name="connsiteX6-31" fmla="*/ 865274 w 1877718"/>
              <a:gd name="connsiteY6-32" fmla="*/ 1842208 h 1863257"/>
              <a:gd name="connsiteX7-33" fmla="*/ 35496 w 1877718"/>
              <a:gd name="connsiteY7-34" fmla="*/ 1012430 h 1863257"/>
              <a:gd name="connsiteX8-35" fmla="*/ 35521 w 1877718"/>
              <a:gd name="connsiteY8-36" fmla="*/ 850813 h 1863257"/>
              <a:gd name="connsiteX0-37" fmla="*/ 35521 w 1877718"/>
              <a:gd name="connsiteY0-38" fmla="*/ 865273 h 1877717"/>
              <a:gd name="connsiteX1-39" fmla="*/ 865299 w 1877718"/>
              <a:gd name="connsiteY1-40" fmla="*/ 35495 h 1877717"/>
              <a:gd name="connsiteX2-41" fmla="*/ 1026916 w 1877718"/>
              <a:gd name="connsiteY2-42" fmla="*/ 35520 h 1877717"/>
              <a:gd name="connsiteX3-43" fmla="*/ 1856694 w 1877718"/>
              <a:gd name="connsiteY3-44" fmla="*/ 865298 h 1877717"/>
              <a:gd name="connsiteX4-45" fmla="*/ 1856669 w 1877718"/>
              <a:gd name="connsiteY4-46" fmla="*/ 1026916 h 1877717"/>
              <a:gd name="connsiteX5-47" fmla="*/ 1026891 w 1877718"/>
              <a:gd name="connsiteY5-48" fmla="*/ 1856693 h 1877717"/>
              <a:gd name="connsiteX6-49" fmla="*/ 865274 w 1877718"/>
              <a:gd name="connsiteY6-50" fmla="*/ 1856668 h 1877717"/>
              <a:gd name="connsiteX7-51" fmla="*/ 35496 w 1877718"/>
              <a:gd name="connsiteY7-52" fmla="*/ 1026890 h 1877717"/>
              <a:gd name="connsiteX8-53" fmla="*/ 35521 w 1877718"/>
              <a:gd name="connsiteY8-54" fmla="*/ 865273 h 1877717"/>
              <a:gd name="connsiteX0-55" fmla="*/ 35521 w 1877718"/>
              <a:gd name="connsiteY0-56" fmla="*/ 865273 h 1877717"/>
              <a:gd name="connsiteX1-57" fmla="*/ 865299 w 1877718"/>
              <a:gd name="connsiteY1-58" fmla="*/ 35495 h 1877717"/>
              <a:gd name="connsiteX2-59" fmla="*/ 1026916 w 1877718"/>
              <a:gd name="connsiteY2-60" fmla="*/ 35520 h 1877717"/>
              <a:gd name="connsiteX3-61" fmla="*/ 1856694 w 1877718"/>
              <a:gd name="connsiteY3-62" fmla="*/ 865298 h 1877717"/>
              <a:gd name="connsiteX4-63" fmla="*/ 1856669 w 1877718"/>
              <a:gd name="connsiteY4-64" fmla="*/ 1026916 h 1877717"/>
              <a:gd name="connsiteX5-65" fmla="*/ 1026891 w 1877718"/>
              <a:gd name="connsiteY5-66" fmla="*/ 1856693 h 1877717"/>
              <a:gd name="connsiteX6-67" fmla="*/ 865274 w 1877718"/>
              <a:gd name="connsiteY6-68" fmla="*/ 1856668 h 1877717"/>
              <a:gd name="connsiteX7-69" fmla="*/ 35496 w 1877718"/>
              <a:gd name="connsiteY7-70" fmla="*/ 1026890 h 1877717"/>
              <a:gd name="connsiteX8-71" fmla="*/ 35521 w 1877718"/>
              <a:gd name="connsiteY8-72" fmla="*/ 865273 h 1877717"/>
              <a:gd name="connsiteX0-73" fmla="*/ 35521 w 1877718"/>
              <a:gd name="connsiteY0-74" fmla="*/ 865273 h 1877717"/>
              <a:gd name="connsiteX1-75" fmla="*/ 865299 w 1877718"/>
              <a:gd name="connsiteY1-76" fmla="*/ 35495 h 1877717"/>
              <a:gd name="connsiteX2-77" fmla="*/ 1026916 w 1877718"/>
              <a:gd name="connsiteY2-78" fmla="*/ 35520 h 1877717"/>
              <a:gd name="connsiteX3-79" fmla="*/ 1856694 w 1877718"/>
              <a:gd name="connsiteY3-80" fmla="*/ 865298 h 1877717"/>
              <a:gd name="connsiteX4-81" fmla="*/ 1856669 w 1877718"/>
              <a:gd name="connsiteY4-82" fmla="*/ 1026916 h 1877717"/>
              <a:gd name="connsiteX5-83" fmla="*/ 1026891 w 1877718"/>
              <a:gd name="connsiteY5-84" fmla="*/ 1856693 h 1877717"/>
              <a:gd name="connsiteX6-85" fmla="*/ 865274 w 1877718"/>
              <a:gd name="connsiteY6-86" fmla="*/ 1856668 h 1877717"/>
              <a:gd name="connsiteX7-87" fmla="*/ 35496 w 1877718"/>
              <a:gd name="connsiteY7-88" fmla="*/ 1026890 h 1877717"/>
              <a:gd name="connsiteX8-89" fmla="*/ 35521 w 1877718"/>
              <a:gd name="connsiteY8-90" fmla="*/ 865273 h 1877717"/>
              <a:gd name="connsiteX0-91" fmla="*/ 35521 w 1877729"/>
              <a:gd name="connsiteY0-92" fmla="*/ 865273 h 1877717"/>
              <a:gd name="connsiteX1-93" fmla="*/ 865299 w 1877729"/>
              <a:gd name="connsiteY1-94" fmla="*/ 35495 h 1877717"/>
              <a:gd name="connsiteX2-95" fmla="*/ 1026916 w 1877729"/>
              <a:gd name="connsiteY2-96" fmla="*/ 35520 h 1877717"/>
              <a:gd name="connsiteX3-97" fmla="*/ 1856694 w 1877729"/>
              <a:gd name="connsiteY3-98" fmla="*/ 865298 h 1877717"/>
              <a:gd name="connsiteX4-99" fmla="*/ 1856669 w 1877729"/>
              <a:gd name="connsiteY4-100" fmla="*/ 1026916 h 1877717"/>
              <a:gd name="connsiteX5-101" fmla="*/ 1026891 w 1877729"/>
              <a:gd name="connsiteY5-102" fmla="*/ 1856693 h 1877717"/>
              <a:gd name="connsiteX6-103" fmla="*/ 865274 w 1877729"/>
              <a:gd name="connsiteY6-104" fmla="*/ 1856668 h 1877717"/>
              <a:gd name="connsiteX7-105" fmla="*/ 35496 w 1877729"/>
              <a:gd name="connsiteY7-106" fmla="*/ 1026890 h 1877717"/>
              <a:gd name="connsiteX8-107" fmla="*/ 35521 w 1877729"/>
              <a:gd name="connsiteY8-108" fmla="*/ 865273 h 1877717"/>
              <a:gd name="connsiteX0-109" fmla="*/ 35521 w 1892189"/>
              <a:gd name="connsiteY0-110" fmla="*/ 865273 h 1877717"/>
              <a:gd name="connsiteX1-111" fmla="*/ 865299 w 1892189"/>
              <a:gd name="connsiteY1-112" fmla="*/ 35495 h 1877717"/>
              <a:gd name="connsiteX2-113" fmla="*/ 1026916 w 1892189"/>
              <a:gd name="connsiteY2-114" fmla="*/ 35520 h 1877717"/>
              <a:gd name="connsiteX3-115" fmla="*/ 1856694 w 1892189"/>
              <a:gd name="connsiteY3-116" fmla="*/ 865298 h 1877717"/>
              <a:gd name="connsiteX4-117" fmla="*/ 1856669 w 1892189"/>
              <a:gd name="connsiteY4-118" fmla="*/ 1026916 h 1877717"/>
              <a:gd name="connsiteX5-119" fmla="*/ 1026891 w 1892189"/>
              <a:gd name="connsiteY5-120" fmla="*/ 1856693 h 1877717"/>
              <a:gd name="connsiteX6-121" fmla="*/ 865274 w 1892189"/>
              <a:gd name="connsiteY6-122" fmla="*/ 1856668 h 1877717"/>
              <a:gd name="connsiteX7-123" fmla="*/ 35496 w 1892189"/>
              <a:gd name="connsiteY7-124" fmla="*/ 1026890 h 1877717"/>
              <a:gd name="connsiteX8-125" fmla="*/ 35521 w 1892189"/>
              <a:gd name="connsiteY8-126" fmla="*/ 865273 h 1877717"/>
              <a:gd name="connsiteX0-127" fmla="*/ 35521 w 1892189"/>
              <a:gd name="connsiteY0-128" fmla="*/ 865273 h 1877717"/>
              <a:gd name="connsiteX1-129" fmla="*/ 865299 w 1892189"/>
              <a:gd name="connsiteY1-130" fmla="*/ 35495 h 1877717"/>
              <a:gd name="connsiteX2-131" fmla="*/ 1026916 w 1892189"/>
              <a:gd name="connsiteY2-132" fmla="*/ 35520 h 1877717"/>
              <a:gd name="connsiteX3-133" fmla="*/ 1856694 w 1892189"/>
              <a:gd name="connsiteY3-134" fmla="*/ 865298 h 1877717"/>
              <a:gd name="connsiteX4-135" fmla="*/ 1856669 w 1892189"/>
              <a:gd name="connsiteY4-136" fmla="*/ 1026916 h 1877717"/>
              <a:gd name="connsiteX5-137" fmla="*/ 1026891 w 1892189"/>
              <a:gd name="connsiteY5-138" fmla="*/ 1856693 h 1877717"/>
              <a:gd name="connsiteX6-139" fmla="*/ 865274 w 1892189"/>
              <a:gd name="connsiteY6-140" fmla="*/ 1856668 h 1877717"/>
              <a:gd name="connsiteX7-141" fmla="*/ 35496 w 1892189"/>
              <a:gd name="connsiteY7-142" fmla="*/ 1026890 h 1877717"/>
              <a:gd name="connsiteX8-143" fmla="*/ 35521 w 1892189"/>
              <a:gd name="connsiteY8-144" fmla="*/ 865273 h 1877717"/>
              <a:gd name="connsiteX0-145" fmla="*/ 35521 w 1892189"/>
              <a:gd name="connsiteY0-146" fmla="*/ 865273 h 1877717"/>
              <a:gd name="connsiteX1-147" fmla="*/ 865299 w 1892189"/>
              <a:gd name="connsiteY1-148" fmla="*/ 35495 h 1877717"/>
              <a:gd name="connsiteX2-149" fmla="*/ 1026916 w 1892189"/>
              <a:gd name="connsiteY2-150" fmla="*/ 35520 h 1877717"/>
              <a:gd name="connsiteX3-151" fmla="*/ 1856694 w 1892189"/>
              <a:gd name="connsiteY3-152" fmla="*/ 865298 h 1877717"/>
              <a:gd name="connsiteX4-153" fmla="*/ 1856669 w 1892189"/>
              <a:gd name="connsiteY4-154" fmla="*/ 1026916 h 1877717"/>
              <a:gd name="connsiteX5-155" fmla="*/ 1026891 w 1892189"/>
              <a:gd name="connsiteY5-156" fmla="*/ 1856693 h 1877717"/>
              <a:gd name="connsiteX6-157" fmla="*/ 865274 w 1892189"/>
              <a:gd name="connsiteY6-158" fmla="*/ 1856668 h 1877717"/>
              <a:gd name="connsiteX7-159" fmla="*/ 35496 w 1892189"/>
              <a:gd name="connsiteY7-160" fmla="*/ 1026890 h 1877717"/>
              <a:gd name="connsiteX8-161" fmla="*/ 35521 w 1892189"/>
              <a:gd name="connsiteY8-162" fmla="*/ 865273 h 1877717"/>
              <a:gd name="connsiteX0-163" fmla="*/ 35521 w 1892189"/>
              <a:gd name="connsiteY0-164" fmla="*/ 865273 h 1877728"/>
              <a:gd name="connsiteX1-165" fmla="*/ 865299 w 1892189"/>
              <a:gd name="connsiteY1-166" fmla="*/ 35495 h 1877728"/>
              <a:gd name="connsiteX2-167" fmla="*/ 1026916 w 1892189"/>
              <a:gd name="connsiteY2-168" fmla="*/ 35520 h 1877728"/>
              <a:gd name="connsiteX3-169" fmla="*/ 1856694 w 1892189"/>
              <a:gd name="connsiteY3-170" fmla="*/ 865298 h 1877728"/>
              <a:gd name="connsiteX4-171" fmla="*/ 1856669 w 1892189"/>
              <a:gd name="connsiteY4-172" fmla="*/ 1026916 h 1877728"/>
              <a:gd name="connsiteX5-173" fmla="*/ 1026891 w 1892189"/>
              <a:gd name="connsiteY5-174" fmla="*/ 1856693 h 1877728"/>
              <a:gd name="connsiteX6-175" fmla="*/ 865274 w 1892189"/>
              <a:gd name="connsiteY6-176" fmla="*/ 1856668 h 1877728"/>
              <a:gd name="connsiteX7-177" fmla="*/ 35496 w 1892189"/>
              <a:gd name="connsiteY7-178" fmla="*/ 1026890 h 1877728"/>
              <a:gd name="connsiteX8-179" fmla="*/ 35521 w 1892189"/>
              <a:gd name="connsiteY8-180" fmla="*/ 865273 h 1877728"/>
              <a:gd name="connsiteX0-181" fmla="*/ 35521 w 1892189"/>
              <a:gd name="connsiteY0-182" fmla="*/ 865273 h 1892188"/>
              <a:gd name="connsiteX1-183" fmla="*/ 865299 w 1892189"/>
              <a:gd name="connsiteY1-184" fmla="*/ 35495 h 1892188"/>
              <a:gd name="connsiteX2-185" fmla="*/ 1026916 w 1892189"/>
              <a:gd name="connsiteY2-186" fmla="*/ 35520 h 1892188"/>
              <a:gd name="connsiteX3-187" fmla="*/ 1856694 w 1892189"/>
              <a:gd name="connsiteY3-188" fmla="*/ 865298 h 1892188"/>
              <a:gd name="connsiteX4-189" fmla="*/ 1856669 w 1892189"/>
              <a:gd name="connsiteY4-190" fmla="*/ 1026916 h 1892188"/>
              <a:gd name="connsiteX5-191" fmla="*/ 1026891 w 1892189"/>
              <a:gd name="connsiteY5-192" fmla="*/ 1856693 h 1892188"/>
              <a:gd name="connsiteX6-193" fmla="*/ 865274 w 1892189"/>
              <a:gd name="connsiteY6-194" fmla="*/ 1856668 h 1892188"/>
              <a:gd name="connsiteX7-195" fmla="*/ 35496 w 1892189"/>
              <a:gd name="connsiteY7-196" fmla="*/ 1026890 h 1892188"/>
              <a:gd name="connsiteX8-197" fmla="*/ 35521 w 1892189"/>
              <a:gd name="connsiteY8-198" fmla="*/ 865273 h 1892188"/>
              <a:gd name="connsiteX0-199" fmla="*/ 35521 w 1892189"/>
              <a:gd name="connsiteY0-200" fmla="*/ 865273 h 1892188"/>
              <a:gd name="connsiteX1-201" fmla="*/ 865299 w 1892189"/>
              <a:gd name="connsiteY1-202" fmla="*/ 35495 h 1892188"/>
              <a:gd name="connsiteX2-203" fmla="*/ 1026916 w 1892189"/>
              <a:gd name="connsiteY2-204" fmla="*/ 35520 h 1892188"/>
              <a:gd name="connsiteX3-205" fmla="*/ 1856694 w 1892189"/>
              <a:gd name="connsiteY3-206" fmla="*/ 865298 h 1892188"/>
              <a:gd name="connsiteX4-207" fmla="*/ 1856669 w 1892189"/>
              <a:gd name="connsiteY4-208" fmla="*/ 1026916 h 1892188"/>
              <a:gd name="connsiteX5-209" fmla="*/ 1026891 w 1892189"/>
              <a:gd name="connsiteY5-210" fmla="*/ 1856693 h 1892188"/>
              <a:gd name="connsiteX6-211" fmla="*/ 865274 w 1892189"/>
              <a:gd name="connsiteY6-212" fmla="*/ 1856668 h 1892188"/>
              <a:gd name="connsiteX7-213" fmla="*/ 35496 w 1892189"/>
              <a:gd name="connsiteY7-214" fmla="*/ 1026890 h 1892188"/>
              <a:gd name="connsiteX8-215" fmla="*/ 35521 w 1892189"/>
              <a:gd name="connsiteY8-216" fmla="*/ 865273 h 1892188"/>
              <a:gd name="connsiteX0-217" fmla="*/ 35521 w 1892189"/>
              <a:gd name="connsiteY0-218" fmla="*/ 865273 h 1892188"/>
              <a:gd name="connsiteX1-219" fmla="*/ 865299 w 1892189"/>
              <a:gd name="connsiteY1-220" fmla="*/ 35495 h 1892188"/>
              <a:gd name="connsiteX2-221" fmla="*/ 1026916 w 1892189"/>
              <a:gd name="connsiteY2-222" fmla="*/ 35520 h 1892188"/>
              <a:gd name="connsiteX3-223" fmla="*/ 1856694 w 1892189"/>
              <a:gd name="connsiteY3-224" fmla="*/ 865298 h 1892188"/>
              <a:gd name="connsiteX4-225" fmla="*/ 1856669 w 1892189"/>
              <a:gd name="connsiteY4-226" fmla="*/ 1026916 h 1892188"/>
              <a:gd name="connsiteX5-227" fmla="*/ 1026891 w 1892189"/>
              <a:gd name="connsiteY5-228" fmla="*/ 1856693 h 1892188"/>
              <a:gd name="connsiteX6-229" fmla="*/ 865274 w 1892189"/>
              <a:gd name="connsiteY6-230" fmla="*/ 1856668 h 1892188"/>
              <a:gd name="connsiteX7-231" fmla="*/ 35496 w 1892189"/>
              <a:gd name="connsiteY7-232" fmla="*/ 1026890 h 1892188"/>
              <a:gd name="connsiteX8-233" fmla="*/ 35521 w 1892189"/>
              <a:gd name="connsiteY8-234" fmla="*/ 865273 h 1892188"/>
              <a:gd name="connsiteX0-235" fmla="*/ 35521 w 1892189"/>
              <a:gd name="connsiteY0-236" fmla="*/ 865273 h 1892188"/>
              <a:gd name="connsiteX1-237" fmla="*/ 865299 w 1892189"/>
              <a:gd name="connsiteY1-238" fmla="*/ 35495 h 1892188"/>
              <a:gd name="connsiteX2-239" fmla="*/ 1026916 w 1892189"/>
              <a:gd name="connsiteY2-240" fmla="*/ 35520 h 1892188"/>
              <a:gd name="connsiteX3-241" fmla="*/ 1856694 w 1892189"/>
              <a:gd name="connsiteY3-242" fmla="*/ 865298 h 1892188"/>
              <a:gd name="connsiteX4-243" fmla="*/ 1856669 w 1892189"/>
              <a:gd name="connsiteY4-244" fmla="*/ 1026916 h 1892188"/>
              <a:gd name="connsiteX5-245" fmla="*/ 1026891 w 1892189"/>
              <a:gd name="connsiteY5-246" fmla="*/ 1856693 h 1892188"/>
              <a:gd name="connsiteX6-247" fmla="*/ 865274 w 1892189"/>
              <a:gd name="connsiteY6-248" fmla="*/ 1856668 h 1892188"/>
              <a:gd name="connsiteX7-249" fmla="*/ 35496 w 1892189"/>
              <a:gd name="connsiteY7-250" fmla="*/ 1026890 h 1892188"/>
              <a:gd name="connsiteX8-251" fmla="*/ 35521 w 1892189"/>
              <a:gd name="connsiteY8-252" fmla="*/ 865273 h 189218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1892189" h="1892188">
                <a:moveTo>
                  <a:pt x="35521" y="865273"/>
                </a:moveTo>
                <a:cubicBezTo>
                  <a:pt x="35521" y="865273"/>
                  <a:pt x="865299" y="35495"/>
                  <a:pt x="865299" y="35495"/>
                </a:cubicBezTo>
                <a:cubicBezTo>
                  <a:pt x="912643" y="-11849"/>
                  <a:pt x="979572" y="-11824"/>
                  <a:pt x="1026916" y="35520"/>
                </a:cubicBezTo>
                <a:cubicBezTo>
                  <a:pt x="1026916" y="35520"/>
                  <a:pt x="1856694" y="865298"/>
                  <a:pt x="1856694" y="865298"/>
                </a:cubicBezTo>
                <a:cubicBezTo>
                  <a:pt x="1904038" y="912642"/>
                  <a:pt x="1904013" y="979572"/>
                  <a:pt x="1856669" y="1026916"/>
                </a:cubicBezTo>
                <a:cubicBezTo>
                  <a:pt x="1856669" y="1026916"/>
                  <a:pt x="1026891" y="1856693"/>
                  <a:pt x="1026891" y="1856693"/>
                </a:cubicBezTo>
                <a:cubicBezTo>
                  <a:pt x="979547" y="1904037"/>
                  <a:pt x="912618" y="1904011"/>
                  <a:pt x="865274" y="1856668"/>
                </a:cubicBezTo>
                <a:cubicBezTo>
                  <a:pt x="865274" y="1856667"/>
                  <a:pt x="35496" y="1026889"/>
                  <a:pt x="35496" y="1026890"/>
                </a:cubicBezTo>
                <a:cubicBezTo>
                  <a:pt x="-11848" y="979545"/>
                  <a:pt x="-11823" y="912617"/>
                  <a:pt x="35521" y="865273"/>
                </a:cubicBezTo>
                <a:close/>
              </a:path>
            </a:pathLst>
          </a:custGeom>
          <a:solidFill>
            <a:schemeClr val="accent1">
              <a:alpha val="2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6" name="任意多边形: 形状 1397"/>
          <p:cNvSpPr/>
          <p:nvPr>
            <p:custDataLst>
              <p:tags r:id="rId10"/>
            </p:custDataLst>
          </p:nvPr>
        </p:nvSpPr>
        <p:spPr>
          <a:xfrm>
            <a:off x="11108055" y="1759585"/>
            <a:ext cx="395605" cy="395605"/>
          </a:xfrm>
          <a:custGeom>
            <a:avLst/>
            <a:gdLst>
              <a:gd name="connsiteX0" fmla="*/ 35521 w 1877718"/>
              <a:gd name="connsiteY0" fmla="*/ 850803 h 1863247"/>
              <a:gd name="connsiteX1" fmla="*/ 865299 w 1877718"/>
              <a:gd name="connsiteY1" fmla="*/ 21025 h 1863247"/>
              <a:gd name="connsiteX2" fmla="*/ 1026916 w 1877718"/>
              <a:gd name="connsiteY2" fmla="*/ 21050 h 1863247"/>
              <a:gd name="connsiteX3" fmla="*/ 1856694 w 1877718"/>
              <a:gd name="connsiteY3" fmla="*/ 850828 h 1863247"/>
              <a:gd name="connsiteX4" fmla="*/ 1856669 w 1877718"/>
              <a:gd name="connsiteY4" fmla="*/ 1012446 h 1863247"/>
              <a:gd name="connsiteX5" fmla="*/ 1026891 w 1877718"/>
              <a:gd name="connsiteY5" fmla="*/ 1842223 h 1863247"/>
              <a:gd name="connsiteX6" fmla="*/ 865274 w 1877718"/>
              <a:gd name="connsiteY6" fmla="*/ 1842198 h 1863247"/>
              <a:gd name="connsiteX7" fmla="*/ 35496 w 1877718"/>
              <a:gd name="connsiteY7" fmla="*/ 1012420 h 1863247"/>
              <a:gd name="connsiteX8" fmla="*/ 35521 w 1877718"/>
              <a:gd name="connsiteY8" fmla="*/ 850803 h 1863247"/>
              <a:gd name="connsiteX0-1" fmla="*/ 35521 w 1877718"/>
              <a:gd name="connsiteY0-2" fmla="*/ 850803 h 1863247"/>
              <a:gd name="connsiteX1-3" fmla="*/ 865299 w 1877718"/>
              <a:gd name="connsiteY1-4" fmla="*/ 21025 h 1863247"/>
              <a:gd name="connsiteX2-5" fmla="*/ 1026916 w 1877718"/>
              <a:gd name="connsiteY2-6" fmla="*/ 21050 h 1863247"/>
              <a:gd name="connsiteX3-7" fmla="*/ 1856694 w 1877718"/>
              <a:gd name="connsiteY3-8" fmla="*/ 850828 h 1863247"/>
              <a:gd name="connsiteX4-9" fmla="*/ 1856669 w 1877718"/>
              <a:gd name="connsiteY4-10" fmla="*/ 1012446 h 1863247"/>
              <a:gd name="connsiteX5-11" fmla="*/ 1026891 w 1877718"/>
              <a:gd name="connsiteY5-12" fmla="*/ 1842223 h 1863247"/>
              <a:gd name="connsiteX6-13" fmla="*/ 865274 w 1877718"/>
              <a:gd name="connsiteY6-14" fmla="*/ 1842198 h 1863247"/>
              <a:gd name="connsiteX7-15" fmla="*/ 35496 w 1877718"/>
              <a:gd name="connsiteY7-16" fmla="*/ 1012420 h 1863247"/>
              <a:gd name="connsiteX8-17" fmla="*/ 35521 w 1877718"/>
              <a:gd name="connsiteY8-18" fmla="*/ 850803 h 1863247"/>
              <a:gd name="connsiteX0-19" fmla="*/ 35521 w 1877718"/>
              <a:gd name="connsiteY0-20" fmla="*/ 850813 h 1863257"/>
              <a:gd name="connsiteX1-21" fmla="*/ 865299 w 1877718"/>
              <a:gd name="connsiteY1-22" fmla="*/ 21035 h 1863257"/>
              <a:gd name="connsiteX2-23" fmla="*/ 1026916 w 1877718"/>
              <a:gd name="connsiteY2-24" fmla="*/ 21060 h 1863257"/>
              <a:gd name="connsiteX3-25" fmla="*/ 1856694 w 1877718"/>
              <a:gd name="connsiteY3-26" fmla="*/ 850838 h 1863257"/>
              <a:gd name="connsiteX4-27" fmla="*/ 1856669 w 1877718"/>
              <a:gd name="connsiteY4-28" fmla="*/ 1012456 h 1863257"/>
              <a:gd name="connsiteX5-29" fmla="*/ 1026891 w 1877718"/>
              <a:gd name="connsiteY5-30" fmla="*/ 1842233 h 1863257"/>
              <a:gd name="connsiteX6-31" fmla="*/ 865274 w 1877718"/>
              <a:gd name="connsiteY6-32" fmla="*/ 1842208 h 1863257"/>
              <a:gd name="connsiteX7-33" fmla="*/ 35496 w 1877718"/>
              <a:gd name="connsiteY7-34" fmla="*/ 1012430 h 1863257"/>
              <a:gd name="connsiteX8-35" fmla="*/ 35521 w 1877718"/>
              <a:gd name="connsiteY8-36" fmla="*/ 850813 h 1863257"/>
              <a:gd name="connsiteX0-37" fmla="*/ 35521 w 1877718"/>
              <a:gd name="connsiteY0-38" fmla="*/ 865273 h 1877717"/>
              <a:gd name="connsiteX1-39" fmla="*/ 865299 w 1877718"/>
              <a:gd name="connsiteY1-40" fmla="*/ 35495 h 1877717"/>
              <a:gd name="connsiteX2-41" fmla="*/ 1026916 w 1877718"/>
              <a:gd name="connsiteY2-42" fmla="*/ 35520 h 1877717"/>
              <a:gd name="connsiteX3-43" fmla="*/ 1856694 w 1877718"/>
              <a:gd name="connsiteY3-44" fmla="*/ 865298 h 1877717"/>
              <a:gd name="connsiteX4-45" fmla="*/ 1856669 w 1877718"/>
              <a:gd name="connsiteY4-46" fmla="*/ 1026916 h 1877717"/>
              <a:gd name="connsiteX5-47" fmla="*/ 1026891 w 1877718"/>
              <a:gd name="connsiteY5-48" fmla="*/ 1856693 h 1877717"/>
              <a:gd name="connsiteX6-49" fmla="*/ 865274 w 1877718"/>
              <a:gd name="connsiteY6-50" fmla="*/ 1856668 h 1877717"/>
              <a:gd name="connsiteX7-51" fmla="*/ 35496 w 1877718"/>
              <a:gd name="connsiteY7-52" fmla="*/ 1026890 h 1877717"/>
              <a:gd name="connsiteX8-53" fmla="*/ 35521 w 1877718"/>
              <a:gd name="connsiteY8-54" fmla="*/ 865273 h 1877717"/>
              <a:gd name="connsiteX0-55" fmla="*/ 35521 w 1877718"/>
              <a:gd name="connsiteY0-56" fmla="*/ 865273 h 1877717"/>
              <a:gd name="connsiteX1-57" fmla="*/ 865299 w 1877718"/>
              <a:gd name="connsiteY1-58" fmla="*/ 35495 h 1877717"/>
              <a:gd name="connsiteX2-59" fmla="*/ 1026916 w 1877718"/>
              <a:gd name="connsiteY2-60" fmla="*/ 35520 h 1877717"/>
              <a:gd name="connsiteX3-61" fmla="*/ 1856694 w 1877718"/>
              <a:gd name="connsiteY3-62" fmla="*/ 865298 h 1877717"/>
              <a:gd name="connsiteX4-63" fmla="*/ 1856669 w 1877718"/>
              <a:gd name="connsiteY4-64" fmla="*/ 1026916 h 1877717"/>
              <a:gd name="connsiteX5-65" fmla="*/ 1026891 w 1877718"/>
              <a:gd name="connsiteY5-66" fmla="*/ 1856693 h 1877717"/>
              <a:gd name="connsiteX6-67" fmla="*/ 865274 w 1877718"/>
              <a:gd name="connsiteY6-68" fmla="*/ 1856668 h 1877717"/>
              <a:gd name="connsiteX7-69" fmla="*/ 35496 w 1877718"/>
              <a:gd name="connsiteY7-70" fmla="*/ 1026890 h 1877717"/>
              <a:gd name="connsiteX8-71" fmla="*/ 35521 w 1877718"/>
              <a:gd name="connsiteY8-72" fmla="*/ 865273 h 1877717"/>
              <a:gd name="connsiteX0-73" fmla="*/ 35521 w 1877718"/>
              <a:gd name="connsiteY0-74" fmla="*/ 865273 h 1877717"/>
              <a:gd name="connsiteX1-75" fmla="*/ 865299 w 1877718"/>
              <a:gd name="connsiteY1-76" fmla="*/ 35495 h 1877717"/>
              <a:gd name="connsiteX2-77" fmla="*/ 1026916 w 1877718"/>
              <a:gd name="connsiteY2-78" fmla="*/ 35520 h 1877717"/>
              <a:gd name="connsiteX3-79" fmla="*/ 1856694 w 1877718"/>
              <a:gd name="connsiteY3-80" fmla="*/ 865298 h 1877717"/>
              <a:gd name="connsiteX4-81" fmla="*/ 1856669 w 1877718"/>
              <a:gd name="connsiteY4-82" fmla="*/ 1026916 h 1877717"/>
              <a:gd name="connsiteX5-83" fmla="*/ 1026891 w 1877718"/>
              <a:gd name="connsiteY5-84" fmla="*/ 1856693 h 1877717"/>
              <a:gd name="connsiteX6-85" fmla="*/ 865274 w 1877718"/>
              <a:gd name="connsiteY6-86" fmla="*/ 1856668 h 1877717"/>
              <a:gd name="connsiteX7-87" fmla="*/ 35496 w 1877718"/>
              <a:gd name="connsiteY7-88" fmla="*/ 1026890 h 1877717"/>
              <a:gd name="connsiteX8-89" fmla="*/ 35521 w 1877718"/>
              <a:gd name="connsiteY8-90" fmla="*/ 865273 h 1877717"/>
              <a:gd name="connsiteX0-91" fmla="*/ 35521 w 1877729"/>
              <a:gd name="connsiteY0-92" fmla="*/ 865273 h 1877717"/>
              <a:gd name="connsiteX1-93" fmla="*/ 865299 w 1877729"/>
              <a:gd name="connsiteY1-94" fmla="*/ 35495 h 1877717"/>
              <a:gd name="connsiteX2-95" fmla="*/ 1026916 w 1877729"/>
              <a:gd name="connsiteY2-96" fmla="*/ 35520 h 1877717"/>
              <a:gd name="connsiteX3-97" fmla="*/ 1856694 w 1877729"/>
              <a:gd name="connsiteY3-98" fmla="*/ 865298 h 1877717"/>
              <a:gd name="connsiteX4-99" fmla="*/ 1856669 w 1877729"/>
              <a:gd name="connsiteY4-100" fmla="*/ 1026916 h 1877717"/>
              <a:gd name="connsiteX5-101" fmla="*/ 1026891 w 1877729"/>
              <a:gd name="connsiteY5-102" fmla="*/ 1856693 h 1877717"/>
              <a:gd name="connsiteX6-103" fmla="*/ 865274 w 1877729"/>
              <a:gd name="connsiteY6-104" fmla="*/ 1856668 h 1877717"/>
              <a:gd name="connsiteX7-105" fmla="*/ 35496 w 1877729"/>
              <a:gd name="connsiteY7-106" fmla="*/ 1026890 h 1877717"/>
              <a:gd name="connsiteX8-107" fmla="*/ 35521 w 1877729"/>
              <a:gd name="connsiteY8-108" fmla="*/ 865273 h 1877717"/>
              <a:gd name="connsiteX0-109" fmla="*/ 35521 w 1892189"/>
              <a:gd name="connsiteY0-110" fmla="*/ 865273 h 1877717"/>
              <a:gd name="connsiteX1-111" fmla="*/ 865299 w 1892189"/>
              <a:gd name="connsiteY1-112" fmla="*/ 35495 h 1877717"/>
              <a:gd name="connsiteX2-113" fmla="*/ 1026916 w 1892189"/>
              <a:gd name="connsiteY2-114" fmla="*/ 35520 h 1877717"/>
              <a:gd name="connsiteX3-115" fmla="*/ 1856694 w 1892189"/>
              <a:gd name="connsiteY3-116" fmla="*/ 865298 h 1877717"/>
              <a:gd name="connsiteX4-117" fmla="*/ 1856669 w 1892189"/>
              <a:gd name="connsiteY4-118" fmla="*/ 1026916 h 1877717"/>
              <a:gd name="connsiteX5-119" fmla="*/ 1026891 w 1892189"/>
              <a:gd name="connsiteY5-120" fmla="*/ 1856693 h 1877717"/>
              <a:gd name="connsiteX6-121" fmla="*/ 865274 w 1892189"/>
              <a:gd name="connsiteY6-122" fmla="*/ 1856668 h 1877717"/>
              <a:gd name="connsiteX7-123" fmla="*/ 35496 w 1892189"/>
              <a:gd name="connsiteY7-124" fmla="*/ 1026890 h 1877717"/>
              <a:gd name="connsiteX8-125" fmla="*/ 35521 w 1892189"/>
              <a:gd name="connsiteY8-126" fmla="*/ 865273 h 1877717"/>
              <a:gd name="connsiteX0-127" fmla="*/ 35521 w 1892189"/>
              <a:gd name="connsiteY0-128" fmla="*/ 865273 h 1877717"/>
              <a:gd name="connsiteX1-129" fmla="*/ 865299 w 1892189"/>
              <a:gd name="connsiteY1-130" fmla="*/ 35495 h 1877717"/>
              <a:gd name="connsiteX2-131" fmla="*/ 1026916 w 1892189"/>
              <a:gd name="connsiteY2-132" fmla="*/ 35520 h 1877717"/>
              <a:gd name="connsiteX3-133" fmla="*/ 1856694 w 1892189"/>
              <a:gd name="connsiteY3-134" fmla="*/ 865298 h 1877717"/>
              <a:gd name="connsiteX4-135" fmla="*/ 1856669 w 1892189"/>
              <a:gd name="connsiteY4-136" fmla="*/ 1026916 h 1877717"/>
              <a:gd name="connsiteX5-137" fmla="*/ 1026891 w 1892189"/>
              <a:gd name="connsiteY5-138" fmla="*/ 1856693 h 1877717"/>
              <a:gd name="connsiteX6-139" fmla="*/ 865274 w 1892189"/>
              <a:gd name="connsiteY6-140" fmla="*/ 1856668 h 1877717"/>
              <a:gd name="connsiteX7-141" fmla="*/ 35496 w 1892189"/>
              <a:gd name="connsiteY7-142" fmla="*/ 1026890 h 1877717"/>
              <a:gd name="connsiteX8-143" fmla="*/ 35521 w 1892189"/>
              <a:gd name="connsiteY8-144" fmla="*/ 865273 h 1877717"/>
              <a:gd name="connsiteX0-145" fmla="*/ 35521 w 1892189"/>
              <a:gd name="connsiteY0-146" fmla="*/ 865273 h 1877717"/>
              <a:gd name="connsiteX1-147" fmla="*/ 865299 w 1892189"/>
              <a:gd name="connsiteY1-148" fmla="*/ 35495 h 1877717"/>
              <a:gd name="connsiteX2-149" fmla="*/ 1026916 w 1892189"/>
              <a:gd name="connsiteY2-150" fmla="*/ 35520 h 1877717"/>
              <a:gd name="connsiteX3-151" fmla="*/ 1856694 w 1892189"/>
              <a:gd name="connsiteY3-152" fmla="*/ 865298 h 1877717"/>
              <a:gd name="connsiteX4-153" fmla="*/ 1856669 w 1892189"/>
              <a:gd name="connsiteY4-154" fmla="*/ 1026916 h 1877717"/>
              <a:gd name="connsiteX5-155" fmla="*/ 1026891 w 1892189"/>
              <a:gd name="connsiteY5-156" fmla="*/ 1856693 h 1877717"/>
              <a:gd name="connsiteX6-157" fmla="*/ 865274 w 1892189"/>
              <a:gd name="connsiteY6-158" fmla="*/ 1856668 h 1877717"/>
              <a:gd name="connsiteX7-159" fmla="*/ 35496 w 1892189"/>
              <a:gd name="connsiteY7-160" fmla="*/ 1026890 h 1877717"/>
              <a:gd name="connsiteX8-161" fmla="*/ 35521 w 1892189"/>
              <a:gd name="connsiteY8-162" fmla="*/ 865273 h 1877717"/>
              <a:gd name="connsiteX0-163" fmla="*/ 35521 w 1892189"/>
              <a:gd name="connsiteY0-164" fmla="*/ 865273 h 1877728"/>
              <a:gd name="connsiteX1-165" fmla="*/ 865299 w 1892189"/>
              <a:gd name="connsiteY1-166" fmla="*/ 35495 h 1877728"/>
              <a:gd name="connsiteX2-167" fmla="*/ 1026916 w 1892189"/>
              <a:gd name="connsiteY2-168" fmla="*/ 35520 h 1877728"/>
              <a:gd name="connsiteX3-169" fmla="*/ 1856694 w 1892189"/>
              <a:gd name="connsiteY3-170" fmla="*/ 865298 h 1877728"/>
              <a:gd name="connsiteX4-171" fmla="*/ 1856669 w 1892189"/>
              <a:gd name="connsiteY4-172" fmla="*/ 1026916 h 1877728"/>
              <a:gd name="connsiteX5-173" fmla="*/ 1026891 w 1892189"/>
              <a:gd name="connsiteY5-174" fmla="*/ 1856693 h 1877728"/>
              <a:gd name="connsiteX6-175" fmla="*/ 865274 w 1892189"/>
              <a:gd name="connsiteY6-176" fmla="*/ 1856668 h 1877728"/>
              <a:gd name="connsiteX7-177" fmla="*/ 35496 w 1892189"/>
              <a:gd name="connsiteY7-178" fmla="*/ 1026890 h 1877728"/>
              <a:gd name="connsiteX8-179" fmla="*/ 35521 w 1892189"/>
              <a:gd name="connsiteY8-180" fmla="*/ 865273 h 1877728"/>
              <a:gd name="connsiteX0-181" fmla="*/ 35521 w 1892189"/>
              <a:gd name="connsiteY0-182" fmla="*/ 865273 h 1892188"/>
              <a:gd name="connsiteX1-183" fmla="*/ 865299 w 1892189"/>
              <a:gd name="connsiteY1-184" fmla="*/ 35495 h 1892188"/>
              <a:gd name="connsiteX2-185" fmla="*/ 1026916 w 1892189"/>
              <a:gd name="connsiteY2-186" fmla="*/ 35520 h 1892188"/>
              <a:gd name="connsiteX3-187" fmla="*/ 1856694 w 1892189"/>
              <a:gd name="connsiteY3-188" fmla="*/ 865298 h 1892188"/>
              <a:gd name="connsiteX4-189" fmla="*/ 1856669 w 1892189"/>
              <a:gd name="connsiteY4-190" fmla="*/ 1026916 h 1892188"/>
              <a:gd name="connsiteX5-191" fmla="*/ 1026891 w 1892189"/>
              <a:gd name="connsiteY5-192" fmla="*/ 1856693 h 1892188"/>
              <a:gd name="connsiteX6-193" fmla="*/ 865274 w 1892189"/>
              <a:gd name="connsiteY6-194" fmla="*/ 1856668 h 1892188"/>
              <a:gd name="connsiteX7-195" fmla="*/ 35496 w 1892189"/>
              <a:gd name="connsiteY7-196" fmla="*/ 1026890 h 1892188"/>
              <a:gd name="connsiteX8-197" fmla="*/ 35521 w 1892189"/>
              <a:gd name="connsiteY8-198" fmla="*/ 865273 h 1892188"/>
              <a:gd name="connsiteX0-199" fmla="*/ 35521 w 1892189"/>
              <a:gd name="connsiteY0-200" fmla="*/ 865273 h 1892188"/>
              <a:gd name="connsiteX1-201" fmla="*/ 865299 w 1892189"/>
              <a:gd name="connsiteY1-202" fmla="*/ 35495 h 1892188"/>
              <a:gd name="connsiteX2-203" fmla="*/ 1026916 w 1892189"/>
              <a:gd name="connsiteY2-204" fmla="*/ 35520 h 1892188"/>
              <a:gd name="connsiteX3-205" fmla="*/ 1856694 w 1892189"/>
              <a:gd name="connsiteY3-206" fmla="*/ 865298 h 1892188"/>
              <a:gd name="connsiteX4-207" fmla="*/ 1856669 w 1892189"/>
              <a:gd name="connsiteY4-208" fmla="*/ 1026916 h 1892188"/>
              <a:gd name="connsiteX5-209" fmla="*/ 1026891 w 1892189"/>
              <a:gd name="connsiteY5-210" fmla="*/ 1856693 h 1892188"/>
              <a:gd name="connsiteX6-211" fmla="*/ 865274 w 1892189"/>
              <a:gd name="connsiteY6-212" fmla="*/ 1856668 h 1892188"/>
              <a:gd name="connsiteX7-213" fmla="*/ 35496 w 1892189"/>
              <a:gd name="connsiteY7-214" fmla="*/ 1026890 h 1892188"/>
              <a:gd name="connsiteX8-215" fmla="*/ 35521 w 1892189"/>
              <a:gd name="connsiteY8-216" fmla="*/ 865273 h 1892188"/>
              <a:gd name="connsiteX0-217" fmla="*/ 35521 w 1892189"/>
              <a:gd name="connsiteY0-218" fmla="*/ 865273 h 1892188"/>
              <a:gd name="connsiteX1-219" fmla="*/ 865299 w 1892189"/>
              <a:gd name="connsiteY1-220" fmla="*/ 35495 h 1892188"/>
              <a:gd name="connsiteX2-221" fmla="*/ 1026916 w 1892189"/>
              <a:gd name="connsiteY2-222" fmla="*/ 35520 h 1892188"/>
              <a:gd name="connsiteX3-223" fmla="*/ 1856694 w 1892189"/>
              <a:gd name="connsiteY3-224" fmla="*/ 865298 h 1892188"/>
              <a:gd name="connsiteX4-225" fmla="*/ 1856669 w 1892189"/>
              <a:gd name="connsiteY4-226" fmla="*/ 1026916 h 1892188"/>
              <a:gd name="connsiteX5-227" fmla="*/ 1026891 w 1892189"/>
              <a:gd name="connsiteY5-228" fmla="*/ 1856693 h 1892188"/>
              <a:gd name="connsiteX6-229" fmla="*/ 865274 w 1892189"/>
              <a:gd name="connsiteY6-230" fmla="*/ 1856668 h 1892188"/>
              <a:gd name="connsiteX7-231" fmla="*/ 35496 w 1892189"/>
              <a:gd name="connsiteY7-232" fmla="*/ 1026890 h 1892188"/>
              <a:gd name="connsiteX8-233" fmla="*/ 35521 w 1892189"/>
              <a:gd name="connsiteY8-234" fmla="*/ 865273 h 1892188"/>
              <a:gd name="connsiteX0-235" fmla="*/ 35521 w 1892189"/>
              <a:gd name="connsiteY0-236" fmla="*/ 865273 h 1892188"/>
              <a:gd name="connsiteX1-237" fmla="*/ 865299 w 1892189"/>
              <a:gd name="connsiteY1-238" fmla="*/ 35495 h 1892188"/>
              <a:gd name="connsiteX2-239" fmla="*/ 1026916 w 1892189"/>
              <a:gd name="connsiteY2-240" fmla="*/ 35520 h 1892188"/>
              <a:gd name="connsiteX3-241" fmla="*/ 1856694 w 1892189"/>
              <a:gd name="connsiteY3-242" fmla="*/ 865298 h 1892188"/>
              <a:gd name="connsiteX4-243" fmla="*/ 1856669 w 1892189"/>
              <a:gd name="connsiteY4-244" fmla="*/ 1026916 h 1892188"/>
              <a:gd name="connsiteX5-245" fmla="*/ 1026891 w 1892189"/>
              <a:gd name="connsiteY5-246" fmla="*/ 1856693 h 1892188"/>
              <a:gd name="connsiteX6-247" fmla="*/ 865274 w 1892189"/>
              <a:gd name="connsiteY6-248" fmla="*/ 1856668 h 1892188"/>
              <a:gd name="connsiteX7-249" fmla="*/ 35496 w 1892189"/>
              <a:gd name="connsiteY7-250" fmla="*/ 1026890 h 1892188"/>
              <a:gd name="connsiteX8-251" fmla="*/ 35521 w 1892189"/>
              <a:gd name="connsiteY8-252" fmla="*/ 865273 h 189218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1892189" h="1892188">
                <a:moveTo>
                  <a:pt x="35521" y="865273"/>
                </a:moveTo>
                <a:cubicBezTo>
                  <a:pt x="35521" y="865273"/>
                  <a:pt x="865299" y="35495"/>
                  <a:pt x="865299" y="35495"/>
                </a:cubicBezTo>
                <a:cubicBezTo>
                  <a:pt x="912643" y="-11849"/>
                  <a:pt x="979572" y="-11824"/>
                  <a:pt x="1026916" y="35520"/>
                </a:cubicBezTo>
                <a:cubicBezTo>
                  <a:pt x="1026916" y="35520"/>
                  <a:pt x="1856694" y="865298"/>
                  <a:pt x="1856694" y="865298"/>
                </a:cubicBezTo>
                <a:cubicBezTo>
                  <a:pt x="1904038" y="912642"/>
                  <a:pt x="1904013" y="979572"/>
                  <a:pt x="1856669" y="1026916"/>
                </a:cubicBezTo>
                <a:cubicBezTo>
                  <a:pt x="1856669" y="1026916"/>
                  <a:pt x="1026891" y="1856693"/>
                  <a:pt x="1026891" y="1856693"/>
                </a:cubicBezTo>
                <a:cubicBezTo>
                  <a:pt x="979547" y="1904037"/>
                  <a:pt x="912618" y="1904011"/>
                  <a:pt x="865274" y="1856668"/>
                </a:cubicBezTo>
                <a:cubicBezTo>
                  <a:pt x="865274" y="1856667"/>
                  <a:pt x="35496" y="1026889"/>
                  <a:pt x="35496" y="1026890"/>
                </a:cubicBezTo>
                <a:cubicBezTo>
                  <a:pt x="-11848" y="979545"/>
                  <a:pt x="-11823" y="912617"/>
                  <a:pt x="35521" y="865273"/>
                </a:cubicBezTo>
                <a:close/>
              </a:path>
            </a:pathLst>
          </a:custGeom>
          <a:solidFill>
            <a:schemeClr val="accent1">
              <a:lumMod val="40000"/>
              <a:lumOff val="60000"/>
              <a:alpha val="26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cxnSp>
        <p:nvCxnSpPr>
          <p:cNvPr id="2" name="直接连接符 1"/>
          <p:cNvCxnSpPr/>
          <p:nvPr>
            <p:custDataLst>
              <p:tags r:id="rId11"/>
            </p:custDataLst>
          </p:nvPr>
        </p:nvCxnSpPr>
        <p:spPr>
          <a:xfrm>
            <a:off x="740410" y="1534160"/>
            <a:ext cx="0" cy="1152525"/>
          </a:xfrm>
          <a:prstGeom prst="line">
            <a:avLst/>
          </a:prstGeom>
          <a:ln w="9525" cap="rnd">
            <a:solidFill>
              <a:schemeClr val="accent1">
                <a:alpha val="35000"/>
              </a:schemeClr>
            </a:solidFill>
            <a:round/>
          </a:ln>
        </p:spPr>
        <p:style>
          <a:lnRef idx="2">
            <a:schemeClr val="accent1"/>
          </a:lnRef>
          <a:fillRef idx="0">
            <a:srgbClr val="FFFFFF"/>
          </a:fillRef>
          <a:effectRef idx="0">
            <a:srgbClr val="FFFFFF"/>
          </a:effectRef>
          <a:fontRef idx="minor">
            <a:schemeClr val="tx1"/>
          </a:fontRef>
        </p:style>
      </p:cxnSp>
      <p:cxnSp>
        <p:nvCxnSpPr>
          <p:cNvPr id="3" name="直接连接符 2"/>
          <p:cNvCxnSpPr/>
          <p:nvPr>
            <p:custDataLst>
              <p:tags r:id="rId12"/>
            </p:custDataLst>
          </p:nvPr>
        </p:nvCxnSpPr>
        <p:spPr>
          <a:xfrm>
            <a:off x="11346815" y="5031105"/>
            <a:ext cx="0" cy="1152525"/>
          </a:xfrm>
          <a:prstGeom prst="line">
            <a:avLst/>
          </a:prstGeom>
          <a:ln w="9525" cap="rnd">
            <a:solidFill>
              <a:schemeClr val="accent1">
                <a:alpha val="35000"/>
              </a:schemeClr>
            </a:solidFill>
            <a:round/>
          </a:ln>
        </p:spPr>
        <p:style>
          <a:lnRef idx="2">
            <a:schemeClr val="accent1"/>
          </a:lnRef>
          <a:fillRef idx="0">
            <a:srgbClr val="FFFFFF"/>
          </a:fillRef>
          <a:effectRef idx="0">
            <a:srgbClr val="FFFFFF"/>
          </a:effectRef>
          <a:fontRef idx="minor">
            <a:schemeClr val="tx1"/>
          </a:fontRef>
        </p:style>
      </p:cxnSp>
      <p:sp>
        <p:nvSpPr>
          <p:cNvPr id="7" name="文本框 6"/>
          <p:cNvSpPr txBox="1"/>
          <p:nvPr>
            <p:custDataLst>
              <p:tags r:id="rId13"/>
            </p:custDataLst>
          </p:nvPr>
        </p:nvSpPr>
        <p:spPr>
          <a:xfrm>
            <a:off x="1102995" y="1951991"/>
            <a:ext cx="10015220" cy="3486150"/>
          </a:xfrm>
          <a:prstGeom prst="rect">
            <a:avLst/>
          </a:prstGeom>
          <a:noFill/>
        </p:spPr>
        <p:txBody>
          <a:bodyPr wrap="square" rtlCol="0" anchor="ctr" anchorCtr="0">
            <a:normAutofit/>
          </a:bodyPr>
          <a:lstStyle/>
          <a:p>
            <a:pPr marL="0" lvl="0" indent="0" fontAlgn="auto">
              <a:lnSpc>
                <a:spcPct val="150000"/>
              </a:lnSpc>
            </a:pPr>
            <a:r>
              <a:rPr lang="en-US" altLang="zh-CN" sz="3200" kern="0" dirty="0">
                <a:ln>
                  <a:noFill/>
                  <a:prstDash val="sysDot"/>
                </a:ln>
                <a:solidFill>
                  <a:schemeClr val="tx1">
                    <a:lumMod val="85000"/>
                    <a:lumOff val="15000"/>
                  </a:schemeClr>
                </a:solidFill>
                <a:latin typeface="+mn-ea"/>
                <a:sym typeface="+mn-ea"/>
              </a:rPr>
              <a:t>2.2 </a:t>
            </a:r>
            <a:r>
              <a:rPr lang="zh-CN" altLang="en-US" sz="3200" kern="0" dirty="0">
                <a:ln>
                  <a:noFill/>
                  <a:prstDash val="sysDot"/>
                </a:ln>
                <a:solidFill>
                  <a:schemeClr val="tx1">
                    <a:lumMod val="85000"/>
                    <a:lumOff val="15000"/>
                  </a:schemeClr>
                </a:solidFill>
                <a:latin typeface="+mn-ea"/>
                <a:sym typeface="+mn-ea"/>
              </a:rPr>
              <a:t>假设你有一个包含学生</a:t>
            </a:r>
            <a:r>
              <a:rPr lang="en-US" altLang="zh-CN" sz="3200" kern="0" dirty="0">
                <a:ln>
                  <a:noFill/>
                  <a:prstDash val="sysDot"/>
                </a:ln>
                <a:solidFill>
                  <a:schemeClr val="tx1">
                    <a:lumMod val="85000"/>
                    <a:lumOff val="15000"/>
                  </a:schemeClr>
                </a:solidFill>
                <a:latin typeface="+mn-ea"/>
                <a:sym typeface="+mn-ea"/>
              </a:rPr>
              <a:t> GPA</a:t>
            </a:r>
            <a:r>
              <a:rPr lang="zh-CN" altLang="en-US" sz="3200" kern="0" dirty="0">
                <a:ln>
                  <a:noFill/>
                  <a:prstDash val="sysDot"/>
                </a:ln>
                <a:solidFill>
                  <a:schemeClr val="tx1">
                    <a:lumMod val="85000"/>
                    <a:lumOff val="15000"/>
                  </a:schemeClr>
                </a:solidFill>
                <a:latin typeface="+mn-ea"/>
                <a:sym typeface="+mn-ea"/>
              </a:rPr>
              <a:t>、考试分数和是否通过课程的数据集。使用逻辑回归来预测学生是否可能通过课程。解释为什么逻辑回归适用于此问题。</a:t>
            </a:r>
          </a:p>
        </p:txBody>
      </p:sp>
    </p:spTree>
    <p:custDataLst>
      <p:tags r:id="rId1"/>
    </p:custDataLst>
  </p:cSld>
  <p:clrMapOvr>
    <a:masterClrMapping/>
  </p:clrMapOvr>
  <p:transition>
    <p:fade/>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标题 16"/>
          <p:cNvSpPr>
            <a:spLocks noGrp="1"/>
          </p:cNvSpPr>
          <p:nvPr>
            <p:ph type="title"/>
            <p:custDataLst>
              <p:tags r:id="rId2"/>
            </p:custDataLst>
          </p:nvPr>
        </p:nvSpPr>
        <p:spPr/>
        <p:txBody>
          <a:bodyPr>
            <a:normAutofit fontScale="90000"/>
          </a:bodyPr>
          <a:lstStyle/>
          <a:p>
            <a:r>
              <a:rPr lang="en-US" altLang="zh-CN" dirty="0"/>
              <a:t>2.4 </a:t>
            </a:r>
            <a:r>
              <a:rPr lang="zh-CN" altLang="en-US" dirty="0"/>
              <a:t>课后习题</a:t>
            </a:r>
          </a:p>
        </p:txBody>
      </p:sp>
      <p:cxnSp>
        <p:nvCxnSpPr>
          <p:cNvPr id="76" name="直接连接符 75"/>
          <p:cNvCxnSpPr/>
          <p:nvPr>
            <p:custDataLst>
              <p:tags r:id="rId3"/>
            </p:custDataLst>
          </p:nvPr>
        </p:nvCxnSpPr>
        <p:spPr>
          <a:xfrm>
            <a:off x="6898640" y="5965825"/>
            <a:ext cx="4679315" cy="0"/>
          </a:xfrm>
          <a:prstGeom prst="line">
            <a:avLst/>
          </a:prstGeom>
          <a:ln w="9525" cap="rnd">
            <a:solidFill>
              <a:schemeClr val="accent1">
                <a:alpha val="35000"/>
              </a:schemeClr>
            </a:solidFill>
            <a:round/>
          </a:ln>
        </p:spPr>
        <p:style>
          <a:lnRef idx="2">
            <a:schemeClr val="accent1"/>
          </a:lnRef>
          <a:fillRef idx="0">
            <a:srgbClr val="FFFFFF"/>
          </a:fillRef>
          <a:effectRef idx="0">
            <a:srgbClr val="FFFFFF"/>
          </a:effectRef>
          <a:fontRef idx="minor">
            <a:schemeClr val="tx1"/>
          </a:fontRef>
        </p:style>
      </p:cxnSp>
      <p:cxnSp>
        <p:nvCxnSpPr>
          <p:cNvPr id="77" name="直接连接符 76"/>
          <p:cNvCxnSpPr/>
          <p:nvPr>
            <p:custDataLst>
              <p:tags r:id="rId4"/>
            </p:custDataLst>
          </p:nvPr>
        </p:nvCxnSpPr>
        <p:spPr>
          <a:xfrm>
            <a:off x="1627505" y="5865495"/>
            <a:ext cx="7217410" cy="0"/>
          </a:xfrm>
          <a:prstGeom prst="line">
            <a:avLst/>
          </a:prstGeom>
          <a:ln w="9525" cap="rnd">
            <a:solidFill>
              <a:schemeClr val="accent1">
                <a:alpha val="35000"/>
              </a:schemeClr>
            </a:solidFill>
            <a:round/>
          </a:ln>
        </p:spPr>
        <p:style>
          <a:lnRef idx="2">
            <a:schemeClr val="accent1"/>
          </a:lnRef>
          <a:fillRef idx="0">
            <a:srgbClr val="FFFFFF"/>
          </a:fillRef>
          <a:effectRef idx="0">
            <a:srgbClr val="FFFFFF"/>
          </a:effectRef>
          <a:fontRef idx="minor">
            <a:schemeClr val="tx1"/>
          </a:fontRef>
        </p:style>
      </p:cxnSp>
      <p:sp>
        <p:nvSpPr>
          <p:cNvPr id="1398" name="任意多边形: 形状 1397"/>
          <p:cNvSpPr/>
          <p:nvPr>
            <p:custDataLst>
              <p:tags r:id="rId5"/>
            </p:custDataLst>
          </p:nvPr>
        </p:nvSpPr>
        <p:spPr>
          <a:xfrm>
            <a:off x="635635" y="5552440"/>
            <a:ext cx="631190" cy="631190"/>
          </a:xfrm>
          <a:custGeom>
            <a:avLst/>
            <a:gdLst>
              <a:gd name="connsiteX0" fmla="*/ 35521 w 1877718"/>
              <a:gd name="connsiteY0" fmla="*/ 850803 h 1863247"/>
              <a:gd name="connsiteX1" fmla="*/ 865299 w 1877718"/>
              <a:gd name="connsiteY1" fmla="*/ 21025 h 1863247"/>
              <a:gd name="connsiteX2" fmla="*/ 1026916 w 1877718"/>
              <a:gd name="connsiteY2" fmla="*/ 21050 h 1863247"/>
              <a:gd name="connsiteX3" fmla="*/ 1856694 w 1877718"/>
              <a:gd name="connsiteY3" fmla="*/ 850828 h 1863247"/>
              <a:gd name="connsiteX4" fmla="*/ 1856669 w 1877718"/>
              <a:gd name="connsiteY4" fmla="*/ 1012446 h 1863247"/>
              <a:gd name="connsiteX5" fmla="*/ 1026891 w 1877718"/>
              <a:gd name="connsiteY5" fmla="*/ 1842223 h 1863247"/>
              <a:gd name="connsiteX6" fmla="*/ 865274 w 1877718"/>
              <a:gd name="connsiteY6" fmla="*/ 1842198 h 1863247"/>
              <a:gd name="connsiteX7" fmla="*/ 35496 w 1877718"/>
              <a:gd name="connsiteY7" fmla="*/ 1012420 h 1863247"/>
              <a:gd name="connsiteX8" fmla="*/ 35521 w 1877718"/>
              <a:gd name="connsiteY8" fmla="*/ 850803 h 1863247"/>
              <a:gd name="connsiteX0-1" fmla="*/ 35521 w 1877718"/>
              <a:gd name="connsiteY0-2" fmla="*/ 850803 h 1863247"/>
              <a:gd name="connsiteX1-3" fmla="*/ 865299 w 1877718"/>
              <a:gd name="connsiteY1-4" fmla="*/ 21025 h 1863247"/>
              <a:gd name="connsiteX2-5" fmla="*/ 1026916 w 1877718"/>
              <a:gd name="connsiteY2-6" fmla="*/ 21050 h 1863247"/>
              <a:gd name="connsiteX3-7" fmla="*/ 1856694 w 1877718"/>
              <a:gd name="connsiteY3-8" fmla="*/ 850828 h 1863247"/>
              <a:gd name="connsiteX4-9" fmla="*/ 1856669 w 1877718"/>
              <a:gd name="connsiteY4-10" fmla="*/ 1012446 h 1863247"/>
              <a:gd name="connsiteX5-11" fmla="*/ 1026891 w 1877718"/>
              <a:gd name="connsiteY5-12" fmla="*/ 1842223 h 1863247"/>
              <a:gd name="connsiteX6-13" fmla="*/ 865274 w 1877718"/>
              <a:gd name="connsiteY6-14" fmla="*/ 1842198 h 1863247"/>
              <a:gd name="connsiteX7-15" fmla="*/ 35496 w 1877718"/>
              <a:gd name="connsiteY7-16" fmla="*/ 1012420 h 1863247"/>
              <a:gd name="connsiteX8-17" fmla="*/ 35521 w 1877718"/>
              <a:gd name="connsiteY8-18" fmla="*/ 850803 h 1863247"/>
              <a:gd name="connsiteX0-19" fmla="*/ 35521 w 1877718"/>
              <a:gd name="connsiteY0-20" fmla="*/ 850813 h 1863257"/>
              <a:gd name="connsiteX1-21" fmla="*/ 865299 w 1877718"/>
              <a:gd name="connsiteY1-22" fmla="*/ 21035 h 1863257"/>
              <a:gd name="connsiteX2-23" fmla="*/ 1026916 w 1877718"/>
              <a:gd name="connsiteY2-24" fmla="*/ 21060 h 1863257"/>
              <a:gd name="connsiteX3-25" fmla="*/ 1856694 w 1877718"/>
              <a:gd name="connsiteY3-26" fmla="*/ 850838 h 1863257"/>
              <a:gd name="connsiteX4-27" fmla="*/ 1856669 w 1877718"/>
              <a:gd name="connsiteY4-28" fmla="*/ 1012456 h 1863257"/>
              <a:gd name="connsiteX5-29" fmla="*/ 1026891 w 1877718"/>
              <a:gd name="connsiteY5-30" fmla="*/ 1842233 h 1863257"/>
              <a:gd name="connsiteX6-31" fmla="*/ 865274 w 1877718"/>
              <a:gd name="connsiteY6-32" fmla="*/ 1842208 h 1863257"/>
              <a:gd name="connsiteX7-33" fmla="*/ 35496 w 1877718"/>
              <a:gd name="connsiteY7-34" fmla="*/ 1012430 h 1863257"/>
              <a:gd name="connsiteX8-35" fmla="*/ 35521 w 1877718"/>
              <a:gd name="connsiteY8-36" fmla="*/ 850813 h 1863257"/>
              <a:gd name="connsiteX0-37" fmla="*/ 35521 w 1877718"/>
              <a:gd name="connsiteY0-38" fmla="*/ 865273 h 1877717"/>
              <a:gd name="connsiteX1-39" fmla="*/ 865299 w 1877718"/>
              <a:gd name="connsiteY1-40" fmla="*/ 35495 h 1877717"/>
              <a:gd name="connsiteX2-41" fmla="*/ 1026916 w 1877718"/>
              <a:gd name="connsiteY2-42" fmla="*/ 35520 h 1877717"/>
              <a:gd name="connsiteX3-43" fmla="*/ 1856694 w 1877718"/>
              <a:gd name="connsiteY3-44" fmla="*/ 865298 h 1877717"/>
              <a:gd name="connsiteX4-45" fmla="*/ 1856669 w 1877718"/>
              <a:gd name="connsiteY4-46" fmla="*/ 1026916 h 1877717"/>
              <a:gd name="connsiteX5-47" fmla="*/ 1026891 w 1877718"/>
              <a:gd name="connsiteY5-48" fmla="*/ 1856693 h 1877717"/>
              <a:gd name="connsiteX6-49" fmla="*/ 865274 w 1877718"/>
              <a:gd name="connsiteY6-50" fmla="*/ 1856668 h 1877717"/>
              <a:gd name="connsiteX7-51" fmla="*/ 35496 w 1877718"/>
              <a:gd name="connsiteY7-52" fmla="*/ 1026890 h 1877717"/>
              <a:gd name="connsiteX8-53" fmla="*/ 35521 w 1877718"/>
              <a:gd name="connsiteY8-54" fmla="*/ 865273 h 1877717"/>
              <a:gd name="connsiteX0-55" fmla="*/ 35521 w 1877718"/>
              <a:gd name="connsiteY0-56" fmla="*/ 865273 h 1877717"/>
              <a:gd name="connsiteX1-57" fmla="*/ 865299 w 1877718"/>
              <a:gd name="connsiteY1-58" fmla="*/ 35495 h 1877717"/>
              <a:gd name="connsiteX2-59" fmla="*/ 1026916 w 1877718"/>
              <a:gd name="connsiteY2-60" fmla="*/ 35520 h 1877717"/>
              <a:gd name="connsiteX3-61" fmla="*/ 1856694 w 1877718"/>
              <a:gd name="connsiteY3-62" fmla="*/ 865298 h 1877717"/>
              <a:gd name="connsiteX4-63" fmla="*/ 1856669 w 1877718"/>
              <a:gd name="connsiteY4-64" fmla="*/ 1026916 h 1877717"/>
              <a:gd name="connsiteX5-65" fmla="*/ 1026891 w 1877718"/>
              <a:gd name="connsiteY5-66" fmla="*/ 1856693 h 1877717"/>
              <a:gd name="connsiteX6-67" fmla="*/ 865274 w 1877718"/>
              <a:gd name="connsiteY6-68" fmla="*/ 1856668 h 1877717"/>
              <a:gd name="connsiteX7-69" fmla="*/ 35496 w 1877718"/>
              <a:gd name="connsiteY7-70" fmla="*/ 1026890 h 1877717"/>
              <a:gd name="connsiteX8-71" fmla="*/ 35521 w 1877718"/>
              <a:gd name="connsiteY8-72" fmla="*/ 865273 h 1877717"/>
              <a:gd name="connsiteX0-73" fmla="*/ 35521 w 1877718"/>
              <a:gd name="connsiteY0-74" fmla="*/ 865273 h 1877717"/>
              <a:gd name="connsiteX1-75" fmla="*/ 865299 w 1877718"/>
              <a:gd name="connsiteY1-76" fmla="*/ 35495 h 1877717"/>
              <a:gd name="connsiteX2-77" fmla="*/ 1026916 w 1877718"/>
              <a:gd name="connsiteY2-78" fmla="*/ 35520 h 1877717"/>
              <a:gd name="connsiteX3-79" fmla="*/ 1856694 w 1877718"/>
              <a:gd name="connsiteY3-80" fmla="*/ 865298 h 1877717"/>
              <a:gd name="connsiteX4-81" fmla="*/ 1856669 w 1877718"/>
              <a:gd name="connsiteY4-82" fmla="*/ 1026916 h 1877717"/>
              <a:gd name="connsiteX5-83" fmla="*/ 1026891 w 1877718"/>
              <a:gd name="connsiteY5-84" fmla="*/ 1856693 h 1877717"/>
              <a:gd name="connsiteX6-85" fmla="*/ 865274 w 1877718"/>
              <a:gd name="connsiteY6-86" fmla="*/ 1856668 h 1877717"/>
              <a:gd name="connsiteX7-87" fmla="*/ 35496 w 1877718"/>
              <a:gd name="connsiteY7-88" fmla="*/ 1026890 h 1877717"/>
              <a:gd name="connsiteX8-89" fmla="*/ 35521 w 1877718"/>
              <a:gd name="connsiteY8-90" fmla="*/ 865273 h 1877717"/>
              <a:gd name="connsiteX0-91" fmla="*/ 35521 w 1877729"/>
              <a:gd name="connsiteY0-92" fmla="*/ 865273 h 1877717"/>
              <a:gd name="connsiteX1-93" fmla="*/ 865299 w 1877729"/>
              <a:gd name="connsiteY1-94" fmla="*/ 35495 h 1877717"/>
              <a:gd name="connsiteX2-95" fmla="*/ 1026916 w 1877729"/>
              <a:gd name="connsiteY2-96" fmla="*/ 35520 h 1877717"/>
              <a:gd name="connsiteX3-97" fmla="*/ 1856694 w 1877729"/>
              <a:gd name="connsiteY3-98" fmla="*/ 865298 h 1877717"/>
              <a:gd name="connsiteX4-99" fmla="*/ 1856669 w 1877729"/>
              <a:gd name="connsiteY4-100" fmla="*/ 1026916 h 1877717"/>
              <a:gd name="connsiteX5-101" fmla="*/ 1026891 w 1877729"/>
              <a:gd name="connsiteY5-102" fmla="*/ 1856693 h 1877717"/>
              <a:gd name="connsiteX6-103" fmla="*/ 865274 w 1877729"/>
              <a:gd name="connsiteY6-104" fmla="*/ 1856668 h 1877717"/>
              <a:gd name="connsiteX7-105" fmla="*/ 35496 w 1877729"/>
              <a:gd name="connsiteY7-106" fmla="*/ 1026890 h 1877717"/>
              <a:gd name="connsiteX8-107" fmla="*/ 35521 w 1877729"/>
              <a:gd name="connsiteY8-108" fmla="*/ 865273 h 1877717"/>
              <a:gd name="connsiteX0-109" fmla="*/ 35521 w 1892189"/>
              <a:gd name="connsiteY0-110" fmla="*/ 865273 h 1877717"/>
              <a:gd name="connsiteX1-111" fmla="*/ 865299 w 1892189"/>
              <a:gd name="connsiteY1-112" fmla="*/ 35495 h 1877717"/>
              <a:gd name="connsiteX2-113" fmla="*/ 1026916 w 1892189"/>
              <a:gd name="connsiteY2-114" fmla="*/ 35520 h 1877717"/>
              <a:gd name="connsiteX3-115" fmla="*/ 1856694 w 1892189"/>
              <a:gd name="connsiteY3-116" fmla="*/ 865298 h 1877717"/>
              <a:gd name="connsiteX4-117" fmla="*/ 1856669 w 1892189"/>
              <a:gd name="connsiteY4-118" fmla="*/ 1026916 h 1877717"/>
              <a:gd name="connsiteX5-119" fmla="*/ 1026891 w 1892189"/>
              <a:gd name="connsiteY5-120" fmla="*/ 1856693 h 1877717"/>
              <a:gd name="connsiteX6-121" fmla="*/ 865274 w 1892189"/>
              <a:gd name="connsiteY6-122" fmla="*/ 1856668 h 1877717"/>
              <a:gd name="connsiteX7-123" fmla="*/ 35496 w 1892189"/>
              <a:gd name="connsiteY7-124" fmla="*/ 1026890 h 1877717"/>
              <a:gd name="connsiteX8-125" fmla="*/ 35521 w 1892189"/>
              <a:gd name="connsiteY8-126" fmla="*/ 865273 h 1877717"/>
              <a:gd name="connsiteX0-127" fmla="*/ 35521 w 1892189"/>
              <a:gd name="connsiteY0-128" fmla="*/ 865273 h 1877717"/>
              <a:gd name="connsiteX1-129" fmla="*/ 865299 w 1892189"/>
              <a:gd name="connsiteY1-130" fmla="*/ 35495 h 1877717"/>
              <a:gd name="connsiteX2-131" fmla="*/ 1026916 w 1892189"/>
              <a:gd name="connsiteY2-132" fmla="*/ 35520 h 1877717"/>
              <a:gd name="connsiteX3-133" fmla="*/ 1856694 w 1892189"/>
              <a:gd name="connsiteY3-134" fmla="*/ 865298 h 1877717"/>
              <a:gd name="connsiteX4-135" fmla="*/ 1856669 w 1892189"/>
              <a:gd name="connsiteY4-136" fmla="*/ 1026916 h 1877717"/>
              <a:gd name="connsiteX5-137" fmla="*/ 1026891 w 1892189"/>
              <a:gd name="connsiteY5-138" fmla="*/ 1856693 h 1877717"/>
              <a:gd name="connsiteX6-139" fmla="*/ 865274 w 1892189"/>
              <a:gd name="connsiteY6-140" fmla="*/ 1856668 h 1877717"/>
              <a:gd name="connsiteX7-141" fmla="*/ 35496 w 1892189"/>
              <a:gd name="connsiteY7-142" fmla="*/ 1026890 h 1877717"/>
              <a:gd name="connsiteX8-143" fmla="*/ 35521 w 1892189"/>
              <a:gd name="connsiteY8-144" fmla="*/ 865273 h 1877717"/>
              <a:gd name="connsiteX0-145" fmla="*/ 35521 w 1892189"/>
              <a:gd name="connsiteY0-146" fmla="*/ 865273 h 1877717"/>
              <a:gd name="connsiteX1-147" fmla="*/ 865299 w 1892189"/>
              <a:gd name="connsiteY1-148" fmla="*/ 35495 h 1877717"/>
              <a:gd name="connsiteX2-149" fmla="*/ 1026916 w 1892189"/>
              <a:gd name="connsiteY2-150" fmla="*/ 35520 h 1877717"/>
              <a:gd name="connsiteX3-151" fmla="*/ 1856694 w 1892189"/>
              <a:gd name="connsiteY3-152" fmla="*/ 865298 h 1877717"/>
              <a:gd name="connsiteX4-153" fmla="*/ 1856669 w 1892189"/>
              <a:gd name="connsiteY4-154" fmla="*/ 1026916 h 1877717"/>
              <a:gd name="connsiteX5-155" fmla="*/ 1026891 w 1892189"/>
              <a:gd name="connsiteY5-156" fmla="*/ 1856693 h 1877717"/>
              <a:gd name="connsiteX6-157" fmla="*/ 865274 w 1892189"/>
              <a:gd name="connsiteY6-158" fmla="*/ 1856668 h 1877717"/>
              <a:gd name="connsiteX7-159" fmla="*/ 35496 w 1892189"/>
              <a:gd name="connsiteY7-160" fmla="*/ 1026890 h 1877717"/>
              <a:gd name="connsiteX8-161" fmla="*/ 35521 w 1892189"/>
              <a:gd name="connsiteY8-162" fmla="*/ 865273 h 1877717"/>
              <a:gd name="connsiteX0-163" fmla="*/ 35521 w 1892189"/>
              <a:gd name="connsiteY0-164" fmla="*/ 865273 h 1877728"/>
              <a:gd name="connsiteX1-165" fmla="*/ 865299 w 1892189"/>
              <a:gd name="connsiteY1-166" fmla="*/ 35495 h 1877728"/>
              <a:gd name="connsiteX2-167" fmla="*/ 1026916 w 1892189"/>
              <a:gd name="connsiteY2-168" fmla="*/ 35520 h 1877728"/>
              <a:gd name="connsiteX3-169" fmla="*/ 1856694 w 1892189"/>
              <a:gd name="connsiteY3-170" fmla="*/ 865298 h 1877728"/>
              <a:gd name="connsiteX4-171" fmla="*/ 1856669 w 1892189"/>
              <a:gd name="connsiteY4-172" fmla="*/ 1026916 h 1877728"/>
              <a:gd name="connsiteX5-173" fmla="*/ 1026891 w 1892189"/>
              <a:gd name="connsiteY5-174" fmla="*/ 1856693 h 1877728"/>
              <a:gd name="connsiteX6-175" fmla="*/ 865274 w 1892189"/>
              <a:gd name="connsiteY6-176" fmla="*/ 1856668 h 1877728"/>
              <a:gd name="connsiteX7-177" fmla="*/ 35496 w 1892189"/>
              <a:gd name="connsiteY7-178" fmla="*/ 1026890 h 1877728"/>
              <a:gd name="connsiteX8-179" fmla="*/ 35521 w 1892189"/>
              <a:gd name="connsiteY8-180" fmla="*/ 865273 h 1877728"/>
              <a:gd name="connsiteX0-181" fmla="*/ 35521 w 1892189"/>
              <a:gd name="connsiteY0-182" fmla="*/ 865273 h 1892188"/>
              <a:gd name="connsiteX1-183" fmla="*/ 865299 w 1892189"/>
              <a:gd name="connsiteY1-184" fmla="*/ 35495 h 1892188"/>
              <a:gd name="connsiteX2-185" fmla="*/ 1026916 w 1892189"/>
              <a:gd name="connsiteY2-186" fmla="*/ 35520 h 1892188"/>
              <a:gd name="connsiteX3-187" fmla="*/ 1856694 w 1892189"/>
              <a:gd name="connsiteY3-188" fmla="*/ 865298 h 1892188"/>
              <a:gd name="connsiteX4-189" fmla="*/ 1856669 w 1892189"/>
              <a:gd name="connsiteY4-190" fmla="*/ 1026916 h 1892188"/>
              <a:gd name="connsiteX5-191" fmla="*/ 1026891 w 1892189"/>
              <a:gd name="connsiteY5-192" fmla="*/ 1856693 h 1892188"/>
              <a:gd name="connsiteX6-193" fmla="*/ 865274 w 1892189"/>
              <a:gd name="connsiteY6-194" fmla="*/ 1856668 h 1892188"/>
              <a:gd name="connsiteX7-195" fmla="*/ 35496 w 1892189"/>
              <a:gd name="connsiteY7-196" fmla="*/ 1026890 h 1892188"/>
              <a:gd name="connsiteX8-197" fmla="*/ 35521 w 1892189"/>
              <a:gd name="connsiteY8-198" fmla="*/ 865273 h 1892188"/>
              <a:gd name="connsiteX0-199" fmla="*/ 35521 w 1892189"/>
              <a:gd name="connsiteY0-200" fmla="*/ 865273 h 1892188"/>
              <a:gd name="connsiteX1-201" fmla="*/ 865299 w 1892189"/>
              <a:gd name="connsiteY1-202" fmla="*/ 35495 h 1892188"/>
              <a:gd name="connsiteX2-203" fmla="*/ 1026916 w 1892189"/>
              <a:gd name="connsiteY2-204" fmla="*/ 35520 h 1892188"/>
              <a:gd name="connsiteX3-205" fmla="*/ 1856694 w 1892189"/>
              <a:gd name="connsiteY3-206" fmla="*/ 865298 h 1892188"/>
              <a:gd name="connsiteX4-207" fmla="*/ 1856669 w 1892189"/>
              <a:gd name="connsiteY4-208" fmla="*/ 1026916 h 1892188"/>
              <a:gd name="connsiteX5-209" fmla="*/ 1026891 w 1892189"/>
              <a:gd name="connsiteY5-210" fmla="*/ 1856693 h 1892188"/>
              <a:gd name="connsiteX6-211" fmla="*/ 865274 w 1892189"/>
              <a:gd name="connsiteY6-212" fmla="*/ 1856668 h 1892188"/>
              <a:gd name="connsiteX7-213" fmla="*/ 35496 w 1892189"/>
              <a:gd name="connsiteY7-214" fmla="*/ 1026890 h 1892188"/>
              <a:gd name="connsiteX8-215" fmla="*/ 35521 w 1892189"/>
              <a:gd name="connsiteY8-216" fmla="*/ 865273 h 1892188"/>
              <a:gd name="connsiteX0-217" fmla="*/ 35521 w 1892189"/>
              <a:gd name="connsiteY0-218" fmla="*/ 865273 h 1892188"/>
              <a:gd name="connsiteX1-219" fmla="*/ 865299 w 1892189"/>
              <a:gd name="connsiteY1-220" fmla="*/ 35495 h 1892188"/>
              <a:gd name="connsiteX2-221" fmla="*/ 1026916 w 1892189"/>
              <a:gd name="connsiteY2-222" fmla="*/ 35520 h 1892188"/>
              <a:gd name="connsiteX3-223" fmla="*/ 1856694 w 1892189"/>
              <a:gd name="connsiteY3-224" fmla="*/ 865298 h 1892188"/>
              <a:gd name="connsiteX4-225" fmla="*/ 1856669 w 1892189"/>
              <a:gd name="connsiteY4-226" fmla="*/ 1026916 h 1892188"/>
              <a:gd name="connsiteX5-227" fmla="*/ 1026891 w 1892189"/>
              <a:gd name="connsiteY5-228" fmla="*/ 1856693 h 1892188"/>
              <a:gd name="connsiteX6-229" fmla="*/ 865274 w 1892189"/>
              <a:gd name="connsiteY6-230" fmla="*/ 1856668 h 1892188"/>
              <a:gd name="connsiteX7-231" fmla="*/ 35496 w 1892189"/>
              <a:gd name="connsiteY7-232" fmla="*/ 1026890 h 1892188"/>
              <a:gd name="connsiteX8-233" fmla="*/ 35521 w 1892189"/>
              <a:gd name="connsiteY8-234" fmla="*/ 865273 h 1892188"/>
              <a:gd name="connsiteX0-235" fmla="*/ 35521 w 1892189"/>
              <a:gd name="connsiteY0-236" fmla="*/ 865273 h 1892188"/>
              <a:gd name="connsiteX1-237" fmla="*/ 865299 w 1892189"/>
              <a:gd name="connsiteY1-238" fmla="*/ 35495 h 1892188"/>
              <a:gd name="connsiteX2-239" fmla="*/ 1026916 w 1892189"/>
              <a:gd name="connsiteY2-240" fmla="*/ 35520 h 1892188"/>
              <a:gd name="connsiteX3-241" fmla="*/ 1856694 w 1892189"/>
              <a:gd name="connsiteY3-242" fmla="*/ 865298 h 1892188"/>
              <a:gd name="connsiteX4-243" fmla="*/ 1856669 w 1892189"/>
              <a:gd name="connsiteY4-244" fmla="*/ 1026916 h 1892188"/>
              <a:gd name="connsiteX5-245" fmla="*/ 1026891 w 1892189"/>
              <a:gd name="connsiteY5-246" fmla="*/ 1856693 h 1892188"/>
              <a:gd name="connsiteX6-247" fmla="*/ 865274 w 1892189"/>
              <a:gd name="connsiteY6-248" fmla="*/ 1856668 h 1892188"/>
              <a:gd name="connsiteX7-249" fmla="*/ 35496 w 1892189"/>
              <a:gd name="connsiteY7-250" fmla="*/ 1026890 h 1892188"/>
              <a:gd name="connsiteX8-251" fmla="*/ 35521 w 1892189"/>
              <a:gd name="connsiteY8-252" fmla="*/ 865273 h 189218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1892189" h="1892188">
                <a:moveTo>
                  <a:pt x="35521" y="865273"/>
                </a:moveTo>
                <a:cubicBezTo>
                  <a:pt x="35521" y="865273"/>
                  <a:pt x="865299" y="35495"/>
                  <a:pt x="865299" y="35495"/>
                </a:cubicBezTo>
                <a:cubicBezTo>
                  <a:pt x="912643" y="-11849"/>
                  <a:pt x="979572" y="-11824"/>
                  <a:pt x="1026916" y="35520"/>
                </a:cubicBezTo>
                <a:cubicBezTo>
                  <a:pt x="1026916" y="35520"/>
                  <a:pt x="1856694" y="865298"/>
                  <a:pt x="1856694" y="865298"/>
                </a:cubicBezTo>
                <a:cubicBezTo>
                  <a:pt x="1904038" y="912642"/>
                  <a:pt x="1904013" y="979572"/>
                  <a:pt x="1856669" y="1026916"/>
                </a:cubicBezTo>
                <a:cubicBezTo>
                  <a:pt x="1856669" y="1026916"/>
                  <a:pt x="1026891" y="1856693"/>
                  <a:pt x="1026891" y="1856693"/>
                </a:cubicBezTo>
                <a:cubicBezTo>
                  <a:pt x="979547" y="1904037"/>
                  <a:pt x="912618" y="1904011"/>
                  <a:pt x="865274" y="1856668"/>
                </a:cubicBezTo>
                <a:cubicBezTo>
                  <a:pt x="865274" y="1856667"/>
                  <a:pt x="35496" y="1026889"/>
                  <a:pt x="35496" y="1026890"/>
                </a:cubicBezTo>
                <a:cubicBezTo>
                  <a:pt x="-11848" y="979545"/>
                  <a:pt x="-11823" y="912617"/>
                  <a:pt x="35521" y="865273"/>
                </a:cubicBezTo>
                <a:close/>
              </a:path>
            </a:pathLst>
          </a:custGeom>
          <a:solidFill>
            <a:schemeClr val="accent1">
              <a:alpha val="2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zh-CN" altLang="en-US">
              <a:sym typeface="+mn-ea"/>
            </a:endParaRPr>
          </a:p>
        </p:txBody>
      </p:sp>
      <p:sp>
        <p:nvSpPr>
          <p:cNvPr id="4" name="任意多边形: 形状 1397"/>
          <p:cNvSpPr/>
          <p:nvPr>
            <p:custDataLst>
              <p:tags r:id="rId6"/>
            </p:custDataLst>
          </p:nvPr>
        </p:nvSpPr>
        <p:spPr>
          <a:xfrm>
            <a:off x="1092835" y="5670550"/>
            <a:ext cx="395605" cy="395605"/>
          </a:xfrm>
          <a:custGeom>
            <a:avLst/>
            <a:gdLst>
              <a:gd name="connsiteX0" fmla="*/ 35521 w 1877718"/>
              <a:gd name="connsiteY0" fmla="*/ 850803 h 1863247"/>
              <a:gd name="connsiteX1" fmla="*/ 865299 w 1877718"/>
              <a:gd name="connsiteY1" fmla="*/ 21025 h 1863247"/>
              <a:gd name="connsiteX2" fmla="*/ 1026916 w 1877718"/>
              <a:gd name="connsiteY2" fmla="*/ 21050 h 1863247"/>
              <a:gd name="connsiteX3" fmla="*/ 1856694 w 1877718"/>
              <a:gd name="connsiteY3" fmla="*/ 850828 h 1863247"/>
              <a:gd name="connsiteX4" fmla="*/ 1856669 w 1877718"/>
              <a:gd name="connsiteY4" fmla="*/ 1012446 h 1863247"/>
              <a:gd name="connsiteX5" fmla="*/ 1026891 w 1877718"/>
              <a:gd name="connsiteY5" fmla="*/ 1842223 h 1863247"/>
              <a:gd name="connsiteX6" fmla="*/ 865274 w 1877718"/>
              <a:gd name="connsiteY6" fmla="*/ 1842198 h 1863247"/>
              <a:gd name="connsiteX7" fmla="*/ 35496 w 1877718"/>
              <a:gd name="connsiteY7" fmla="*/ 1012420 h 1863247"/>
              <a:gd name="connsiteX8" fmla="*/ 35521 w 1877718"/>
              <a:gd name="connsiteY8" fmla="*/ 850803 h 1863247"/>
              <a:gd name="connsiteX0-1" fmla="*/ 35521 w 1877718"/>
              <a:gd name="connsiteY0-2" fmla="*/ 850803 h 1863247"/>
              <a:gd name="connsiteX1-3" fmla="*/ 865299 w 1877718"/>
              <a:gd name="connsiteY1-4" fmla="*/ 21025 h 1863247"/>
              <a:gd name="connsiteX2-5" fmla="*/ 1026916 w 1877718"/>
              <a:gd name="connsiteY2-6" fmla="*/ 21050 h 1863247"/>
              <a:gd name="connsiteX3-7" fmla="*/ 1856694 w 1877718"/>
              <a:gd name="connsiteY3-8" fmla="*/ 850828 h 1863247"/>
              <a:gd name="connsiteX4-9" fmla="*/ 1856669 w 1877718"/>
              <a:gd name="connsiteY4-10" fmla="*/ 1012446 h 1863247"/>
              <a:gd name="connsiteX5-11" fmla="*/ 1026891 w 1877718"/>
              <a:gd name="connsiteY5-12" fmla="*/ 1842223 h 1863247"/>
              <a:gd name="connsiteX6-13" fmla="*/ 865274 w 1877718"/>
              <a:gd name="connsiteY6-14" fmla="*/ 1842198 h 1863247"/>
              <a:gd name="connsiteX7-15" fmla="*/ 35496 w 1877718"/>
              <a:gd name="connsiteY7-16" fmla="*/ 1012420 h 1863247"/>
              <a:gd name="connsiteX8-17" fmla="*/ 35521 w 1877718"/>
              <a:gd name="connsiteY8-18" fmla="*/ 850803 h 1863247"/>
              <a:gd name="connsiteX0-19" fmla="*/ 35521 w 1877718"/>
              <a:gd name="connsiteY0-20" fmla="*/ 850813 h 1863257"/>
              <a:gd name="connsiteX1-21" fmla="*/ 865299 w 1877718"/>
              <a:gd name="connsiteY1-22" fmla="*/ 21035 h 1863257"/>
              <a:gd name="connsiteX2-23" fmla="*/ 1026916 w 1877718"/>
              <a:gd name="connsiteY2-24" fmla="*/ 21060 h 1863257"/>
              <a:gd name="connsiteX3-25" fmla="*/ 1856694 w 1877718"/>
              <a:gd name="connsiteY3-26" fmla="*/ 850838 h 1863257"/>
              <a:gd name="connsiteX4-27" fmla="*/ 1856669 w 1877718"/>
              <a:gd name="connsiteY4-28" fmla="*/ 1012456 h 1863257"/>
              <a:gd name="connsiteX5-29" fmla="*/ 1026891 w 1877718"/>
              <a:gd name="connsiteY5-30" fmla="*/ 1842233 h 1863257"/>
              <a:gd name="connsiteX6-31" fmla="*/ 865274 w 1877718"/>
              <a:gd name="connsiteY6-32" fmla="*/ 1842208 h 1863257"/>
              <a:gd name="connsiteX7-33" fmla="*/ 35496 w 1877718"/>
              <a:gd name="connsiteY7-34" fmla="*/ 1012430 h 1863257"/>
              <a:gd name="connsiteX8-35" fmla="*/ 35521 w 1877718"/>
              <a:gd name="connsiteY8-36" fmla="*/ 850813 h 1863257"/>
              <a:gd name="connsiteX0-37" fmla="*/ 35521 w 1877718"/>
              <a:gd name="connsiteY0-38" fmla="*/ 865273 h 1877717"/>
              <a:gd name="connsiteX1-39" fmla="*/ 865299 w 1877718"/>
              <a:gd name="connsiteY1-40" fmla="*/ 35495 h 1877717"/>
              <a:gd name="connsiteX2-41" fmla="*/ 1026916 w 1877718"/>
              <a:gd name="connsiteY2-42" fmla="*/ 35520 h 1877717"/>
              <a:gd name="connsiteX3-43" fmla="*/ 1856694 w 1877718"/>
              <a:gd name="connsiteY3-44" fmla="*/ 865298 h 1877717"/>
              <a:gd name="connsiteX4-45" fmla="*/ 1856669 w 1877718"/>
              <a:gd name="connsiteY4-46" fmla="*/ 1026916 h 1877717"/>
              <a:gd name="connsiteX5-47" fmla="*/ 1026891 w 1877718"/>
              <a:gd name="connsiteY5-48" fmla="*/ 1856693 h 1877717"/>
              <a:gd name="connsiteX6-49" fmla="*/ 865274 w 1877718"/>
              <a:gd name="connsiteY6-50" fmla="*/ 1856668 h 1877717"/>
              <a:gd name="connsiteX7-51" fmla="*/ 35496 w 1877718"/>
              <a:gd name="connsiteY7-52" fmla="*/ 1026890 h 1877717"/>
              <a:gd name="connsiteX8-53" fmla="*/ 35521 w 1877718"/>
              <a:gd name="connsiteY8-54" fmla="*/ 865273 h 1877717"/>
              <a:gd name="connsiteX0-55" fmla="*/ 35521 w 1877718"/>
              <a:gd name="connsiteY0-56" fmla="*/ 865273 h 1877717"/>
              <a:gd name="connsiteX1-57" fmla="*/ 865299 w 1877718"/>
              <a:gd name="connsiteY1-58" fmla="*/ 35495 h 1877717"/>
              <a:gd name="connsiteX2-59" fmla="*/ 1026916 w 1877718"/>
              <a:gd name="connsiteY2-60" fmla="*/ 35520 h 1877717"/>
              <a:gd name="connsiteX3-61" fmla="*/ 1856694 w 1877718"/>
              <a:gd name="connsiteY3-62" fmla="*/ 865298 h 1877717"/>
              <a:gd name="connsiteX4-63" fmla="*/ 1856669 w 1877718"/>
              <a:gd name="connsiteY4-64" fmla="*/ 1026916 h 1877717"/>
              <a:gd name="connsiteX5-65" fmla="*/ 1026891 w 1877718"/>
              <a:gd name="connsiteY5-66" fmla="*/ 1856693 h 1877717"/>
              <a:gd name="connsiteX6-67" fmla="*/ 865274 w 1877718"/>
              <a:gd name="connsiteY6-68" fmla="*/ 1856668 h 1877717"/>
              <a:gd name="connsiteX7-69" fmla="*/ 35496 w 1877718"/>
              <a:gd name="connsiteY7-70" fmla="*/ 1026890 h 1877717"/>
              <a:gd name="connsiteX8-71" fmla="*/ 35521 w 1877718"/>
              <a:gd name="connsiteY8-72" fmla="*/ 865273 h 1877717"/>
              <a:gd name="connsiteX0-73" fmla="*/ 35521 w 1877718"/>
              <a:gd name="connsiteY0-74" fmla="*/ 865273 h 1877717"/>
              <a:gd name="connsiteX1-75" fmla="*/ 865299 w 1877718"/>
              <a:gd name="connsiteY1-76" fmla="*/ 35495 h 1877717"/>
              <a:gd name="connsiteX2-77" fmla="*/ 1026916 w 1877718"/>
              <a:gd name="connsiteY2-78" fmla="*/ 35520 h 1877717"/>
              <a:gd name="connsiteX3-79" fmla="*/ 1856694 w 1877718"/>
              <a:gd name="connsiteY3-80" fmla="*/ 865298 h 1877717"/>
              <a:gd name="connsiteX4-81" fmla="*/ 1856669 w 1877718"/>
              <a:gd name="connsiteY4-82" fmla="*/ 1026916 h 1877717"/>
              <a:gd name="connsiteX5-83" fmla="*/ 1026891 w 1877718"/>
              <a:gd name="connsiteY5-84" fmla="*/ 1856693 h 1877717"/>
              <a:gd name="connsiteX6-85" fmla="*/ 865274 w 1877718"/>
              <a:gd name="connsiteY6-86" fmla="*/ 1856668 h 1877717"/>
              <a:gd name="connsiteX7-87" fmla="*/ 35496 w 1877718"/>
              <a:gd name="connsiteY7-88" fmla="*/ 1026890 h 1877717"/>
              <a:gd name="connsiteX8-89" fmla="*/ 35521 w 1877718"/>
              <a:gd name="connsiteY8-90" fmla="*/ 865273 h 1877717"/>
              <a:gd name="connsiteX0-91" fmla="*/ 35521 w 1877729"/>
              <a:gd name="connsiteY0-92" fmla="*/ 865273 h 1877717"/>
              <a:gd name="connsiteX1-93" fmla="*/ 865299 w 1877729"/>
              <a:gd name="connsiteY1-94" fmla="*/ 35495 h 1877717"/>
              <a:gd name="connsiteX2-95" fmla="*/ 1026916 w 1877729"/>
              <a:gd name="connsiteY2-96" fmla="*/ 35520 h 1877717"/>
              <a:gd name="connsiteX3-97" fmla="*/ 1856694 w 1877729"/>
              <a:gd name="connsiteY3-98" fmla="*/ 865298 h 1877717"/>
              <a:gd name="connsiteX4-99" fmla="*/ 1856669 w 1877729"/>
              <a:gd name="connsiteY4-100" fmla="*/ 1026916 h 1877717"/>
              <a:gd name="connsiteX5-101" fmla="*/ 1026891 w 1877729"/>
              <a:gd name="connsiteY5-102" fmla="*/ 1856693 h 1877717"/>
              <a:gd name="connsiteX6-103" fmla="*/ 865274 w 1877729"/>
              <a:gd name="connsiteY6-104" fmla="*/ 1856668 h 1877717"/>
              <a:gd name="connsiteX7-105" fmla="*/ 35496 w 1877729"/>
              <a:gd name="connsiteY7-106" fmla="*/ 1026890 h 1877717"/>
              <a:gd name="connsiteX8-107" fmla="*/ 35521 w 1877729"/>
              <a:gd name="connsiteY8-108" fmla="*/ 865273 h 1877717"/>
              <a:gd name="connsiteX0-109" fmla="*/ 35521 w 1892189"/>
              <a:gd name="connsiteY0-110" fmla="*/ 865273 h 1877717"/>
              <a:gd name="connsiteX1-111" fmla="*/ 865299 w 1892189"/>
              <a:gd name="connsiteY1-112" fmla="*/ 35495 h 1877717"/>
              <a:gd name="connsiteX2-113" fmla="*/ 1026916 w 1892189"/>
              <a:gd name="connsiteY2-114" fmla="*/ 35520 h 1877717"/>
              <a:gd name="connsiteX3-115" fmla="*/ 1856694 w 1892189"/>
              <a:gd name="connsiteY3-116" fmla="*/ 865298 h 1877717"/>
              <a:gd name="connsiteX4-117" fmla="*/ 1856669 w 1892189"/>
              <a:gd name="connsiteY4-118" fmla="*/ 1026916 h 1877717"/>
              <a:gd name="connsiteX5-119" fmla="*/ 1026891 w 1892189"/>
              <a:gd name="connsiteY5-120" fmla="*/ 1856693 h 1877717"/>
              <a:gd name="connsiteX6-121" fmla="*/ 865274 w 1892189"/>
              <a:gd name="connsiteY6-122" fmla="*/ 1856668 h 1877717"/>
              <a:gd name="connsiteX7-123" fmla="*/ 35496 w 1892189"/>
              <a:gd name="connsiteY7-124" fmla="*/ 1026890 h 1877717"/>
              <a:gd name="connsiteX8-125" fmla="*/ 35521 w 1892189"/>
              <a:gd name="connsiteY8-126" fmla="*/ 865273 h 1877717"/>
              <a:gd name="connsiteX0-127" fmla="*/ 35521 w 1892189"/>
              <a:gd name="connsiteY0-128" fmla="*/ 865273 h 1877717"/>
              <a:gd name="connsiteX1-129" fmla="*/ 865299 w 1892189"/>
              <a:gd name="connsiteY1-130" fmla="*/ 35495 h 1877717"/>
              <a:gd name="connsiteX2-131" fmla="*/ 1026916 w 1892189"/>
              <a:gd name="connsiteY2-132" fmla="*/ 35520 h 1877717"/>
              <a:gd name="connsiteX3-133" fmla="*/ 1856694 w 1892189"/>
              <a:gd name="connsiteY3-134" fmla="*/ 865298 h 1877717"/>
              <a:gd name="connsiteX4-135" fmla="*/ 1856669 w 1892189"/>
              <a:gd name="connsiteY4-136" fmla="*/ 1026916 h 1877717"/>
              <a:gd name="connsiteX5-137" fmla="*/ 1026891 w 1892189"/>
              <a:gd name="connsiteY5-138" fmla="*/ 1856693 h 1877717"/>
              <a:gd name="connsiteX6-139" fmla="*/ 865274 w 1892189"/>
              <a:gd name="connsiteY6-140" fmla="*/ 1856668 h 1877717"/>
              <a:gd name="connsiteX7-141" fmla="*/ 35496 w 1892189"/>
              <a:gd name="connsiteY7-142" fmla="*/ 1026890 h 1877717"/>
              <a:gd name="connsiteX8-143" fmla="*/ 35521 w 1892189"/>
              <a:gd name="connsiteY8-144" fmla="*/ 865273 h 1877717"/>
              <a:gd name="connsiteX0-145" fmla="*/ 35521 w 1892189"/>
              <a:gd name="connsiteY0-146" fmla="*/ 865273 h 1877717"/>
              <a:gd name="connsiteX1-147" fmla="*/ 865299 w 1892189"/>
              <a:gd name="connsiteY1-148" fmla="*/ 35495 h 1877717"/>
              <a:gd name="connsiteX2-149" fmla="*/ 1026916 w 1892189"/>
              <a:gd name="connsiteY2-150" fmla="*/ 35520 h 1877717"/>
              <a:gd name="connsiteX3-151" fmla="*/ 1856694 w 1892189"/>
              <a:gd name="connsiteY3-152" fmla="*/ 865298 h 1877717"/>
              <a:gd name="connsiteX4-153" fmla="*/ 1856669 w 1892189"/>
              <a:gd name="connsiteY4-154" fmla="*/ 1026916 h 1877717"/>
              <a:gd name="connsiteX5-155" fmla="*/ 1026891 w 1892189"/>
              <a:gd name="connsiteY5-156" fmla="*/ 1856693 h 1877717"/>
              <a:gd name="connsiteX6-157" fmla="*/ 865274 w 1892189"/>
              <a:gd name="connsiteY6-158" fmla="*/ 1856668 h 1877717"/>
              <a:gd name="connsiteX7-159" fmla="*/ 35496 w 1892189"/>
              <a:gd name="connsiteY7-160" fmla="*/ 1026890 h 1877717"/>
              <a:gd name="connsiteX8-161" fmla="*/ 35521 w 1892189"/>
              <a:gd name="connsiteY8-162" fmla="*/ 865273 h 1877717"/>
              <a:gd name="connsiteX0-163" fmla="*/ 35521 w 1892189"/>
              <a:gd name="connsiteY0-164" fmla="*/ 865273 h 1877728"/>
              <a:gd name="connsiteX1-165" fmla="*/ 865299 w 1892189"/>
              <a:gd name="connsiteY1-166" fmla="*/ 35495 h 1877728"/>
              <a:gd name="connsiteX2-167" fmla="*/ 1026916 w 1892189"/>
              <a:gd name="connsiteY2-168" fmla="*/ 35520 h 1877728"/>
              <a:gd name="connsiteX3-169" fmla="*/ 1856694 w 1892189"/>
              <a:gd name="connsiteY3-170" fmla="*/ 865298 h 1877728"/>
              <a:gd name="connsiteX4-171" fmla="*/ 1856669 w 1892189"/>
              <a:gd name="connsiteY4-172" fmla="*/ 1026916 h 1877728"/>
              <a:gd name="connsiteX5-173" fmla="*/ 1026891 w 1892189"/>
              <a:gd name="connsiteY5-174" fmla="*/ 1856693 h 1877728"/>
              <a:gd name="connsiteX6-175" fmla="*/ 865274 w 1892189"/>
              <a:gd name="connsiteY6-176" fmla="*/ 1856668 h 1877728"/>
              <a:gd name="connsiteX7-177" fmla="*/ 35496 w 1892189"/>
              <a:gd name="connsiteY7-178" fmla="*/ 1026890 h 1877728"/>
              <a:gd name="connsiteX8-179" fmla="*/ 35521 w 1892189"/>
              <a:gd name="connsiteY8-180" fmla="*/ 865273 h 1877728"/>
              <a:gd name="connsiteX0-181" fmla="*/ 35521 w 1892189"/>
              <a:gd name="connsiteY0-182" fmla="*/ 865273 h 1892188"/>
              <a:gd name="connsiteX1-183" fmla="*/ 865299 w 1892189"/>
              <a:gd name="connsiteY1-184" fmla="*/ 35495 h 1892188"/>
              <a:gd name="connsiteX2-185" fmla="*/ 1026916 w 1892189"/>
              <a:gd name="connsiteY2-186" fmla="*/ 35520 h 1892188"/>
              <a:gd name="connsiteX3-187" fmla="*/ 1856694 w 1892189"/>
              <a:gd name="connsiteY3-188" fmla="*/ 865298 h 1892188"/>
              <a:gd name="connsiteX4-189" fmla="*/ 1856669 w 1892189"/>
              <a:gd name="connsiteY4-190" fmla="*/ 1026916 h 1892188"/>
              <a:gd name="connsiteX5-191" fmla="*/ 1026891 w 1892189"/>
              <a:gd name="connsiteY5-192" fmla="*/ 1856693 h 1892188"/>
              <a:gd name="connsiteX6-193" fmla="*/ 865274 w 1892189"/>
              <a:gd name="connsiteY6-194" fmla="*/ 1856668 h 1892188"/>
              <a:gd name="connsiteX7-195" fmla="*/ 35496 w 1892189"/>
              <a:gd name="connsiteY7-196" fmla="*/ 1026890 h 1892188"/>
              <a:gd name="connsiteX8-197" fmla="*/ 35521 w 1892189"/>
              <a:gd name="connsiteY8-198" fmla="*/ 865273 h 1892188"/>
              <a:gd name="connsiteX0-199" fmla="*/ 35521 w 1892189"/>
              <a:gd name="connsiteY0-200" fmla="*/ 865273 h 1892188"/>
              <a:gd name="connsiteX1-201" fmla="*/ 865299 w 1892189"/>
              <a:gd name="connsiteY1-202" fmla="*/ 35495 h 1892188"/>
              <a:gd name="connsiteX2-203" fmla="*/ 1026916 w 1892189"/>
              <a:gd name="connsiteY2-204" fmla="*/ 35520 h 1892188"/>
              <a:gd name="connsiteX3-205" fmla="*/ 1856694 w 1892189"/>
              <a:gd name="connsiteY3-206" fmla="*/ 865298 h 1892188"/>
              <a:gd name="connsiteX4-207" fmla="*/ 1856669 w 1892189"/>
              <a:gd name="connsiteY4-208" fmla="*/ 1026916 h 1892188"/>
              <a:gd name="connsiteX5-209" fmla="*/ 1026891 w 1892189"/>
              <a:gd name="connsiteY5-210" fmla="*/ 1856693 h 1892188"/>
              <a:gd name="connsiteX6-211" fmla="*/ 865274 w 1892189"/>
              <a:gd name="connsiteY6-212" fmla="*/ 1856668 h 1892188"/>
              <a:gd name="connsiteX7-213" fmla="*/ 35496 w 1892189"/>
              <a:gd name="connsiteY7-214" fmla="*/ 1026890 h 1892188"/>
              <a:gd name="connsiteX8-215" fmla="*/ 35521 w 1892189"/>
              <a:gd name="connsiteY8-216" fmla="*/ 865273 h 1892188"/>
              <a:gd name="connsiteX0-217" fmla="*/ 35521 w 1892189"/>
              <a:gd name="connsiteY0-218" fmla="*/ 865273 h 1892188"/>
              <a:gd name="connsiteX1-219" fmla="*/ 865299 w 1892189"/>
              <a:gd name="connsiteY1-220" fmla="*/ 35495 h 1892188"/>
              <a:gd name="connsiteX2-221" fmla="*/ 1026916 w 1892189"/>
              <a:gd name="connsiteY2-222" fmla="*/ 35520 h 1892188"/>
              <a:gd name="connsiteX3-223" fmla="*/ 1856694 w 1892189"/>
              <a:gd name="connsiteY3-224" fmla="*/ 865298 h 1892188"/>
              <a:gd name="connsiteX4-225" fmla="*/ 1856669 w 1892189"/>
              <a:gd name="connsiteY4-226" fmla="*/ 1026916 h 1892188"/>
              <a:gd name="connsiteX5-227" fmla="*/ 1026891 w 1892189"/>
              <a:gd name="connsiteY5-228" fmla="*/ 1856693 h 1892188"/>
              <a:gd name="connsiteX6-229" fmla="*/ 865274 w 1892189"/>
              <a:gd name="connsiteY6-230" fmla="*/ 1856668 h 1892188"/>
              <a:gd name="connsiteX7-231" fmla="*/ 35496 w 1892189"/>
              <a:gd name="connsiteY7-232" fmla="*/ 1026890 h 1892188"/>
              <a:gd name="connsiteX8-233" fmla="*/ 35521 w 1892189"/>
              <a:gd name="connsiteY8-234" fmla="*/ 865273 h 1892188"/>
              <a:gd name="connsiteX0-235" fmla="*/ 35521 w 1892189"/>
              <a:gd name="connsiteY0-236" fmla="*/ 865273 h 1892188"/>
              <a:gd name="connsiteX1-237" fmla="*/ 865299 w 1892189"/>
              <a:gd name="connsiteY1-238" fmla="*/ 35495 h 1892188"/>
              <a:gd name="connsiteX2-239" fmla="*/ 1026916 w 1892189"/>
              <a:gd name="connsiteY2-240" fmla="*/ 35520 h 1892188"/>
              <a:gd name="connsiteX3-241" fmla="*/ 1856694 w 1892189"/>
              <a:gd name="connsiteY3-242" fmla="*/ 865298 h 1892188"/>
              <a:gd name="connsiteX4-243" fmla="*/ 1856669 w 1892189"/>
              <a:gd name="connsiteY4-244" fmla="*/ 1026916 h 1892188"/>
              <a:gd name="connsiteX5-245" fmla="*/ 1026891 w 1892189"/>
              <a:gd name="connsiteY5-246" fmla="*/ 1856693 h 1892188"/>
              <a:gd name="connsiteX6-247" fmla="*/ 865274 w 1892189"/>
              <a:gd name="connsiteY6-248" fmla="*/ 1856668 h 1892188"/>
              <a:gd name="connsiteX7-249" fmla="*/ 35496 w 1892189"/>
              <a:gd name="connsiteY7-250" fmla="*/ 1026890 h 1892188"/>
              <a:gd name="connsiteX8-251" fmla="*/ 35521 w 1892189"/>
              <a:gd name="connsiteY8-252" fmla="*/ 865273 h 189218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1892189" h="1892188">
                <a:moveTo>
                  <a:pt x="35521" y="865273"/>
                </a:moveTo>
                <a:cubicBezTo>
                  <a:pt x="35521" y="865273"/>
                  <a:pt x="865299" y="35495"/>
                  <a:pt x="865299" y="35495"/>
                </a:cubicBezTo>
                <a:cubicBezTo>
                  <a:pt x="912643" y="-11849"/>
                  <a:pt x="979572" y="-11824"/>
                  <a:pt x="1026916" y="35520"/>
                </a:cubicBezTo>
                <a:cubicBezTo>
                  <a:pt x="1026916" y="35520"/>
                  <a:pt x="1856694" y="865298"/>
                  <a:pt x="1856694" y="865298"/>
                </a:cubicBezTo>
                <a:cubicBezTo>
                  <a:pt x="1904038" y="912642"/>
                  <a:pt x="1904013" y="979572"/>
                  <a:pt x="1856669" y="1026916"/>
                </a:cubicBezTo>
                <a:cubicBezTo>
                  <a:pt x="1856669" y="1026916"/>
                  <a:pt x="1026891" y="1856693"/>
                  <a:pt x="1026891" y="1856693"/>
                </a:cubicBezTo>
                <a:cubicBezTo>
                  <a:pt x="979547" y="1904037"/>
                  <a:pt x="912618" y="1904011"/>
                  <a:pt x="865274" y="1856668"/>
                </a:cubicBezTo>
                <a:cubicBezTo>
                  <a:pt x="865274" y="1856667"/>
                  <a:pt x="35496" y="1026889"/>
                  <a:pt x="35496" y="1026890"/>
                </a:cubicBezTo>
                <a:cubicBezTo>
                  <a:pt x="-11848" y="979545"/>
                  <a:pt x="-11823" y="912617"/>
                  <a:pt x="35521" y="865273"/>
                </a:cubicBezTo>
                <a:close/>
              </a:path>
            </a:pathLst>
          </a:custGeom>
          <a:solidFill>
            <a:schemeClr val="accent1">
              <a:lumMod val="40000"/>
              <a:lumOff val="60000"/>
              <a:alpha val="26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zh-CN" altLang="en-US">
              <a:sym typeface="+mn-ea"/>
            </a:endParaRPr>
          </a:p>
        </p:txBody>
      </p:sp>
      <p:cxnSp>
        <p:nvCxnSpPr>
          <p:cNvPr id="3" name="直接连接符 2"/>
          <p:cNvCxnSpPr/>
          <p:nvPr>
            <p:custDataLst>
              <p:tags r:id="rId7"/>
            </p:custDataLst>
          </p:nvPr>
        </p:nvCxnSpPr>
        <p:spPr>
          <a:xfrm>
            <a:off x="11346815" y="5031105"/>
            <a:ext cx="0" cy="1152525"/>
          </a:xfrm>
          <a:prstGeom prst="line">
            <a:avLst/>
          </a:prstGeom>
          <a:ln w="9525" cap="rnd">
            <a:solidFill>
              <a:schemeClr val="accent1">
                <a:alpha val="35000"/>
              </a:schemeClr>
            </a:solidFill>
            <a:round/>
          </a:ln>
        </p:spPr>
        <p:style>
          <a:lnRef idx="2">
            <a:schemeClr val="accent1"/>
          </a:lnRef>
          <a:fillRef idx="0">
            <a:srgbClr val="FFFFFF"/>
          </a:fillRef>
          <a:effectRef idx="0">
            <a:srgbClr val="FFFFFF"/>
          </a:effectRef>
          <a:fontRef idx="minor">
            <a:schemeClr val="tx1"/>
          </a:fontRef>
        </p:style>
      </p:cxnSp>
      <p:sp>
        <p:nvSpPr>
          <p:cNvPr id="7" name="文本框 6"/>
          <p:cNvSpPr txBox="1"/>
          <p:nvPr>
            <p:custDataLst>
              <p:tags r:id="rId8"/>
            </p:custDataLst>
          </p:nvPr>
        </p:nvSpPr>
        <p:spPr>
          <a:xfrm>
            <a:off x="1627505" y="1213485"/>
            <a:ext cx="10472420" cy="4843145"/>
          </a:xfrm>
          <a:prstGeom prst="rect">
            <a:avLst/>
          </a:prstGeom>
          <a:noFill/>
        </p:spPr>
        <p:txBody>
          <a:bodyPr wrap="square" rtlCol="0" anchor="ctr" anchorCtr="0">
            <a:normAutofit fontScale="52500" lnSpcReduction="20000"/>
          </a:bodyPr>
          <a:lstStyle>
            <a:defPPr>
              <a:defRPr lang="zh-CN"/>
            </a:defPPr>
            <a:lvl1pPr lvl="0" indent="0" fontAlgn="auto">
              <a:lnSpc>
                <a:spcPct val="150000"/>
              </a:lnSpc>
              <a:defRPr sz="3200" kern="0">
                <a:ln>
                  <a:noFill/>
                  <a:prstDash val="sysDot"/>
                </a:ln>
                <a:solidFill>
                  <a:schemeClr val="tx1">
                    <a:lumMod val="85000"/>
                    <a:lumOff val="15000"/>
                  </a:schemeClr>
                </a:solidFill>
                <a:latin typeface="Times New Roman" panose="02020603050405020304" pitchFamily="18" charset="0"/>
              </a:defRPr>
            </a:lvl1pPr>
          </a:lstStyle>
          <a:p>
            <a:r>
              <a:rPr lang="en-US" altLang="zh-CN" dirty="0">
                <a:sym typeface="+mn-ea"/>
              </a:rPr>
              <a:t>import numpy as np</a:t>
            </a:r>
          </a:p>
          <a:p>
            <a:r>
              <a:rPr lang="en-US" altLang="zh-CN" dirty="0">
                <a:sym typeface="+mn-ea"/>
              </a:rPr>
              <a:t>import pandas as pd</a:t>
            </a:r>
          </a:p>
          <a:p>
            <a:r>
              <a:rPr lang="en-US" altLang="zh-CN" dirty="0">
                <a:sym typeface="+mn-ea"/>
              </a:rPr>
              <a:t>from sklearn.model_selection import train_test_split</a:t>
            </a:r>
          </a:p>
          <a:p>
            <a:r>
              <a:rPr lang="en-US" altLang="zh-CN" dirty="0">
                <a:sym typeface="+mn-ea"/>
              </a:rPr>
              <a:t>from sklearn.linear_model import LogisticRegression</a:t>
            </a:r>
          </a:p>
          <a:p>
            <a:r>
              <a:rPr lang="en-US" altLang="zh-CN" dirty="0">
                <a:sym typeface="+mn-ea"/>
              </a:rPr>
              <a:t>from sklearn.preprocessing import StandardScaler</a:t>
            </a:r>
          </a:p>
          <a:p>
            <a:r>
              <a:rPr lang="en-US" altLang="zh-CN" dirty="0">
                <a:sym typeface="+mn-ea"/>
              </a:rPr>
              <a:t>from sklearn.metrics import accuracy_score, confusion_matrix, classification_report</a:t>
            </a:r>
          </a:p>
          <a:p>
            <a:endParaRPr lang="en-US" altLang="zh-CN" dirty="0">
              <a:sym typeface="+mn-ea"/>
            </a:endParaRPr>
          </a:p>
          <a:p>
            <a:r>
              <a:rPr lang="en-US" altLang="zh-CN" dirty="0">
                <a:sym typeface="+mn-ea"/>
              </a:rPr>
              <a:t># </a:t>
            </a:r>
            <a:r>
              <a:rPr lang="zh-CN" altLang="en-US" dirty="0">
                <a:sym typeface="+mn-ea"/>
              </a:rPr>
              <a:t>生成模拟数据</a:t>
            </a:r>
          </a:p>
          <a:p>
            <a:r>
              <a:rPr lang="en-US" altLang="zh-CN" dirty="0">
                <a:sym typeface="+mn-ea"/>
              </a:rPr>
              <a:t>np.random.seed(42)</a:t>
            </a:r>
          </a:p>
          <a:p>
            <a:r>
              <a:rPr lang="en-US" altLang="zh-CN" dirty="0">
                <a:sym typeface="+mn-ea"/>
              </a:rPr>
              <a:t>num_samples = 1000</a:t>
            </a:r>
          </a:p>
          <a:p>
            <a:endParaRPr lang="en-US" altLang="zh-CN" dirty="0">
              <a:sym typeface="+mn-ea"/>
            </a:endParaRPr>
          </a:p>
          <a:p>
            <a:r>
              <a:rPr lang="en-US" altLang="zh-CN" dirty="0">
                <a:sym typeface="+mn-ea"/>
              </a:rPr>
              <a:t># </a:t>
            </a:r>
            <a:r>
              <a:rPr lang="zh-CN" altLang="en-US" dirty="0">
                <a:sym typeface="+mn-ea"/>
              </a:rPr>
              <a:t>生成</a:t>
            </a:r>
            <a:r>
              <a:rPr lang="en-US" altLang="zh-CN" dirty="0">
                <a:sym typeface="+mn-ea"/>
              </a:rPr>
              <a:t>GPA</a:t>
            </a:r>
            <a:r>
              <a:rPr lang="zh-CN" altLang="en-US" dirty="0">
                <a:sym typeface="+mn-ea"/>
              </a:rPr>
              <a:t>（均值</a:t>
            </a:r>
            <a:r>
              <a:rPr lang="en-US" altLang="zh-CN" dirty="0">
                <a:sym typeface="+mn-ea"/>
              </a:rPr>
              <a:t>3.0</a:t>
            </a:r>
            <a:r>
              <a:rPr lang="zh-CN" altLang="en-US" dirty="0">
                <a:sym typeface="+mn-ea"/>
              </a:rPr>
              <a:t>，标准差</a:t>
            </a:r>
            <a:r>
              <a:rPr lang="en-US" altLang="zh-CN" dirty="0">
                <a:sym typeface="+mn-ea"/>
              </a:rPr>
              <a:t>0.5</a:t>
            </a:r>
            <a:r>
              <a:rPr lang="zh-CN" altLang="en-US" dirty="0">
                <a:sym typeface="+mn-ea"/>
              </a:rPr>
              <a:t>，范围</a:t>
            </a:r>
            <a:r>
              <a:rPr lang="en-US" altLang="zh-CN" dirty="0">
                <a:sym typeface="+mn-ea"/>
              </a:rPr>
              <a:t>0-4</a:t>
            </a:r>
            <a:r>
              <a:rPr lang="zh-CN" altLang="en-US" dirty="0">
                <a:sym typeface="+mn-ea"/>
              </a:rPr>
              <a:t>）</a:t>
            </a:r>
          </a:p>
          <a:p>
            <a:r>
              <a:rPr lang="en-US" altLang="zh-CN" dirty="0">
                <a:sym typeface="+mn-ea"/>
              </a:rPr>
              <a:t>gpa = np.clip(np.random.normal(loc=3.0, scale=0.5, size=num_samples), 0.0, 4.0)</a:t>
            </a:r>
          </a:p>
        </p:txBody>
      </p:sp>
    </p:spTree>
    <p:custDataLst>
      <p:tags r:id="rId1"/>
    </p:custDataLst>
  </p:cSld>
  <p:clrMapOvr>
    <a:masterClrMapping/>
  </p:clrMapOvr>
  <p:transition>
    <p:fade/>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标题 16"/>
          <p:cNvSpPr>
            <a:spLocks noGrp="1"/>
          </p:cNvSpPr>
          <p:nvPr>
            <p:ph type="title"/>
            <p:custDataLst>
              <p:tags r:id="rId2"/>
            </p:custDataLst>
          </p:nvPr>
        </p:nvSpPr>
        <p:spPr/>
        <p:txBody>
          <a:bodyPr>
            <a:normAutofit fontScale="90000"/>
          </a:bodyPr>
          <a:lstStyle/>
          <a:p>
            <a:r>
              <a:rPr lang="en-US" altLang="zh-CN" dirty="0"/>
              <a:t>2.4 </a:t>
            </a:r>
            <a:r>
              <a:rPr lang="zh-CN" altLang="en-US" dirty="0"/>
              <a:t>课后习题</a:t>
            </a:r>
          </a:p>
        </p:txBody>
      </p:sp>
      <p:cxnSp>
        <p:nvCxnSpPr>
          <p:cNvPr id="76" name="直接连接符 75"/>
          <p:cNvCxnSpPr/>
          <p:nvPr>
            <p:custDataLst>
              <p:tags r:id="rId3"/>
            </p:custDataLst>
          </p:nvPr>
        </p:nvCxnSpPr>
        <p:spPr>
          <a:xfrm>
            <a:off x="6898640" y="5965825"/>
            <a:ext cx="4679315" cy="0"/>
          </a:xfrm>
          <a:prstGeom prst="line">
            <a:avLst/>
          </a:prstGeom>
          <a:ln w="9525" cap="rnd">
            <a:solidFill>
              <a:schemeClr val="accent1">
                <a:alpha val="35000"/>
              </a:schemeClr>
            </a:solidFill>
            <a:round/>
          </a:ln>
        </p:spPr>
        <p:style>
          <a:lnRef idx="2">
            <a:schemeClr val="accent1"/>
          </a:lnRef>
          <a:fillRef idx="0">
            <a:srgbClr val="FFFFFF"/>
          </a:fillRef>
          <a:effectRef idx="0">
            <a:srgbClr val="FFFFFF"/>
          </a:effectRef>
          <a:fontRef idx="minor">
            <a:schemeClr val="tx1"/>
          </a:fontRef>
        </p:style>
      </p:cxnSp>
      <p:cxnSp>
        <p:nvCxnSpPr>
          <p:cNvPr id="77" name="直接连接符 76"/>
          <p:cNvCxnSpPr/>
          <p:nvPr>
            <p:custDataLst>
              <p:tags r:id="rId4"/>
            </p:custDataLst>
          </p:nvPr>
        </p:nvCxnSpPr>
        <p:spPr>
          <a:xfrm>
            <a:off x="1627505" y="5865495"/>
            <a:ext cx="7217410" cy="0"/>
          </a:xfrm>
          <a:prstGeom prst="line">
            <a:avLst/>
          </a:prstGeom>
          <a:ln w="9525" cap="rnd">
            <a:solidFill>
              <a:schemeClr val="accent1">
                <a:alpha val="35000"/>
              </a:schemeClr>
            </a:solidFill>
            <a:round/>
          </a:ln>
        </p:spPr>
        <p:style>
          <a:lnRef idx="2">
            <a:schemeClr val="accent1"/>
          </a:lnRef>
          <a:fillRef idx="0">
            <a:srgbClr val="FFFFFF"/>
          </a:fillRef>
          <a:effectRef idx="0">
            <a:srgbClr val="FFFFFF"/>
          </a:effectRef>
          <a:fontRef idx="minor">
            <a:schemeClr val="tx1"/>
          </a:fontRef>
        </p:style>
      </p:cxnSp>
      <p:sp>
        <p:nvSpPr>
          <p:cNvPr id="1398" name="任意多边形: 形状 1397"/>
          <p:cNvSpPr/>
          <p:nvPr>
            <p:custDataLst>
              <p:tags r:id="rId5"/>
            </p:custDataLst>
          </p:nvPr>
        </p:nvSpPr>
        <p:spPr>
          <a:xfrm>
            <a:off x="635635" y="5552440"/>
            <a:ext cx="631190" cy="631190"/>
          </a:xfrm>
          <a:custGeom>
            <a:avLst/>
            <a:gdLst>
              <a:gd name="connsiteX0" fmla="*/ 35521 w 1877718"/>
              <a:gd name="connsiteY0" fmla="*/ 850803 h 1863247"/>
              <a:gd name="connsiteX1" fmla="*/ 865299 w 1877718"/>
              <a:gd name="connsiteY1" fmla="*/ 21025 h 1863247"/>
              <a:gd name="connsiteX2" fmla="*/ 1026916 w 1877718"/>
              <a:gd name="connsiteY2" fmla="*/ 21050 h 1863247"/>
              <a:gd name="connsiteX3" fmla="*/ 1856694 w 1877718"/>
              <a:gd name="connsiteY3" fmla="*/ 850828 h 1863247"/>
              <a:gd name="connsiteX4" fmla="*/ 1856669 w 1877718"/>
              <a:gd name="connsiteY4" fmla="*/ 1012446 h 1863247"/>
              <a:gd name="connsiteX5" fmla="*/ 1026891 w 1877718"/>
              <a:gd name="connsiteY5" fmla="*/ 1842223 h 1863247"/>
              <a:gd name="connsiteX6" fmla="*/ 865274 w 1877718"/>
              <a:gd name="connsiteY6" fmla="*/ 1842198 h 1863247"/>
              <a:gd name="connsiteX7" fmla="*/ 35496 w 1877718"/>
              <a:gd name="connsiteY7" fmla="*/ 1012420 h 1863247"/>
              <a:gd name="connsiteX8" fmla="*/ 35521 w 1877718"/>
              <a:gd name="connsiteY8" fmla="*/ 850803 h 1863247"/>
              <a:gd name="connsiteX0-1" fmla="*/ 35521 w 1877718"/>
              <a:gd name="connsiteY0-2" fmla="*/ 850803 h 1863247"/>
              <a:gd name="connsiteX1-3" fmla="*/ 865299 w 1877718"/>
              <a:gd name="connsiteY1-4" fmla="*/ 21025 h 1863247"/>
              <a:gd name="connsiteX2-5" fmla="*/ 1026916 w 1877718"/>
              <a:gd name="connsiteY2-6" fmla="*/ 21050 h 1863247"/>
              <a:gd name="connsiteX3-7" fmla="*/ 1856694 w 1877718"/>
              <a:gd name="connsiteY3-8" fmla="*/ 850828 h 1863247"/>
              <a:gd name="connsiteX4-9" fmla="*/ 1856669 w 1877718"/>
              <a:gd name="connsiteY4-10" fmla="*/ 1012446 h 1863247"/>
              <a:gd name="connsiteX5-11" fmla="*/ 1026891 w 1877718"/>
              <a:gd name="connsiteY5-12" fmla="*/ 1842223 h 1863247"/>
              <a:gd name="connsiteX6-13" fmla="*/ 865274 w 1877718"/>
              <a:gd name="connsiteY6-14" fmla="*/ 1842198 h 1863247"/>
              <a:gd name="connsiteX7-15" fmla="*/ 35496 w 1877718"/>
              <a:gd name="connsiteY7-16" fmla="*/ 1012420 h 1863247"/>
              <a:gd name="connsiteX8-17" fmla="*/ 35521 w 1877718"/>
              <a:gd name="connsiteY8-18" fmla="*/ 850803 h 1863247"/>
              <a:gd name="connsiteX0-19" fmla="*/ 35521 w 1877718"/>
              <a:gd name="connsiteY0-20" fmla="*/ 850813 h 1863257"/>
              <a:gd name="connsiteX1-21" fmla="*/ 865299 w 1877718"/>
              <a:gd name="connsiteY1-22" fmla="*/ 21035 h 1863257"/>
              <a:gd name="connsiteX2-23" fmla="*/ 1026916 w 1877718"/>
              <a:gd name="connsiteY2-24" fmla="*/ 21060 h 1863257"/>
              <a:gd name="connsiteX3-25" fmla="*/ 1856694 w 1877718"/>
              <a:gd name="connsiteY3-26" fmla="*/ 850838 h 1863257"/>
              <a:gd name="connsiteX4-27" fmla="*/ 1856669 w 1877718"/>
              <a:gd name="connsiteY4-28" fmla="*/ 1012456 h 1863257"/>
              <a:gd name="connsiteX5-29" fmla="*/ 1026891 w 1877718"/>
              <a:gd name="connsiteY5-30" fmla="*/ 1842233 h 1863257"/>
              <a:gd name="connsiteX6-31" fmla="*/ 865274 w 1877718"/>
              <a:gd name="connsiteY6-32" fmla="*/ 1842208 h 1863257"/>
              <a:gd name="connsiteX7-33" fmla="*/ 35496 w 1877718"/>
              <a:gd name="connsiteY7-34" fmla="*/ 1012430 h 1863257"/>
              <a:gd name="connsiteX8-35" fmla="*/ 35521 w 1877718"/>
              <a:gd name="connsiteY8-36" fmla="*/ 850813 h 1863257"/>
              <a:gd name="connsiteX0-37" fmla="*/ 35521 w 1877718"/>
              <a:gd name="connsiteY0-38" fmla="*/ 865273 h 1877717"/>
              <a:gd name="connsiteX1-39" fmla="*/ 865299 w 1877718"/>
              <a:gd name="connsiteY1-40" fmla="*/ 35495 h 1877717"/>
              <a:gd name="connsiteX2-41" fmla="*/ 1026916 w 1877718"/>
              <a:gd name="connsiteY2-42" fmla="*/ 35520 h 1877717"/>
              <a:gd name="connsiteX3-43" fmla="*/ 1856694 w 1877718"/>
              <a:gd name="connsiteY3-44" fmla="*/ 865298 h 1877717"/>
              <a:gd name="connsiteX4-45" fmla="*/ 1856669 w 1877718"/>
              <a:gd name="connsiteY4-46" fmla="*/ 1026916 h 1877717"/>
              <a:gd name="connsiteX5-47" fmla="*/ 1026891 w 1877718"/>
              <a:gd name="connsiteY5-48" fmla="*/ 1856693 h 1877717"/>
              <a:gd name="connsiteX6-49" fmla="*/ 865274 w 1877718"/>
              <a:gd name="connsiteY6-50" fmla="*/ 1856668 h 1877717"/>
              <a:gd name="connsiteX7-51" fmla="*/ 35496 w 1877718"/>
              <a:gd name="connsiteY7-52" fmla="*/ 1026890 h 1877717"/>
              <a:gd name="connsiteX8-53" fmla="*/ 35521 w 1877718"/>
              <a:gd name="connsiteY8-54" fmla="*/ 865273 h 1877717"/>
              <a:gd name="connsiteX0-55" fmla="*/ 35521 w 1877718"/>
              <a:gd name="connsiteY0-56" fmla="*/ 865273 h 1877717"/>
              <a:gd name="connsiteX1-57" fmla="*/ 865299 w 1877718"/>
              <a:gd name="connsiteY1-58" fmla="*/ 35495 h 1877717"/>
              <a:gd name="connsiteX2-59" fmla="*/ 1026916 w 1877718"/>
              <a:gd name="connsiteY2-60" fmla="*/ 35520 h 1877717"/>
              <a:gd name="connsiteX3-61" fmla="*/ 1856694 w 1877718"/>
              <a:gd name="connsiteY3-62" fmla="*/ 865298 h 1877717"/>
              <a:gd name="connsiteX4-63" fmla="*/ 1856669 w 1877718"/>
              <a:gd name="connsiteY4-64" fmla="*/ 1026916 h 1877717"/>
              <a:gd name="connsiteX5-65" fmla="*/ 1026891 w 1877718"/>
              <a:gd name="connsiteY5-66" fmla="*/ 1856693 h 1877717"/>
              <a:gd name="connsiteX6-67" fmla="*/ 865274 w 1877718"/>
              <a:gd name="connsiteY6-68" fmla="*/ 1856668 h 1877717"/>
              <a:gd name="connsiteX7-69" fmla="*/ 35496 w 1877718"/>
              <a:gd name="connsiteY7-70" fmla="*/ 1026890 h 1877717"/>
              <a:gd name="connsiteX8-71" fmla="*/ 35521 w 1877718"/>
              <a:gd name="connsiteY8-72" fmla="*/ 865273 h 1877717"/>
              <a:gd name="connsiteX0-73" fmla="*/ 35521 w 1877718"/>
              <a:gd name="connsiteY0-74" fmla="*/ 865273 h 1877717"/>
              <a:gd name="connsiteX1-75" fmla="*/ 865299 w 1877718"/>
              <a:gd name="connsiteY1-76" fmla="*/ 35495 h 1877717"/>
              <a:gd name="connsiteX2-77" fmla="*/ 1026916 w 1877718"/>
              <a:gd name="connsiteY2-78" fmla="*/ 35520 h 1877717"/>
              <a:gd name="connsiteX3-79" fmla="*/ 1856694 w 1877718"/>
              <a:gd name="connsiteY3-80" fmla="*/ 865298 h 1877717"/>
              <a:gd name="connsiteX4-81" fmla="*/ 1856669 w 1877718"/>
              <a:gd name="connsiteY4-82" fmla="*/ 1026916 h 1877717"/>
              <a:gd name="connsiteX5-83" fmla="*/ 1026891 w 1877718"/>
              <a:gd name="connsiteY5-84" fmla="*/ 1856693 h 1877717"/>
              <a:gd name="connsiteX6-85" fmla="*/ 865274 w 1877718"/>
              <a:gd name="connsiteY6-86" fmla="*/ 1856668 h 1877717"/>
              <a:gd name="connsiteX7-87" fmla="*/ 35496 w 1877718"/>
              <a:gd name="connsiteY7-88" fmla="*/ 1026890 h 1877717"/>
              <a:gd name="connsiteX8-89" fmla="*/ 35521 w 1877718"/>
              <a:gd name="connsiteY8-90" fmla="*/ 865273 h 1877717"/>
              <a:gd name="connsiteX0-91" fmla="*/ 35521 w 1877729"/>
              <a:gd name="connsiteY0-92" fmla="*/ 865273 h 1877717"/>
              <a:gd name="connsiteX1-93" fmla="*/ 865299 w 1877729"/>
              <a:gd name="connsiteY1-94" fmla="*/ 35495 h 1877717"/>
              <a:gd name="connsiteX2-95" fmla="*/ 1026916 w 1877729"/>
              <a:gd name="connsiteY2-96" fmla="*/ 35520 h 1877717"/>
              <a:gd name="connsiteX3-97" fmla="*/ 1856694 w 1877729"/>
              <a:gd name="connsiteY3-98" fmla="*/ 865298 h 1877717"/>
              <a:gd name="connsiteX4-99" fmla="*/ 1856669 w 1877729"/>
              <a:gd name="connsiteY4-100" fmla="*/ 1026916 h 1877717"/>
              <a:gd name="connsiteX5-101" fmla="*/ 1026891 w 1877729"/>
              <a:gd name="connsiteY5-102" fmla="*/ 1856693 h 1877717"/>
              <a:gd name="connsiteX6-103" fmla="*/ 865274 w 1877729"/>
              <a:gd name="connsiteY6-104" fmla="*/ 1856668 h 1877717"/>
              <a:gd name="connsiteX7-105" fmla="*/ 35496 w 1877729"/>
              <a:gd name="connsiteY7-106" fmla="*/ 1026890 h 1877717"/>
              <a:gd name="connsiteX8-107" fmla="*/ 35521 w 1877729"/>
              <a:gd name="connsiteY8-108" fmla="*/ 865273 h 1877717"/>
              <a:gd name="connsiteX0-109" fmla="*/ 35521 w 1892189"/>
              <a:gd name="connsiteY0-110" fmla="*/ 865273 h 1877717"/>
              <a:gd name="connsiteX1-111" fmla="*/ 865299 w 1892189"/>
              <a:gd name="connsiteY1-112" fmla="*/ 35495 h 1877717"/>
              <a:gd name="connsiteX2-113" fmla="*/ 1026916 w 1892189"/>
              <a:gd name="connsiteY2-114" fmla="*/ 35520 h 1877717"/>
              <a:gd name="connsiteX3-115" fmla="*/ 1856694 w 1892189"/>
              <a:gd name="connsiteY3-116" fmla="*/ 865298 h 1877717"/>
              <a:gd name="connsiteX4-117" fmla="*/ 1856669 w 1892189"/>
              <a:gd name="connsiteY4-118" fmla="*/ 1026916 h 1877717"/>
              <a:gd name="connsiteX5-119" fmla="*/ 1026891 w 1892189"/>
              <a:gd name="connsiteY5-120" fmla="*/ 1856693 h 1877717"/>
              <a:gd name="connsiteX6-121" fmla="*/ 865274 w 1892189"/>
              <a:gd name="connsiteY6-122" fmla="*/ 1856668 h 1877717"/>
              <a:gd name="connsiteX7-123" fmla="*/ 35496 w 1892189"/>
              <a:gd name="connsiteY7-124" fmla="*/ 1026890 h 1877717"/>
              <a:gd name="connsiteX8-125" fmla="*/ 35521 w 1892189"/>
              <a:gd name="connsiteY8-126" fmla="*/ 865273 h 1877717"/>
              <a:gd name="connsiteX0-127" fmla="*/ 35521 w 1892189"/>
              <a:gd name="connsiteY0-128" fmla="*/ 865273 h 1877717"/>
              <a:gd name="connsiteX1-129" fmla="*/ 865299 w 1892189"/>
              <a:gd name="connsiteY1-130" fmla="*/ 35495 h 1877717"/>
              <a:gd name="connsiteX2-131" fmla="*/ 1026916 w 1892189"/>
              <a:gd name="connsiteY2-132" fmla="*/ 35520 h 1877717"/>
              <a:gd name="connsiteX3-133" fmla="*/ 1856694 w 1892189"/>
              <a:gd name="connsiteY3-134" fmla="*/ 865298 h 1877717"/>
              <a:gd name="connsiteX4-135" fmla="*/ 1856669 w 1892189"/>
              <a:gd name="connsiteY4-136" fmla="*/ 1026916 h 1877717"/>
              <a:gd name="connsiteX5-137" fmla="*/ 1026891 w 1892189"/>
              <a:gd name="connsiteY5-138" fmla="*/ 1856693 h 1877717"/>
              <a:gd name="connsiteX6-139" fmla="*/ 865274 w 1892189"/>
              <a:gd name="connsiteY6-140" fmla="*/ 1856668 h 1877717"/>
              <a:gd name="connsiteX7-141" fmla="*/ 35496 w 1892189"/>
              <a:gd name="connsiteY7-142" fmla="*/ 1026890 h 1877717"/>
              <a:gd name="connsiteX8-143" fmla="*/ 35521 w 1892189"/>
              <a:gd name="connsiteY8-144" fmla="*/ 865273 h 1877717"/>
              <a:gd name="connsiteX0-145" fmla="*/ 35521 w 1892189"/>
              <a:gd name="connsiteY0-146" fmla="*/ 865273 h 1877717"/>
              <a:gd name="connsiteX1-147" fmla="*/ 865299 w 1892189"/>
              <a:gd name="connsiteY1-148" fmla="*/ 35495 h 1877717"/>
              <a:gd name="connsiteX2-149" fmla="*/ 1026916 w 1892189"/>
              <a:gd name="connsiteY2-150" fmla="*/ 35520 h 1877717"/>
              <a:gd name="connsiteX3-151" fmla="*/ 1856694 w 1892189"/>
              <a:gd name="connsiteY3-152" fmla="*/ 865298 h 1877717"/>
              <a:gd name="connsiteX4-153" fmla="*/ 1856669 w 1892189"/>
              <a:gd name="connsiteY4-154" fmla="*/ 1026916 h 1877717"/>
              <a:gd name="connsiteX5-155" fmla="*/ 1026891 w 1892189"/>
              <a:gd name="connsiteY5-156" fmla="*/ 1856693 h 1877717"/>
              <a:gd name="connsiteX6-157" fmla="*/ 865274 w 1892189"/>
              <a:gd name="connsiteY6-158" fmla="*/ 1856668 h 1877717"/>
              <a:gd name="connsiteX7-159" fmla="*/ 35496 w 1892189"/>
              <a:gd name="connsiteY7-160" fmla="*/ 1026890 h 1877717"/>
              <a:gd name="connsiteX8-161" fmla="*/ 35521 w 1892189"/>
              <a:gd name="connsiteY8-162" fmla="*/ 865273 h 1877717"/>
              <a:gd name="connsiteX0-163" fmla="*/ 35521 w 1892189"/>
              <a:gd name="connsiteY0-164" fmla="*/ 865273 h 1877728"/>
              <a:gd name="connsiteX1-165" fmla="*/ 865299 w 1892189"/>
              <a:gd name="connsiteY1-166" fmla="*/ 35495 h 1877728"/>
              <a:gd name="connsiteX2-167" fmla="*/ 1026916 w 1892189"/>
              <a:gd name="connsiteY2-168" fmla="*/ 35520 h 1877728"/>
              <a:gd name="connsiteX3-169" fmla="*/ 1856694 w 1892189"/>
              <a:gd name="connsiteY3-170" fmla="*/ 865298 h 1877728"/>
              <a:gd name="connsiteX4-171" fmla="*/ 1856669 w 1892189"/>
              <a:gd name="connsiteY4-172" fmla="*/ 1026916 h 1877728"/>
              <a:gd name="connsiteX5-173" fmla="*/ 1026891 w 1892189"/>
              <a:gd name="connsiteY5-174" fmla="*/ 1856693 h 1877728"/>
              <a:gd name="connsiteX6-175" fmla="*/ 865274 w 1892189"/>
              <a:gd name="connsiteY6-176" fmla="*/ 1856668 h 1877728"/>
              <a:gd name="connsiteX7-177" fmla="*/ 35496 w 1892189"/>
              <a:gd name="connsiteY7-178" fmla="*/ 1026890 h 1877728"/>
              <a:gd name="connsiteX8-179" fmla="*/ 35521 w 1892189"/>
              <a:gd name="connsiteY8-180" fmla="*/ 865273 h 1877728"/>
              <a:gd name="connsiteX0-181" fmla="*/ 35521 w 1892189"/>
              <a:gd name="connsiteY0-182" fmla="*/ 865273 h 1892188"/>
              <a:gd name="connsiteX1-183" fmla="*/ 865299 w 1892189"/>
              <a:gd name="connsiteY1-184" fmla="*/ 35495 h 1892188"/>
              <a:gd name="connsiteX2-185" fmla="*/ 1026916 w 1892189"/>
              <a:gd name="connsiteY2-186" fmla="*/ 35520 h 1892188"/>
              <a:gd name="connsiteX3-187" fmla="*/ 1856694 w 1892189"/>
              <a:gd name="connsiteY3-188" fmla="*/ 865298 h 1892188"/>
              <a:gd name="connsiteX4-189" fmla="*/ 1856669 w 1892189"/>
              <a:gd name="connsiteY4-190" fmla="*/ 1026916 h 1892188"/>
              <a:gd name="connsiteX5-191" fmla="*/ 1026891 w 1892189"/>
              <a:gd name="connsiteY5-192" fmla="*/ 1856693 h 1892188"/>
              <a:gd name="connsiteX6-193" fmla="*/ 865274 w 1892189"/>
              <a:gd name="connsiteY6-194" fmla="*/ 1856668 h 1892188"/>
              <a:gd name="connsiteX7-195" fmla="*/ 35496 w 1892189"/>
              <a:gd name="connsiteY7-196" fmla="*/ 1026890 h 1892188"/>
              <a:gd name="connsiteX8-197" fmla="*/ 35521 w 1892189"/>
              <a:gd name="connsiteY8-198" fmla="*/ 865273 h 1892188"/>
              <a:gd name="connsiteX0-199" fmla="*/ 35521 w 1892189"/>
              <a:gd name="connsiteY0-200" fmla="*/ 865273 h 1892188"/>
              <a:gd name="connsiteX1-201" fmla="*/ 865299 w 1892189"/>
              <a:gd name="connsiteY1-202" fmla="*/ 35495 h 1892188"/>
              <a:gd name="connsiteX2-203" fmla="*/ 1026916 w 1892189"/>
              <a:gd name="connsiteY2-204" fmla="*/ 35520 h 1892188"/>
              <a:gd name="connsiteX3-205" fmla="*/ 1856694 w 1892189"/>
              <a:gd name="connsiteY3-206" fmla="*/ 865298 h 1892188"/>
              <a:gd name="connsiteX4-207" fmla="*/ 1856669 w 1892189"/>
              <a:gd name="connsiteY4-208" fmla="*/ 1026916 h 1892188"/>
              <a:gd name="connsiteX5-209" fmla="*/ 1026891 w 1892189"/>
              <a:gd name="connsiteY5-210" fmla="*/ 1856693 h 1892188"/>
              <a:gd name="connsiteX6-211" fmla="*/ 865274 w 1892189"/>
              <a:gd name="connsiteY6-212" fmla="*/ 1856668 h 1892188"/>
              <a:gd name="connsiteX7-213" fmla="*/ 35496 w 1892189"/>
              <a:gd name="connsiteY7-214" fmla="*/ 1026890 h 1892188"/>
              <a:gd name="connsiteX8-215" fmla="*/ 35521 w 1892189"/>
              <a:gd name="connsiteY8-216" fmla="*/ 865273 h 1892188"/>
              <a:gd name="connsiteX0-217" fmla="*/ 35521 w 1892189"/>
              <a:gd name="connsiteY0-218" fmla="*/ 865273 h 1892188"/>
              <a:gd name="connsiteX1-219" fmla="*/ 865299 w 1892189"/>
              <a:gd name="connsiteY1-220" fmla="*/ 35495 h 1892188"/>
              <a:gd name="connsiteX2-221" fmla="*/ 1026916 w 1892189"/>
              <a:gd name="connsiteY2-222" fmla="*/ 35520 h 1892188"/>
              <a:gd name="connsiteX3-223" fmla="*/ 1856694 w 1892189"/>
              <a:gd name="connsiteY3-224" fmla="*/ 865298 h 1892188"/>
              <a:gd name="connsiteX4-225" fmla="*/ 1856669 w 1892189"/>
              <a:gd name="connsiteY4-226" fmla="*/ 1026916 h 1892188"/>
              <a:gd name="connsiteX5-227" fmla="*/ 1026891 w 1892189"/>
              <a:gd name="connsiteY5-228" fmla="*/ 1856693 h 1892188"/>
              <a:gd name="connsiteX6-229" fmla="*/ 865274 w 1892189"/>
              <a:gd name="connsiteY6-230" fmla="*/ 1856668 h 1892188"/>
              <a:gd name="connsiteX7-231" fmla="*/ 35496 w 1892189"/>
              <a:gd name="connsiteY7-232" fmla="*/ 1026890 h 1892188"/>
              <a:gd name="connsiteX8-233" fmla="*/ 35521 w 1892189"/>
              <a:gd name="connsiteY8-234" fmla="*/ 865273 h 1892188"/>
              <a:gd name="connsiteX0-235" fmla="*/ 35521 w 1892189"/>
              <a:gd name="connsiteY0-236" fmla="*/ 865273 h 1892188"/>
              <a:gd name="connsiteX1-237" fmla="*/ 865299 w 1892189"/>
              <a:gd name="connsiteY1-238" fmla="*/ 35495 h 1892188"/>
              <a:gd name="connsiteX2-239" fmla="*/ 1026916 w 1892189"/>
              <a:gd name="connsiteY2-240" fmla="*/ 35520 h 1892188"/>
              <a:gd name="connsiteX3-241" fmla="*/ 1856694 w 1892189"/>
              <a:gd name="connsiteY3-242" fmla="*/ 865298 h 1892188"/>
              <a:gd name="connsiteX4-243" fmla="*/ 1856669 w 1892189"/>
              <a:gd name="connsiteY4-244" fmla="*/ 1026916 h 1892188"/>
              <a:gd name="connsiteX5-245" fmla="*/ 1026891 w 1892189"/>
              <a:gd name="connsiteY5-246" fmla="*/ 1856693 h 1892188"/>
              <a:gd name="connsiteX6-247" fmla="*/ 865274 w 1892189"/>
              <a:gd name="connsiteY6-248" fmla="*/ 1856668 h 1892188"/>
              <a:gd name="connsiteX7-249" fmla="*/ 35496 w 1892189"/>
              <a:gd name="connsiteY7-250" fmla="*/ 1026890 h 1892188"/>
              <a:gd name="connsiteX8-251" fmla="*/ 35521 w 1892189"/>
              <a:gd name="connsiteY8-252" fmla="*/ 865273 h 189218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1892189" h="1892188">
                <a:moveTo>
                  <a:pt x="35521" y="865273"/>
                </a:moveTo>
                <a:cubicBezTo>
                  <a:pt x="35521" y="865273"/>
                  <a:pt x="865299" y="35495"/>
                  <a:pt x="865299" y="35495"/>
                </a:cubicBezTo>
                <a:cubicBezTo>
                  <a:pt x="912643" y="-11849"/>
                  <a:pt x="979572" y="-11824"/>
                  <a:pt x="1026916" y="35520"/>
                </a:cubicBezTo>
                <a:cubicBezTo>
                  <a:pt x="1026916" y="35520"/>
                  <a:pt x="1856694" y="865298"/>
                  <a:pt x="1856694" y="865298"/>
                </a:cubicBezTo>
                <a:cubicBezTo>
                  <a:pt x="1904038" y="912642"/>
                  <a:pt x="1904013" y="979572"/>
                  <a:pt x="1856669" y="1026916"/>
                </a:cubicBezTo>
                <a:cubicBezTo>
                  <a:pt x="1856669" y="1026916"/>
                  <a:pt x="1026891" y="1856693"/>
                  <a:pt x="1026891" y="1856693"/>
                </a:cubicBezTo>
                <a:cubicBezTo>
                  <a:pt x="979547" y="1904037"/>
                  <a:pt x="912618" y="1904011"/>
                  <a:pt x="865274" y="1856668"/>
                </a:cubicBezTo>
                <a:cubicBezTo>
                  <a:pt x="865274" y="1856667"/>
                  <a:pt x="35496" y="1026889"/>
                  <a:pt x="35496" y="1026890"/>
                </a:cubicBezTo>
                <a:cubicBezTo>
                  <a:pt x="-11848" y="979545"/>
                  <a:pt x="-11823" y="912617"/>
                  <a:pt x="35521" y="865273"/>
                </a:cubicBezTo>
                <a:close/>
              </a:path>
            </a:pathLst>
          </a:custGeom>
          <a:solidFill>
            <a:schemeClr val="accent1">
              <a:alpha val="2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zh-CN" altLang="en-US">
              <a:sym typeface="+mn-ea"/>
            </a:endParaRPr>
          </a:p>
        </p:txBody>
      </p:sp>
      <p:sp>
        <p:nvSpPr>
          <p:cNvPr id="4" name="任意多边形: 形状 1397"/>
          <p:cNvSpPr/>
          <p:nvPr>
            <p:custDataLst>
              <p:tags r:id="rId6"/>
            </p:custDataLst>
          </p:nvPr>
        </p:nvSpPr>
        <p:spPr>
          <a:xfrm>
            <a:off x="1092835" y="5670550"/>
            <a:ext cx="395605" cy="395605"/>
          </a:xfrm>
          <a:custGeom>
            <a:avLst/>
            <a:gdLst>
              <a:gd name="connsiteX0" fmla="*/ 35521 w 1877718"/>
              <a:gd name="connsiteY0" fmla="*/ 850803 h 1863247"/>
              <a:gd name="connsiteX1" fmla="*/ 865299 w 1877718"/>
              <a:gd name="connsiteY1" fmla="*/ 21025 h 1863247"/>
              <a:gd name="connsiteX2" fmla="*/ 1026916 w 1877718"/>
              <a:gd name="connsiteY2" fmla="*/ 21050 h 1863247"/>
              <a:gd name="connsiteX3" fmla="*/ 1856694 w 1877718"/>
              <a:gd name="connsiteY3" fmla="*/ 850828 h 1863247"/>
              <a:gd name="connsiteX4" fmla="*/ 1856669 w 1877718"/>
              <a:gd name="connsiteY4" fmla="*/ 1012446 h 1863247"/>
              <a:gd name="connsiteX5" fmla="*/ 1026891 w 1877718"/>
              <a:gd name="connsiteY5" fmla="*/ 1842223 h 1863247"/>
              <a:gd name="connsiteX6" fmla="*/ 865274 w 1877718"/>
              <a:gd name="connsiteY6" fmla="*/ 1842198 h 1863247"/>
              <a:gd name="connsiteX7" fmla="*/ 35496 w 1877718"/>
              <a:gd name="connsiteY7" fmla="*/ 1012420 h 1863247"/>
              <a:gd name="connsiteX8" fmla="*/ 35521 w 1877718"/>
              <a:gd name="connsiteY8" fmla="*/ 850803 h 1863247"/>
              <a:gd name="connsiteX0-1" fmla="*/ 35521 w 1877718"/>
              <a:gd name="connsiteY0-2" fmla="*/ 850803 h 1863247"/>
              <a:gd name="connsiteX1-3" fmla="*/ 865299 w 1877718"/>
              <a:gd name="connsiteY1-4" fmla="*/ 21025 h 1863247"/>
              <a:gd name="connsiteX2-5" fmla="*/ 1026916 w 1877718"/>
              <a:gd name="connsiteY2-6" fmla="*/ 21050 h 1863247"/>
              <a:gd name="connsiteX3-7" fmla="*/ 1856694 w 1877718"/>
              <a:gd name="connsiteY3-8" fmla="*/ 850828 h 1863247"/>
              <a:gd name="connsiteX4-9" fmla="*/ 1856669 w 1877718"/>
              <a:gd name="connsiteY4-10" fmla="*/ 1012446 h 1863247"/>
              <a:gd name="connsiteX5-11" fmla="*/ 1026891 w 1877718"/>
              <a:gd name="connsiteY5-12" fmla="*/ 1842223 h 1863247"/>
              <a:gd name="connsiteX6-13" fmla="*/ 865274 w 1877718"/>
              <a:gd name="connsiteY6-14" fmla="*/ 1842198 h 1863247"/>
              <a:gd name="connsiteX7-15" fmla="*/ 35496 w 1877718"/>
              <a:gd name="connsiteY7-16" fmla="*/ 1012420 h 1863247"/>
              <a:gd name="connsiteX8-17" fmla="*/ 35521 w 1877718"/>
              <a:gd name="connsiteY8-18" fmla="*/ 850803 h 1863247"/>
              <a:gd name="connsiteX0-19" fmla="*/ 35521 w 1877718"/>
              <a:gd name="connsiteY0-20" fmla="*/ 850813 h 1863257"/>
              <a:gd name="connsiteX1-21" fmla="*/ 865299 w 1877718"/>
              <a:gd name="connsiteY1-22" fmla="*/ 21035 h 1863257"/>
              <a:gd name="connsiteX2-23" fmla="*/ 1026916 w 1877718"/>
              <a:gd name="connsiteY2-24" fmla="*/ 21060 h 1863257"/>
              <a:gd name="connsiteX3-25" fmla="*/ 1856694 w 1877718"/>
              <a:gd name="connsiteY3-26" fmla="*/ 850838 h 1863257"/>
              <a:gd name="connsiteX4-27" fmla="*/ 1856669 w 1877718"/>
              <a:gd name="connsiteY4-28" fmla="*/ 1012456 h 1863257"/>
              <a:gd name="connsiteX5-29" fmla="*/ 1026891 w 1877718"/>
              <a:gd name="connsiteY5-30" fmla="*/ 1842233 h 1863257"/>
              <a:gd name="connsiteX6-31" fmla="*/ 865274 w 1877718"/>
              <a:gd name="connsiteY6-32" fmla="*/ 1842208 h 1863257"/>
              <a:gd name="connsiteX7-33" fmla="*/ 35496 w 1877718"/>
              <a:gd name="connsiteY7-34" fmla="*/ 1012430 h 1863257"/>
              <a:gd name="connsiteX8-35" fmla="*/ 35521 w 1877718"/>
              <a:gd name="connsiteY8-36" fmla="*/ 850813 h 1863257"/>
              <a:gd name="connsiteX0-37" fmla="*/ 35521 w 1877718"/>
              <a:gd name="connsiteY0-38" fmla="*/ 865273 h 1877717"/>
              <a:gd name="connsiteX1-39" fmla="*/ 865299 w 1877718"/>
              <a:gd name="connsiteY1-40" fmla="*/ 35495 h 1877717"/>
              <a:gd name="connsiteX2-41" fmla="*/ 1026916 w 1877718"/>
              <a:gd name="connsiteY2-42" fmla="*/ 35520 h 1877717"/>
              <a:gd name="connsiteX3-43" fmla="*/ 1856694 w 1877718"/>
              <a:gd name="connsiteY3-44" fmla="*/ 865298 h 1877717"/>
              <a:gd name="connsiteX4-45" fmla="*/ 1856669 w 1877718"/>
              <a:gd name="connsiteY4-46" fmla="*/ 1026916 h 1877717"/>
              <a:gd name="connsiteX5-47" fmla="*/ 1026891 w 1877718"/>
              <a:gd name="connsiteY5-48" fmla="*/ 1856693 h 1877717"/>
              <a:gd name="connsiteX6-49" fmla="*/ 865274 w 1877718"/>
              <a:gd name="connsiteY6-50" fmla="*/ 1856668 h 1877717"/>
              <a:gd name="connsiteX7-51" fmla="*/ 35496 w 1877718"/>
              <a:gd name="connsiteY7-52" fmla="*/ 1026890 h 1877717"/>
              <a:gd name="connsiteX8-53" fmla="*/ 35521 w 1877718"/>
              <a:gd name="connsiteY8-54" fmla="*/ 865273 h 1877717"/>
              <a:gd name="connsiteX0-55" fmla="*/ 35521 w 1877718"/>
              <a:gd name="connsiteY0-56" fmla="*/ 865273 h 1877717"/>
              <a:gd name="connsiteX1-57" fmla="*/ 865299 w 1877718"/>
              <a:gd name="connsiteY1-58" fmla="*/ 35495 h 1877717"/>
              <a:gd name="connsiteX2-59" fmla="*/ 1026916 w 1877718"/>
              <a:gd name="connsiteY2-60" fmla="*/ 35520 h 1877717"/>
              <a:gd name="connsiteX3-61" fmla="*/ 1856694 w 1877718"/>
              <a:gd name="connsiteY3-62" fmla="*/ 865298 h 1877717"/>
              <a:gd name="connsiteX4-63" fmla="*/ 1856669 w 1877718"/>
              <a:gd name="connsiteY4-64" fmla="*/ 1026916 h 1877717"/>
              <a:gd name="connsiteX5-65" fmla="*/ 1026891 w 1877718"/>
              <a:gd name="connsiteY5-66" fmla="*/ 1856693 h 1877717"/>
              <a:gd name="connsiteX6-67" fmla="*/ 865274 w 1877718"/>
              <a:gd name="connsiteY6-68" fmla="*/ 1856668 h 1877717"/>
              <a:gd name="connsiteX7-69" fmla="*/ 35496 w 1877718"/>
              <a:gd name="connsiteY7-70" fmla="*/ 1026890 h 1877717"/>
              <a:gd name="connsiteX8-71" fmla="*/ 35521 w 1877718"/>
              <a:gd name="connsiteY8-72" fmla="*/ 865273 h 1877717"/>
              <a:gd name="connsiteX0-73" fmla="*/ 35521 w 1877718"/>
              <a:gd name="connsiteY0-74" fmla="*/ 865273 h 1877717"/>
              <a:gd name="connsiteX1-75" fmla="*/ 865299 w 1877718"/>
              <a:gd name="connsiteY1-76" fmla="*/ 35495 h 1877717"/>
              <a:gd name="connsiteX2-77" fmla="*/ 1026916 w 1877718"/>
              <a:gd name="connsiteY2-78" fmla="*/ 35520 h 1877717"/>
              <a:gd name="connsiteX3-79" fmla="*/ 1856694 w 1877718"/>
              <a:gd name="connsiteY3-80" fmla="*/ 865298 h 1877717"/>
              <a:gd name="connsiteX4-81" fmla="*/ 1856669 w 1877718"/>
              <a:gd name="connsiteY4-82" fmla="*/ 1026916 h 1877717"/>
              <a:gd name="connsiteX5-83" fmla="*/ 1026891 w 1877718"/>
              <a:gd name="connsiteY5-84" fmla="*/ 1856693 h 1877717"/>
              <a:gd name="connsiteX6-85" fmla="*/ 865274 w 1877718"/>
              <a:gd name="connsiteY6-86" fmla="*/ 1856668 h 1877717"/>
              <a:gd name="connsiteX7-87" fmla="*/ 35496 w 1877718"/>
              <a:gd name="connsiteY7-88" fmla="*/ 1026890 h 1877717"/>
              <a:gd name="connsiteX8-89" fmla="*/ 35521 w 1877718"/>
              <a:gd name="connsiteY8-90" fmla="*/ 865273 h 1877717"/>
              <a:gd name="connsiteX0-91" fmla="*/ 35521 w 1877729"/>
              <a:gd name="connsiteY0-92" fmla="*/ 865273 h 1877717"/>
              <a:gd name="connsiteX1-93" fmla="*/ 865299 w 1877729"/>
              <a:gd name="connsiteY1-94" fmla="*/ 35495 h 1877717"/>
              <a:gd name="connsiteX2-95" fmla="*/ 1026916 w 1877729"/>
              <a:gd name="connsiteY2-96" fmla="*/ 35520 h 1877717"/>
              <a:gd name="connsiteX3-97" fmla="*/ 1856694 w 1877729"/>
              <a:gd name="connsiteY3-98" fmla="*/ 865298 h 1877717"/>
              <a:gd name="connsiteX4-99" fmla="*/ 1856669 w 1877729"/>
              <a:gd name="connsiteY4-100" fmla="*/ 1026916 h 1877717"/>
              <a:gd name="connsiteX5-101" fmla="*/ 1026891 w 1877729"/>
              <a:gd name="connsiteY5-102" fmla="*/ 1856693 h 1877717"/>
              <a:gd name="connsiteX6-103" fmla="*/ 865274 w 1877729"/>
              <a:gd name="connsiteY6-104" fmla="*/ 1856668 h 1877717"/>
              <a:gd name="connsiteX7-105" fmla="*/ 35496 w 1877729"/>
              <a:gd name="connsiteY7-106" fmla="*/ 1026890 h 1877717"/>
              <a:gd name="connsiteX8-107" fmla="*/ 35521 w 1877729"/>
              <a:gd name="connsiteY8-108" fmla="*/ 865273 h 1877717"/>
              <a:gd name="connsiteX0-109" fmla="*/ 35521 w 1892189"/>
              <a:gd name="connsiteY0-110" fmla="*/ 865273 h 1877717"/>
              <a:gd name="connsiteX1-111" fmla="*/ 865299 w 1892189"/>
              <a:gd name="connsiteY1-112" fmla="*/ 35495 h 1877717"/>
              <a:gd name="connsiteX2-113" fmla="*/ 1026916 w 1892189"/>
              <a:gd name="connsiteY2-114" fmla="*/ 35520 h 1877717"/>
              <a:gd name="connsiteX3-115" fmla="*/ 1856694 w 1892189"/>
              <a:gd name="connsiteY3-116" fmla="*/ 865298 h 1877717"/>
              <a:gd name="connsiteX4-117" fmla="*/ 1856669 w 1892189"/>
              <a:gd name="connsiteY4-118" fmla="*/ 1026916 h 1877717"/>
              <a:gd name="connsiteX5-119" fmla="*/ 1026891 w 1892189"/>
              <a:gd name="connsiteY5-120" fmla="*/ 1856693 h 1877717"/>
              <a:gd name="connsiteX6-121" fmla="*/ 865274 w 1892189"/>
              <a:gd name="connsiteY6-122" fmla="*/ 1856668 h 1877717"/>
              <a:gd name="connsiteX7-123" fmla="*/ 35496 w 1892189"/>
              <a:gd name="connsiteY7-124" fmla="*/ 1026890 h 1877717"/>
              <a:gd name="connsiteX8-125" fmla="*/ 35521 w 1892189"/>
              <a:gd name="connsiteY8-126" fmla="*/ 865273 h 1877717"/>
              <a:gd name="connsiteX0-127" fmla="*/ 35521 w 1892189"/>
              <a:gd name="connsiteY0-128" fmla="*/ 865273 h 1877717"/>
              <a:gd name="connsiteX1-129" fmla="*/ 865299 w 1892189"/>
              <a:gd name="connsiteY1-130" fmla="*/ 35495 h 1877717"/>
              <a:gd name="connsiteX2-131" fmla="*/ 1026916 w 1892189"/>
              <a:gd name="connsiteY2-132" fmla="*/ 35520 h 1877717"/>
              <a:gd name="connsiteX3-133" fmla="*/ 1856694 w 1892189"/>
              <a:gd name="connsiteY3-134" fmla="*/ 865298 h 1877717"/>
              <a:gd name="connsiteX4-135" fmla="*/ 1856669 w 1892189"/>
              <a:gd name="connsiteY4-136" fmla="*/ 1026916 h 1877717"/>
              <a:gd name="connsiteX5-137" fmla="*/ 1026891 w 1892189"/>
              <a:gd name="connsiteY5-138" fmla="*/ 1856693 h 1877717"/>
              <a:gd name="connsiteX6-139" fmla="*/ 865274 w 1892189"/>
              <a:gd name="connsiteY6-140" fmla="*/ 1856668 h 1877717"/>
              <a:gd name="connsiteX7-141" fmla="*/ 35496 w 1892189"/>
              <a:gd name="connsiteY7-142" fmla="*/ 1026890 h 1877717"/>
              <a:gd name="connsiteX8-143" fmla="*/ 35521 w 1892189"/>
              <a:gd name="connsiteY8-144" fmla="*/ 865273 h 1877717"/>
              <a:gd name="connsiteX0-145" fmla="*/ 35521 w 1892189"/>
              <a:gd name="connsiteY0-146" fmla="*/ 865273 h 1877717"/>
              <a:gd name="connsiteX1-147" fmla="*/ 865299 w 1892189"/>
              <a:gd name="connsiteY1-148" fmla="*/ 35495 h 1877717"/>
              <a:gd name="connsiteX2-149" fmla="*/ 1026916 w 1892189"/>
              <a:gd name="connsiteY2-150" fmla="*/ 35520 h 1877717"/>
              <a:gd name="connsiteX3-151" fmla="*/ 1856694 w 1892189"/>
              <a:gd name="connsiteY3-152" fmla="*/ 865298 h 1877717"/>
              <a:gd name="connsiteX4-153" fmla="*/ 1856669 w 1892189"/>
              <a:gd name="connsiteY4-154" fmla="*/ 1026916 h 1877717"/>
              <a:gd name="connsiteX5-155" fmla="*/ 1026891 w 1892189"/>
              <a:gd name="connsiteY5-156" fmla="*/ 1856693 h 1877717"/>
              <a:gd name="connsiteX6-157" fmla="*/ 865274 w 1892189"/>
              <a:gd name="connsiteY6-158" fmla="*/ 1856668 h 1877717"/>
              <a:gd name="connsiteX7-159" fmla="*/ 35496 w 1892189"/>
              <a:gd name="connsiteY7-160" fmla="*/ 1026890 h 1877717"/>
              <a:gd name="connsiteX8-161" fmla="*/ 35521 w 1892189"/>
              <a:gd name="connsiteY8-162" fmla="*/ 865273 h 1877717"/>
              <a:gd name="connsiteX0-163" fmla="*/ 35521 w 1892189"/>
              <a:gd name="connsiteY0-164" fmla="*/ 865273 h 1877728"/>
              <a:gd name="connsiteX1-165" fmla="*/ 865299 w 1892189"/>
              <a:gd name="connsiteY1-166" fmla="*/ 35495 h 1877728"/>
              <a:gd name="connsiteX2-167" fmla="*/ 1026916 w 1892189"/>
              <a:gd name="connsiteY2-168" fmla="*/ 35520 h 1877728"/>
              <a:gd name="connsiteX3-169" fmla="*/ 1856694 w 1892189"/>
              <a:gd name="connsiteY3-170" fmla="*/ 865298 h 1877728"/>
              <a:gd name="connsiteX4-171" fmla="*/ 1856669 w 1892189"/>
              <a:gd name="connsiteY4-172" fmla="*/ 1026916 h 1877728"/>
              <a:gd name="connsiteX5-173" fmla="*/ 1026891 w 1892189"/>
              <a:gd name="connsiteY5-174" fmla="*/ 1856693 h 1877728"/>
              <a:gd name="connsiteX6-175" fmla="*/ 865274 w 1892189"/>
              <a:gd name="connsiteY6-176" fmla="*/ 1856668 h 1877728"/>
              <a:gd name="connsiteX7-177" fmla="*/ 35496 w 1892189"/>
              <a:gd name="connsiteY7-178" fmla="*/ 1026890 h 1877728"/>
              <a:gd name="connsiteX8-179" fmla="*/ 35521 w 1892189"/>
              <a:gd name="connsiteY8-180" fmla="*/ 865273 h 1877728"/>
              <a:gd name="connsiteX0-181" fmla="*/ 35521 w 1892189"/>
              <a:gd name="connsiteY0-182" fmla="*/ 865273 h 1892188"/>
              <a:gd name="connsiteX1-183" fmla="*/ 865299 w 1892189"/>
              <a:gd name="connsiteY1-184" fmla="*/ 35495 h 1892188"/>
              <a:gd name="connsiteX2-185" fmla="*/ 1026916 w 1892189"/>
              <a:gd name="connsiteY2-186" fmla="*/ 35520 h 1892188"/>
              <a:gd name="connsiteX3-187" fmla="*/ 1856694 w 1892189"/>
              <a:gd name="connsiteY3-188" fmla="*/ 865298 h 1892188"/>
              <a:gd name="connsiteX4-189" fmla="*/ 1856669 w 1892189"/>
              <a:gd name="connsiteY4-190" fmla="*/ 1026916 h 1892188"/>
              <a:gd name="connsiteX5-191" fmla="*/ 1026891 w 1892189"/>
              <a:gd name="connsiteY5-192" fmla="*/ 1856693 h 1892188"/>
              <a:gd name="connsiteX6-193" fmla="*/ 865274 w 1892189"/>
              <a:gd name="connsiteY6-194" fmla="*/ 1856668 h 1892188"/>
              <a:gd name="connsiteX7-195" fmla="*/ 35496 w 1892189"/>
              <a:gd name="connsiteY7-196" fmla="*/ 1026890 h 1892188"/>
              <a:gd name="connsiteX8-197" fmla="*/ 35521 w 1892189"/>
              <a:gd name="connsiteY8-198" fmla="*/ 865273 h 1892188"/>
              <a:gd name="connsiteX0-199" fmla="*/ 35521 w 1892189"/>
              <a:gd name="connsiteY0-200" fmla="*/ 865273 h 1892188"/>
              <a:gd name="connsiteX1-201" fmla="*/ 865299 w 1892189"/>
              <a:gd name="connsiteY1-202" fmla="*/ 35495 h 1892188"/>
              <a:gd name="connsiteX2-203" fmla="*/ 1026916 w 1892189"/>
              <a:gd name="connsiteY2-204" fmla="*/ 35520 h 1892188"/>
              <a:gd name="connsiteX3-205" fmla="*/ 1856694 w 1892189"/>
              <a:gd name="connsiteY3-206" fmla="*/ 865298 h 1892188"/>
              <a:gd name="connsiteX4-207" fmla="*/ 1856669 w 1892189"/>
              <a:gd name="connsiteY4-208" fmla="*/ 1026916 h 1892188"/>
              <a:gd name="connsiteX5-209" fmla="*/ 1026891 w 1892189"/>
              <a:gd name="connsiteY5-210" fmla="*/ 1856693 h 1892188"/>
              <a:gd name="connsiteX6-211" fmla="*/ 865274 w 1892189"/>
              <a:gd name="connsiteY6-212" fmla="*/ 1856668 h 1892188"/>
              <a:gd name="connsiteX7-213" fmla="*/ 35496 w 1892189"/>
              <a:gd name="connsiteY7-214" fmla="*/ 1026890 h 1892188"/>
              <a:gd name="connsiteX8-215" fmla="*/ 35521 w 1892189"/>
              <a:gd name="connsiteY8-216" fmla="*/ 865273 h 1892188"/>
              <a:gd name="connsiteX0-217" fmla="*/ 35521 w 1892189"/>
              <a:gd name="connsiteY0-218" fmla="*/ 865273 h 1892188"/>
              <a:gd name="connsiteX1-219" fmla="*/ 865299 w 1892189"/>
              <a:gd name="connsiteY1-220" fmla="*/ 35495 h 1892188"/>
              <a:gd name="connsiteX2-221" fmla="*/ 1026916 w 1892189"/>
              <a:gd name="connsiteY2-222" fmla="*/ 35520 h 1892188"/>
              <a:gd name="connsiteX3-223" fmla="*/ 1856694 w 1892189"/>
              <a:gd name="connsiteY3-224" fmla="*/ 865298 h 1892188"/>
              <a:gd name="connsiteX4-225" fmla="*/ 1856669 w 1892189"/>
              <a:gd name="connsiteY4-226" fmla="*/ 1026916 h 1892188"/>
              <a:gd name="connsiteX5-227" fmla="*/ 1026891 w 1892189"/>
              <a:gd name="connsiteY5-228" fmla="*/ 1856693 h 1892188"/>
              <a:gd name="connsiteX6-229" fmla="*/ 865274 w 1892189"/>
              <a:gd name="connsiteY6-230" fmla="*/ 1856668 h 1892188"/>
              <a:gd name="connsiteX7-231" fmla="*/ 35496 w 1892189"/>
              <a:gd name="connsiteY7-232" fmla="*/ 1026890 h 1892188"/>
              <a:gd name="connsiteX8-233" fmla="*/ 35521 w 1892189"/>
              <a:gd name="connsiteY8-234" fmla="*/ 865273 h 1892188"/>
              <a:gd name="connsiteX0-235" fmla="*/ 35521 w 1892189"/>
              <a:gd name="connsiteY0-236" fmla="*/ 865273 h 1892188"/>
              <a:gd name="connsiteX1-237" fmla="*/ 865299 w 1892189"/>
              <a:gd name="connsiteY1-238" fmla="*/ 35495 h 1892188"/>
              <a:gd name="connsiteX2-239" fmla="*/ 1026916 w 1892189"/>
              <a:gd name="connsiteY2-240" fmla="*/ 35520 h 1892188"/>
              <a:gd name="connsiteX3-241" fmla="*/ 1856694 w 1892189"/>
              <a:gd name="connsiteY3-242" fmla="*/ 865298 h 1892188"/>
              <a:gd name="connsiteX4-243" fmla="*/ 1856669 w 1892189"/>
              <a:gd name="connsiteY4-244" fmla="*/ 1026916 h 1892188"/>
              <a:gd name="connsiteX5-245" fmla="*/ 1026891 w 1892189"/>
              <a:gd name="connsiteY5-246" fmla="*/ 1856693 h 1892188"/>
              <a:gd name="connsiteX6-247" fmla="*/ 865274 w 1892189"/>
              <a:gd name="connsiteY6-248" fmla="*/ 1856668 h 1892188"/>
              <a:gd name="connsiteX7-249" fmla="*/ 35496 w 1892189"/>
              <a:gd name="connsiteY7-250" fmla="*/ 1026890 h 1892188"/>
              <a:gd name="connsiteX8-251" fmla="*/ 35521 w 1892189"/>
              <a:gd name="connsiteY8-252" fmla="*/ 865273 h 189218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1892189" h="1892188">
                <a:moveTo>
                  <a:pt x="35521" y="865273"/>
                </a:moveTo>
                <a:cubicBezTo>
                  <a:pt x="35521" y="865273"/>
                  <a:pt x="865299" y="35495"/>
                  <a:pt x="865299" y="35495"/>
                </a:cubicBezTo>
                <a:cubicBezTo>
                  <a:pt x="912643" y="-11849"/>
                  <a:pt x="979572" y="-11824"/>
                  <a:pt x="1026916" y="35520"/>
                </a:cubicBezTo>
                <a:cubicBezTo>
                  <a:pt x="1026916" y="35520"/>
                  <a:pt x="1856694" y="865298"/>
                  <a:pt x="1856694" y="865298"/>
                </a:cubicBezTo>
                <a:cubicBezTo>
                  <a:pt x="1904038" y="912642"/>
                  <a:pt x="1904013" y="979572"/>
                  <a:pt x="1856669" y="1026916"/>
                </a:cubicBezTo>
                <a:cubicBezTo>
                  <a:pt x="1856669" y="1026916"/>
                  <a:pt x="1026891" y="1856693"/>
                  <a:pt x="1026891" y="1856693"/>
                </a:cubicBezTo>
                <a:cubicBezTo>
                  <a:pt x="979547" y="1904037"/>
                  <a:pt x="912618" y="1904011"/>
                  <a:pt x="865274" y="1856668"/>
                </a:cubicBezTo>
                <a:cubicBezTo>
                  <a:pt x="865274" y="1856667"/>
                  <a:pt x="35496" y="1026889"/>
                  <a:pt x="35496" y="1026890"/>
                </a:cubicBezTo>
                <a:cubicBezTo>
                  <a:pt x="-11848" y="979545"/>
                  <a:pt x="-11823" y="912617"/>
                  <a:pt x="35521" y="865273"/>
                </a:cubicBezTo>
                <a:close/>
              </a:path>
            </a:pathLst>
          </a:custGeom>
          <a:solidFill>
            <a:schemeClr val="accent1">
              <a:lumMod val="40000"/>
              <a:lumOff val="60000"/>
              <a:alpha val="26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zh-CN" altLang="en-US">
              <a:sym typeface="+mn-ea"/>
            </a:endParaRPr>
          </a:p>
        </p:txBody>
      </p:sp>
      <p:cxnSp>
        <p:nvCxnSpPr>
          <p:cNvPr id="3" name="直接连接符 2"/>
          <p:cNvCxnSpPr/>
          <p:nvPr>
            <p:custDataLst>
              <p:tags r:id="rId7"/>
            </p:custDataLst>
          </p:nvPr>
        </p:nvCxnSpPr>
        <p:spPr>
          <a:xfrm>
            <a:off x="11346815" y="5031105"/>
            <a:ext cx="0" cy="1152525"/>
          </a:xfrm>
          <a:prstGeom prst="line">
            <a:avLst/>
          </a:prstGeom>
          <a:ln w="9525" cap="rnd">
            <a:solidFill>
              <a:schemeClr val="accent1">
                <a:alpha val="35000"/>
              </a:schemeClr>
            </a:solidFill>
            <a:round/>
          </a:ln>
        </p:spPr>
        <p:style>
          <a:lnRef idx="2">
            <a:schemeClr val="accent1"/>
          </a:lnRef>
          <a:fillRef idx="0">
            <a:srgbClr val="FFFFFF"/>
          </a:fillRef>
          <a:effectRef idx="0">
            <a:srgbClr val="FFFFFF"/>
          </a:effectRef>
          <a:fontRef idx="minor">
            <a:schemeClr val="tx1"/>
          </a:fontRef>
        </p:style>
      </p:cxnSp>
      <p:sp>
        <p:nvSpPr>
          <p:cNvPr id="7" name="文本框 6"/>
          <p:cNvSpPr txBox="1"/>
          <p:nvPr>
            <p:custDataLst>
              <p:tags r:id="rId8"/>
            </p:custDataLst>
          </p:nvPr>
        </p:nvSpPr>
        <p:spPr>
          <a:xfrm>
            <a:off x="1724025" y="1122679"/>
            <a:ext cx="10568673" cy="4742816"/>
          </a:xfrm>
          <a:prstGeom prst="rect">
            <a:avLst/>
          </a:prstGeom>
          <a:noFill/>
        </p:spPr>
        <p:txBody>
          <a:bodyPr wrap="square" rtlCol="0" anchor="ctr" anchorCtr="0">
            <a:normAutofit fontScale="52500" lnSpcReduction="20000"/>
          </a:bodyPr>
          <a:lstStyle>
            <a:defPPr>
              <a:defRPr lang="zh-CN"/>
            </a:defPPr>
            <a:lvl1pPr lvl="0" indent="0" fontAlgn="auto">
              <a:lnSpc>
                <a:spcPct val="150000"/>
              </a:lnSpc>
              <a:defRPr sz="3200" kern="0">
                <a:ln>
                  <a:noFill/>
                  <a:prstDash val="sysDot"/>
                </a:ln>
                <a:solidFill>
                  <a:schemeClr val="tx1">
                    <a:lumMod val="85000"/>
                    <a:lumOff val="15000"/>
                  </a:schemeClr>
                </a:solidFill>
                <a:latin typeface="Times New Roman" panose="02020603050405020304" pitchFamily="18" charset="0"/>
              </a:defRPr>
            </a:lvl1pPr>
          </a:lstStyle>
          <a:p>
            <a:r>
              <a:rPr lang="en-US" altLang="zh-CN" dirty="0">
                <a:sym typeface="+mn-ea"/>
              </a:rPr>
              <a:t># </a:t>
            </a:r>
            <a:r>
              <a:rPr lang="zh-CN" altLang="en-US" dirty="0">
                <a:sym typeface="+mn-ea"/>
              </a:rPr>
              <a:t>生成考试分数（均值</a:t>
            </a:r>
            <a:r>
              <a:rPr lang="en-US" altLang="zh-CN" dirty="0">
                <a:sym typeface="+mn-ea"/>
              </a:rPr>
              <a:t>75</a:t>
            </a:r>
            <a:r>
              <a:rPr lang="zh-CN" altLang="en-US" dirty="0">
                <a:sym typeface="+mn-ea"/>
              </a:rPr>
              <a:t>，标准差</a:t>
            </a:r>
            <a:r>
              <a:rPr lang="en-US" altLang="zh-CN" dirty="0">
                <a:sym typeface="+mn-ea"/>
              </a:rPr>
              <a:t>15</a:t>
            </a:r>
            <a:r>
              <a:rPr lang="zh-CN" altLang="en-US" dirty="0">
                <a:sym typeface="+mn-ea"/>
              </a:rPr>
              <a:t>，范围</a:t>
            </a:r>
            <a:r>
              <a:rPr lang="en-US" altLang="zh-CN" dirty="0">
                <a:sym typeface="+mn-ea"/>
              </a:rPr>
              <a:t>0-100</a:t>
            </a:r>
            <a:r>
              <a:rPr lang="zh-CN" altLang="en-US" dirty="0">
                <a:sym typeface="+mn-ea"/>
              </a:rPr>
              <a:t>）</a:t>
            </a:r>
          </a:p>
          <a:p>
            <a:r>
              <a:rPr lang="en-US" altLang="zh-CN" dirty="0">
                <a:sym typeface="+mn-ea"/>
              </a:rPr>
              <a:t>exam_score = np.clip(np.random.normal(loc=75, scale=15, size=num_samples), 0, 100)</a:t>
            </a:r>
          </a:p>
          <a:p>
            <a:endParaRPr lang="en-US" altLang="zh-CN" dirty="0">
              <a:sym typeface="+mn-ea"/>
            </a:endParaRPr>
          </a:p>
          <a:p>
            <a:r>
              <a:rPr lang="en-US" altLang="zh-CN" dirty="0">
                <a:sym typeface="+mn-ea"/>
              </a:rPr>
              <a:t># </a:t>
            </a:r>
            <a:r>
              <a:rPr lang="zh-CN" altLang="en-US" dirty="0">
                <a:sym typeface="+mn-ea"/>
              </a:rPr>
              <a:t>使用逻辑函数生成通过概率</a:t>
            </a:r>
          </a:p>
          <a:p>
            <a:r>
              <a:rPr lang="en-US" altLang="zh-CN" dirty="0">
                <a:sym typeface="+mn-ea"/>
              </a:rPr>
              <a:t>intercept = -5</a:t>
            </a:r>
          </a:p>
          <a:p>
            <a:r>
              <a:rPr lang="en-US" altLang="zh-CN" dirty="0">
                <a:sym typeface="+mn-ea"/>
              </a:rPr>
              <a:t>coeff_gpa = 1.5</a:t>
            </a:r>
          </a:p>
          <a:p>
            <a:r>
              <a:rPr lang="en-US" altLang="zh-CN" dirty="0">
                <a:sym typeface="+mn-ea"/>
              </a:rPr>
              <a:t>coeff_exam = 0.05</a:t>
            </a:r>
          </a:p>
          <a:p>
            <a:r>
              <a:rPr lang="en-US" altLang="zh-CN" dirty="0">
                <a:sym typeface="+mn-ea"/>
              </a:rPr>
              <a:t>z = intercept + coeff_gpa * gpa + coeff_exam * exam_score</a:t>
            </a:r>
          </a:p>
          <a:p>
            <a:r>
              <a:rPr lang="en-US" altLang="zh-CN" dirty="0">
                <a:sym typeface="+mn-ea"/>
              </a:rPr>
              <a:t>prob = 1 / (1 + np.exp(-z))</a:t>
            </a:r>
          </a:p>
          <a:p>
            <a:r>
              <a:rPr lang="en-US" altLang="zh-CN" dirty="0">
                <a:sym typeface="+mn-ea"/>
              </a:rPr>
              <a:t>passed = np.random.binomial(1, prob)</a:t>
            </a:r>
          </a:p>
          <a:p>
            <a:endParaRPr lang="en-US" altLang="zh-CN" dirty="0">
              <a:sym typeface="+mn-ea"/>
            </a:endParaRPr>
          </a:p>
          <a:p>
            <a:r>
              <a:rPr lang="en-US" altLang="zh-CN" dirty="0">
                <a:sym typeface="+mn-ea"/>
              </a:rPr>
              <a:t># </a:t>
            </a:r>
            <a:r>
              <a:rPr lang="zh-CN" altLang="en-US" dirty="0">
                <a:sym typeface="+mn-ea"/>
              </a:rPr>
              <a:t>创建数据集</a:t>
            </a:r>
          </a:p>
          <a:p>
            <a:r>
              <a:rPr lang="en-US" altLang="zh-CN" dirty="0">
                <a:sym typeface="+mn-ea"/>
              </a:rPr>
              <a:t>data = pd.DataFrame({'GPA': gpa, 'ExamScore': exam_score, 'Passed': passed})</a:t>
            </a:r>
          </a:p>
        </p:txBody>
      </p:sp>
    </p:spTree>
    <p:custDataLst>
      <p:tags r:id="rId1"/>
    </p:custDataLst>
  </p:cSld>
  <p:clrMapOvr>
    <a:masterClrMapping/>
  </p:clrMapOvr>
  <p:transition>
    <p:fade/>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标题 16"/>
          <p:cNvSpPr>
            <a:spLocks noGrp="1"/>
          </p:cNvSpPr>
          <p:nvPr>
            <p:ph type="title"/>
            <p:custDataLst>
              <p:tags r:id="rId2"/>
            </p:custDataLst>
          </p:nvPr>
        </p:nvSpPr>
        <p:spPr/>
        <p:txBody>
          <a:bodyPr>
            <a:normAutofit fontScale="90000"/>
          </a:bodyPr>
          <a:lstStyle/>
          <a:p>
            <a:r>
              <a:rPr lang="en-US" altLang="zh-CN" dirty="0"/>
              <a:t>2.4 </a:t>
            </a:r>
            <a:r>
              <a:rPr lang="zh-CN" altLang="en-US" dirty="0"/>
              <a:t>课后习题</a:t>
            </a:r>
          </a:p>
        </p:txBody>
      </p:sp>
      <p:cxnSp>
        <p:nvCxnSpPr>
          <p:cNvPr id="76" name="直接连接符 75"/>
          <p:cNvCxnSpPr/>
          <p:nvPr>
            <p:custDataLst>
              <p:tags r:id="rId3"/>
            </p:custDataLst>
          </p:nvPr>
        </p:nvCxnSpPr>
        <p:spPr>
          <a:xfrm>
            <a:off x="6898640" y="5965825"/>
            <a:ext cx="4679315" cy="0"/>
          </a:xfrm>
          <a:prstGeom prst="line">
            <a:avLst/>
          </a:prstGeom>
          <a:ln w="9525" cap="rnd">
            <a:solidFill>
              <a:schemeClr val="accent1">
                <a:alpha val="35000"/>
              </a:schemeClr>
            </a:solidFill>
            <a:round/>
          </a:ln>
        </p:spPr>
        <p:style>
          <a:lnRef idx="2">
            <a:schemeClr val="accent1"/>
          </a:lnRef>
          <a:fillRef idx="0">
            <a:srgbClr val="FFFFFF"/>
          </a:fillRef>
          <a:effectRef idx="0">
            <a:srgbClr val="FFFFFF"/>
          </a:effectRef>
          <a:fontRef idx="minor">
            <a:schemeClr val="tx1"/>
          </a:fontRef>
        </p:style>
      </p:cxnSp>
      <p:cxnSp>
        <p:nvCxnSpPr>
          <p:cNvPr id="77" name="直接连接符 76"/>
          <p:cNvCxnSpPr/>
          <p:nvPr>
            <p:custDataLst>
              <p:tags r:id="rId4"/>
            </p:custDataLst>
          </p:nvPr>
        </p:nvCxnSpPr>
        <p:spPr>
          <a:xfrm>
            <a:off x="1627505" y="5865495"/>
            <a:ext cx="7217410" cy="0"/>
          </a:xfrm>
          <a:prstGeom prst="line">
            <a:avLst/>
          </a:prstGeom>
          <a:ln w="9525" cap="rnd">
            <a:solidFill>
              <a:schemeClr val="accent1">
                <a:alpha val="35000"/>
              </a:schemeClr>
            </a:solidFill>
            <a:round/>
          </a:ln>
        </p:spPr>
        <p:style>
          <a:lnRef idx="2">
            <a:schemeClr val="accent1"/>
          </a:lnRef>
          <a:fillRef idx="0">
            <a:srgbClr val="FFFFFF"/>
          </a:fillRef>
          <a:effectRef idx="0">
            <a:srgbClr val="FFFFFF"/>
          </a:effectRef>
          <a:fontRef idx="minor">
            <a:schemeClr val="tx1"/>
          </a:fontRef>
        </p:style>
      </p:cxnSp>
      <p:sp>
        <p:nvSpPr>
          <p:cNvPr id="1398" name="任意多边形: 形状 1397"/>
          <p:cNvSpPr/>
          <p:nvPr>
            <p:custDataLst>
              <p:tags r:id="rId5"/>
            </p:custDataLst>
          </p:nvPr>
        </p:nvSpPr>
        <p:spPr>
          <a:xfrm>
            <a:off x="635635" y="5552440"/>
            <a:ext cx="631190" cy="631190"/>
          </a:xfrm>
          <a:custGeom>
            <a:avLst/>
            <a:gdLst>
              <a:gd name="connsiteX0" fmla="*/ 35521 w 1877718"/>
              <a:gd name="connsiteY0" fmla="*/ 850803 h 1863247"/>
              <a:gd name="connsiteX1" fmla="*/ 865299 w 1877718"/>
              <a:gd name="connsiteY1" fmla="*/ 21025 h 1863247"/>
              <a:gd name="connsiteX2" fmla="*/ 1026916 w 1877718"/>
              <a:gd name="connsiteY2" fmla="*/ 21050 h 1863247"/>
              <a:gd name="connsiteX3" fmla="*/ 1856694 w 1877718"/>
              <a:gd name="connsiteY3" fmla="*/ 850828 h 1863247"/>
              <a:gd name="connsiteX4" fmla="*/ 1856669 w 1877718"/>
              <a:gd name="connsiteY4" fmla="*/ 1012446 h 1863247"/>
              <a:gd name="connsiteX5" fmla="*/ 1026891 w 1877718"/>
              <a:gd name="connsiteY5" fmla="*/ 1842223 h 1863247"/>
              <a:gd name="connsiteX6" fmla="*/ 865274 w 1877718"/>
              <a:gd name="connsiteY6" fmla="*/ 1842198 h 1863247"/>
              <a:gd name="connsiteX7" fmla="*/ 35496 w 1877718"/>
              <a:gd name="connsiteY7" fmla="*/ 1012420 h 1863247"/>
              <a:gd name="connsiteX8" fmla="*/ 35521 w 1877718"/>
              <a:gd name="connsiteY8" fmla="*/ 850803 h 1863247"/>
              <a:gd name="connsiteX0-1" fmla="*/ 35521 w 1877718"/>
              <a:gd name="connsiteY0-2" fmla="*/ 850803 h 1863247"/>
              <a:gd name="connsiteX1-3" fmla="*/ 865299 w 1877718"/>
              <a:gd name="connsiteY1-4" fmla="*/ 21025 h 1863247"/>
              <a:gd name="connsiteX2-5" fmla="*/ 1026916 w 1877718"/>
              <a:gd name="connsiteY2-6" fmla="*/ 21050 h 1863247"/>
              <a:gd name="connsiteX3-7" fmla="*/ 1856694 w 1877718"/>
              <a:gd name="connsiteY3-8" fmla="*/ 850828 h 1863247"/>
              <a:gd name="connsiteX4-9" fmla="*/ 1856669 w 1877718"/>
              <a:gd name="connsiteY4-10" fmla="*/ 1012446 h 1863247"/>
              <a:gd name="connsiteX5-11" fmla="*/ 1026891 w 1877718"/>
              <a:gd name="connsiteY5-12" fmla="*/ 1842223 h 1863247"/>
              <a:gd name="connsiteX6-13" fmla="*/ 865274 w 1877718"/>
              <a:gd name="connsiteY6-14" fmla="*/ 1842198 h 1863247"/>
              <a:gd name="connsiteX7-15" fmla="*/ 35496 w 1877718"/>
              <a:gd name="connsiteY7-16" fmla="*/ 1012420 h 1863247"/>
              <a:gd name="connsiteX8-17" fmla="*/ 35521 w 1877718"/>
              <a:gd name="connsiteY8-18" fmla="*/ 850803 h 1863247"/>
              <a:gd name="connsiteX0-19" fmla="*/ 35521 w 1877718"/>
              <a:gd name="connsiteY0-20" fmla="*/ 850813 h 1863257"/>
              <a:gd name="connsiteX1-21" fmla="*/ 865299 w 1877718"/>
              <a:gd name="connsiteY1-22" fmla="*/ 21035 h 1863257"/>
              <a:gd name="connsiteX2-23" fmla="*/ 1026916 w 1877718"/>
              <a:gd name="connsiteY2-24" fmla="*/ 21060 h 1863257"/>
              <a:gd name="connsiteX3-25" fmla="*/ 1856694 w 1877718"/>
              <a:gd name="connsiteY3-26" fmla="*/ 850838 h 1863257"/>
              <a:gd name="connsiteX4-27" fmla="*/ 1856669 w 1877718"/>
              <a:gd name="connsiteY4-28" fmla="*/ 1012456 h 1863257"/>
              <a:gd name="connsiteX5-29" fmla="*/ 1026891 w 1877718"/>
              <a:gd name="connsiteY5-30" fmla="*/ 1842233 h 1863257"/>
              <a:gd name="connsiteX6-31" fmla="*/ 865274 w 1877718"/>
              <a:gd name="connsiteY6-32" fmla="*/ 1842208 h 1863257"/>
              <a:gd name="connsiteX7-33" fmla="*/ 35496 w 1877718"/>
              <a:gd name="connsiteY7-34" fmla="*/ 1012430 h 1863257"/>
              <a:gd name="connsiteX8-35" fmla="*/ 35521 w 1877718"/>
              <a:gd name="connsiteY8-36" fmla="*/ 850813 h 1863257"/>
              <a:gd name="connsiteX0-37" fmla="*/ 35521 w 1877718"/>
              <a:gd name="connsiteY0-38" fmla="*/ 865273 h 1877717"/>
              <a:gd name="connsiteX1-39" fmla="*/ 865299 w 1877718"/>
              <a:gd name="connsiteY1-40" fmla="*/ 35495 h 1877717"/>
              <a:gd name="connsiteX2-41" fmla="*/ 1026916 w 1877718"/>
              <a:gd name="connsiteY2-42" fmla="*/ 35520 h 1877717"/>
              <a:gd name="connsiteX3-43" fmla="*/ 1856694 w 1877718"/>
              <a:gd name="connsiteY3-44" fmla="*/ 865298 h 1877717"/>
              <a:gd name="connsiteX4-45" fmla="*/ 1856669 w 1877718"/>
              <a:gd name="connsiteY4-46" fmla="*/ 1026916 h 1877717"/>
              <a:gd name="connsiteX5-47" fmla="*/ 1026891 w 1877718"/>
              <a:gd name="connsiteY5-48" fmla="*/ 1856693 h 1877717"/>
              <a:gd name="connsiteX6-49" fmla="*/ 865274 w 1877718"/>
              <a:gd name="connsiteY6-50" fmla="*/ 1856668 h 1877717"/>
              <a:gd name="connsiteX7-51" fmla="*/ 35496 w 1877718"/>
              <a:gd name="connsiteY7-52" fmla="*/ 1026890 h 1877717"/>
              <a:gd name="connsiteX8-53" fmla="*/ 35521 w 1877718"/>
              <a:gd name="connsiteY8-54" fmla="*/ 865273 h 1877717"/>
              <a:gd name="connsiteX0-55" fmla="*/ 35521 w 1877718"/>
              <a:gd name="connsiteY0-56" fmla="*/ 865273 h 1877717"/>
              <a:gd name="connsiteX1-57" fmla="*/ 865299 w 1877718"/>
              <a:gd name="connsiteY1-58" fmla="*/ 35495 h 1877717"/>
              <a:gd name="connsiteX2-59" fmla="*/ 1026916 w 1877718"/>
              <a:gd name="connsiteY2-60" fmla="*/ 35520 h 1877717"/>
              <a:gd name="connsiteX3-61" fmla="*/ 1856694 w 1877718"/>
              <a:gd name="connsiteY3-62" fmla="*/ 865298 h 1877717"/>
              <a:gd name="connsiteX4-63" fmla="*/ 1856669 w 1877718"/>
              <a:gd name="connsiteY4-64" fmla="*/ 1026916 h 1877717"/>
              <a:gd name="connsiteX5-65" fmla="*/ 1026891 w 1877718"/>
              <a:gd name="connsiteY5-66" fmla="*/ 1856693 h 1877717"/>
              <a:gd name="connsiteX6-67" fmla="*/ 865274 w 1877718"/>
              <a:gd name="connsiteY6-68" fmla="*/ 1856668 h 1877717"/>
              <a:gd name="connsiteX7-69" fmla="*/ 35496 w 1877718"/>
              <a:gd name="connsiteY7-70" fmla="*/ 1026890 h 1877717"/>
              <a:gd name="connsiteX8-71" fmla="*/ 35521 w 1877718"/>
              <a:gd name="connsiteY8-72" fmla="*/ 865273 h 1877717"/>
              <a:gd name="connsiteX0-73" fmla="*/ 35521 w 1877718"/>
              <a:gd name="connsiteY0-74" fmla="*/ 865273 h 1877717"/>
              <a:gd name="connsiteX1-75" fmla="*/ 865299 w 1877718"/>
              <a:gd name="connsiteY1-76" fmla="*/ 35495 h 1877717"/>
              <a:gd name="connsiteX2-77" fmla="*/ 1026916 w 1877718"/>
              <a:gd name="connsiteY2-78" fmla="*/ 35520 h 1877717"/>
              <a:gd name="connsiteX3-79" fmla="*/ 1856694 w 1877718"/>
              <a:gd name="connsiteY3-80" fmla="*/ 865298 h 1877717"/>
              <a:gd name="connsiteX4-81" fmla="*/ 1856669 w 1877718"/>
              <a:gd name="connsiteY4-82" fmla="*/ 1026916 h 1877717"/>
              <a:gd name="connsiteX5-83" fmla="*/ 1026891 w 1877718"/>
              <a:gd name="connsiteY5-84" fmla="*/ 1856693 h 1877717"/>
              <a:gd name="connsiteX6-85" fmla="*/ 865274 w 1877718"/>
              <a:gd name="connsiteY6-86" fmla="*/ 1856668 h 1877717"/>
              <a:gd name="connsiteX7-87" fmla="*/ 35496 w 1877718"/>
              <a:gd name="connsiteY7-88" fmla="*/ 1026890 h 1877717"/>
              <a:gd name="connsiteX8-89" fmla="*/ 35521 w 1877718"/>
              <a:gd name="connsiteY8-90" fmla="*/ 865273 h 1877717"/>
              <a:gd name="connsiteX0-91" fmla="*/ 35521 w 1877729"/>
              <a:gd name="connsiteY0-92" fmla="*/ 865273 h 1877717"/>
              <a:gd name="connsiteX1-93" fmla="*/ 865299 w 1877729"/>
              <a:gd name="connsiteY1-94" fmla="*/ 35495 h 1877717"/>
              <a:gd name="connsiteX2-95" fmla="*/ 1026916 w 1877729"/>
              <a:gd name="connsiteY2-96" fmla="*/ 35520 h 1877717"/>
              <a:gd name="connsiteX3-97" fmla="*/ 1856694 w 1877729"/>
              <a:gd name="connsiteY3-98" fmla="*/ 865298 h 1877717"/>
              <a:gd name="connsiteX4-99" fmla="*/ 1856669 w 1877729"/>
              <a:gd name="connsiteY4-100" fmla="*/ 1026916 h 1877717"/>
              <a:gd name="connsiteX5-101" fmla="*/ 1026891 w 1877729"/>
              <a:gd name="connsiteY5-102" fmla="*/ 1856693 h 1877717"/>
              <a:gd name="connsiteX6-103" fmla="*/ 865274 w 1877729"/>
              <a:gd name="connsiteY6-104" fmla="*/ 1856668 h 1877717"/>
              <a:gd name="connsiteX7-105" fmla="*/ 35496 w 1877729"/>
              <a:gd name="connsiteY7-106" fmla="*/ 1026890 h 1877717"/>
              <a:gd name="connsiteX8-107" fmla="*/ 35521 w 1877729"/>
              <a:gd name="connsiteY8-108" fmla="*/ 865273 h 1877717"/>
              <a:gd name="connsiteX0-109" fmla="*/ 35521 w 1892189"/>
              <a:gd name="connsiteY0-110" fmla="*/ 865273 h 1877717"/>
              <a:gd name="connsiteX1-111" fmla="*/ 865299 w 1892189"/>
              <a:gd name="connsiteY1-112" fmla="*/ 35495 h 1877717"/>
              <a:gd name="connsiteX2-113" fmla="*/ 1026916 w 1892189"/>
              <a:gd name="connsiteY2-114" fmla="*/ 35520 h 1877717"/>
              <a:gd name="connsiteX3-115" fmla="*/ 1856694 w 1892189"/>
              <a:gd name="connsiteY3-116" fmla="*/ 865298 h 1877717"/>
              <a:gd name="connsiteX4-117" fmla="*/ 1856669 w 1892189"/>
              <a:gd name="connsiteY4-118" fmla="*/ 1026916 h 1877717"/>
              <a:gd name="connsiteX5-119" fmla="*/ 1026891 w 1892189"/>
              <a:gd name="connsiteY5-120" fmla="*/ 1856693 h 1877717"/>
              <a:gd name="connsiteX6-121" fmla="*/ 865274 w 1892189"/>
              <a:gd name="connsiteY6-122" fmla="*/ 1856668 h 1877717"/>
              <a:gd name="connsiteX7-123" fmla="*/ 35496 w 1892189"/>
              <a:gd name="connsiteY7-124" fmla="*/ 1026890 h 1877717"/>
              <a:gd name="connsiteX8-125" fmla="*/ 35521 w 1892189"/>
              <a:gd name="connsiteY8-126" fmla="*/ 865273 h 1877717"/>
              <a:gd name="connsiteX0-127" fmla="*/ 35521 w 1892189"/>
              <a:gd name="connsiteY0-128" fmla="*/ 865273 h 1877717"/>
              <a:gd name="connsiteX1-129" fmla="*/ 865299 w 1892189"/>
              <a:gd name="connsiteY1-130" fmla="*/ 35495 h 1877717"/>
              <a:gd name="connsiteX2-131" fmla="*/ 1026916 w 1892189"/>
              <a:gd name="connsiteY2-132" fmla="*/ 35520 h 1877717"/>
              <a:gd name="connsiteX3-133" fmla="*/ 1856694 w 1892189"/>
              <a:gd name="connsiteY3-134" fmla="*/ 865298 h 1877717"/>
              <a:gd name="connsiteX4-135" fmla="*/ 1856669 w 1892189"/>
              <a:gd name="connsiteY4-136" fmla="*/ 1026916 h 1877717"/>
              <a:gd name="connsiteX5-137" fmla="*/ 1026891 w 1892189"/>
              <a:gd name="connsiteY5-138" fmla="*/ 1856693 h 1877717"/>
              <a:gd name="connsiteX6-139" fmla="*/ 865274 w 1892189"/>
              <a:gd name="connsiteY6-140" fmla="*/ 1856668 h 1877717"/>
              <a:gd name="connsiteX7-141" fmla="*/ 35496 w 1892189"/>
              <a:gd name="connsiteY7-142" fmla="*/ 1026890 h 1877717"/>
              <a:gd name="connsiteX8-143" fmla="*/ 35521 w 1892189"/>
              <a:gd name="connsiteY8-144" fmla="*/ 865273 h 1877717"/>
              <a:gd name="connsiteX0-145" fmla="*/ 35521 w 1892189"/>
              <a:gd name="connsiteY0-146" fmla="*/ 865273 h 1877717"/>
              <a:gd name="connsiteX1-147" fmla="*/ 865299 w 1892189"/>
              <a:gd name="connsiteY1-148" fmla="*/ 35495 h 1877717"/>
              <a:gd name="connsiteX2-149" fmla="*/ 1026916 w 1892189"/>
              <a:gd name="connsiteY2-150" fmla="*/ 35520 h 1877717"/>
              <a:gd name="connsiteX3-151" fmla="*/ 1856694 w 1892189"/>
              <a:gd name="connsiteY3-152" fmla="*/ 865298 h 1877717"/>
              <a:gd name="connsiteX4-153" fmla="*/ 1856669 w 1892189"/>
              <a:gd name="connsiteY4-154" fmla="*/ 1026916 h 1877717"/>
              <a:gd name="connsiteX5-155" fmla="*/ 1026891 w 1892189"/>
              <a:gd name="connsiteY5-156" fmla="*/ 1856693 h 1877717"/>
              <a:gd name="connsiteX6-157" fmla="*/ 865274 w 1892189"/>
              <a:gd name="connsiteY6-158" fmla="*/ 1856668 h 1877717"/>
              <a:gd name="connsiteX7-159" fmla="*/ 35496 w 1892189"/>
              <a:gd name="connsiteY7-160" fmla="*/ 1026890 h 1877717"/>
              <a:gd name="connsiteX8-161" fmla="*/ 35521 w 1892189"/>
              <a:gd name="connsiteY8-162" fmla="*/ 865273 h 1877717"/>
              <a:gd name="connsiteX0-163" fmla="*/ 35521 w 1892189"/>
              <a:gd name="connsiteY0-164" fmla="*/ 865273 h 1877728"/>
              <a:gd name="connsiteX1-165" fmla="*/ 865299 w 1892189"/>
              <a:gd name="connsiteY1-166" fmla="*/ 35495 h 1877728"/>
              <a:gd name="connsiteX2-167" fmla="*/ 1026916 w 1892189"/>
              <a:gd name="connsiteY2-168" fmla="*/ 35520 h 1877728"/>
              <a:gd name="connsiteX3-169" fmla="*/ 1856694 w 1892189"/>
              <a:gd name="connsiteY3-170" fmla="*/ 865298 h 1877728"/>
              <a:gd name="connsiteX4-171" fmla="*/ 1856669 w 1892189"/>
              <a:gd name="connsiteY4-172" fmla="*/ 1026916 h 1877728"/>
              <a:gd name="connsiteX5-173" fmla="*/ 1026891 w 1892189"/>
              <a:gd name="connsiteY5-174" fmla="*/ 1856693 h 1877728"/>
              <a:gd name="connsiteX6-175" fmla="*/ 865274 w 1892189"/>
              <a:gd name="connsiteY6-176" fmla="*/ 1856668 h 1877728"/>
              <a:gd name="connsiteX7-177" fmla="*/ 35496 w 1892189"/>
              <a:gd name="connsiteY7-178" fmla="*/ 1026890 h 1877728"/>
              <a:gd name="connsiteX8-179" fmla="*/ 35521 w 1892189"/>
              <a:gd name="connsiteY8-180" fmla="*/ 865273 h 1877728"/>
              <a:gd name="connsiteX0-181" fmla="*/ 35521 w 1892189"/>
              <a:gd name="connsiteY0-182" fmla="*/ 865273 h 1892188"/>
              <a:gd name="connsiteX1-183" fmla="*/ 865299 w 1892189"/>
              <a:gd name="connsiteY1-184" fmla="*/ 35495 h 1892188"/>
              <a:gd name="connsiteX2-185" fmla="*/ 1026916 w 1892189"/>
              <a:gd name="connsiteY2-186" fmla="*/ 35520 h 1892188"/>
              <a:gd name="connsiteX3-187" fmla="*/ 1856694 w 1892189"/>
              <a:gd name="connsiteY3-188" fmla="*/ 865298 h 1892188"/>
              <a:gd name="connsiteX4-189" fmla="*/ 1856669 w 1892189"/>
              <a:gd name="connsiteY4-190" fmla="*/ 1026916 h 1892188"/>
              <a:gd name="connsiteX5-191" fmla="*/ 1026891 w 1892189"/>
              <a:gd name="connsiteY5-192" fmla="*/ 1856693 h 1892188"/>
              <a:gd name="connsiteX6-193" fmla="*/ 865274 w 1892189"/>
              <a:gd name="connsiteY6-194" fmla="*/ 1856668 h 1892188"/>
              <a:gd name="connsiteX7-195" fmla="*/ 35496 w 1892189"/>
              <a:gd name="connsiteY7-196" fmla="*/ 1026890 h 1892188"/>
              <a:gd name="connsiteX8-197" fmla="*/ 35521 w 1892189"/>
              <a:gd name="connsiteY8-198" fmla="*/ 865273 h 1892188"/>
              <a:gd name="connsiteX0-199" fmla="*/ 35521 w 1892189"/>
              <a:gd name="connsiteY0-200" fmla="*/ 865273 h 1892188"/>
              <a:gd name="connsiteX1-201" fmla="*/ 865299 w 1892189"/>
              <a:gd name="connsiteY1-202" fmla="*/ 35495 h 1892188"/>
              <a:gd name="connsiteX2-203" fmla="*/ 1026916 w 1892189"/>
              <a:gd name="connsiteY2-204" fmla="*/ 35520 h 1892188"/>
              <a:gd name="connsiteX3-205" fmla="*/ 1856694 w 1892189"/>
              <a:gd name="connsiteY3-206" fmla="*/ 865298 h 1892188"/>
              <a:gd name="connsiteX4-207" fmla="*/ 1856669 w 1892189"/>
              <a:gd name="connsiteY4-208" fmla="*/ 1026916 h 1892188"/>
              <a:gd name="connsiteX5-209" fmla="*/ 1026891 w 1892189"/>
              <a:gd name="connsiteY5-210" fmla="*/ 1856693 h 1892188"/>
              <a:gd name="connsiteX6-211" fmla="*/ 865274 w 1892189"/>
              <a:gd name="connsiteY6-212" fmla="*/ 1856668 h 1892188"/>
              <a:gd name="connsiteX7-213" fmla="*/ 35496 w 1892189"/>
              <a:gd name="connsiteY7-214" fmla="*/ 1026890 h 1892188"/>
              <a:gd name="connsiteX8-215" fmla="*/ 35521 w 1892189"/>
              <a:gd name="connsiteY8-216" fmla="*/ 865273 h 1892188"/>
              <a:gd name="connsiteX0-217" fmla="*/ 35521 w 1892189"/>
              <a:gd name="connsiteY0-218" fmla="*/ 865273 h 1892188"/>
              <a:gd name="connsiteX1-219" fmla="*/ 865299 w 1892189"/>
              <a:gd name="connsiteY1-220" fmla="*/ 35495 h 1892188"/>
              <a:gd name="connsiteX2-221" fmla="*/ 1026916 w 1892189"/>
              <a:gd name="connsiteY2-222" fmla="*/ 35520 h 1892188"/>
              <a:gd name="connsiteX3-223" fmla="*/ 1856694 w 1892189"/>
              <a:gd name="connsiteY3-224" fmla="*/ 865298 h 1892188"/>
              <a:gd name="connsiteX4-225" fmla="*/ 1856669 w 1892189"/>
              <a:gd name="connsiteY4-226" fmla="*/ 1026916 h 1892188"/>
              <a:gd name="connsiteX5-227" fmla="*/ 1026891 w 1892189"/>
              <a:gd name="connsiteY5-228" fmla="*/ 1856693 h 1892188"/>
              <a:gd name="connsiteX6-229" fmla="*/ 865274 w 1892189"/>
              <a:gd name="connsiteY6-230" fmla="*/ 1856668 h 1892188"/>
              <a:gd name="connsiteX7-231" fmla="*/ 35496 w 1892189"/>
              <a:gd name="connsiteY7-232" fmla="*/ 1026890 h 1892188"/>
              <a:gd name="connsiteX8-233" fmla="*/ 35521 w 1892189"/>
              <a:gd name="connsiteY8-234" fmla="*/ 865273 h 1892188"/>
              <a:gd name="connsiteX0-235" fmla="*/ 35521 w 1892189"/>
              <a:gd name="connsiteY0-236" fmla="*/ 865273 h 1892188"/>
              <a:gd name="connsiteX1-237" fmla="*/ 865299 w 1892189"/>
              <a:gd name="connsiteY1-238" fmla="*/ 35495 h 1892188"/>
              <a:gd name="connsiteX2-239" fmla="*/ 1026916 w 1892189"/>
              <a:gd name="connsiteY2-240" fmla="*/ 35520 h 1892188"/>
              <a:gd name="connsiteX3-241" fmla="*/ 1856694 w 1892189"/>
              <a:gd name="connsiteY3-242" fmla="*/ 865298 h 1892188"/>
              <a:gd name="connsiteX4-243" fmla="*/ 1856669 w 1892189"/>
              <a:gd name="connsiteY4-244" fmla="*/ 1026916 h 1892188"/>
              <a:gd name="connsiteX5-245" fmla="*/ 1026891 w 1892189"/>
              <a:gd name="connsiteY5-246" fmla="*/ 1856693 h 1892188"/>
              <a:gd name="connsiteX6-247" fmla="*/ 865274 w 1892189"/>
              <a:gd name="connsiteY6-248" fmla="*/ 1856668 h 1892188"/>
              <a:gd name="connsiteX7-249" fmla="*/ 35496 w 1892189"/>
              <a:gd name="connsiteY7-250" fmla="*/ 1026890 h 1892188"/>
              <a:gd name="connsiteX8-251" fmla="*/ 35521 w 1892189"/>
              <a:gd name="connsiteY8-252" fmla="*/ 865273 h 189218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1892189" h="1892188">
                <a:moveTo>
                  <a:pt x="35521" y="865273"/>
                </a:moveTo>
                <a:cubicBezTo>
                  <a:pt x="35521" y="865273"/>
                  <a:pt x="865299" y="35495"/>
                  <a:pt x="865299" y="35495"/>
                </a:cubicBezTo>
                <a:cubicBezTo>
                  <a:pt x="912643" y="-11849"/>
                  <a:pt x="979572" y="-11824"/>
                  <a:pt x="1026916" y="35520"/>
                </a:cubicBezTo>
                <a:cubicBezTo>
                  <a:pt x="1026916" y="35520"/>
                  <a:pt x="1856694" y="865298"/>
                  <a:pt x="1856694" y="865298"/>
                </a:cubicBezTo>
                <a:cubicBezTo>
                  <a:pt x="1904038" y="912642"/>
                  <a:pt x="1904013" y="979572"/>
                  <a:pt x="1856669" y="1026916"/>
                </a:cubicBezTo>
                <a:cubicBezTo>
                  <a:pt x="1856669" y="1026916"/>
                  <a:pt x="1026891" y="1856693"/>
                  <a:pt x="1026891" y="1856693"/>
                </a:cubicBezTo>
                <a:cubicBezTo>
                  <a:pt x="979547" y="1904037"/>
                  <a:pt x="912618" y="1904011"/>
                  <a:pt x="865274" y="1856668"/>
                </a:cubicBezTo>
                <a:cubicBezTo>
                  <a:pt x="865274" y="1856667"/>
                  <a:pt x="35496" y="1026889"/>
                  <a:pt x="35496" y="1026890"/>
                </a:cubicBezTo>
                <a:cubicBezTo>
                  <a:pt x="-11848" y="979545"/>
                  <a:pt x="-11823" y="912617"/>
                  <a:pt x="35521" y="865273"/>
                </a:cubicBezTo>
                <a:close/>
              </a:path>
            </a:pathLst>
          </a:custGeom>
          <a:solidFill>
            <a:schemeClr val="accent1">
              <a:alpha val="2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zh-CN" altLang="en-US">
              <a:sym typeface="+mn-ea"/>
            </a:endParaRPr>
          </a:p>
        </p:txBody>
      </p:sp>
      <p:sp>
        <p:nvSpPr>
          <p:cNvPr id="4" name="任意多边形: 形状 1397"/>
          <p:cNvSpPr/>
          <p:nvPr>
            <p:custDataLst>
              <p:tags r:id="rId6"/>
            </p:custDataLst>
          </p:nvPr>
        </p:nvSpPr>
        <p:spPr>
          <a:xfrm>
            <a:off x="1092835" y="5670550"/>
            <a:ext cx="395605" cy="395605"/>
          </a:xfrm>
          <a:custGeom>
            <a:avLst/>
            <a:gdLst>
              <a:gd name="connsiteX0" fmla="*/ 35521 w 1877718"/>
              <a:gd name="connsiteY0" fmla="*/ 850803 h 1863247"/>
              <a:gd name="connsiteX1" fmla="*/ 865299 w 1877718"/>
              <a:gd name="connsiteY1" fmla="*/ 21025 h 1863247"/>
              <a:gd name="connsiteX2" fmla="*/ 1026916 w 1877718"/>
              <a:gd name="connsiteY2" fmla="*/ 21050 h 1863247"/>
              <a:gd name="connsiteX3" fmla="*/ 1856694 w 1877718"/>
              <a:gd name="connsiteY3" fmla="*/ 850828 h 1863247"/>
              <a:gd name="connsiteX4" fmla="*/ 1856669 w 1877718"/>
              <a:gd name="connsiteY4" fmla="*/ 1012446 h 1863247"/>
              <a:gd name="connsiteX5" fmla="*/ 1026891 w 1877718"/>
              <a:gd name="connsiteY5" fmla="*/ 1842223 h 1863247"/>
              <a:gd name="connsiteX6" fmla="*/ 865274 w 1877718"/>
              <a:gd name="connsiteY6" fmla="*/ 1842198 h 1863247"/>
              <a:gd name="connsiteX7" fmla="*/ 35496 w 1877718"/>
              <a:gd name="connsiteY7" fmla="*/ 1012420 h 1863247"/>
              <a:gd name="connsiteX8" fmla="*/ 35521 w 1877718"/>
              <a:gd name="connsiteY8" fmla="*/ 850803 h 1863247"/>
              <a:gd name="connsiteX0-1" fmla="*/ 35521 w 1877718"/>
              <a:gd name="connsiteY0-2" fmla="*/ 850803 h 1863247"/>
              <a:gd name="connsiteX1-3" fmla="*/ 865299 w 1877718"/>
              <a:gd name="connsiteY1-4" fmla="*/ 21025 h 1863247"/>
              <a:gd name="connsiteX2-5" fmla="*/ 1026916 w 1877718"/>
              <a:gd name="connsiteY2-6" fmla="*/ 21050 h 1863247"/>
              <a:gd name="connsiteX3-7" fmla="*/ 1856694 w 1877718"/>
              <a:gd name="connsiteY3-8" fmla="*/ 850828 h 1863247"/>
              <a:gd name="connsiteX4-9" fmla="*/ 1856669 w 1877718"/>
              <a:gd name="connsiteY4-10" fmla="*/ 1012446 h 1863247"/>
              <a:gd name="connsiteX5-11" fmla="*/ 1026891 w 1877718"/>
              <a:gd name="connsiteY5-12" fmla="*/ 1842223 h 1863247"/>
              <a:gd name="connsiteX6-13" fmla="*/ 865274 w 1877718"/>
              <a:gd name="connsiteY6-14" fmla="*/ 1842198 h 1863247"/>
              <a:gd name="connsiteX7-15" fmla="*/ 35496 w 1877718"/>
              <a:gd name="connsiteY7-16" fmla="*/ 1012420 h 1863247"/>
              <a:gd name="connsiteX8-17" fmla="*/ 35521 w 1877718"/>
              <a:gd name="connsiteY8-18" fmla="*/ 850803 h 1863247"/>
              <a:gd name="connsiteX0-19" fmla="*/ 35521 w 1877718"/>
              <a:gd name="connsiteY0-20" fmla="*/ 850813 h 1863257"/>
              <a:gd name="connsiteX1-21" fmla="*/ 865299 w 1877718"/>
              <a:gd name="connsiteY1-22" fmla="*/ 21035 h 1863257"/>
              <a:gd name="connsiteX2-23" fmla="*/ 1026916 w 1877718"/>
              <a:gd name="connsiteY2-24" fmla="*/ 21060 h 1863257"/>
              <a:gd name="connsiteX3-25" fmla="*/ 1856694 w 1877718"/>
              <a:gd name="connsiteY3-26" fmla="*/ 850838 h 1863257"/>
              <a:gd name="connsiteX4-27" fmla="*/ 1856669 w 1877718"/>
              <a:gd name="connsiteY4-28" fmla="*/ 1012456 h 1863257"/>
              <a:gd name="connsiteX5-29" fmla="*/ 1026891 w 1877718"/>
              <a:gd name="connsiteY5-30" fmla="*/ 1842233 h 1863257"/>
              <a:gd name="connsiteX6-31" fmla="*/ 865274 w 1877718"/>
              <a:gd name="connsiteY6-32" fmla="*/ 1842208 h 1863257"/>
              <a:gd name="connsiteX7-33" fmla="*/ 35496 w 1877718"/>
              <a:gd name="connsiteY7-34" fmla="*/ 1012430 h 1863257"/>
              <a:gd name="connsiteX8-35" fmla="*/ 35521 w 1877718"/>
              <a:gd name="connsiteY8-36" fmla="*/ 850813 h 1863257"/>
              <a:gd name="connsiteX0-37" fmla="*/ 35521 w 1877718"/>
              <a:gd name="connsiteY0-38" fmla="*/ 865273 h 1877717"/>
              <a:gd name="connsiteX1-39" fmla="*/ 865299 w 1877718"/>
              <a:gd name="connsiteY1-40" fmla="*/ 35495 h 1877717"/>
              <a:gd name="connsiteX2-41" fmla="*/ 1026916 w 1877718"/>
              <a:gd name="connsiteY2-42" fmla="*/ 35520 h 1877717"/>
              <a:gd name="connsiteX3-43" fmla="*/ 1856694 w 1877718"/>
              <a:gd name="connsiteY3-44" fmla="*/ 865298 h 1877717"/>
              <a:gd name="connsiteX4-45" fmla="*/ 1856669 w 1877718"/>
              <a:gd name="connsiteY4-46" fmla="*/ 1026916 h 1877717"/>
              <a:gd name="connsiteX5-47" fmla="*/ 1026891 w 1877718"/>
              <a:gd name="connsiteY5-48" fmla="*/ 1856693 h 1877717"/>
              <a:gd name="connsiteX6-49" fmla="*/ 865274 w 1877718"/>
              <a:gd name="connsiteY6-50" fmla="*/ 1856668 h 1877717"/>
              <a:gd name="connsiteX7-51" fmla="*/ 35496 w 1877718"/>
              <a:gd name="connsiteY7-52" fmla="*/ 1026890 h 1877717"/>
              <a:gd name="connsiteX8-53" fmla="*/ 35521 w 1877718"/>
              <a:gd name="connsiteY8-54" fmla="*/ 865273 h 1877717"/>
              <a:gd name="connsiteX0-55" fmla="*/ 35521 w 1877718"/>
              <a:gd name="connsiteY0-56" fmla="*/ 865273 h 1877717"/>
              <a:gd name="connsiteX1-57" fmla="*/ 865299 w 1877718"/>
              <a:gd name="connsiteY1-58" fmla="*/ 35495 h 1877717"/>
              <a:gd name="connsiteX2-59" fmla="*/ 1026916 w 1877718"/>
              <a:gd name="connsiteY2-60" fmla="*/ 35520 h 1877717"/>
              <a:gd name="connsiteX3-61" fmla="*/ 1856694 w 1877718"/>
              <a:gd name="connsiteY3-62" fmla="*/ 865298 h 1877717"/>
              <a:gd name="connsiteX4-63" fmla="*/ 1856669 w 1877718"/>
              <a:gd name="connsiteY4-64" fmla="*/ 1026916 h 1877717"/>
              <a:gd name="connsiteX5-65" fmla="*/ 1026891 w 1877718"/>
              <a:gd name="connsiteY5-66" fmla="*/ 1856693 h 1877717"/>
              <a:gd name="connsiteX6-67" fmla="*/ 865274 w 1877718"/>
              <a:gd name="connsiteY6-68" fmla="*/ 1856668 h 1877717"/>
              <a:gd name="connsiteX7-69" fmla="*/ 35496 w 1877718"/>
              <a:gd name="connsiteY7-70" fmla="*/ 1026890 h 1877717"/>
              <a:gd name="connsiteX8-71" fmla="*/ 35521 w 1877718"/>
              <a:gd name="connsiteY8-72" fmla="*/ 865273 h 1877717"/>
              <a:gd name="connsiteX0-73" fmla="*/ 35521 w 1877718"/>
              <a:gd name="connsiteY0-74" fmla="*/ 865273 h 1877717"/>
              <a:gd name="connsiteX1-75" fmla="*/ 865299 w 1877718"/>
              <a:gd name="connsiteY1-76" fmla="*/ 35495 h 1877717"/>
              <a:gd name="connsiteX2-77" fmla="*/ 1026916 w 1877718"/>
              <a:gd name="connsiteY2-78" fmla="*/ 35520 h 1877717"/>
              <a:gd name="connsiteX3-79" fmla="*/ 1856694 w 1877718"/>
              <a:gd name="connsiteY3-80" fmla="*/ 865298 h 1877717"/>
              <a:gd name="connsiteX4-81" fmla="*/ 1856669 w 1877718"/>
              <a:gd name="connsiteY4-82" fmla="*/ 1026916 h 1877717"/>
              <a:gd name="connsiteX5-83" fmla="*/ 1026891 w 1877718"/>
              <a:gd name="connsiteY5-84" fmla="*/ 1856693 h 1877717"/>
              <a:gd name="connsiteX6-85" fmla="*/ 865274 w 1877718"/>
              <a:gd name="connsiteY6-86" fmla="*/ 1856668 h 1877717"/>
              <a:gd name="connsiteX7-87" fmla="*/ 35496 w 1877718"/>
              <a:gd name="connsiteY7-88" fmla="*/ 1026890 h 1877717"/>
              <a:gd name="connsiteX8-89" fmla="*/ 35521 w 1877718"/>
              <a:gd name="connsiteY8-90" fmla="*/ 865273 h 1877717"/>
              <a:gd name="connsiteX0-91" fmla="*/ 35521 w 1877729"/>
              <a:gd name="connsiteY0-92" fmla="*/ 865273 h 1877717"/>
              <a:gd name="connsiteX1-93" fmla="*/ 865299 w 1877729"/>
              <a:gd name="connsiteY1-94" fmla="*/ 35495 h 1877717"/>
              <a:gd name="connsiteX2-95" fmla="*/ 1026916 w 1877729"/>
              <a:gd name="connsiteY2-96" fmla="*/ 35520 h 1877717"/>
              <a:gd name="connsiteX3-97" fmla="*/ 1856694 w 1877729"/>
              <a:gd name="connsiteY3-98" fmla="*/ 865298 h 1877717"/>
              <a:gd name="connsiteX4-99" fmla="*/ 1856669 w 1877729"/>
              <a:gd name="connsiteY4-100" fmla="*/ 1026916 h 1877717"/>
              <a:gd name="connsiteX5-101" fmla="*/ 1026891 w 1877729"/>
              <a:gd name="connsiteY5-102" fmla="*/ 1856693 h 1877717"/>
              <a:gd name="connsiteX6-103" fmla="*/ 865274 w 1877729"/>
              <a:gd name="connsiteY6-104" fmla="*/ 1856668 h 1877717"/>
              <a:gd name="connsiteX7-105" fmla="*/ 35496 w 1877729"/>
              <a:gd name="connsiteY7-106" fmla="*/ 1026890 h 1877717"/>
              <a:gd name="connsiteX8-107" fmla="*/ 35521 w 1877729"/>
              <a:gd name="connsiteY8-108" fmla="*/ 865273 h 1877717"/>
              <a:gd name="connsiteX0-109" fmla="*/ 35521 w 1892189"/>
              <a:gd name="connsiteY0-110" fmla="*/ 865273 h 1877717"/>
              <a:gd name="connsiteX1-111" fmla="*/ 865299 w 1892189"/>
              <a:gd name="connsiteY1-112" fmla="*/ 35495 h 1877717"/>
              <a:gd name="connsiteX2-113" fmla="*/ 1026916 w 1892189"/>
              <a:gd name="connsiteY2-114" fmla="*/ 35520 h 1877717"/>
              <a:gd name="connsiteX3-115" fmla="*/ 1856694 w 1892189"/>
              <a:gd name="connsiteY3-116" fmla="*/ 865298 h 1877717"/>
              <a:gd name="connsiteX4-117" fmla="*/ 1856669 w 1892189"/>
              <a:gd name="connsiteY4-118" fmla="*/ 1026916 h 1877717"/>
              <a:gd name="connsiteX5-119" fmla="*/ 1026891 w 1892189"/>
              <a:gd name="connsiteY5-120" fmla="*/ 1856693 h 1877717"/>
              <a:gd name="connsiteX6-121" fmla="*/ 865274 w 1892189"/>
              <a:gd name="connsiteY6-122" fmla="*/ 1856668 h 1877717"/>
              <a:gd name="connsiteX7-123" fmla="*/ 35496 w 1892189"/>
              <a:gd name="connsiteY7-124" fmla="*/ 1026890 h 1877717"/>
              <a:gd name="connsiteX8-125" fmla="*/ 35521 w 1892189"/>
              <a:gd name="connsiteY8-126" fmla="*/ 865273 h 1877717"/>
              <a:gd name="connsiteX0-127" fmla="*/ 35521 w 1892189"/>
              <a:gd name="connsiteY0-128" fmla="*/ 865273 h 1877717"/>
              <a:gd name="connsiteX1-129" fmla="*/ 865299 w 1892189"/>
              <a:gd name="connsiteY1-130" fmla="*/ 35495 h 1877717"/>
              <a:gd name="connsiteX2-131" fmla="*/ 1026916 w 1892189"/>
              <a:gd name="connsiteY2-132" fmla="*/ 35520 h 1877717"/>
              <a:gd name="connsiteX3-133" fmla="*/ 1856694 w 1892189"/>
              <a:gd name="connsiteY3-134" fmla="*/ 865298 h 1877717"/>
              <a:gd name="connsiteX4-135" fmla="*/ 1856669 w 1892189"/>
              <a:gd name="connsiteY4-136" fmla="*/ 1026916 h 1877717"/>
              <a:gd name="connsiteX5-137" fmla="*/ 1026891 w 1892189"/>
              <a:gd name="connsiteY5-138" fmla="*/ 1856693 h 1877717"/>
              <a:gd name="connsiteX6-139" fmla="*/ 865274 w 1892189"/>
              <a:gd name="connsiteY6-140" fmla="*/ 1856668 h 1877717"/>
              <a:gd name="connsiteX7-141" fmla="*/ 35496 w 1892189"/>
              <a:gd name="connsiteY7-142" fmla="*/ 1026890 h 1877717"/>
              <a:gd name="connsiteX8-143" fmla="*/ 35521 w 1892189"/>
              <a:gd name="connsiteY8-144" fmla="*/ 865273 h 1877717"/>
              <a:gd name="connsiteX0-145" fmla="*/ 35521 w 1892189"/>
              <a:gd name="connsiteY0-146" fmla="*/ 865273 h 1877717"/>
              <a:gd name="connsiteX1-147" fmla="*/ 865299 w 1892189"/>
              <a:gd name="connsiteY1-148" fmla="*/ 35495 h 1877717"/>
              <a:gd name="connsiteX2-149" fmla="*/ 1026916 w 1892189"/>
              <a:gd name="connsiteY2-150" fmla="*/ 35520 h 1877717"/>
              <a:gd name="connsiteX3-151" fmla="*/ 1856694 w 1892189"/>
              <a:gd name="connsiteY3-152" fmla="*/ 865298 h 1877717"/>
              <a:gd name="connsiteX4-153" fmla="*/ 1856669 w 1892189"/>
              <a:gd name="connsiteY4-154" fmla="*/ 1026916 h 1877717"/>
              <a:gd name="connsiteX5-155" fmla="*/ 1026891 w 1892189"/>
              <a:gd name="connsiteY5-156" fmla="*/ 1856693 h 1877717"/>
              <a:gd name="connsiteX6-157" fmla="*/ 865274 w 1892189"/>
              <a:gd name="connsiteY6-158" fmla="*/ 1856668 h 1877717"/>
              <a:gd name="connsiteX7-159" fmla="*/ 35496 w 1892189"/>
              <a:gd name="connsiteY7-160" fmla="*/ 1026890 h 1877717"/>
              <a:gd name="connsiteX8-161" fmla="*/ 35521 w 1892189"/>
              <a:gd name="connsiteY8-162" fmla="*/ 865273 h 1877717"/>
              <a:gd name="connsiteX0-163" fmla="*/ 35521 w 1892189"/>
              <a:gd name="connsiteY0-164" fmla="*/ 865273 h 1877728"/>
              <a:gd name="connsiteX1-165" fmla="*/ 865299 w 1892189"/>
              <a:gd name="connsiteY1-166" fmla="*/ 35495 h 1877728"/>
              <a:gd name="connsiteX2-167" fmla="*/ 1026916 w 1892189"/>
              <a:gd name="connsiteY2-168" fmla="*/ 35520 h 1877728"/>
              <a:gd name="connsiteX3-169" fmla="*/ 1856694 w 1892189"/>
              <a:gd name="connsiteY3-170" fmla="*/ 865298 h 1877728"/>
              <a:gd name="connsiteX4-171" fmla="*/ 1856669 w 1892189"/>
              <a:gd name="connsiteY4-172" fmla="*/ 1026916 h 1877728"/>
              <a:gd name="connsiteX5-173" fmla="*/ 1026891 w 1892189"/>
              <a:gd name="connsiteY5-174" fmla="*/ 1856693 h 1877728"/>
              <a:gd name="connsiteX6-175" fmla="*/ 865274 w 1892189"/>
              <a:gd name="connsiteY6-176" fmla="*/ 1856668 h 1877728"/>
              <a:gd name="connsiteX7-177" fmla="*/ 35496 w 1892189"/>
              <a:gd name="connsiteY7-178" fmla="*/ 1026890 h 1877728"/>
              <a:gd name="connsiteX8-179" fmla="*/ 35521 w 1892189"/>
              <a:gd name="connsiteY8-180" fmla="*/ 865273 h 1877728"/>
              <a:gd name="connsiteX0-181" fmla="*/ 35521 w 1892189"/>
              <a:gd name="connsiteY0-182" fmla="*/ 865273 h 1892188"/>
              <a:gd name="connsiteX1-183" fmla="*/ 865299 w 1892189"/>
              <a:gd name="connsiteY1-184" fmla="*/ 35495 h 1892188"/>
              <a:gd name="connsiteX2-185" fmla="*/ 1026916 w 1892189"/>
              <a:gd name="connsiteY2-186" fmla="*/ 35520 h 1892188"/>
              <a:gd name="connsiteX3-187" fmla="*/ 1856694 w 1892189"/>
              <a:gd name="connsiteY3-188" fmla="*/ 865298 h 1892188"/>
              <a:gd name="connsiteX4-189" fmla="*/ 1856669 w 1892189"/>
              <a:gd name="connsiteY4-190" fmla="*/ 1026916 h 1892188"/>
              <a:gd name="connsiteX5-191" fmla="*/ 1026891 w 1892189"/>
              <a:gd name="connsiteY5-192" fmla="*/ 1856693 h 1892188"/>
              <a:gd name="connsiteX6-193" fmla="*/ 865274 w 1892189"/>
              <a:gd name="connsiteY6-194" fmla="*/ 1856668 h 1892188"/>
              <a:gd name="connsiteX7-195" fmla="*/ 35496 w 1892189"/>
              <a:gd name="connsiteY7-196" fmla="*/ 1026890 h 1892188"/>
              <a:gd name="connsiteX8-197" fmla="*/ 35521 w 1892189"/>
              <a:gd name="connsiteY8-198" fmla="*/ 865273 h 1892188"/>
              <a:gd name="connsiteX0-199" fmla="*/ 35521 w 1892189"/>
              <a:gd name="connsiteY0-200" fmla="*/ 865273 h 1892188"/>
              <a:gd name="connsiteX1-201" fmla="*/ 865299 w 1892189"/>
              <a:gd name="connsiteY1-202" fmla="*/ 35495 h 1892188"/>
              <a:gd name="connsiteX2-203" fmla="*/ 1026916 w 1892189"/>
              <a:gd name="connsiteY2-204" fmla="*/ 35520 h 1892188"/>
              <a:gd name="connsiteX3-205" fmla="*/ 1856694 w 1892189"/>
              <a:gd name="connsiteY3-206" fmla="*/ 865298 h 1892188"/>
              <a:gd name="connsiteX4-207" fmla="*/ 1856669 w 1892189"/>
              <a:gd name="connsiteY4-208" fmla="*/ 1026916 h 1892188"/>
              <a:gd name="connsiteX5-209" fmla="*/ 1026891 w 1892189"/>
              <a:gd name="connsiteY5-210" fmla="*/ 1856693 h 1892188"/>
              <a:gd name="connsiteX6-211" fmla="*/ 865274 w 1892189"/>
              <a:gd name="connsiteY6-212" fmla="*/ 1856668 h 1892188"/>
              <a:gd name="connsiteX7-213" fmla="*/ 35496 w 1892189"/>
              <a:gd name="connsiteY7-214" fmla="*/ 1026890 h 1892188"/>
              <a:gd name="connsiteX8-215" fmla="*/ 35521 w 1892189"/>
              <a:gd name="connsiteY8-216" fmla="*/ 865273 h 1892188"/>
              <a:gd name="connsiteX0-217" fmla="*/ 35521 w 1892189"/>
              <a:gd name="connsiteY0-218" fmla="*/ 865273 h 1892188"/>
              <a:gd name="connsiteX1-219" fmla="*/ 865299 w 1892189"/>
              <a:gd name="connsiteY1-220" fmla="*/ 35495 h 1892188"/>
              <a:gd name="connsiteX2-221" fmla="*/ 1026916 w 1892189"/>
              <a:gd name="connsiteY2-222" fmla="*/ 35520 h 1892188"/>
              <a:gd name="connsiteX3-223" fmla="*/ 1856694 w 1892189"/>
              <a:gd name="connsiteY3-224" fmla="*/ 865298 h 1892188"/>
              <a:gd name="connsiteX4-225" fmla="*/ 1856669 w 1892189"/>
              <a:gd name="connsiteY4-226" fmla="*/ 1026916 h 1892188"/>
              <a:gd name="connsiteX5-227" fmla="*/ 1026891 w 1892189"/>
              <a:gd name="connsiteY5-228" fmla="*/ 1856693 h 1892188"/>
              <a:gd name="connsiteX6-229" fmla="*/ 865274 w 1892189"/>
              <a:gd name="connsiteY6-230" fmla="*/ 1856668 h 1892188"/>
              <a:gd name="connsiteX7-231" fmla="*/ 35496 w 1892189"/>
              <a:gd name="connsiteY7-232" fmla="*/ 1026890 h 1892188"/>
              <a:gd name="connsiteX8-233" fmla="*/ 35521 w 1892189"/>
              <a:gd name="connsiteY8-234" fmla="*/ 865273 h 1892188"/>
              <a:gd name="connsiteX0-235" fmla="*/ 35521 w 1892189"/>
              <a:gd name="connsiteY0-236" fmla="*/ 865273 h 1892188"/>
              <a:gd name="connsiteX1-237" fmla="*/ 865299 w 1892189"/>
              <a:gd name="connsiteY1-238" fmla="*/ 35495 h 1892188"/>
              <a:gd name="connsiteX2-239" fmla="*/ 1026916 w 1892189"/>
              <a:gd name="connsiteY2-240" fmla="*/ 35520 h 1892188"/>
              <a:gd name="connsiteX3-241" fmla="*/ 1856694 w 1892189"/>
              <a:gd name="connsiteY3-242" fmla="*/ 865298 h 1892188"/>
              <a:gd name="connsiteX4-243" fmla="*/ 1856669 w 1892189"/>
              <a:gd name="connsiteY4-244" fmla="*/ 1026916 h 1892188"/>
              <a:gd name="connsiteX5-245" fmla="*/ 1026891 w 1892189"/>
              <a:gd name="connsiteY5-246" fmla="*/ 1856693 h 1892188"/>
              <a:gd name="connsiteX6-247" fmla="*/ 865274 w 1892189"/>
              <a:gd name="connsiteY6-248" fmla="*/ 1856668 h 1892188"/>
              <a:gd name="connsiteX7-249" fmla="*/ 35496 w 1892189"/>
              <a:gd name="connsiteY7-250" fmla="*/ 1026890 h 1892188"/>
              <a:gd name="connsiteX8-251" fmla="*/ 35521 w 1892189"/>
              <a:gd name="connsiteY8-252" fmla="*/ 865273 h 189218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1892189" h="1892188">
                <a:moveTo>
                  <a:pt x="35521" y="865273"/>
                </a:moveTo>
                <a:cubicBezTo>
                  <a:pt x="35521" y="865273"/>
                  <a:pt x="865299" y="35495"/>
                  <a:pt x="865299" y="35495"/>
                </a:cubicBezTo>
                <a:cubicBezTo>
                  <a:pt x="912643" y="-11849"/>
                  <a:pt x="979572" y="-11824"/>
                  <a:pt x="1026916" y="35520"/>
                </a:cubicBezTo>
                <a:cubicBezTo>
                  <a:pt x="1026916" y="35520"/>
                  <a:pt x="1856694" y="865298"/>
                  <a:pt x="1856694" y="865298"/>
                </a:cubicBezTo>
                <a:cubicBezTo>
                  <a:pt x="1904038" y="912642"/>
                  <a:pt x="1904013" y="979572"/>
                  <a:pt x="1856669" y="1026916"/>
                </a:cubicBezTo>
                <a:cubicBezTo>
                  <a:pt x="1856669" y="1026916"/>
                  <a:pt x="1026891" y="1856693"/>
                  <a:pt x="1026891" y="1856693"/>
                </a:cubicBezTo>
                <a:cubicBezTo>
                  <a:pt x="979547" y="1904037"/>
                  <a:pt x="912618" y="1904011"/>
                  <a:pt x="865274" y="1856668"/>
                </a:cubicBezTo>
                <a:cubicBezTo>
                  <a:pt x="865274" y="1856667"/>
                  <a:pt x="35496" y="1026889"/>
                  <a:pt x="35496" y="1026890"/>
                </a:cubicBezTo>
                <a:cubicBezTo>
                  <a:pt x="-11848" y="979545"/>
                  <a:pt x="-11823" y="912617"/>
                  <a:pt x="35521" y="865273"/>
                </a:cubicBezTo>
                <a:close/>
              </a:path>
            </a:pathLst>
          </a:custGeom>
          <a:solidFill>
            <a:schemeClr val="accent1">
              <a:lumMod val="40000"/>
              <a:lumOff val="60000"/>
              <a:alpha val="26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zh-CN" altLang="en-US">
              <a:sym typeface="+mn-ea"/>
            </a:endParaRPr>
          </a:p>
        </p:txBody>
      </p:sp>
      <p:cxnSp>
        <p:nvCxnSpPr>
          <p:cNvPr id="3" name="直接连接符 2"/>
          <p:cNvCxnSpPr/>
          <p:nvPr>
            <p:custDataLst>
              <p:tags r:id="rId7"/>
            </p:custDataLst>
          </p:nvPr>
        </p:nvCxnSpPr>
        <p:spPr>
          <a:xfrm>
            <a:off x="11346815" y="5031105"/>
            <a:ext cx="0" cy="1152525"/>
          </a:xfrm>
          <a:prstGeom prst="line">
            <a:avLst/>
          </a:prstGeom>
          <a:ln w="9525" cap="rnd">
            <a:solidFill>
              <a:schemeClr val="accent1">
                <a:alpha val="35000"/>
              </a:schemeClr>
            </a:solidFill>
            <a:round/>
          </a:ln>
        </p:spPr>
        <p:style>
          <a:lnRef idx="2">
            <a:schemeClr val="accent1"/>
          </a:lnRef>
          <a:fillRef idx="0">
            <a:srgbClr val="FFFFFF"/>
          </a:fillRef>
          <a:effectRef idx="0">
            <a:srgbClr val="FFFFFF"/>
          </a:effectRef>
          <a:fontRef idx="minor">
            <a:schemeClr val="tx1"/>
          </a:fontRef>
        </p:style>
      </p:cxnSp>
      <p:sp>
        <p:nvSpPr>
          <p:cNvPr id="7" name="文本框 6"/>
          <p:cNvSpPr txBox="1"/>
          <p:nvPr>
            <p:custDataLst>
              <p:tags r:id="rId8"/>
            </p:custDataLst>
          </p:nvPr>
        </p:nvSpPr>
        <p:spPr>
          <a:xfrm>
            <a:off x="1724025" y="892174"/>
            <a:ext cx="10511690" cy="5019674"/>
          </a:xfrm>
          <a:prstGeom prst="rect">
            <a:avLst/>
          </a:prstGeom>
          <a:noFill/>
        </p:spPr>
        <p:txBody>
          <a:bodyPr wrap="square" rtlCol="0" anchor="ctr" anchorCtr="0">
            <a:noAutofit/>
          </a:bodyPr>
          <a:lstStyle>
            <a:defPPr>
              <a:defRPr lang="zh-CN"/>
            </a:defPPr>
            <a:lvl1pPr lvl="0" indent="0" fontAlgn="auto">
              <a:lnSpc>
                <a:spcPct val="150000"/>
              </a:lnSpc>
              <a:defRPr sz="3200" kern="0">
                <a:ln>
                  <a:noFill/>
                  <a:prstDash val="sysDot"/>
                </a:ln>
                <a:solidFill>
                  <a:schemeClr val="tx1">
                    <a:lumMod val="85000"/>
                    <a:lumOff val="15000"/>
                  </a:schemeClr>
                </a:solidFill>
                <a:latin typeface="Times New Roman" panose="02020603050405020304" pitchFamily="18" charset="0"/>
              </a:defRPr>
            </a:lvl1pPr>
          </a:lstStyle>
          <a:p>
            <a:r>
              <a:rPr lang="en-US" altLang="zh-CN" sz="1900" dirty="0">
                <a:sym typeface="+mn-ea"/>
              </a:rPr>
              <a:t># </a:t>
            </a:r>
            <a:r>
              <a:rPr lang="zh-CN" altLang="en-US" sz="1900" dirty="0">
                <a:sym typeface="+mn-ea"/>
              </a:rPr>
              <a:t>分割特征和目标变量</a:t>
            </a:r>
          </a:p>
          <a:p>
            <a:r>
              <a:rPr lang="en-US" altLang="zh-CN" sz="1900" dirty="0">
                <a:sym typeface="+mn-ea"/>
              </a:rPr>
              <a:t>X = data[['GPA', 'ExamScore']]</a:t>
            </a:r>
          </a:p>
          <a:p>
            <a:r>
              <a:rPr lang="en-US" altLang="zh-CN" sz="1900" dirty="0">
                <a:sym typeface="+mn-ea"/>
              </a:rPr>
              <a:t>y = data['Passed']</a:t>
            </a:r>
          </a:p>
          <a:p>
            <a:endParaRPr lang="en-US" altLang="zh-CN" sz="1900" dirty="0">
              <a:sym typeface="+mn-ea"/>
            </a:endParaRPr>
          </a:p>
          <a:p>
            <a:r>
              <a:rPr lang="en-US" altLang="zh-CN" sz="1900" dirty="0">
                <a:sym typeface="+mn-ea"/>
              </a:rPr>
              <a:t># </a:t>
            </a:r>
            <a:r>
              <a:rPr lang="zh-CN" altLang="en-US" sz="1900" dirty="0">
                <a:sym typeface="+mn-ea"/>
              </a:rPr>
              <a:t>划分训练集和测试集</a:t>
            </a:r>
          </a:p>
          <a:p>
            <a:r>
              <a:rPr lang="en-US" altLang="zh-CN" sz="1900" dirty="0">
                <a:sym typeface="+mn-ea"/>
              </a:rPr>
              <a:t>X_train, X_test, y_train, y_test = train_test_split(X, y, test_size=0.2, random_state=42)</a:t>
            </a:r>
          </a:p>
          <a:p>
            <a:endParaRPr lang="en-US" altLang="zh-CN" sz="1900" dirty="0">
              <a:sym typeface="+mn-ea"/>
            </a:endParaRPr>
          </a:p>
          <a:p>
            <a:r>
              <a:rPr lang="en-US" altLang="zh-CN" sz="1900" dirty="0">
                <a:sym typeface="+mn-ea"/>
              </a:rPr>
              <a:t># </a:t>
            </a:r>
            <a:r>
              <a:rPr lang="zh-CN" altLang="en-US" sz="1900" dirty="0">
                <a:sym typeface="+mn-ea"/>
              </a:rPr>
              <a:t>特征标准化</a:t>
            </a:r>
          </a:p>
          <a:p>
            <a:r>
              <a:rPr lang="en-US" altLang="zh-CN" sz="1900" dirty="0">
                <a:sym typeface="+mn-ea"/>
              </a:rPr>
              <a:t>scaler = StandardScaler()</a:t>
            </a:r>
          </a:p>
          <a:p>
            <a:r>
              <a:rPr lang="en-US" altLang="zh-CN" sz="1900" dirty="0">
                <a:sym typeface="+mn-ea"/>
              </a:rPr>
              <a:t>X_train_scaled = scaler.fit_transform(X_train)</a:t>
            </a:r>
          </a:p>
          <a:p>
            <a:r>
              <a:rPr lang="en-US" altLang="zh-CN" sz="1900" dirty="0">
                <a:sym typeface="+mn-ea"/>
              </a:rPr>
              <a:t>X_test_scaled = scaler.transform(</a:t>
            </a:r>
            <a:r>
              <a:rPr lang="en-US" altLang="zh-CN" sz="1900" dirty="0" err="1">
                <a:sym typeface="+mn-ea"/>
              </a:rPr>
              <a:t>X_test</a:t>
            </a:r>
            <a:r>
              <a:rPr lang="en-US" altLang="zh-CN" sz="1900" dirty="0">
                <a:sym typeface="+mn-ea"/>
              </a:rPr>
              <a:t>)</a:t>
            </a:r>
          </a:p>
        </p:txBody>
      </p:sp>
    </p:spTree>
    <p:custDataLst>
      <p:tags r:id="rId1"/>
    </p:custDataLst>
  </p:cSld>
  <p:clrMapOvr>
    <a:masterClrMapping/>
  </p:clrMapOvr>
  <p:transition>
    <p:fade/>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标题 16"/>
          <p:cNvSpPr>
            <a:spLocks noGrp="1"/>
          </p:cNvSpPr>
          <p:nvPr>
            <p:ph type="title"/>
            <p:custDataLst>
              <p:tags r:id="rId2"/>
            </p:custDataLst>
          </p:nvPr>
        </p:nvSpPr>
        <p:spPr/>
        <p:txBody>
          <a:bodyPr>
            <a:normAutofit fontScale="90000"/>
          </a:bodyPr>
          <a:lstStyle/>
          <a:p>
            <a:r>
              <a:rPr lang="en-US" altLang="zh-CN" dirty="0"/>
              <a:t>2.4 </a:t>
            </a:r>
            <a:r>
              <a:rPr lang="zh-CN" altLang="en-US" dirty="0"/>
              <a:t>课后习题</a:t>
            </a:r>
          </a:p>
        </p:txBody>
      </p:sp>
      <p:cxnSp>
        <p:nvCxnSpPr>
          <p:cNvPr id="76" name="直接连接符 75"/>
          <p:cNvCxnSpPr/>
          <p:nvPr>
            <p:custDataLst>
              <p:tags r:id="rId3"/>
            </p:custDataLst>
          </p:nvPr>
        </p:nvCxnSpPr>
        <p:spPr>
          <a:xfrm>
            <a:off x="6898640" y="5965825"/>
            <a:ext cx="4679315" cy="0"/>
          </a:xfrm>
          <a:prstGeom prst="line">
            <a:avLst/>
          </a:prstGeom>
          <a:ln w="9525" cap="rnd">
            <a:solidFill>
              <a:schemeClr val="accent1">
                <a:alpha val="35000"/>
              </a:schemeClr>
            </a:solidFill>
            <a:round/>
          </a:ln>
        </p:spPr>
        <p:style>
          <a:lnRef idx="2">
            <a:schemeClr val="accent1"/>
          </a:lnRef>
          <a:fillRef idx="0">
            <a:srgbClr val="FFFFFF"/>
          </a:fillRef>
          <a:effectRef idx="0">
            <a:srgbClr val="FFFFFF"/>
          </a:effectRef>
          <a:fontRef idx="minor">
            <a:schemeClr val="tx1"/>
          </a:fontRef>
        </p:style>
      </p:cxnSp>
      <p:cxnSp>
        <p:nvCxnSpPr>
          <p:cNvPr id="77" name="直接连接符 76"/>
          <p:cNvCxnSpPr/>
          <p:nvPr>
            <p:custDataLst>
              <p:tags r:id="rId4"/>
            </p:custDataLst>
          </p:nvPr>
        </p:nvCxnSpPr>
        <p:spPr>
          <a:xfrm>
            <a:off x="1627505" y="5865495"/>
            <a:ext cx="7217410" cy="0"/>
          </a:xfrm>
          <a:prstGeom prst="line">
            <a:avLst/>
          </a:prstGeom>
          <a:ln w="9525" cap="rnd">
            <a:solidFill>
              <a:schemeClr val="accent1">
                <a:alpha val="35000"/>
              </a:schemeClr>
            </a:solidFill>
            <a:round/>
          </a:ln>
        </p:spPr>
        <p:style>
          <a:lnRef idx="2">
            <a:schemeClr val="accent1"/>
          </a:lnRef>
          <a:fillRef idx="0">
            <a:srgbClr val="FFFFFF"/>
          </a:fillRef>
          <a:effectRef idx="0">
            <a:srgbClr val="FFFFFF"/>
          </a:effectRef>
          <a:fontRef idx="minor">
            <a:schemeClr val="tx1"/>
          </a:fontRef>
        </p:style>
      </p:cxnSp>
      <p:sp>
        <p:nvSpPr>
          <p:cNvPr id="1398" name="任意多边形: 形状 1397"/>
          <p:cNvSpPr/>
          <p:nvPr>
            <p:custDataLst>
              <p:tags r:id="rId5"/>
            </p:custDataLst>
          </p:nvPr>
        </p:nvSpPr>
        <p:spPr>
          <a:xfrm>
            <a:off x="635635" y="5552440"/>
            <a:ext cx="631190" cy="631190"/>
          </a:xfrm>
          <a:custGeom>
            <a:avLst/>
            <a:gdLst>
              <a:gd name="connsiteX0" fmla="*/ 35521 w 1877718"/>
              <a:gd name="connsiteY0" fmla="*/ 850803 h 1863247"/>
              <a:gd name="connsiteX1" fmla="*/ 865299 w 1877718"/>
              <a:gd name="connsiteY1" fmla="*/ 21025 h 1863247"/>
              <a:gd name="connsiteX2" fmla="*/ 1026916 w 1877718"/>
              <a:gd name="connsiteY2" fmla="*/ 21050 h 1863247"/>
              <a:gd name="connsiteX3" fmla="*/ 1856694 w 1877718"/>
              <a:gd name="connsiteY3" fmla="*/ 850828 h 1863247"/>
              <a:gd name="connsiteX4" fmla="*/ 1856669 w 1877718"/>
              <a:gd name="connsiteY4" fmla="*/ 1012446 h 1863247"/>
              <a:gd name="connsiteX5" fmla="*/ 1026891 w 1877718"/>
              <a:gd name="connsiteY5" fmla="*/ 1842223 h 1863247"/>
              <a:gd name="connsiteX6" fmla="*/ 865274 w 1877718"/>
              <a:gd name="connsiteY6" fmla="*/ 1842198 h 1863247"/>
              <a:gd name="connsiteX7" fmla="*/ 35496 w 1877718"/>
              <a:gd name="connsiteY7" fmla="*/ 1012420 h 1863247"/>
              <a:gd name="connsiteX8" fmla="*/ 35521 w 1877718"/>
              <a:gd name="connsiteY8" fmla="*/ 850803 h 1863247"/>
              <a:gd name="connsiteX0-1" fmla="*/ 35521 w 1877718"/>
              <a:gd name="connsiteY0-2" fmla="*/ 850803 h 1863247"/>
              <a:gd name="connsiteX1-3" fmla="*/ 865299 w 1877718"/>
              <a:gd name="connsiteY1-4" fmla="*/ 21025 h 1863247"/>
              <a:gd name="connsiteX2-5" fmla="*/ 1026916 w 1877718"/>
              <a:gd name="connsiteY2-6" fmla="*/ 21050 h 1863247"/>
              <a:gd name="connsiteX3-7" fmla="*/ 1856694 w 1877718"/>
              <a:gd name="connsiteY3-8" fmla="*/ 850828 h 1863247"/>
              <a:gd name="connsiteX4-9" fmla="*/ 1856669 w 1877718"/>
              <a:gd name="connsiteY4-10" fmla="*/ 1012446 h 1863247"/>
              <a:gd name="connsiteX5-11" fmla="*/ 1026891 w 1877718"/>
              <a:gd name="connsiteY5-12" fmla="*/ 1842223 h 1863247"/>
              <a:gd name="connsiteX6-13" fmla="*/ 865274 w 1877718"/>
              <a:gd name="connsiteY6-14" fmla="*/ 1842198 h 1863247"/>
              <a:gd name="connsiteX7-15" fmla="*/ 35496 w 1877718"/>
              <a:gd name="connsiteY7-16" fmla="*/ 1012420 h 1863247"/>
              <a:gd name="connsiteX8-17" fmla="*/ 35521 w 1877718"/>
              <a:gd name="connsiteY8-18" fmla="*/ 850803 h 1863247"/>
              <a:gd name="connsiteX0-19" fmla="*/ 35521 w 1877718"/>
              <a:gd name="connsiteY0-20" fmla="*/ 850813 h 1863257"/>
              <a:gd name="connsiteX1-21" fmla="*/ 865299 w 1877718"/>
              <a:gd name="connsiteY1-22" fmla="*/ 21035 h 1863257"/>
              <a:gd name="connsiteX2-23" fmla="*/ 1026916 w 1877718"/>
              <a:gd name="connsiteY2-24" fmla="*/ 21060 h 1863257"/>
              <a:gd name="connsiteX3-25" fmla="*/ 1856694 w 1877718"/>
              <a:gd name="connsiteY3-26" fmla="*/ 850838 h 1863257"/>
              <a:gd name="connsiteX4-27" fmla="*/ 1856669 w 1877718"/>
              <a:gd name="connsiteY4-28" fmla="*/ 1012456 h 1863257"/>
              <a:gd name="connsiteX5-29" fmla="*/ 1026891 w 1877718"/>
              <a:gd name="connsiteY5-30" fmla="*/ 1842233 h 1863257"/>
              <a:gd name="connsiteX6-31" fmla="*/ 865274 w 1877718"/>
              <a:gd name="connsiteY6-32" fmla="*/ 1842208 h 1863257"/>
              <a:gd name="connsiteX7-33" fmla="*/ 35496 w 1877718"/>
              <a:gd name="connsiteY7-34" fmla="*/ 1012430 h 1863257"/>
              <a:gd name="connsiteX8-35" fmla="*/ 35521 w 1877718"/>
              <a:gd name="connsiteY8-36" fmla="*/ 850813 h 1863257"/>
              <a:gd name="connsiteX0-37" fmla="*/ 35521 w 1877718"/>
              <a:gd name="connsiteY0-38" fmla="*/ 865273 h 1877717"/>
              <a:gd name="connsiteX1-39" fmla="*/ 865299 w 1877718"/>
              <a:gd name="connsiteY1-40" fmla="*/ 35495 h 1877717"/>
              <a:gd name="connsiteX2-41" fmla="*/ 1026916 w 1877718"/>
              <a:gd name="connsiteY2-42" fmla="*/ 35520 h 1877717"/>
              <a:gd name="connsiteX3-43" fmla="*/ 1856694 w 1877718"/>
              <a:gd name="connsiteY3-44" fmla="*/ 865298 h 1877717"/>
              <a:gd name="connsiteX4-45" fmla="*/ 1856669 w 1877718"/>
              <a:gd name="connsiteY4-46" fmla="*/ 1026916 h 1877717"/>
              <a:gd name="connsiteX5-47" fmla="*/ 1026891 w 1877718"/>
              <a:gd name="connsiteY5-48" fmla="*/ 1856693 h 1877717"/>
              <a:gd name="connsiteX6-49" fmla="*/ 865274 w 1877718"/>
              <a:gd name="connsiteY6-50" fmla="*/ 1856668 h 1877717"/>
              <a:gd name="connsiteX7-51" fmla="*/ 35496 w 1877718"/>
              <a:gd name="connsiteY7-52" fmla="*/ 1026890 h 1877717"/>
              <a:gd name="connsiteX8-53" fmla="*/ 35521 w 1877718"/>
              <a:gd name="connsiteY8-54" fmla="*/ 865273 h 1877717"/>
              <a:gd name="connsiteX0-55" fmla="*/ 35521 w 1877718"/>
              <a:gd name="connsiteY0-56" fmla="*/ 865273 h 1877717"/>
              <a:gd name="connsiteX1-57" fmla="*/ 865299 w 1877718"/>
              <a:gd name="connsiteY1-58" fmla="*/ 35495 h 1877717"/>
              <a:gd name="connsiteX2-59" fmla="*/ 1026916 w 1877718"/>
              <a:gd name="connsiteY2-60" fmla="*/ 35520 h 1877717"/>
              <a:gd name="connsiteX3-61" fmla="*/ 1856694 w 1877718"/>
              <a:gd name="connsiteY3-62" fmla="*/ 865298 h 1877717"/>
              <a:gd name="connsiteX4-63" fmla="*/ 1856669 w 1877718"/>
              <a:gd name="connsiteY4-64" fmla="*/ 1026916 h 1877717"/>
              <a:gd name="connsiteX5-65" fmla="*/ 1026891 w 1877718"/>
              <a:gd name="connsiteY5-66" fmla="*/ 1856693 h 1877717"/>
              <a:gd name="connsiteX6-67" fmla="*/ 865274 w 1877718"/>
              <a:gd name="connsiteY6-68" fmla="*/ 1856668 h 1877717"/>
              <a:gd name="connsiteX7-69" fmla="*/ 35496 w 1877718"/>
              <a:gd name="connsiteY7-70" fmla="*/ 1026890 h 1877717"/>
              <a:gd name="connsiteX8-71" fmla="*/ 35521 w 1877718"/>
              <a:gd name="connsiteY8-72" fmla="*/ 865273 h 1877717"/>
              <a:gd name="connsiteX0-73" fmla="*/ 35521 w 1877718"/>
              <a:gd name="connsiteY0-74" fmla="*/ 865273 h 1877717"/>
              <a:gd name="connsiteX1-75" fmla="*/ 865299 w 1877718"/>
              <a:gd name="connsiteY1-76" fmla="*/ 35495 h 1877717"/>
              <a:gd name="connsiteX2-77" fmla="*/ 1026916 w 1877718"/>
              <a:gd name="connsiteY2-78" fmla="*/ 35520 h 1877717"/>
              <a:gd name="connsiteX3-79" fmla="*/ 1856694 w 1877718"/>
              <a:gd name="connsiteY3-80" fmla="*/ 865298 h 1877717"/>
              <a:gd name="connsiteX4-81" fmla="*/ 1856669 w 1877718"/>
              <a:gd name="connsiteY4-82" fmla="*/ 1026916 h 1877717"/>
              <a:gd name="connsiteX5-83" fmla="*/ 1026891 w 1877718"/>
              <a:gd name="connsiteY5-84" fmla="*/ 1856693 h 1877717"/>
              <a:gd name="connsiteX6-85" fmla="*/ 865274 w 1877718"/>
              <a:gd name="connsiteY6-86" fmla="*/ 1856668 h 1877717"/>
              <a:gd name="connsiteX7-87" fmla="*/ 35496 w 1877718"/>
              <a:gd name="connsiteY7-88" fmla="*/ 1026890 h 1877717"/>
              <a:gd name="connsiteX8-89" fmla="*/ 35521 w 1877718"/>
              <a:gd name="connsiteY8-90" fmla="*/ 865273 h 1877717"/>
              <a:gd name="connsiteX0-91" fmla="*/ 35521 w 1877729"/>
              <a:gd name="connsiteY0-92" fmla="*/ 865273 h 1877717"/>
              <a:gd name="connsiteX1-93" fmla="*/ 865299 w 1877729"/>
              <a:gd name="connsiteY1-94" fmla="*/ 35495 h 1877717"/>
              <a:gd name="connsiteX2-95" fmla="*/ 1026916 w 1877729"/>
              <a:gd name="connsiteY2-96" fmla="*/ 35520 h 1877717"/>
              <a:gd name="connsiteX3-97" fmla="*/ 1856694 w 1877729"/>
              <a:gd name="connsiteY3-98" fmla="*/ 865298 h 1877717"/>
              <a:gd name="connsiteX4-99" fmla="*/ 1856669 w 1877729"/>
              <a:gd name="connsiteY4-100" fmla="*/ 1026916 h 1877717"/>
              <a:gd name="connsiteX5-101" fmla="*/ 1026891 w 1877729"/>
              <a:gd name="connsiteY5-102" fmla="*/ 1856693 h 1877717"/>
              <a:gd name="connsiteX6-103" fmla="*/ 865274 w 1877729"/>
              <a:gd name="connsiteY6-104" fmla="*/ 1856668 h 1877717"/>
              <a:gd name="connsiteX7-105" fmla="*/ 35496 w 1877729"/>
              <a:gd name="connsiteY7-106" fmla="*/ 1026890 h 1877717"/>
              <a:gd name="connsiteX8-107" fmla="*/ 35521 w 1877729"/>
              <a:gd name="connsiteY8-108" fmla="*/ 865273 h 1877717"/>
              <a:gd name="connsiteX0-109" fmla="*/ 35521 w 1892189"/>
              <a:gd name="connsiteY0-110" fmla="*/ 865273 h 1877717"/>
              <a:gd name="connsiteX1-111" fmla="*/ 865299 w 1892189"/>
              <a:gd name="connsiteY1-112" fmla="*/ 35495 h 1877717"/>
              <a:gd name="connsiteX2-113" fmla="*/ 1026916 w 1892189"/>
              <a:gd name="connsiteY2-114" fmla="*/ 35520 h 1877717"/>
              <a:gd name="connsiteX3-115" fmla="*/ 1856694 w 1892189"/>
              <a:gd name="connsiteY3-116" fmla="*/ 865298 h 1877717"/>
              <a:gd name="connsiteX4-117" fmla="*/ 1856669 w 1892189"/>
              <a:gd name="connsiteY4-118" fmla="*/ 1026916 h 1877717"/>
              <a:gd name="connsiteX5-119" fmla="*/ 1026891 w 1892189"/>
              <a:gd name="connsiteY5-120" fmla="*/ 1856693 h 1877717"/>
              <a:gd name="connsiteX6-121" fmla="*/ 865274 w 1892189"/>
              <a:gd name="connsiteY6-122" fmla="*/ 1856668 h 1877717"/>
              <a:gd name="connsiteX7-123" fmla="*/ 35496 w 1892189"/>
              <a:gd name="connsiteY7-124" fmla="*/ 1026890 h 1877717"/>
              <a:gd name="connsiteX8-125" fmla="*/ 35521 w 1892189"/>
              <a:gd name="connsiteY8-126" fmla="*/ 865273 h 1877717"/>
              <a:gd name="connsiteX0-127" fmla="*/ 35521 w 1892189"/>
              <a:gd name="connsiteY0-128" fmla="*/ 865273 h 1877717"/>
              <a:gd name="connsiteX1-129" fmla="*/ 865299 w 1892189"/>
              <a:gd name="connsiteY1-130" fmla="*/ 35495 h 1877717"/>
              <a:gd name="connsiteX2-131" fmla="*/ 1026916 w 1892189"/>
              <a:gd name="connsiteY2-132" fmla="*/ 35520 h 1877717"/>
              <a:gd name="connsiteX3-133" fmla="*/ 1856694 w 1892189"/>
              <a:gd name="connsiteY3-134" fmla="*/ 865298 h 1877717"/>
              <a:gd name="connsiteX4-135" fmla="*/ 1856669 w 1892189"/>
              <a:gd name="connsiteY4-136" fmla="*/ 1026916 h 1877717"/>
              <a:gd name="connsiteX5-137" fmla="*/ 1026891 w 1892189"/>
              <a:gd name="connsiteY5-138" fmla="*/ 1856693 h 1877717"/>
              <a:gd name="connsiteX6-139" fmla="*/ 865274 w 1892189"/>
              <a:gd name="connsiteY6-140" fmla="*/ 1856668 h 1877717"/>
              <a:gd name="connsiteX7-141" fmla="*/ 35496 w 1892189"/>
              <a:gd name="connsiteY7-142" fmla="*/ 1026890 h 1877717"/>
              <a:gd name="connsiteX8-143" fmla="*/ 35521 w 1892189"/>
              <a:gd name="connsiteY8-144" fmla="*/ 865273 h 1877717"/>
              <a:gd name="connsiteX0-145" fmla="*/ 35521 w 1892189"/>
              <a:gd name="connsiteY0-146" fmla="*/ 865273 h 1877717"/>
              <a:gd name="connsiteX1-147" fmla="*/ 865299 w 1892189"/>
              <a:gd name="connsiteY1-148" fmla="*/ 35495 h 1877717"/>
              <a:gd name="connsiteX2-149" fmla="*/ 1026916 w 1892189"/>
              <a:gd name="connsiteY2-150" fmla="*/ 35520 h 1877717"/>
              <a:gd name="connsiteX3-151" fmla="*/ 1856694 w 1892189"/>
              <a:gd name="connsiteY3-152" fmla="*/ 865298 h 1877717"/>
              <a:gd name="connsiteX4-153" fmla="*/ 1856669 w 1892189"/>
              <a:gd name="connsiteY4-154" fmla="*/ 1026916 h 1877717"/>
              <a:gd name="connsiteX5-155" fmla="*/ 1026891 w 1892189"/>
              <a:gd name="connsiteY5-156" fmla="*/ 1856693 h 1877717"/>
              <a:gd name="connsiteX6-157" fmla="*/ 865274 w 1892189"/>
              <a:gd name="connsiteY6-158" fmla="*/ 1856668 h 1877717"/>
              <a:gd name="connsiteX7-159" fmla="*/ 35496 w 1892189"/>
              <a:gd name="connsiteY7-160" fmla="*/ 1026890 h 1877717"/>
              <a:gd name="connsiteX8-161" fmla="*/ 35521 w 1892189"/>
              <a:gd name="connsiteY8-162" fmla="*/ 865273 h 1877717"/>
              <a:gd name="connsiteX0-163" fmla="*/ 35521 w 1892189"/>
              <a:gd name="connsiteY0-164" fmla="*/ 865273 h 1877728"/>
              <a:gd name="connsiteX1-165" fmla="*/ 865299 w 1892189"/>
              <a:gd name="connsiteY1-166" fmla="*/ 35495 h 1877728"/>
              <a:gd name="connsiteX2-167" fmla="*/ 1026916 w 1892189"/>
              <a:gd name="connsiteY2-168" fmla="*/ 35520 h 1877728"/>
              <a:gd name="connsiteX3-169" fmla="*/ 1856694 w 1892189"/>
              <a:gd name="connsiteY3-170" fmla="*/ 865298 h 1877728"/>
              <a:gd name="connsiteX4-171" fmla="*/ 1856669 w 1892189"/>
              <a:gd name="connsiteY4-172" fmla="*/ 1026916 h 1877728"/>
              <a:gd name="connsiteX5-173" fmla="*/ 1026891 w 1892189"/>
              <a:gd name="connsiteY5-174" fmla="*/ 1856693 h 1877728"/>
              <a:gd name="connsiteX6-175" fmla="*/ 865274 w 1892189"/>
              <a:gd name="connsiteY6-176" fmla="*/ 1856668 h 1877728"/>
              <a:gd name="connsiteX7-177" fmla="*/ 35496 w 1892189"/>
              <a:gd name="connsiteY7-178" fmla="*/ 1026890 h 1877728"/>
              <a:gd name="connsiteX8-179" fmla="*/ 35521 w 1892189"/>
              <a:gd name="connsiteY8-180" fmla="*/ 865273 h 1877728"/>
              <a:gd name="connsiteX0-181" fmla="*/ 35521 w 1892189"/>
              <a:gd name="connsiteY0-182" fmla="*/ 865273 h 1892188"/>
              <a:gd name="connsiteX1-183" fmla="*/ 865299 w 1892189"/>
              <a:gd name="connsiteY1-184" fmla="*/ 35495 h 1892188"/>
              <a:gd name="connsiteX2-185" fmla="*/ 1026916 w 1892189"/>
              <a:gd name="connsiteY2-186" fmla="*/ 35520 h 1892188"/>
              <a:gd name="connsiteX3-187" fmla="*/ 1856694 w 1892189"/>
              <a:gd name="connsiteY3-188" fmla="*/ 865298 h 1892188"/>
              <a:gd name="connsiteX4-189" fmla="*/ 1856669 w 1892189"/>
              <a:gd name="connsiteY4-190" fmla="*/ 1026916 h 1892188"/>
              <a:gd name="connsiteX5-191" fmla="*/ 1026891 w 1892189"/>
              <a:gd name="connsiteY5-192" fmla="*/ 1856693 h 1892188"/>
              <a:gd name="connsiteX6-193" fmla="*/ 865274 w 1892189"/>
              <a:gd name="connsiteY6-194" fmla="*/ 1856668 h 1892188"/>
              <a:gd name="connsiteX7-195" fmla="*/ 35496 w 1892189"/>
              <a:gd name="connsiteY7-196" fmla="*/ 1026890 h 1892188"/>
              <a:gd name="connsiteX8-197" fmla="*/ 35521 w 1892189"/>
              <a:gd name="connsiteY8-198" fmla="*/ 865273 h 1892188"/>
              <a:gd name="connsiteX0-199" fmla="*/ 35521 w 1892189"/>
              <a:gd name="connsiteY0-200" fmla="*/ 865273 h 1892188"/>
              <a:gd name="connsiteX1-201" fmla="*/ 865299 w 1892189"/>
              <a:gd name="connsiteY1-202" fmla="*/ 35495 h 1892188"/>
              <a:gd name="connsiteX2-203" fmla="*/ 1026916 w 1892189"/>
              <a:gd name="connsiteY2-204" fmla="*/ 35520 h 1892188"/>
              <a:gd name="connsiteX3-205" fmla="*/ 1856694 w 1892189"/>
              <a:gd name="connsiteY3-206" fmla="*/ 865298 h 1892188"/>
              <a:gd name="connsiteX4-207" fmla="*/ 1856669 w 1892189"/>
              <a:gd name="connsiteY4-208" fmla="*/ 1026916 h 1892188"/>
              <a:gd name="connsiteX5-209" fmla="*/ 1026891 w 1892189"/>
              <a:gd name="connsiteY5-210" fmla="*/ 1856693 h 1892188"/>
              <a:gd name="connsiteX6-211" fmla="*/ 865274 w 1892189"/>
              <a:gd name="connsiteY6-212" fmla="*/ 1856668 h 1892188"/>
              <a:gd name="connsiteX7-213" fmla="*/ 35496 w 1892189"/>
              <a:gd name="connsiteY7-214" fmla="*/ 1026890 h 1892188"/>
              <a:gd name="connsiteX8-215" fmla="*/ 35521 w 1892189"/>
              <a:gd name="connsiteY8-216" fmla="*/ 865273 h 1892188"/>
              <a:gd name="connsiteX0-217" fmla="*/ 35521 w 1892189"/>
              <a:gd name="connsiteY0-218" fmla="*/ 865273 h 1892188"/>
              <a:gd name="connsiteX1-219" fmla="*/ 865299 w 1892189"/>
              <a:gd name="connsiteY1-220" fmla="*/ 35495 h 1892188"/>
              <a:gd name="connsiteX2-221" fmla="*/ 1026916 w 1892189"/>
              <a:gd name="connsiteY2-222" fmla="*/ 35520 h 1892188"/>
              <a:gd name="connsiteX3-223" fmla="*/ 1856694 w 1892189"/>
              <a:gd name="connsiteY3-224" fmla="*/ 865298 h 1892188"/>
              <a:gd name="connsiteX4-225" fmla="*/ 1856669 w 1892189"/>
              <a:gd name="connsiteY4-226" fmla="*/ 1026916 h 1892188"/>
              <a:gd name="connsiteX5-227" fmla="*/ 1026891 w 1892189"/>
              <a:gd name="connsiteY5-228" fmla="*/ 1856693 h 1892188"/>
              <a:gd name="connsiteX6-229" fmla="*/ 865274 w 1892189"/>
              <a:gd name="connsiteY6-230" fmla="*/ 1856668 h 1892188"/>
              <a:gd name="connsiteX7-231" fmla="*/ 35496 w 1892189"/>
              <a:gd name="connsiteY7-232" fmla="*/ 1026890 h 1892188"/>
              <a:gd name="connsiteX8-233" fmla="*/ 35521 w 1892189"/>
              <a:gd name="connsiteY8-234" fmla="*/ 865273 h 1892188"/>
              <a:gd name="connsiteX0-235" fmla="*/ 35521 w 1892189"/>
              <a:gd name="connsiteY0-236" fmla="*/ 865273 h 1892188"/>
              <a:gd name="connsiteX1-237" fmla="*/ 865299 w 1892189"/>
              <a:gd name="connsiteY1-238" fmla="*/ 35495 h 1892188"/>
              <a:gd name="connsiteX2-239" fmla="*/ 1026916 w 1892189"/>
              <a:gd name="connsiteY2-240" fmla="*/ 35520 h 1892188"/>
              <a:gd name="connsiteX3-241" fmla="*/ 1856694 w 1892189"/>
              <a:gd name="connsiteY3-242" fmla="*/ 865298 h 1892188"/>
              <a:gd name="connsiteX4-243" fmla="*/ 1856669 w 1892189"/>
              <a:gd name="connsiteY4-244" fmla="*/ 1026916 h 1892188"/>
              <a:gd name="connsiteX5-245" fmla="*/ 1026891 w 1892189"/>
              <a:gd name="connsiteY5-246" fmla="*/ 1856693 h 1892188"/>
              <a:gd name="connsiteX6-247" fmla="*/ 865274 w 1892189"/>
              <a:gd name="connsiteY6-248" fmla="*/ 1856668 h 1892188"/>
              <a:gd name="connsiteX7-249" fmla="*/ 35496 w 1892189"/>
              <a:gd name="connsiteY7-250" fmla="*/ 1026890 h 1892188"/>
              <a:gd name="connsiteX8-251" fmla="*/ 35521 w 1892189"/>
              <a:gd name="connsiteY8-252" fmla="*/ 865273 h 189218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1892189" h="1892188">
                <a:moveTo>
                  <a:pt x="35521" y="865273"/>
                </a:moveTo>
                <a:cubicBezTo>
                  <a:pt x="35521" y="865273"/>
                  <a:pt x="865299" y="35495"/>
                  <a:pt x="865299" y="35495"/>
                </a:cubicBezTo>
                <a:cubicBezTo>
                  <a:pt x="912643" y="-11849"/>
                  <a:pt x="979572" y="-11824"/>
                  <a:pt x="1026916" y="35520"/>
                </a:cubicBezTo>
                <a:cubicBezTo>
                  <a:pt x="1026916" y="35520"/>
                  <a:pt x="1856694" y="865298"/>
                  <a:pt x="1856694" y="865298"/>
                </a:cubicBezTo>
                <a:cubicBezTo>
                  <a:pt x="1904038" y="912642"/>
                  <a:pt x="1904013" y="979572"/>
                  <a:pt x="1856669" y="1026916"/>
                </a:cubicBezTo>
                <a:cubicBezTo>
                  <a:pt x="1856669" y="1026916"/>
                  <a:pt x="1026891" y="1856693"/>
                  <a:pt x="1026891" y="1856693"/>
                </a:cubicBezTo>
                <a:cubicBezTo>
                  <a:pt x="979547" y="1904037"/>
                  <a:pt x="912618" y="1904011"/>
                  <a:pt x="865274" y="1856668"/>
                </a:cubicBezTo>
                <a:cubicBezTo>
                  <a:pt x="865274" y="1856667"/>
                  <a:pt x="35496" y="1026889"/>
                  <a:pt x="35496" y="1026890"/>
                </a:cubicBezTo>
                <a:cubicBezTo>
                  <a:pt x="-11848" y="979545"/>
                  <a:pt x="-11823" y="912617"/>
                  <a:pt x="35521" y="865273"/>
                </a:cubicBezTo>
                <a:close/>
              </a:path>
            </a:pathLst>
          </a:custGeom>
          <a:solidFill>
            <a:schemeClr val="accent1">
              <a:alpha val="2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zh-CN" altLang="en-US">
              <a:sym typeface="+mn-ea"/>
            </a:endParaRPr>
          </a:p>
        </p:txBody>
      </p:sp>
      <p:sp>
        <p:nvSpPr>
          <p:cNvPr id="4" name="任意多边形: 形状 1397"/>
          <p:cNvSpPr/>
          <p:nvPr>
            <p:custDataLst>
              <p:tags r:id="rId6"/>
            </p:custDataLst>
          </p:nvPr>
        </p:nvSpPr>
        <p:spPr>
          <a:xfrm>
            <a:off x="1092835" y="5670550"/>
            <a:ext cx="395605" cy="395605"/>
          </a:xfrm>
          <a:custGeom>
            <a:avLst/>
            <a:gdLst>
              <a:gd name="connsiteX0" fmla="*/ 35521 w 1877718"/>
              <a:gd name="connsiteY0" fmla="*/ 850803 h 1863247"/>
              <a:gd name="connsiteX1" fmla="*/ 865299 w 1877718"/>
              <a:gd name="connsiteY1" fmla="*/ 21025 h 1863247"/>
              <a:gd name="connsiteX2" fmla="*/ 1026916 w 1877718"/>
              <a:gd name="connsiteY2" fmla="*/ 21050 h 1863247"/>
              <a:gd name="connsiteX3" fmla="*/ 1856694 w 1877718"/>
              <a:gd name="connsiteY3" fmla="*/ 850828 h 1863247"/>
              <a:gd name="connsiteX4" fmla="*/ 1856669 w 1877718"/>
              <a:gd name="connsiteY4" fmla="*/ 1012446 h 1863247"/>
              <a:gd name="connsiteX5" fmla="*/ 1026891 w 1877718"/>
              <a:gd name="connsiteY5" fmla="*/ 1842223 h 1863247"/>
              <a:gd name="connsiteX6" fmla="*/ 865274 w 1877718"/>
              <a:gd name="connsiteY6" fmla="*/ 1842198 h 1863247"/>
              <a:gd name="connsiteX7" fmla="*/ 35496 w 1877718"/>
              <a:gd name="connsiteY7" fmla="*/ 1012420 h 1863247"/>
              <a:gd name="connsiteX8" fmla="*/ 35521 w 1877718"/>
              <a:gd name="connsiteY8" fmla="*/ 850803 h 1863247"/>
              <a:gd name="connsiteX0-1" fmla="*/ 35521 w 1877718"/>
              <a:gd name="connsiteY0-2" fmla="*/ 850803 h 1863247"/>
              <a:gd name="connsiteX1-3" fmla="*/ 865299 w 1877718"/>
              <a:gd name="connsiteY1-4" fmla="*/ 21025 h 1863247"/>
              <a:gd name="connsiteX2-5" fmla="*/ 1026916 w 1877718"/>
              <a:gd name="connsiteY2-6" fmla="*/ 21050 h 1863247"/>
              <a:gd name="connsiteX3-7" fmla="*/ 1856694 w 1877718"/>
              <a:gd name="connsiteY3-8" fmla="*/ 850828 h 1863247"/>
              <a:gd name="connsiteX4-9" fmla="*/ 1856669 w 1877718"/>
              <a:gd name="connsiteY4-10" fmla="*/ 1012446 h 1863247"/>
              <a:gd name="connsiteX5-11" fmla="*/ 1026891 w 1877718"/>
              <a:gd name="connsiteY5-12" fmla="*/ 1842223 h 1863247"/>
              <a:gd name="connsiteX6-13" fmla="*/ 865274 w 1877718"/>
              <a:gd name="connsiteY6-14" fmla="*/ 1842198 h 1863247"/>
              <a:gd name="connsiteX7-15" fmla="*/ 35496 w 1877718"/>
              <a:gd name="connsiteY7-16" fmla="*/ 1012420 h 1863247"/>
              <a:gd name="connsiteX8-17" fmla="*/ 35521 w 1877718"/>
              <a:gd name="connsiteY8-18" fmla="*/ 850803 h 1863247"/>
              <a:gd name="connsiteX0-19" fmla="*/ 35521 w 1877718"/>
              <a:gd name="connsiteY0-20" fmla="*/ 850813 h 1863257"/>
              <a:gd name="connsiteX1-21" fmla="*/ 865299 w 1877718"/>
              <a:gd name="connsiteY1-22" fmla="*/ 21035 h 1863257"/>
              <a:gd name="connsiteX2-23" fmla="*/ 1026916 w 1877718"/>
              <a:gd name="connsiteY2-24" fmla="*/ 21060 h 1863257"/>
              <a:gd name="connsiteX3-25" fmla="*/ 1856694 w 1877718"/>
              <a:gd name="connsiteY3-26" fmla="*/ 850838 h 1863257"/>
              <a:gd name="connsiteX4-27" fmla="*/ 1856669 w 1877718"/>
              <a:gd name="connsiteY4-28" fmla="*/ 1012456 h 1863257"/>
              <a:gd name="connsiteX5-29" fmla="*/ 1026891 w 1877718"/>
              <a:gd name="connsiteY5-30" fmla="*/ 1842233 h 1863257"/>
              <a:gd name="connsiteX6-31" fmla="*/ 865274 w 1877718"/>
              <a:gd name="connsiteY6-32" fmla="*/ 1842208 h 1863257"/>
              <a:gd name="connsiteX7-33" fmla="*/ 35496 w 1877718"/>
              <a:gd name="connsiteY7-34" fmla="*/ 1012430 h 1863257"/>
              <a:gd name="connsiteX8-35" fmla="*/ 35521 w 1877718"/>
              <a:gd name="connsiteY8-36" fmla="*/ 850813 h 1863257"/>
              <a:gd name="connsiteX0-37" fmla="*/ 35521 w 1877718"/>
              <a:gd name="connsiteY0-38" fmla="*/ 865273 h 1877717"/>
              <a:gd name="connsiteX1-39" fmla="*/ 865299 w 1877718"/>
              <a:gd name="connsiteY1-40" fmla="*/ 35495 h 1877717"/>
              <a:gd name="connsiteX2-41" fmla="*/ 1026916 w 1877718"/>
              <a:gd name="connsiteY2-42" fmla="*/ 35520 h 1877717"/>
              <a:gd name="connsiteX3-43" fmla="*/ 1856694 w 1877718"/>
              <a:gd name="connsiteY3-44" fmla="*/ 865298 h 1877717"/>
              <a:gd name="connsiteX4-45" fmla="*/ 1856669 w 1877718"/>
              <a:gd name="connsiteY4-46" fmla="*/ 1026916 h 1877717"/>
              <a:gd name="connsiteX5-47" fmla="*/ 1026891 w 1877718"/>
              <a:gd name="connsiteY5-48" fmla="*/ 1856693 h 1877717"/>
              <a:gd name="connsiteX6-49" fmla="*/ 865274 w 1877718"/>
              <a:gd name="connsiteY6-50" fmla="*/ 1856668 h 1877717"/>
              <a:gd name="connsiteX7-51" fmla="*/ 35496 w 1877718"/>
              <a:gd name="connsiteY7-52" fmla="*/ 1026890 h 1877717"/>
              <a:gd name="connsiteX8-53" fmla="*/ 35521 w 1877718"/>
              <a:gd name="connsiteY8-54" fmla="*/ 865273 h 1877717"/>
              <a:gd name="connsiteX0-55" fmla="*/ 35521 w 1877718"/>
              <a:gd name="connsiteY0-56" fmla="*/ 865273 h 1877717"/>
              <a:gd name="connsiteX1-57" fmla="*/ 865299 w 1877718"/>
              <a:gd name="connsiteY1-58" fmla="*/ 35495 h 1877717"/>
              <a:gd name="connsiteX2-59" fmla="*/ 1026916 w 1877718"/>
              <a:gd name="connsiteY2-60" fmla="*/ 35520 h 1877717"/>
              <a:gd name="connsiteX3-61" fmla="*/ 1856694 w 1877718"/>
              <a:gd name="connsiteY3-62" fmla="*/ 865298 h 1877717"/>
              <a:gd name="connsiteX4-63" fmla="*/ 1856669 w 1877718"/>
              <a:gd name="connsiteY4-64" fmla="*/ 1026916 h 1877717"/>
              <a:gd name="connsiteX5-65" fmla="*/ 1026891 w 1877718"/>
              <a:gd name="connsiteY5-66" fmla="*/ 1856693 h 1877717"/>
              <a:gd name="connsiteX6-67" fmla="*/ 865274 w 1877718"/>
              <a:gd name="connsiteY6-68" fmla="*/ 1856668 h 1877717"/>
              <a:gd name="connsiteX7-69" fmla="*/ 35496 w 1877718"/>
              <a:gd name="connsiteY7-70" fmla="*/ 1026890 h 1877717"/>
              <a:gd name="connsiteX8-71" fmla="*/ 35521 w 1877718"/>
              <a:gd name="connsiteY8-72" fmla="*/ 865273 h 1877717"/>
              <a:gd name="connsiteX0-73" fmla="*/ 35521 w 1877718"/>
              <a:gd name="connsiteY0-74" fmla="*/ 865273 h 1877717"/>
              <a:gd name="connsiteX1-75" fmla="*/ 865299 w 1877718"/>
              <a:gd name="connsiteY1-76" fmla="*/ 35495 h 1877717"/>
              <a:gd name="connsiteX2-77" fmla="*/ 1026916 w 1877718"/>
              <a:gd name="connsiteY2-78" fmla="*/ 35520 h 1877717"/>
              <a:gd name="connsiteX3-79" fmla="*/ 1856694 w 1877718"/>
              <a:gd name="connsiteY3-80" fmla="*/ 865298 h 1877717"/>
              <a:gd name="connsiteX4-81" fmla="*/ 1856669 w 1877718"/>
              <a:gd name="connsiteY4-82" fmla="*/ 1026916 h 1877717"/>
              <a:gd name="connsiteX5-83" fmla="*/ 1026891 w 1877718"/>
              <a:gd name="connsiteY5-84" fmla="*/ 1856693 h 1877717"/>
              <a:gd name="connsiteX6-85" fmla="*/ 865274 w 1877718"/>
              <a:gd name="connsiteY6-86" fmla="*/ 1856668 h 1877717"/>
              <a:gd name="connsiteX7-87" fmla="*/ 35496 w 1877718"/>
              <a:gd name="connsiteY7-88" fmla="*/ 1026890 h 1877717"/>
              <a:gd name="connsiteX8-89" fmla="*/ 35521 w 1877718"/>
              <a:gd name="connsiteY8-90" fmla="*/ 865273 h 1877717"/>
              <a:gd name="connsiteX0-91" fmla="*/ 35521 w 1877729"/>
              <a:gd name="connsiteY0-92" fmla="*/ 865273 h 1877717"/>
              <a:gd name="connsiteX1-93" fmla="*/ 865299 w 1877729"/>
              <a:gd name="connsiteY1-94" fmla="*/ 35495 h 1877717"/>
              <a:gd name="connsiteX2-95" fmla="*/ 1026916 w 1877729"/>
              <a:gd name="connsiteY2-96" fmla="*/ 35520 h 1877717"/>
              <a:gd name="connsiteX3-97" fmla="*/ 1856694 w 1877729"/>
              <a:gd name="connsiteY3-98" fmla="*/ 865298 h 1877717"/>
              <a:gd name="connsiteX4-99" fmla="*/ 1856669 w 1877729"/>
              <a:gd name="connsiteY4-100" fmla="*/ 1026916 h 1877717"/>
              <a:gd name="connsiteX5-101" fmla="*/ 1026891 w 1877729"/>
              <a:gd name="connsiteY5-102" fmla="*/ 1856693 h 1877717"/>
              <a:gd name="connsiteX6-103" fmla="*/ 865274 w 1877729"/>
              <a:gd name="connsiteY6-104" fmla="*/ 1856668 h 1877717"/>
              <a:gd name="connsiteX7-105" fmla="*/ 35496 w 1877729"/>
              <a:gd name="connsiteY7-106" fmla="*/ 1026890 h 1877717"/>
              <a:gd name="connsiteX8-107" fmla="*/ 35521 w 1877729"/>
              <a:gd name="connsiteY8-108" fmla="*/ 865273 h 1877717"/>
              <a:gd name="connsiteX0-109" fmla="*/ 35521 w 1892189"/>
              <a:gd name="connsiteY0-110" fmla="*/ 865273 h 1877717"/>
              <a:gd name="connsiteX1-111" fmla="*/ 865299 w 1892189"/>
              <a:gd name="connsiteY1-112" fmla="*/ 35495 h 1877717"/>
              <a:gd name="connsiteX2-113" fmla="*/ 1026916 w 1892189"/>
              <a:gd name="connsiteY2-114" fmla="*/ 35520 h 1877717"/>
              <a:gd name="connsiteX3-115" fmla="*/ 1856694 w 1892189"/>
              <a:gd name="connsiteY3-116" fmla="*/ 865298 h 1877717"/>
              <a:gd name="connsiteX4-117" fmla="*/ 1856669 w 1892189"/>
              <a:gd name="connsiteY4-118" fmla="*/ 1026916 h 1877717"/>
              <a:gd name="connsiteX5-119" fmla="*/ 1026891 w 1892189"/>
              <a:gd name="connsiteY5-120" fmla="*/ 1856693 h 1877717"/>
              <a:gd name="connsiteX6-121" fmla="*/ 865274 w 1892189"/>
              <a:gd name="connsiteY6-122" fmla="*/ 1856668 h 1877717"/>
              <a:gd name="connsiteX7-123" fmla="*/ 35496 w 1892189"/>
              <a:gd name="connsiteY7-124" fmla="*/ 1026890 h 1877717"/>
              <a:gd name="connsiteX8-125" fmla="*/ 35521 w 1892189"/>
              <a:gd name="connsiteY8-126" fmla="*/ 865273 h 1877717"/>
              <a:gd name="connsiteX0-127" fmla="*/ 35521 w 1892189"/>
              <a:gd name="connsiteY0-128" fmla="*/ 865273 h 1877717"/>
              <a:gd name="connsiteX1-129" fmla="*/ 865299 w 1892189"/>
              <a:gd name="connsiteY1-130" fmla="*/ 35495 h 1877717"/>
              <a:gd name="connsiteX2-131" fmla="*/ 1026916 w 1892189"/>
              <a:gd name="connsiteY2-132" fmla="*/ 35520 h 1877717"/>
              <a:gd name="connsiteX3-133" fmla="*/ 1856694 w 1892189"/>
              <a:gd name="connsiteY3-134" fmla="*/ 865298 h 1877717"/>
              <a:gd name="connsiteX4-135" fmla="*/ 1856669 w 1892189"/>
              <a:gd name="connsiteY4-136" fmla="*/ 1026916 h 1877717"/>
              <a:gd name="connsiteX5-137" fmla="*/ 1026891 w 1892189"/>
              <a:gd name="connsiteY5-138" fmla="*/ 1856693 h 1877717"/>
              <a:gd name="connsiteX6-139" fmla="*/ 865274 w 1892189"/>
              <a:gd name="connsiteY6-140" fmla="*/ 1856668 h 1877717"/>
              <a:gd name="connsiteX7-141" fmla="*/ 35496 w 1892189"/>
              <a:gd name="connsiteY7-142" fmla="*/ 1026890 h 1877717"/>
              <a:gd name="connsiteX8-143" fmla="*/ 35521 w 1892189"/>
              <a:gd name="connsiteY8-144" fmla="*/ 865273 h 1877717"/>
              <a:gd name="connsiteX0-145" fmla="*/ 35521 w 1892189"/>
              <a:gd name="connsiteY0-146" fmla="*/ 865273 h 1877717"/>
              <a:gd name="connsiteX1-147" fmla="*/ 865299 w 1892189"/>
              <a:gd name="connsiteY1-148" fmla="*/ 35495 h 1877717"/>
              <a:gd name="connsiteX2-149" fmla="*/ 1026916 w 1892189"/>
              <a:gd name="connsiteY2-150" fmla="*/ 35520 h 1877717"/>
              <a:gd name="connsiteX3-151" fmla="*/ 1856694 w 1892189"/>
              <a:gd name="connsiteY3-152" fmla="*/ 865298 h 1877717"/>
              <a:gd name="connsiteX4-153" fmla="*/ 1856669 w 1892189"/>
              <a:gd name="connsiteY4-154" fmla="*/ 1026916 h 1877717"/>
              <a:gd name="connsiteX5-155" fmla="*/ 1026891 w 1892189"/>
              <a:gd name="connsiteY5-156" fmla="*/ 1856693 h 1877717"/>
              <a:gd name="connsiteX6-157" fmla="*/ 865274 w 1892189"/>
              <a:gd name="connsiteY6-158" fmla="*/ 1856668 h 1877717"/>
              <a:gd name="connsiteX7-159" fmla="*/ 35496 w 1892189"/>
              <a:gd name="connsiteY7-160" fmla="*/ 1026890 h 1877717"/>
              <a:gd name="connsiteX8-161" fmla="*/ 35521 w 1892189"/>
              <a:gd name="connsiteY8-162" fmla="*/ 865273 h 1877717"/>
              <a:gd name="connsiteX0-163" fmla="*/ 35521 w 1892189"/>
              <a:gd name="connsiteY0-164" fmla="*/ 865273 h 1877728"/>
              <a:gd name="connsiteX1-165" fmla="*/ 865299 w 1892189"/>
              <a:gd name="connsiteY1-166" fmla="*/ 35495 h 1877728"/>
              <a:gd name="connsiteX2-167" fmla="*/ 1026916 w 1892189"/>
              <a:gd name="connsiteY2-168" fmla="*/ 35520 h 1877728"/>
              <a:gd name="connsiteX3-169" fmla="*/ 1856694 w 1892189"/>
              <a:gd name="connsiteY3-170" fmla="*/ 865298 h 1877728"/>
              <a:gd name="connsiteX4-171" fmla="*/ 1856669 w 1892189"/>
              <a:gd name="connsiteY4-172" fmla="*/ 1026916 h 1877728"/>
              <a:gd name="connsiteX5-173" fmla="*/ 1026891 w 1892189"/>
              <a:gd name="connsiteY5-174" fmla="*/ 1856693 h 1877728"/>
              <a:gd name="connsiteX6-175" fmla="*/ 865274 w 1892189"/>
              <a:gd name="connsiteY6-176" fmla="*/ 1856668 h 1877728"/>
              <a:gd name="connsiteX7-177" fmla="*/ 35496 w 1892189"/>
              <a:gd name="connsiteY7-178" fmla="*/ 1026890 h 1877728"/>
              <a:gd name="connsiteX8-179" fmla="*/ 35521 w 1892189"/>
              <a:gd name="connsiteY8-180" fmla="*/ 865273 h 1877728"/>
              <a:gd name="connsiteX0-181" fmla="*/ 35521 w 1892189"/>
              <a:gd name="connsiteY0-182" fmla="*/ 865273 h 1892188"/>
              <a:gd name="connsiteX1-183" fmla="*/ 865299 w 1892189"/>
              <a:gd name="connsiteY1-184" fmla="*/ 35495 h 1892188"/>
              <a:gd name="connsiteX2-185" fmla="*/ 1026916 w 1892189"/>
              <a:gd name="connsiteY2-186" fmla="*/ 35520 h 1892188"/>
              <a:gd name="connsiteX3-187" fmla="*/ 1856694 w 1892189"/>
              <a:gd name="connsiteY3-188" fmla="*/ 865298 h 1892188"/>
              <a:gd name="connsiteX4-189" fmla="*/ 1856669 w 1892189"/>
              <a:gd name="connsiteY4-190" fmla="*/ 1026916 h 1892188"/>
              <a:gd name="connsiteX5-191" fmla="*/ 1026891 w 1892189"/>
              <a:gd name="connsiteY5-192" fmla="*/ 1856693 h 1892188"/>
              <a:gd name="connsiteX6-193" fmla="*/ 865274 w 1892189"/>
              <a:gd name="connsiteY6-194" fmla="*/ 1856668 h 1892188"/>
              <a:gd name="connsiteX7-195" fmla="*/ 35496 w 1892189"/>
              <a:gd name="connsiteY7-196" fmla="*/ 1026890 h 1892188"/>
              <a:gd name="connsiteX8-197" fmla="*/ 35521 w 1892189"/>
              <a:gd name="connsiteY8-198" fmla="*/ 865273 h 1892188"/>
              <a:gd name="connsiteX0-199" fmla="*/ 35521 w 1892189"/>
              <a:gd name="connsiteY0-200" fmla="*/ 865273 h 1892188"/>
              <a:gd name="connsiteX1-201" fmla="*/ 865299 w 1892189"/>
              <a:gd name="connsiteY1-202" fmla="*/ 35495 h 1892188"/>
              <a:gd name="connsiteX2-203" fmla="*/ 1026916 w 1892189"/>
              <a:gd name="connsiteY2-204" fmla="*/ 35520 h 1892188"/>
              <a:gd name="connsiteX3-205" fmla="*/ 1856694 w 1892189"/>
              <a:gd name="connsiteY3-206" fmla="*/ 865298 h 1892188"/>
              <a:gd name="connsiteX4-207" fmla="*/ 1856669 w 1892189"/>
              <a:gd name="connsiteY4-208" fmla="*/ 1026916 h 1892188"/>
              <a:gd name="connsiteX5-209" fmla="*/ 1026891 w 1892189"/>
              <a:gd name="connsiteY5-210" fmla="*/ 1856693 h 1892188"/>
              <a:gd name="connsiteX6-211" fmla="*/ 865274 w 1892189"/>
              <a:gd name="connsiteY6-212" fmla="*/ 1856668 h 1892188"/>
              <a:gd name="connsiteX7-213" fmla="*/ 35496 w 1892189"/>
              <a:gd name="connsiteY7-214" fmla="*/ 1026890 h 1892188"/>
              <a:gd name="connsiteX8-215" fmla="*/ 35521 w 1892189"/>
              <a:gd name="connsiteY8-216" fmla="*/ 865273 h 1892188"/>
              <a:gd name="connsiteX0-217" fmla="*/ 35521 w 1892189"/>
              <a:gd name="connsiteY0-218" fmla="*/ 865273 h 1892188"/>
              <a:gd name="connsiteX1-219" fmla="*/ 865299 w 1892189"/>
              <a:gd name="connsiteY1-220" fmla="*/ 35495 h 1892188"/>
              <a:gd name="connsiteX2-221" fmla="*/ 1026916 w 1892189"/>
              <a:gd name="connsiteY2-222" fmla="*/ 35520 h 1892188"/>
              <a:gd name="connsiteX3-223" fmla="*/ 1856694 w 1892189"/>
              <a:gd name="connsiteY3-224" fmla="*/ 865298 h 1892188"/>
              <a:gd name="connsiteX4-225" fmla="*/ 1856669 w 1892189"/>
              <a:gd name="connsiteY4-226" fmla="*/ 1026916 h 1892188"/>
              <a:gd name="connsiteX5-227" fmla="*/ 1026891 w 1892189"/>
              <a:gd name="connsiteY5-228" fmla="*/ 1856693 h 1892188"/>
              <a:gd name="connsiteX6-229" fmla="*/ 865274 w 1892189"/>
              <a:gd name="connsiteY6-230" fmla="*/ 1856668 h 1892188"/>
              <a:gd name="connsiteX7-231" fmla="*/ 35496 w 1892189"/>
              <a:gd name="connsiteY7-232" fmla="*/ 1026890 h 1892188"/>
              <a:gd name="connsiteX8-233" fmla="*/ 35521 w 1892189"/>
              <a:gd name="connsiteY8-234" fmla="*/ 865273 h 1892188"/>
              <a:gd name="connsiteX0-235" fmla="*/ 35521 w 1892189"/>
              <a:gd name="connsiteY0-236" fmla="*/ 865273 h 1892188"/>
              <a:gd name="connsiteX1-237" fmla="*/ 865299 w 1892189"/>
              <a:gd name="connsiteY1-238" fmla="*/ 35495 h 1892188"/>
              <a:gd name="connsiteX2-239" fmla="*/ 1026916 w 1892189"/>
              <a:gd name="connsiteY2-240" fmla="*/ 35520 h 1892188"/>
              <a:gd name="connsiteX3-241" fmla="*/ 1856694 w 1892189"/>
              <a:gd name="connsiteY3-242" fmla="*/ 865298 h 1892188"/>
              <a:gd name="connsiteX4-243" fmla="*/ 1856669 w 1892189"/>
              <a:gd name="connsiteY4-244" fmla="*/ 1026916 h 1892188"/>
              <a:gd name="connsiteX5-245" fmla="*/ 1026891 w 1892189"/>
              <a:gd name="connsiteY5-246" fmla="*/ 1856693 h 1892188"/>
              <a:gd name="connsiteX6-247" fmla="*/ 865274 w 1892189"/>
              <a:gd name="connsiteY6-248" fmla="*/ 1856668 h 1892188"/>
              <a:gd name="connsiteX7-249" fmla="*/ 35496 w 1892189"/>
              <a:gd name="connsiteY7-250" fmla="*/ 1026890 h 1892188"/>
              <a:gd name="connsiteX8-251" fmla="*/ 35521 w 1892189"/>
              <a:gd name="connsiteY8-252" fmla="*/ 865273 h 189218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1892189" h="1892188">
                <a:moveTo>
                  <a:pt x="35521" y="865273"/>
                </a:moveTo>
                <a:cubicBezTo>
                  <a:pt x="35521" y="865273"/>
                  <a:pt x="865299" y="35495"/>
                  <a:pt x="865299" y="35495"/>
                </a:cubicBezTo>
                <a:cubicBezTo>
                  <a:pt x="912643" y="-11849"/>
                  <a:pt x="979572" y="-11824"/>
                  <a:pt x="1026916" y="35520"/>
                </a:cubicBezTo>
                <a:cubicBezTo>
                  <a:pt x="1026916" y="35520"/>
                  <a:pt x="1856694" y="865298"/>
                  <a:pt x="1856694" y="865298"/>
                </a:cubicBezTo>
                <a:cubicBezTo>
                  <a:pt x="1904038" y="912642"/>
                  <a:pt x="1904013" y="979572"/>
                  <a:pt x="1856669" y="1026916"/>
                </a:cubicBezTo>
                <a:cubicBezTo>
                  <a:pt x="1856669" y="1026916"/>
                  <a:pt x="1026891" y="1856693"/>
                  <a:pt x="1026891" y="1856693"/>
                </a:cubicBezTo>
                <a:cubicBezTo>
                  <a:pt x="979547" y="1904037"/>
                  <a:pt x="912618" y="1904011"/>
                  <a:pt x="865274" y="1856668"/>
                </a:cubicBezTo>
                <a:cubicBezTo>
                  <a:pt x="865274" y="1856667"/>
                  <a:pt x="35496" y="1026889"/>
                  <a:pt x="35496" y="1026890"/>
                </a:cubicBezTo>
                <a:cubicBezTo>
                  <a:pt x="-11848" y="979545"/>
                  <a:pt x="-11823" y="912617"/>
                  <a:pt x="35521" y="865273"/>
                </a:cubicBezTo>
                <a:close/>
              </a:path>
            </a:pathLst>
          </a:custGeom>
          <a:solidFill>
            <a:schemeClr val="accent1">
              <a:lumMod val="40000"/>
              <a:lumOff val="60000"/>
              <a:alpha val="26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zh-CN" altLang="en-US">
              <a:sym typeface="+mn-ea"/>
            </a:endParaRPr>
          </a:p>
        </p:txBody>
      </p:sp>
      <p:cxnSp>
        <p:nvCxnSpPr>
          <p:cNvPr id="3" name="直接连接符 2"/>
          <p:cNvCxnSpPr/>
          <p:nvPr>
            <p:custDataLst>
              <p:tags r:id="rId7"/>
            </p:custDataLst>
          </p:nvPr>
        </p:nvCxnSpPr>
        <p:spPr>
          <a:xfrm>
            <a:off x="11346815" y="5031105"/>
            <a:ext cx="0" cy="1152525"/>
          </a:xfrm>
          <a:prstGeom prst="line">
            <a:avLst/>
          </a:prstGeom>
          <a:ln w="9525" cap="rnd">
            <a:solidFill>
              <a:schemeClr val="accent1">
                <a:alpha val="35000"/>
              </a:schemeClr>
            </a:solidFill>
            <a:round/>
          </a:ln>
        </p:spPr>
        <p:style>
          <a:lnRef idx="2">
            <a:schemeClr val="accent1"/>
          </a:lnRef>
          <a:fillRef idx="0">
            <a:srgbClr val="FFFFFF"/>
          </a:fillRef>
          <a:effectRef idx="0">
            <a:srgbClr val="FFFFFF"/>
          </a:effectRef>
          <a:fontRef idx="minor">
            <a:schemeClr val="tx1"/>
          </a:fontRef>
        </p:style>
      </p:cxnSp>
      <p:sp>
        <p:nvSpPr>
          <p:cNvPr id="7" name="文本框 6"/>
          <p:cNvSpPr txBox="1"/>
          <p:nvPr>
            <p:custDataLst>
              <p:tags r:id="rId8"/>
            </p:custDataLst>
          </p:nvPr>
        </p:nvSpPr>
        <p:spPr>
          <a:xfrm>
            <a:off x="1605299" y="992504"/>
            <a:ext cx="10586682" cy="5111659"/>
          </a:xfrm>
          <a:prstGeom prst="rect">
            <a:avLst/>
          </a:prstGeom>
          <a:noFill/>
        </p:spPr>
        <p:txBody>
          <a:bodyPr wrap="square" rtlCol="0" anchor="ctr" anchorCtr="0">
            <a:noAutofit/>
          </a:bodyPr>
          <a:lstStyle>
            <a:defPPr>
              <a:defRPr lang="zh-CN"/>
            </a:defPPr>
            <a:lvl1pPr lvl="0" indent="0" fontAlgn="auto">
              <a:lnSpc>
                <a:spcPct val="150000"/>
              </a:lnSpc>
              <a:defRPr sz="1900" kern="0">
                <a:ln>
                  <a:noFill/>
                  <a:prstDash val="sysDot"/>
                </a:ln>
                <a:solidFill>
                  <a:schemeClr val="tx1">
                    <a:lumMod val="85000"/>
                    <a:lumOff val="15000"/>
                  </a:schemeClr>
                </a:solidFill>
                <a:latin typeface="Times New Roman" panose="02020603050405020304" pitchFamily="18" charset="0"/>
              </a:defRPr>
            </a:lvl1pPr>
          </a:lstStyle>
          <a:p>
            <a:r>
              <a:rPr lang="en-US" altLang="zh-CN" dirty="0">
                <a:sym typeface="+mn-ea"/>
              </a:rPr>
              <a:t># </a:t>
            </a:r>
            <a:r>
              <a:rPr lang="zh-CN" altLang="en-US" dirty="0">
                <a:sym typeface="+mn-ea"/>
              </a:rPr>
              <a:t>训练逻辑回归模型</a:t>
            </a:r>
          </a:p>
          <a:p>
            <a:r>
              <a:rPr lang="en-US" altLang="zh-CN" dirty="0">
                <a:sym typeface="+mn-ea"/>
              </a:rPr>
              <a:t>model = LogisticRegression()</a:t>
            </a:r>
          </a:p>
          <a:p>
            <a:r>
              <a:rPr lang="en-US" altLang="zh-CN" dirty="0">
                <a:sym typeface="+mn-ea"/>
              </a:rPr>
              <a:t>model.fit(X_train_scaled, y_train)</a:t>
            </a:r>
          </a:p>
          <a:p>
            <a:endParaRPr lang="en-US" altLang="zh-CN" dirty="0">
              <a:sym typeface="+mn-ea"/>
            </a:endParaRPr>
          </a:p>
          <a:p>
            <a:r>
              <a:rPr lang="en-US" altLang="zh-CN" dirty="0">
                <a:sym typeface="+mn-ea"/>
              </a:rPr>
              <a:t># </a:t>
            </a:r>
            <a:r>
              <a:rPr lang="zh-CN" altLang="en-US" dirty="0">
                <a:sym typeface="+mn-ea"/>
              </a:rPr>
              <a:t>预测并评估</a:t>
            </a:r>
          </a:p>
          <a:p>
            <a:r>
              <a:rPr lang="en-US" altLang="zh-CN" dirty="0">
                <a:sym typeface="+mn-ea"/>
              </a:rPr>
              <a:t>y_pred = model.predict(X_test_scaled)</a:t>
            </a:r>
          </a:p>
          <a:p>
            <a:r>
              <a:rPr lang="en-US" altLang="zh-CN" dirty="0">
                <a:sym typeface="+mn-ea"/>
              </a:rPr>
              <a:t>print(f"</a:t>
            </a:r>
            <a:r>
              <a:rPr lang="zh-CN" altLang="en-US" dirty="0">
                <a:sym typeface="+mn-ea"/>
              </a:rPr>
              <a:t>准确率</a:t>
            </a:r>
            <a:r>
              <a:rPr lang="en-US" altLang="zh-CN" dirty="0">
                <a:sym typeface="+mn-ea"/>
              </a:rPr>
              <a:t>: {accuracy_score(y_test, y_pred):.2f}")</a:t>
            </a:r>
          </a:p>
          <a:p>
            <a:r>
              <a:rPr lang="en-US" altLang="zh-CN" dirty="0">
                <a:sym typeface="+mn-ea"/>
              </a:rPr>
              <a:t>print("\n</a:t>
            </a:r>
            <a:r>
              <a:rPr lang="zh-CN" altLang="en-US" dirty="0">
                <a:sym typeface="+mn-ea"/>
              </a:rPr>
              <a:t>混淆矩阵</a:t>
            </a:r>
            <a:r>
              <a:rPr lang="en-US" altLang="zh-CN" dirty="0">
                <a:sym typeface="+mn-ea"/>
              </a:rPr>
              <a:t>:")</a:t>
            </a:r>
          </a:p>
          <a:p>
            <a:r>
              <a:rPr lang="en-US" altLang="zh-CN" dirty="0">
                <a:sym typeface="+mn-ea"/>
              </a:rPr>
              <a:t>print(confusion_matrix(y_test, y_pred))</a:t>
            </a:r>
          </a:p>
          <a:p>
            <a:r>
              <a:rPr lang="en-US" altLang="zh-CN" dirty="0">
                <a:sym typeface="+mn-ea"/>
              </a:rPr>
              <a:t>print("\n</a:t>
            </a:r>
            <a:r>
              <a:rPr lang="zh-CN" altLang="en-US" dirty="0">
                <a:sym typeface="+mn-ea"/>
              </a:rPr>
              <a:t>分类报告</a:t>
            </a:r>
            <a:r>
              <a:rPr lang="en-US" altLang="zh-CN" dirty="0">
                <a:sym typeface="+mn-ea"/>
              </a:rPr>
              <a:t>:")</a:t>
            </a:r>
          </a:p>
          <a:p>
            <a:r>
              <a:rPr lang="en-US" altLang="zh-CN" dirty="0">
                <a:sym typeface="+mn-ea"/>
              </a:rPr>
              <a:t>print(classification_report(y_test, </a:t>
            </a:r>
            <a:r>
              <a:rPr lang="en-US" altLang="zh-CN" dirty="0" err="1">
                <a:sym typeface="+mn-ea"/>
              </a:rPr>
              <a:t>y_pred</a:t>
            </a:r>
            <a:r>
              <a:rPr lang="en-US" altLang="zh-CN" dirty="0">
                <a:sym typeface="+mn-ea"/>
              </a:rPr>
              <a:t>))</a:t>
            </a:r>
          </a:p>
          <a:p>
            <a:endParaRPr lang="zh-CN" altLang="en-US" dirty="0">
              <a:sym typeface="+mn-ea"/>
            </a:endParaRPr>
          </a:p>
        </p:txBody>
      </p:sp>
    </p:spTree>
    <p:custDataLst>
      <p:tags r:id="rId1"/>
    </p:custDataLst>
  </p:cSld>
  <p:clrMapOvr>
    <a:masterClrMapping/>
  </p:clrMapOvr>
  <p:transition>
    <p:fade/>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标题 16"/>
          <p:cNvSpPr>
            <a:spLocks noGrp="1"/>
          </p:cNvSpPr>
          <p:nvPr>
            <p:ph type="title"/>
            <p:custDataLst>
              <p:tags r:id="rId2"/>
            </p:custDataLst>
          </p:nvPr>
        </p:nvSpPr>
        <p:spPr/>
        <p:txBody>
          <a:bodyPr>
            <a:normAutofit fontScale="90000"/>
          </a:bodyPr>
          <a:lstStyle/>
          <a:p>
            <a:r>
              <a:rPr lang="en-US" altLang="zh-CN" dirty="0"/>
              <a:t>2.4 </a:t>
            </a:r>
            <a:r>
              <a:rPr lang="zh-CN" altLang="en-US" dirty="0"/>
              <a:t>课后习题</a:t>
            </a:r>
          </a:p>
        </p:txBody>
      </p:sp>
      <p:cxnSp>
        <p:nvCxnSpPr>
          <p:cNvPr id="76" name="直接连接符 75"/>
          <p:cNvCxnSpPr/>
          <p:nvPr>
            <p:custDataLst>
              <p:tags r:id="rId3"/>
            </p:custDataLst>
          </p:nvPr>
        </p:nvCxnSpPr>
        <p:spPr>
          <a:xfrm>
            <a:off x="6898640" y="5965825"/>
            <a:ext cx="4679315" cy="0"/>
          </a:xfrm>
          <a:prstGeom prst="line">
            <a:avLst/>
          </a:prstGeom>
          <a:ln w="9525" cap="rnd">
            <a:solidFill>
              <a:schemeClr val="accent1">
                <a:alpha val="35000"/>
              </a:schemeClr>
            </a:solidFill>
            <a:round/>
          </a:ln>
        </p:spPr>
        <p:style>
          <a:lnRef idx="2">
            <a:schemeClr val="accent1"/>
          </a:lnRef>
          <a:fillRef idx="0">
            <a:srgbClr val="FFFFFF"/>
          </a:fillRef>
          <a:effectRef idx="0">
            <a:srgbClr val="FFFFFF"/>
          </a:effectRef>
          <a:fontRef idx="minor">
            <a:schemeClr val="tx1"/>
          </a:fontRef>
        </p:style>
      </p:cxnSp>
      <p:cxnSp>
        <p:nvCxnSpPr>
          <p:cNvPr id="77" name="直接连接符 76"/>
          <p:cNvCxnSpPr/>
          <p:nvPr>
            <p:custDataLst>
              <p:tags r:id="rId4"/>
            </p:custDataLst>
          </p:nvPr>
        </p:nvCxnSpPr>
        <p:spPr>
          <a:xfrm>
            <a:off x="1627505" y="5865495"/>
            <a:ext cx="7217410" cy="0"/>
          </a:xfrm>
          <a:prstGeom prst="line">
            <a:avLst/>
          </a:prstGeom>
          <a:ln w="9525" cap="rnd">
            <a:solidFill>
              <a:schemeClr val="accent1">
                <a:alpha val="35000"/>
              </a:schemeClr>
            </a:solidFill>
            <a:round/>
          </a:ln>
        </p:spPr>
        <p:style>
          <a:lnRef idx="2">
            <a:schemeClr val="accent1"/>
          </a:lnRef>
          <a:fillRef idx="0">
            <a:srgbClr val="FFFFFF"/>
          </a:fillRef>
          <a:effectRef idx="0">
            <a:srgbClr val="FFFFFF"/>
          </a:effectRef>
          <a:fontRef idx="minor">
            <a:schemeClr val="tx1"/>
          </a:fontRef>
        </p:style>
      </p:cxnSp>
      <p:sp>
        <p:nvSpPr>
          <p:cNvPr id="1398" name="任意多边形: 形状 1397"/>
          <p:cNvSpPr/>
          <p:nvPr>
            <p:custDataLst>
              <p:tags r:id="rId5"/>
            </p:custDataLst>
          </p:nvPr>
        </p:nvSpPr>
        <p:spPr>
          <a:xfrm>
            <a:off x="635635" y="5552440"/>
            <a:ext cx="631190" cy="631190"/>
          </a:xfrm>
          <a:custGeom>
            <a:avLst/>
            <a:gdLst>
              <a:gd name="connsiteX0" fmla="*/ 35521 w 1877718"/>
              <a:gd name="connsiteY0" fmla="*/ 850803 h 1863247"/>
              <a:gd name="connsiteX1" fmla="*/ 865299 w 1877718"/>
              <a:gd name="connsiteY1" fmla="*/ 21025 h 1863247"/>
              <a:gd name="connsiteX2" fmla="*/ 1026916 w 1877718"/>
              <a:gd name="connsiteY2" fmla="*/ 21050 h 1863247"/>
              <a:gd name="connsiteX3" fmla="*/ 1856694 w 1877718"/>
              <a:gd name="connsiteY3" fmla="*/ 850828 h 1863247"/>
              <a:gd name="connsiteX4" fmla="*/ 1856669 w 1877718"/>
              <a:gd name="connsiteY4" fmla="*/ 1012446 h 1863247"/>
              <a:gd name="connsiteX5" fmla="*/ 1026891 w 1877718"/>
              <a:gd name="connsiteY5" fmla="*/ 1842223 h 1863247"/>
              <a:gd name="connsiteX6" fmla="*/ 865274 w 1877718"/>
              <a:gd name="connsiteY6" fmla="*/ 1842198 h 1863247"/>
              <a:gd name="connsiteX7" fmla="*/ 35496 w 1877718"/>
              <a:gd name="connsiteY7" fmla="*/ 1012420 h 1863247"/>
              <a:gd name="connsiteX8" fmla="*/ 35521 w 1877718"/>
              <a:gd name="connsiteY8" fmla="*/ 850803 h 1863247"/>
              <a:gd name="connsiteX0-1" fmla="*/ 35521 w 1877718"/>
              <a:gd name="connsiteY0-2" fmla="*/ 850803 h 1863247"/>
              <a:gd name="connsiteX1-3" fmla="*/ 865299 w 1877718"/>
              <a:gd name="connsiteY1-4" fmla="*/ 21025 h 1863247"/>
              <a:gd name="connsiteX2-5" fmla="*/ 1026916 w 1877718"/>
              <a:gd name="connsiteY2-6" fmla="*/ 21050 h 1863247"/>
              <a:gd name="connsiteX3-7" fmla="*/ 1856694 w 1877718"/>
              <a:gd name="connsiteY3-8" fmla="*/ 850828 h 1863247"/>
              <a:gd name="connsiteX4-9" fmla="*/ 1856669 w 1877718"/>
              <a:gd name="connsiteY4-10" fmla="*/ 1012446 h 1863247"/>
              <a:gd name="connsiteX5-11" fmla="*/ 1026891 w 1877718"/>
              <a:gd name="connsiteY5-12" fmla="*/ 1842223 h 1863247"/>
              <a:gd name="connsiteX6-13" fmla="*/ 865274 w 1877718"/>
              <a:gd name="connsiteY6-14" fmla="*/ 1842198 h 1863247"/>
              <a:gd name="connsiteX7-15" fmla="*/ 35496 w 1877718"/>
              <a:gd name="connsiteY7-16" fmla="*/ 1012420 h 1863247"/>
              <a:gd name="connsiteX8-17" fmla="*/ 35521 w 1877718"/>
              <a:gd name="connsiteY8-18" fmla="*/ 850803 h 1863247"/>
              <a:gd name="connsiteX0-19" fmla="*/ 35521 w 1877718"/>
              <a:gd name="connsiteY0-20" fmla="*/ 850813 h 1863257"/>
              <a:gd name="connsiteX1-21" fmla="*/ 865299 w 1877718"/>
              <a:gd name="connsiteY1-22" fmla="*/ 21035 h 1863257"/>
              <a:gd name="connsiteX2-23" fmla="*/ 1026916 w 1877718"/>
              <a:gd name="connsiteY2-24" fmla="*/ 21060 h 1863257"/>
              <a:gd name="connsiteX3-25" fmla="*/ 1856694 w 1877718"/>
              <a:gd name="connsiteY3-26" fmla="*/ 850838 h 1863257"/>
              <a:gd name="connsiteX4-27" fmla="*/ 1856669 w 1877718"/>
              <a:gd name="connsiteY4-28" fmla="*/ 1012456 h 1863257"/>
              <a:gd name="connsiteX5-29" fmla="*/ 1026891 w 1877718"/>
              <a:gd name="connsiteY5-30" fmla="*/ 1842233 h 1863257"/>
              <a:gd name="connsiteX6-31" fmla="*/ 865274 w 1877718"/>
              <a:gd name="connsiteY6-32" fmla="*/ 1842208 h 1863257"/>
              <a:gd name="connsiteX7-33" fmla="*/ 35496 w 1877718"/>
              <a:gd name="connsiteY7-34" fmla="*/ 1012430 h 1863257"/>
              <a:gd name="connsiteX8-35" fmla="*/ 35521 w 1877718"/>
              <a:gd name="connsiteY8-36" fmla="*/ 850813 h 1863257"/>
              <a:gd name="connsiteX0-37" fmla="*/ 35521 w 1877718"/>
              <a:gd name="connsiteY0-38" fmla="*/ 865273 h 1877717"/>
              <a:gd name="connsiteX1-39" fmla="*/ 865299 w 1877718"/>
              <a:gd name="connsiteY1-40" fmla="*/ 35495 h 1877717"/>
              <a:gd name="connsiteX2-41" fmla="*/ 1026916 w 1877718"/>
              <a:gd name="connsiteY2-42" fmla="*/ 35520 h 1877717"/>
              <a:gd name="connsiteX3-43" fmla="*/ 1856694 w 1877718"/>
              <a:gd name="connsiteY3-44" fmla="*/ 865298 h 1877717"/>
              <a:gd name="connsiteX4-45" fmla="*/ 1856669 w 1877718"/>
              <a:gd name="connsiteY4-46" fmla="*/ 1026916 h 1877717"/>
              <a:gd name="connsiteX5-47" fmla="*/ 1026891 w 1877718"/>
              <a:gd name="connsiteY5-48" fmla="*/ 1856693 h 1877717"/>
              <a:gd name="connsiteX6-49" fmla="*/ 865274 w 1877718"/>
              <a:gd name="connsiteY6-50" fmla="*/ 1856668 h 1877717"/>
              <a:gd name="connsiteX7-51" fmla="*/ 35496 w 1877718"/>
              <a:gd name="connsiteY7-52" fmla="*/ 1026890 h 1877717"/>
              <a:gd name="connsiteX8-53" fmla="*/ 35521 w 1877718"/>
              <a:gd name="connsiteY8-54" fmla="*/ 865273 h 1877717"/>
              <a:gd name="connsiteX0-55" fmla="*/ 35521 w 1877718"/>
              <a:gd name="connsiteY0-56" fmla="*/ 865273 h 1877717"/>
              <a:gd name="connsiteX1-57" fmla="*/ 865299 w 1877718"/>
              <a:gd name="connsiteY1-58" fmla="*/ 35495 h 1877717"/>
              <a:gd name="connsiteX2-59" fmla="*/ 1026916 w 1877718"/>
              <a:gd name="connsiteY2-60" fmla="*/ 35520 h 1877717"/>
              <a:gd name="connsiteX3-61" fmla="*/ 1856694 w 1877718"/>
              <a:gd name="connsiteY3-62" fmla="*/ 865298 h 1877717"/>
              <a:gd name="connsiteX4-63" fmla="*/ 1856669 w 1877718"/>
              <a:gd name="connsiteY4-64" fmla="*/ 1026916 h 1877717"/>
              <a:gd name="connsiteX5-65" fmla="*/ 1026891 w 1877718"/>
              <a:gd name="connsiteY5-66" fmla="*/ 1856693 h 1877717"/>
              <a:gd name="connsiteX6-67" fmla="*/ 865274 w 1877718"/>
              <a:gd name="connsiteY6-68" fmla="*/ 1856668 h 1877717"/>
              <a:gd name="connsiteX7-69" fmla="*/ 35496 w 1877718"/>
              <a:gd name="connsiteY7-70" fmla="*/ 1026890 h 1877717"/>
              <a:gd name="connsiteX8-71" fmla="*/ 35521 w 1877718"/>
              <a:gd name="connsiteY8-72" fmla="*/ 865273 h 1877717"/>
              <a:gd name="connsiteX0-73" fmla="*/ 35521 w 1877718"/>
              <a:gd name="connsiteY0-74" fmla="*/ 865273 h 1877717"/>
              <a:gd name="connsiteX1-75" fmla="*/ 865299 w 1877718"/>
              <a:gd name="connsiteY1-76" fmla="*/ 35495 h 1877717"/>
              <a:gd name="connsiteX2-77" fmla="*/ 1026916 w 1877718"/>
              <a:gd name="connsiteY2-78" fmla="*/ 35520 h 1877717"/>
              <a:gd name="connsiteX3-79" fmla="*/ 1856694 w 1877718"/>
              <a:gd name="connsiteY3-80" fmla="*/ 865298 h 1877717"/>
              <a:gd name="connsiteX4-81" fmla="*/ 1856669 w 1877718"/>
              <a:gd name="connsiteY4-82" fmla="*/ 1026916 h 1877717"/>
              <a:gd name="connsiteX5-83" fmla="*/ 1026891 w 1877718"/>
              <a:gd name="connsiteY5-84" fmla="*/ 1856693 h 1877717"/>
              <a:gd name="connsiteX6-85" fmla="*/ 865274 w 1877718"/>
              <a:gd name="connsiteY6-86" fmla="*/ 1856668 h 1877717"/>
              <a:gd name="connsiteX7-87" fmla="*/ 35496 w 1877718"/>
              <a:gd name="connsiteY7-88" fmla="*/ 1026890 h 1877717"/>
              <a:gd name="connsiteX8-89" fmla="*/ 35521 w 1877718"/>
              <a:gd name="connsiteY8-90" fmla="*/ 865273 h 1877717"/>
              <a:gd name="connsiteX0-91" fmla="*/ 35521 w 1877729"/>
              <a:gd name="connsiteY0-92" fmla="*/ 865273 h 1877717"/>
              <a:gd name="connsiteX1-93" fmla="*/ 865299 w 1877729"/>
              <a:gd name="connsiteY1-94" fmla="*/ 35495 h 1877717"/>
              <a:gd name="connsiteX2-95" fmla="*/ 1026916 w 1877729"/>
              <a:gd name="connsiteY2-96" fmla="*/ 35520 h 1877717"/>
              <a:gd name="connsiteX3-97" fmla="*/ 1856694 w 1877729"/>
              <a:gd name="connsiteY3-98" fmla="*/ 865298 h 1877717"/>
              <a:gd name="connsiteX4-99" fmla="*/ 1856669 w 1877729"/>
              <a:gd name="connsiteY4-100" fmla="*/ 1026916 h 1877717"/>
              <a:gd name="connsiteX5-101" fmla="*/ 1026891 w 1877729"/>
              <a:gd name="connsiteY5-102" fmla="*/ 1856693 h 1877717"/>
              <a:gd name="connsiteX6-103" fmla="*/ 865274 w 1877729"/>
              <a:gd name="connsiteY6-104" fmla="*/ 1856668 h 1877717"/>
              <a:gd name="connsiteX7-105" fmla="*/ 35496 w 1877729"/>
              <a:gd name="connsiteY7-106" fmla="*/ 1026890 h 1877717"/>
              <a:gd name="connsiteX8-107" fmla="*/ 35521 w 1877729"/>
              <a:gd name="connsiteY8-108" fmla="*/ 865273 h 1877717"/>
              <a:gd name="connsiteX0-109" fmla="*/ 35521 w 1892189"/>
              <a:gd name="connsiteY0-110" fmla="*/ 865273 h 1877717"/>
              <a:gd name="connsiteX1-111" fmla="*/ 865299 w 1892189"/>
              <a:gd name="connsiteY1-112" fmla="*/ 35495 h 1877717"/>
              <a:gd name="connsiteX2-113" fmla="*/ 1026916 w 1892189"/>
              <a:gd name="connsiteY2-114" fmla="*/ 35520 h 1877717"/>
              <a:gd name="connsiteX3-115" fmla="*/ 1856694 w 1892189"/>
              <a:gd name="connsiteY3-116" fmla="*/ 865298 h 1877717"/>
              <a:gd name="connsiteX4-117" fmla="*/ 1856669 w 1892189"/>
              <a:gd name="connsiteY4-118" fmla="*/ 1026916 h 1877717"/>
              <a:gd name="connsiteX5-119" fmla="*/ 1026891 w 1892189"/>
              <a:gd name="connsiteY5-120" fmla="*/ 1856693 h 1877717"/>
              <a:gd name="connsiteX6-121" fmla="*/ 865274 w 1892189"/>
              <a:gd name="connsiteY6-122" fmla="*/ 1856668 h 1877717"/>
              <a:gd name="connsiteX7-123" fmla="*/ 35496 w 1892189"/>
              <a:gd name="connsiteY7-124" fmla="*/ 1026890 h 1877717"/>
              <a:gd name="connsiteX8-125" fmla="*/ 35521 w 1892189"/>
              <a:gd name="connsiteY8-126" fmla="*/ 865273 h 1877717"/>
              <a:gd name="connsiteX0-127" fmla="*/ 35521 w 1892189"/>
              <a:gd name="connsiteY0-128" fmla="*/ 865273 h 1877717"/>
              <a:gd name="connsiteX1-129" fmla="*/ 865299 w 1892189"/>
              <a:gd name="connsiteY1-130" fmla="*/ 35495 h 1877717"/>
              <a:gd name="connsiteX2-131" fmla="*/ 1026916 w 1892189"/>
              <a:gd name="connsiteY2-132" fmla="*/ 35520 h 1877717"/>
              <a:gd name="connsiteX3-133" fmla="*/ 1856694 w 1892189"/>
              <a:gd name="connsiteY3-134" fmla="*/ 865298 h 1877717"/>
              <a:gd name="connsiteX4-135" fmla="*/ 1856669 w 1892189"/>
              <a:gd name="connsiteY4-136" fmla="*/ 1026916 h 1877717"/>
              <a:gd name="connsiteX5-137" fmla="*/ 1026891 w 1892189"/>
              <a:gd name="connsiteY5-138" fmla="*/ 1856693 h 1877717"/>
              <a:gd name="connsiteX6-139" fmla="*/ 865274 w 1892189"/>
              <a:gd name="connsiteY6-140" fmla="*/ 1856668 h 1877717"/>
              <a:gd name="connsiteX7-141" fmla="*/ 35496 w 1892189"/>
              <a:gd name="connsiteY7-142" fmla="*/ 1026890 h 1877717"/>
              <a:gd name="connsiteX8-143" fmla="*/ 35521 w 1892189"/>
              <a:gd name="connsiteY8-144" fmla="*/ 865273 h 1877717"/>
              <a:gd name="connsiteX0-145" fmla="*/ 35521 w 1892189"/>
              <a:gd name="connsiteY0-146" fmla="*/ 865273 h 1877717"/>
              <a:gd name="connsiteX1-147" fmla="*/ 865299 w 1892189"/>
              <a:gd name="connsiteY1-148" fmla="*/ 35495 h 1877717"/>
              <a:gd name="connsiteX2-149" fmla="*/ 1026916 w 1892189"/>
              <a:gd name="connsiteY2-150" fmla="*/ 35520 h 1877717"/>
              <a:gd name="connsiteX3-151" fmla="*/ 1856694 w 1892189"/>
              <a:gd name="connsiteY3-152" fmla="*/ 865298 h 1877717"/>
              <a:gd name="connsiteX4-153" fmla="*/ 1856669 w 1892189"/>
              <a:gd name="connsiteY4-154" fmla="*/ 1026916 h 1877717"/>
              <a:gd name="connsiteX5-155" fmla="*/ 1026891 w 1892189"/>
              <a:gd name="connsiteY5-156" fmla="*/ 1856693 h 1877717"/>
              <a:gd name="connsiteX6-157" fmla="*/ 865274 w 1892189"/>
              <a:gd name="connsiteY6-158" fmla="*/ 1856668 h 1877717"/>
              <a:gd name="connsiteX7-159" fmla="*/ 35496 w 1892189"/>
              <a:gd name="connsiteY7-160" fmla="*/ 1026890 h 1877717"/>
              <a:gd name="connsiteX8-161" fmla="*/ 35521 w 1892189"/>
              <a:gd name="connsiteY8-162" fmla="*/ 865273 h 1877717"/>
              <a:gd name="connsiteX0-163" fmla="*/ 35521 w 1892189"/>
              <a:gd name="connsiteY0-164" fmla="*/ 865273 h 1877728"/>
              <a:gd name="connsiteX1-165" fmla="*/ 865299 w 1892189"/>
              <a:gd name="connsiteY1-166" fmla="*/ 35495 h 1877728"/>
              <a:gd name="connsiteX2-167" fmla="*/ 1026916 w 1892189"/>
              <a:gd name="connsiteY2-168" fmla="*/ 35520 h 1877728"/>
              <a:gd name="connsiteX3-169" fmla="*/ 1856694 w 1892189"/>
              <a:gd name="connsiteY3-170" fmla="*/ 865298 h 1877728"/>
              <a:gd name="connsiteX4-171" fmla="*/ 1856669 w 1892189"/>
              <a:gd name="connsiteY4-172" fmla="*/ 1026916 h 1877728"/>
              <a:gd name="connsiteX5-173" fmla="*/ 1026891 w 1892189"/>
              <a:gd name="connsiteY5-174" fmla="*/ 1856693 h 1877728"/>
              <a:gd name="connsiteX6-175" fmla="*/ 865274 w 1892189"/>
              <a:gd name="connsiteY6-176" fmla="*/ 1856668 h 1877728"/>
              <a:gd name="connsiteX7-177" fmla="*/ 35496 w 1892189"/>
              <a:gd name="connsiteY7-178" fmla="*/ 1026890 h 1877728"/>
              <a:gd name="connsiteX8-179" fmla="*/ 35521 w 1892189"/>
              <a:gd name="connsiteY8-180" fmla="*/ 865273 h 1877728"/>
              <a:gd name="connsiteX0-181" fmla="*/ 35521 w 1892189"/>
              <a:gd name="connsiteY0-182" fmla="*/ 865273 h 1892188"/>
              <a:gd name="connsiteX1-183" fmla="*/ 865299 w 1892189"/>
              <a:gd name="connsiteY1-184" fmla="*/ 35495 h 1892188"/>
              <a:gd name="connsiteX2-185" fmla="*/ 1026916 w 1892189"/>
              <a:gd name="connsiteY2-186" fmla="*/ 35520 h 1892188"/>
              <a:gd name="connsiteX3-187" fmla="*/ 1856694 w 1892189"/>
              <a:gd name="connsiteY3-188" fmla="*/ 865298 h 1892188"/>
              <a:gd name="connsiteX4-189" fmla="*/ 1856669 w 1892189"/>
              <a:gd name="connsiteY4-190" fmla="*/ 1026916 h 1892188"/>
              <a:gd name="connsiteX5-191" fmla="*/ 1026891 w 1892189"/>
              <a:gd name="connsiteY5-192" fmla="*/ 1856693 h 1892188"/>
              <a:gd name="connsiteX6-193" fmla="*/ 865274 w 1892189"/>
              <a:gd name="connsiteY6-194" fmla="*/ 1856668 h 1892188"/>
              <a:gd name="connsiteX7-195" fmla="*/ 35496 w 1892189"/>
              <a:gd name="connsiteY7-196" fmla="*/ 1026890 h 1892188"/>
              <a:gd name="connsiteX8-197" fmla="*/ 35521 w 1892189"/>
              <a:gd name="connsiteY8-198" fmla="*/ 865273 h 1892188"/>
              <a:gd name="connsiteX0-199" fmla="*/ 35521 w 1892189"/>
              <a:gd name="connsiteY0-200" fmla="*/ 865273 h 1892188"/>
              <a:gd name="connsiteX1-201" fmla="*/ 865299 w 1892189"/>
              <a:gd name="connsiteY1-202" fmla="*/ 35495 h 1892188"/>
              <a:gd name="connsiteX2-203" fmla="*/ 1026916 w 1892189"/>
              <a:gd name="connsiteY2-204" fmla="*/ 35520 h 1892188"/>
              <a:gd name="connsiteX3-205" fmla="*/ 1856694 w 1892189"/>
              <a:gd name="connsiteY3-206" fmla="*/ 865298 h 1892188"/>
              <a:gd name="connsiteX4-207" fmla="*/ 1856669 w 1892189"/>
              <a:gd name="connsiteY4-208" fmla="*/ 1026916 h 1892188"/>
              <a:gd name="connsiteX5-209" fmla="*/ 1026891 w 1892189"/>
              <a:gd name="connsiteY5-210" fmla="*/ 1856693 h 1892188"/>
              <a:gd name="connsiteX6-211" fmla="*/ 865274 w 1892189"/>
              <a:gd name="connsiteY6-212" fmla="*/ 1856668 h 1892188"/>
              <a:gd name="connsiteX7-213" fmla="*/ 35496 w 1892189"/>
              <a:gd name="connsiteY7-214" fmla="*/ 1026890 h 1892188"/>
              <a:gd name="connsiteX8-215" fmla="*/ 35521 w 1892189"/>
              <a:gd name="connsiteY8-216" fmla="*/ 865273 h 1892188"/>
              <a:gd name="connsiteX0-217" fmla="*/ 35521 w 1892189"/>
              <a:gd name="connsiteY0-218" fmla="*/ 865273 h 1892188"/>
              <a:gd name="connsiteX1-219" fmla="*/ 865299 w 1892189"/>
              <a:gd name="connsiteY1-220" fmla="*/ 35495 h 1892188"/>
              <a:gd name="connsiteX2-221" fmla="*/ 1026916 w 1892189"/>
              <a:gd name="connsiteY2-222" fmla="*/ 35520 h 1892188"/>
              <a:gd name="connsiteX3-223" fmla="*/ 1856694 w 1892189"/>
              <a:gd name="connsiteY3-224" fmla="*/ 865298 h 1892188"/>
              <a:gd name="connsiteX4-225" fmla="*/ 1856669 w 1892189"/>
              <a:gd name="connsiteY4-226" fmla="*/ 1026916 h 1892188"/>
              <a:gd name="connsiteX5-227" fmla="*/ 1026891 w 1892189"/>
              <a:gd name="connsiteY5-228" fmla="*/ 1856693 h 1892188"/>
              <a:gd name="connsiteX6-229" fmla="*/ 865274 w 1892189"/>
              <a:gd name="connsiteY6-230" fmla="*/ 1856668 h 1892188"/>
              <a:gd name="connsiteX7-231" fmla="*/ 35496 w 1892189"/>
              <a:gd name="connsiteY7-232" fmla="*/ 1026890 h 1892188"/>
              <a:gd name="connsiteX8-233" fmla="*/ 35521 w 1892189"/>
              <a:gd name="connsiteY8-234" fmla="*/ 865273 h 1892188"/>
              <a:gd name="connsiteX0-235" fmla="*/ 35521 w 1892189"/>
              <a:gd name="connsiteY0-236" fmla="*/ 865273 h 1892188"/>
              <a:gd name="connsiteX1-237" fmla="*/ 865299 w 1892189"/>
              <a:gd name="connsiteY1-238" fmla="*/ 35495 h 1892188"/>
              <a:gd name="connsiteX2-239" fmla="*/ 1026916 w 1892189"/>
              <a:gd name="connsiteY2-240" fmla="*/ 35520 h 1892188"/>
              <a:gd name="connsiteX3-241" fmla="*/ 1856694 w 1892189"/>
              <a:gd name="connsiteY3-242" fmla="*/ 865298 h 1892188"/>
              <a:gd name="connsiteX4-243" fmla="*/ 1856669 w 1892189"/>
              <a:gd name="connsiteY4-244" fmla="*/ 1026916 h 1892188"/>
              <a:gd name="connsiteX5-245" fmla="*/ 1026891 w 1892189"/>
              <a:gd name="connsiteY5-246" fmla="*/ 1856693 h 1892188"/>
              <a:gd name="connsiteX6-247" fmla="*/ 865274 w 1892189"/>
              <a:gd name="connsiteY6-248" fmla="*/ 1856668 h 1892188"/>
              <a:gd name="connsiteX7-249" fmla="*/ 35496 w 1892189"/>
              <a:gd name="connsiteY7-250" fmla="*/ 1026890 h 1892188"/>
              <a:gd name="connsiteX8-251" fmla="*/ 35521 w 1892189"/>
              <a:gd name="connsiteY8-252" fmla="*/ 865273 h 189218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1892189" h="1892188">
                <a:moveTo>
                  <a:pt x="35521" y="865273"/>
                </a:moveTo>
                <a:cubicBezTo>
                  <a:pt x="35521" y="865273"/>
                  <a:pt x="865299" y="35495"/>
                  <a:pt x="865299" y="35495"/>
                </a:cubicBezTo>
                <a:cubicBezTo>
                  <a:pt x="912643" y="-11849"/>
                  <a:pt x="979572" y="-11824"/>
                  <a:pt x="1026916" y="35520"/>
                </a:cubicBezTo>
                <a:cubicBezTo>
                  <a:pt x="1026916" y="35520"/>
                  <a:pt x="1856694" y="865298"/>
                  <a:pt x="1856694" y="865298"/>
                </a:cubicBezTo>
                <a:cubicBezTo>
                  <a:pt x="1904038" y="912642"/>
                  <a:pt x="1904013" y="979572"/>
                  <a:pt x="1856669" y="1026916"/>
                </a:cubicBezTo>
                <a:cubicBezTo>
                  <a:pt x="1856669" y="1026916"/>
                  <a:pt x="1026891" y="1856693"/>
                  <a:pt x="1026891" y="1856693"/>
                </a:cubicBezTo>
                <a:cubicBezTo>
                  <a:pt x="979547" y="1904037"/>
                  <a:pt x="912618" y="1904011"/>
                  <a:pt x="865274" y="1856668"/>
                </a:cubicBezTo>
                <a:cubicBezTo>
                  <a:pt x="865274" y="1856667"/>
                  <a:pt x="35496" y="1026889"/>
                  <a:pt x="35496" y="1026890"/>
                </a:cubicBezTo>
                <a:cubicBezTo>
                  <a:pt x="-11848" y="979545"/>
                  <a:pt x="-11823" y="912617"/>
                  <a:pt x="35521" y="865273"/>
                </a:cubicBezTo>
                <a:close/>
              </a:path>
            </a:pathLst>
          </a:custGeom>
          <a:solidFill>
            <a:schemeClr val="accent1">
              <a:alpha val="2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zh-CN" altLang="en-US">
              <a:sym typeface="+mn-ea"/>
            </a:endParaRPr>
          </a:p>
        </p:txBody>
      </p:sp>
      <p:sp>
        <p:nvSpPr>
          <p:cNvPr id="4" name="任意多边形: 形状 1397"/>
          <p:cNvSpPr/>
          <p:nvPr>
            <p:custDataLst>
              <p:tags r:id="rId6"/>
            </p:custDataLst>
          </p:nvPr>
        </p:nvSpPr>
        <p:spPr>
          <a:xfrm>
            <a:off x="1092835" y="5670550"/>
            <a:ext cx="395605" cy="395605"/>
          </a:xfrm>
          <a:custGeom>
            <a:avLst/>
            <a:gdLst>
              <a:gd name="connsiteX0" fmla="*/ 35521 w 1877718"/>
              <a:gd name="connsiteY0" fmla="*/ 850803 h 1863247"/>
              <a:gd name="connsiteX1" fmla="*/ 865299 w 1877718"/>
              <a:gd name="connsiteY1" fmla="*/ 21025 h 1863247"/>
              <a:gd name="connsiteX2" fmla="*/ 1026916 w 1877718"/>
              <a:gd name="connsiteY2" fmla="*/ 21050 h 1863247"/>
              <a:gd name="connsiteX3" fmla="*/ 1856694 w 1877718"/>
              <a:gd name="connsiteY3" fmla="*/ 850828 h 1863247"/>
              <a:gd name="connsiteX4" fmla="*/ 1856669 w 1877718"/>
              <a:gd name="connsiteY4" fmla="*/ 1012446 h 1863247"/>
              <a:gd name="connsiteX5" fmla="*/ 1026891 w 1877718"/>
              <a:gd name="connsiteY5" fmla="*/ 1842223 h 1863247"/>
              <a:gd name="connsiteX6" fmla="*/ 865274 w 1877718"/>
              <a:gd name="connsiteY6" fmla="*/ 1842198 h 1863247"/>
              <a:gd name="connsiteX7" fmla="*/ 35496 w 1877718"/>
              <a:gd name="connsiteY7" fmla="*/ 1012420 h 1863247"/>
              <a:gd name="connsiteX8" fmla="*/ 35521 w 1877718"/>
              <a:gd name="connsiteY8" fmla="*/ 850803 h 1863247"/>
              <a:gd name="connsiteX0-1" fmla="*/ 35521 w 1877718"/>
              <a:gd name="connsiteY0-2" fmla="*/ 850803 h 1863247"/>
              <a:gd name="connsiteX1-3" fmla="*/ 865299 w 1877718"/>
              <a:gd name="connsiteY1-4" fmla="*/ 21025 h 1863247"/>
              <a:gd name="connsiteX2-5" fmla="*/ 1026916 w 1877718"/>
              <a:gd name="connsiteY2-6" fmla="*/ 21050 h 1863247"/>
              <a:gd name="connsiteX3-7" fmla="*/ 1856694 w 1877718"/>
              <a:gd name="connsiteY3-8" fmla="*/ 850828 h 1863247"/>
              <a:gd name="connsiteX4-9" fmla="*/ 1856669 w 1877718"/>
              <a:gd name="connsiteY4-10" fmla="*/ 1012446 h 1863247"/>
              <a:gd name="connsiteX5-11" fmla="*/ 1026891 w 1877718"/>
              <a:gd name="connsiteY5-12" fmla="*/ 1842223 h 1863247"/>
              <a:gd name="connsiteX6-13" fmla="*/ 865274 w 1877718"/>
              <a:gd name="connsiteY6-14" fmla="*/ 1842198 h 1863247"/>
              <a:gd name="connsiteX7-15" fmla="*/ 35496 w 1877718"/>
              <a:gd name="connsiteY7-16" fmla="*/ 1012420 h 1863247"/>
              <a:gd name="connsiteX8-17" fmla="*/ 35521 w 1877718"/>
              <a:gd name="connsiteY8-18" fmla="*/ 850803 h 1863247"/>
              <a:gd name="connsiteX0-19" fmla="*/ 35521 w 1877718"/>
              <a:gd name="connsiteY0-20" fmla="*/ 850813 h 1863257"/>
              <a:gd name="connsiteX1-21" fmla="*/ 865299 w 1877718"/>
              <a:gd name="connsiteY1-22" fmla="*/ 21035 h 1863257"/>
              <a:gd name="connsiteX2-23" fmla="*/ 1026916 w 1877718"/>
              <a:gd name="connsiteY2-24" fmla="*/ 21060 h 1863257"/>
              <a:gd name="connsiteX3-25" fmla="*/ 1856694 w 1877718"/>
              <a:gd name="connsiteY3-26" fmla="*/ 850838 h 1863257"/>
              <a:gd name="connsiteX4-27" fmla="*/ 1856669 w 1877718"/>
              <a:gd name="connsiteY4-28" fmla="*/ 1012456 h 1863257"/>
              <a:gd name="connsiteX5-29" fmla="*/ 1026891 w 1877718"/>
              <a:gd name="connsiteY5-30" fmla="*/ 1842233 h 1863257"/>
              <a:gd name="connsiteX6-31" fmla="*/ 865274 w 1877718"/>
              <a:gd name="connsiteY6-32" fmla="*/ 1842208 h 1863257"/>
              <a:gd name="connsiteX7-33" fmla="*/ 35496 w 1877718"/>
              <a:gd name="connsiteY7-34" fmla="*/ 1012430 h 1863257"/>
              <a:gd name="connsiteX8-35" fmla="*/ 35521 w 1877718"/>
              <a:gd name="connsiteY8-36" fmla="*/ 850813 h 1863257"/>
              <a:gd name="connsiteX0-37" fmla="*/ 35521 w 1877718"/>
              <a:gd name="connsiteY0-38" fmla="*/ 865273 h 1877717"/>
              <a:gd name="connsiteX1-39" fmla="*/ 865299 w 1877718"/>
              <a:gd name="connsiteY1-40" fmla="*/ 35495 h 1877717"/>
              <a:gd name="connsiteX2-41" fmla="*/ 1026916 w 1877718"/>
              <a:gd name="connsiteY2-42" fmla="*/ 35520 h 1877717"/>
              <a:gd name="connsiteX3-43" fmla="*/ 1856694 w 1877718"/>
              <a:gd name="connsiteY3-44" fmla="*/ 865298 h 1877717"/>
              <a:gd name="connsiteX4-45" fmla="*/ 1856669 w 1877718"/>
              <a:gd name="connsiteY4-46" fmla="*/ 1026916 h 1877717"/>
              <a:gd name="connsiteX5-47" fmla="*/ 1026891 w 1877718"/>
              <a:gd name="connsiteY5-48" fmla="*/ 1856693 h 1877717"/>
              <a:gd name="connsiteX6-49" fmla="*/ 865274 w 1877718"/>
              <a:gd name="connsiteY6-50" fmla="*/ 1856668 h 1877717"/>
              <a:gd name="connsiteX7-51" fmla="*/ 35496 w 1877718"/>
              <a:gd name="connsiteY7-52" fmla="*/ 1026890 h 1877717"/>
              <a:gd name="connsiteX8-53" fmla="*/ 35521 w 1877718"/>
              <a:gd name="connsiteY8-54" fmla="*/ 865273 h 1877717"/>
              <a:gd name="connsiteX0-55" fmla="*/ 35521 w 1877718"/>
              <a:gd name="connsiteY0-56" fmla="*/ 865273 h 1877717"/>
              <a:gd name="connsiteX1-57" fmla="*/ 865299 w 1877718"/>
              <a:gd name="connsiteY1-58" fmla="*/ 35495 h 1877717"/>
              <a:gd name="connsiteX2-59" fmla="*/ 1026916 w 1877718"/>
              <a:gd name="connsiteY2-60" fmla="*/ 35520 h 1877717"/>
              <a:gd name="connsiteX3-61" fmla="*/ 1856694 w 1877718"/>
              <a:gd name="connsiteY3-62" fmla="*/ 865298 h 1877717"/>
              <a:gd name="connsiteX4-63" fmla="*/ 1856669 w 1877718"/>
              <a:gd name="connsiteY4-64" fmla="*/ 1026916 h 1877717"/>
              <a:gd name="connsiteX5-65" fmla="*/ 1026891 w 1877718"/>
              <a:gd name="connsiteY5-66" fmla="*/ 1856693 h 1877717"/>
              <a:gd name="connsiteX6-67" fmla="*/ 865274 w 1877718"/>
              <a:gd name="connsiteY6-68" fmla="*/ 1856668 h 1877717"/>
              <a:gd name="connsiteX7-69" fmla="*/ 35496 w 1877718"/>
              <a:gd name="connsiteY7-70" fmla="*/ 1026890 h 1877717"/>
              <a:gd name="connsiteX8-71" fmla="*/ 35521 w 1877718"/>
              <a:gd name="connsiteY8-72" fmla="*/ 865273 h 1877717"/>
              <a:gd name="connsiteX0-73" fmla="*/ 35521 w 1877718"/>
              <a:gd name="connsiteY0-74" fmla="*/ 865273 h 1877717"/>
              <a:gd name="connsiteX1-75" fmla="*/ 865299 w 1877718"/>
              <a:gd name="connsiteY1-76" fmla="*/ 35495 h 1877717"/>
              <a:gd name="connsiteX2-77" fmla="*/ 1026916 w 1877718"/>
              <a:gd name="connsiteY2-78" fmla="*/ 35520 h 1877717"/>
              <a:gd name="connsiteX3-79" fmla="*/ 1856694 w 1877718"/>
              <a:gd name="connsiteY3-80" fmla="*/ 865298 h 1877717"/>
              <a:gd name="connsiteX4-81" fmla="*/ 1856669 w 1877718"/>
              <a:gd name="connsiteY4-82" fmla="*/ 1026916 h 1877717"/>
              <a:gd name="connsiteX5-83" fmla="*/ 1026891 w 1877718"/>
              <a:gd name="connsiteY5-84" fmla="*/ 1856693 h 1877717"/>
              <a:gd name="connsiteX6-85" fmla="*/ 865274 w 1877718"/>
              <a:gd name="connsiteY6-86" fmla="*/ 1856668 h 1877717"/>
              <a:gd name="connsiteX7-87" fmla="*/ 35496 w 1877718"/>
              <a:gd name="connsiteY7-88" fmla="*/ 1026890 h 1877717"/>
              <a:gd name="connsiteX8-89" fmla="*/ 35521 w 1877718"/>
              <a:gd name="connsiteY8-90" fmla="*/ 865273 h 1877717"/>
              <a:gd name="connsiteX0-91" fmla="*/ 35521 w 1877729"/>
              <a:gd name="connsiteY0-92" fmla="*/ 865273 h 1877717"/>
              <a:gd name="connsiteX1-93" fmla="*/ 865299 w 1877729"/>
              <a:gd name="connsiteY1-94" fmla="*/ 35495 h 1877717"/>
              <a:gd name="connsiteX2-95" fmla="*/ 1026916 w 1877729"/>
              <a:gd name="connsiteY2-96" fmla="*/ 35520 h 1877717"/>
              <a:gd name="connsiteX3-97" fmla="*/ 1856694 w 1877729"/>
              <a:gd name="connsiteY3-98" fmla="*/ 865298 h 1877717"/>
              <a:gd name="connsiteX4-99" fmla="*/ 1856669 w 1877729"/>
              <a:gd name="connsiteY4-100" fmla="*/ 1026916 h 1877717"/>
              <a:gd name="connsiteX5-101" fmla="*/ 1026891 w 1877729"/>
              <a:gd name="connsiteY5-102" fmla="*/ 1856693 h 1877717"/>
              <a:gd name="connsiteX6-103" fmla="*/ 865274 w 1877729"/>
              <a:gd name="connsiteY6-104" fmla="*/ 1856668 h 1877717"/>
              <a:gd name="connsiteX7-105" fmla="*/ 35496 w 1877729"/>
              <a:gd name="connsiteY7-106" fmla="*/ 1026890 h 1877717"/>
              <a:gd name="connsiteX8-107" fmla="*/ 35521 w 1877729"/>
              <a:gd name="connsiteY8-108" fmla="*/ 865273 h 1877717"/>
              <a:gd name="connsiteX0-109" fmla="*/ 35521 w 1892189"/>
              <a:gd name="connsiteY0-110" fmla="*/ 865273 h 1877717"/>
              <a:gd name="connsiteX1-111" fmla="*/ 865299 w 1892189"/>
              <a:gd name="connsiteY1-112" fmla="*/ 35495 h 1877717"/>
              <a:gd name="connsiteX2-113" fmla="*/ 1026916 w 1892189"/>
              <a:gd name="connsiteY2-114" fmla="*/ 35520 h 1877717"/>
              <a:gd name="connsiteX3-115" fmla="*/ 1856694 w 1892189"/>
              <a:gd name="connsiteY3-116" fmla="*/ 865298 h 1877717"/>
              <a:gd name="connsiteX4-117" fmla="*/ 1856669 w 1892189"/>
              <a:gd name="connsiteY4-118" fmla="*/ 1026916 h 1877717"/>
              <a:gd name="connsiteX5-119" fmla="*/ 1026891 w 1892189"/>
              <a:gd name="connsiteY5-120" fmla="*/ 1856693 h 1877717"/>
              <a:gd name="connsiteX6-121" fmla="*/ 865274 w 1892189"/>
              <a:gd name="connsiteY6-122" fmla="*/ 1856668 h 1877717"/>
              <a:gd name="connsiteX7-123" fmla="*/ 35496 w 1892189"/>
              <a:gd name="connsiteY7-124" fmla="*/ 1026890 h 1877717"/>
              <a:gd name="connsiteX8-125" fmla="*/ 35521 w 1892189"/>
              <a:gd name="connsiteY8-126" fmla="*/ 865273 h 1877717"/>
              <a:gd name="connsiteX0-127" fmla="*/ 35521 w 1892189"/>
              <a:gd name="connsiteY0-128" fmla="*/ 865273 h 1877717"/>
              <a:gd name="connsiteX1-129" fmla="*/ 865299 w 1892189"/>
              <a:gd name="connsiteY1-130" fmla="*/ 35495 h 1877717"/>
              <a:gd name="connsiteX2-131" fmla="*/ 1026916 w 1892189"/>
              <a:gd name="connsiteY2-132" fmla="*/ 35520 h 1877717"/>
              <a:gd name="connsiteX3-133" fmla="*/ 1856694 w 1892189"/>
              <a:gd name="connsiteY3-134" fmla="*/ 865298 h 1877717"/>
              <a:gd name="connsiteX4-135" fmla="*/ 1856669 w 1892189"/>
              <a:gd name="connsiteY4-136" fmla="*/ 1026916 h 1877717"/>
              <a:gd name="connsiteX5-137" fmla="*/ 1026891 w 1892189"/>
              <a:gd name="connsiteY5-138" fmla="*/ 1856693 h 1877717"/>
              <a:gd name="connsiteX6-139" fmla="*/ 865274 w 1892189"/>
              <a:gd name="connsiteY6-140" fmla="*/ 1856668 h 1877717"/>
              <a:gd name="connsiteX7-141" fmla="*/ 35496 w 1892189"/>
              <a:gd name="connsiteY7-142" fmla="*/ 1026890 h 1877717"/>
              <a:gd name="connsiteX8-143" fmla="*/ 35521 w 1892189"/>
              <a:gd name="connsiteY8-144" fmla="*/ 865273 h 1877717"/>
              <a:gd name="connsiteX0-145" fmla="*/ 35521 w 1892189"/>
              <a:gd name="connsiteY0-146" fmla="*/ 865273 h 1877717"/>
              <a:gd name="connsiteX1-147" fmla="*/ 865299 w 1892189"/>
              <a:gd name="connsiteY1-148" fmla="*/ 35495 h 1877717"/>
              <a:gd name="connsiteX2-149" fmla="*/ 1026916 w 1892189"/>
              <a:gd name="connsiteY2-150" fmla="*/ 35520 h 1877717"/>
              <a:gd name="connsiteX3-151" fmla="*/ 1856694 w 1892189"/>
              <a:gd name="connsiteY3-152" fmla="*/ 865298 h 1877717"/>
              <a:gd name="connsiteX4-153" fmla="*/ 1856669 w 1892189"/>
              <a:gd name="connsiteY4-154" fmla="*/ 1026916 h 1877717"/>
              <a:gd name="connsiteX5-155" fmla="*/ 1026891 w 1892189"/>
              <a:gd name="connsiteY5-156" fmla="*/ 1856693 h 1877717"/>
              <a:gd name="connsiteX6-157" fmla="*/ 865274 w 1892189"/>
              <a:gd name="connsiteY6-158" fmla="*/ 1856668 h 1877717"/>
              <a:gd name="connsiteX7-159" fmla="*/ 35496 w 1892189"/>
              <a:gd name="connsiteY7-160" fmla="*/ 1026890 h 1877717"/>
              <a:gd name="connsiteX8-161" fmla="*/ 35521 w 1892189"/>
              <a:gd name="connsiteY8-162" fmla="*/ 865273 h 1877717"/>
              <a:gd name="connsiteX0-163" fmla="*/ 35521 w 1892189"/>
              <a:gd name="connsiteY0-164" fmla="*/ 865273 h 1877728"/>
              <a:gd name="connsiteX1-165" fmla="*/ 865299 w 1892189"/>
              <a:gd name="connsiteY1-166" fmla="*/ 35495 h 1877728"/>
              <a:gd name="connsiteX2-167" fmla="*/ 1026916 w 1892189"/>
              <a:gd name="connsiteY2-168" fmla="*/ 35520 h 1877728"/>
              <a:gd name="connsiteX3-169" fmla="*/ 1856694 w 1892189"/>
              <a:gd name="connsiteY3-170" fmla="*/ 865298 h 1877728"/>
              <a:gd name="connsiteX4-171" fmla="*/ 1856669 w 1892189"/>
              <a:gd name="connsiteY4-172" fmla="*/ 1026916 h 1877728"/>
              <a:gd name="connsiteX5-173" fmla="*/ 1026891 w 1892189"/>
              <a:gd name="connsiteY5-174" fmla="*/ 1856693 h 1877728"/>
              <a:gd name="connsiteX6-175" fmla="*/ 865274 w 1892189"/>
              <a:gd name="connsiteY6-176" fmla="*/ 1856668 h 1877728"/>
              <a:gd name="connsiteX7-177" fmla="*/ 35496 w 1892189"/>
              <a:gd name="connsiteY7-178" fmla="*/ 1026890 h 1877728"/>
              <a:gd name="connsiteX8-179" fmla="*/ 35521 w 1892189"/>
              <a:gd name="connsiteY8-180" fmla="*/ 865273 h 1877728"/>
              <a:gd name="connsiteX0-181" fmla="*/ 35521 w 1892189"/>
              <a:gd name="connsiteY0-182" fmla="*/ 865273 h 1892188"/>
              <a:gd name="connsiteX1-183" fmla="*/ 865299 w 1892189"/>
              <a:gd name="connsiteY1-184" fmla="*/ 35495 h 1892188"/>
              <a:gd name="connsiteX2-185" fmla="*/ 1026916 w 1892189"/>
              <a:gd name="connsiteY2-186" fmla="*/ 35520 h 1892188"/>
              <a:gd name="connsiteX3-187" fmla="*/ 1856694 w 1892189"/>
              <a:gd name="connsiteY3-188" fmla="*/ 865298 h 1892188"/>
              <a:gd name="connsiteX4-189" fmla="*/ 1856669 w 1892189"/>
              <a:gd name="connsiteY4-190" fmla="*/ 1026916 h 1892188"/>
              <a:gd name="connsiteX5-191" fmla="*/ 1026891 w 1892189"/>
              <a:gd name="connsiteY5-192" fmla="*/ 1856693 h 1892188"/>
              <a:gd name="connsiteX6-193" fmla="*/ 865274 w 1892189"/>
              <a:gd name="connsiteY6-194" fmla="*/ 1856668 h 1892188"/>
              <a:gd name="connsiteX7-195" fmla="*/ 35496 w 1892189"/>
              <a:gd name="connsiteY7-196" fmla="*/ 1026890 h 1892188"/>
              <a:gd name="connsiteX8-197" fmla="*/ 35521 w 1892189"/>
              <a:gd name="connsiteY8-198" fmla="*/ 865273 h 1892188"/>
              <a:gd name="connsiteX0-199" fmla="*/ 35521 w 1892189"/>
              <a:gd name="connsiteY0-200" fmla="*/ 865273 h 1892188"/>
              <a:gd name="connsiteX1-201" fmla="*/ 865299 w 1892189"/>
              <a:gd name="connsiteY1-202" fmla="*/ 35495 h 1892188"/>
              <a:gd name="connsiteX2-203" fmla="*/ 1026916 w 1892189"/>
              <a:gd name="connsiteY2-204" fmla="*/ 35520 h 1892188"/>
              <a:gd name="connsiteX3-205" fmla="*/ 1856694 w 1892189"/>
              <a:gd name="connsiteY3-206" fmla="*/ 865298 h 1892188"/>
              <a:gd name="connsiteX4-207" fmla="*/ 1856669 w 1892189"/>
              <a:gd name="connsiteY4-208" fmla="*/ 1026916 h 1892188"/>
              <a:gd name="connsiteX5-209" fmla="*/ 1026891 w 1892189"/>
              <a:gd name="connsiteY5-210" fmla="*/ 1856693 h 1892188"/>
              <a:gd name="connsiteX6-211" fmla="*/ 865274 w 1892189"/>
              <a:gd name="connsiteY6-212" fmla="*/ 1856668 h 1892188"/>
              <a:gd name="connsiteX7-213" fmla="*/ 35496 w 1892189"/>
              <a:gd name="connsiteY7-214" fmla="*/ 1026890 h 1892188"/>
              <a:gd name="connsiteX8-215" fmla="*/ 35521 w 1892189"/>
              <a:gd name="connsiteY8-216" fmla="*/ 865273 h 1892188"/>
              <a:gd name="connsiteX0-217" fmla="*/ 35521 w 1892189"/>
              <a:gd name="connsiteY0-218" fmla="*/ 865273 h 1892188"/>
              <a:gd name="connsiteX1-219" fmla="*/ 865299 w 1892189"/>
              <a:gd name="connsiteY1-220" fmla="*/ 35495 h 1892188"/>
              <a:gd name="connsiteX2-221" fmla="*/ 1026916 w 1892189"/>
              <a:gd name="connsiteY2-222" fmla="*/ 35520 h 1892188"/>
              <a:gd name="connsiteX3-223" fmla="*/ 1856694 w 1892189"/>
              <a:gd name="connsiteY3-224" fmla="*/ 865298 h 1892188"/>
              <a:gd name="connsiteX4-225" fmla="*/ 1856669 w 1892189"/>
              <a:gd name="connsiteY4-226" fmla="*/ 1026916 h 1892188"/>
              <a:gd name="connsiteX5-227" fmla="*/ 1026891 w 1892189"/>
              <a:gd name="connsiteY5-228" fmla="*/ 1856693 h 1892188"/>
              <a:gd name="connsiteX6-229" fmla="*/ 865274 w 1892189"/>
              <a:gd name="connsiteY6-230" fmla="*/ 1856668 h 1892188"/>
              <a:gd name="connsiteX7-231" fmla="*/ 35496 w 1892189"/>
              <a:gd name="connsiteY7-232" fmla="*/ 1026890 h 1892188"/>
              <a:gd name="connsiteX8-233" fmla="*/ 35521 w 1892189"/>
              <a:gd name="connsiteY8-234" fmla="*/ 865273 h 1892188"/>
              <a:gd name="connsiteX0-235" fmla="*/ 35521 w 1892189"/>
              <a:gd name="connsiteY0-236" fmla="*/ 865273 h 1892188"/>
              <a:gd name="connsiteX1-237" fmla="*/ 865299 w 1892189"/>
              <a:gd name="connsiteY1-238" fmla="*/ 35495 h 1892188"/>
              <a:gd name="connsiteX2-239" fmla="*/ 1026916 w 1892189"/>
              <a:gd name="connsiteY2-240" fmla="*/ 35520 h 1892188"/>
              <a:gd name="connsiteX3-241" fmla="*/ 1856694 w 1892189"/>
              <a:gd name="connsiteY3-242" fmla="*/ 865298 h 1892188"/>
              <a:gd name="connsiteX4-243" fmla="*/ 1856669 w 1892189"/>
              <a:gd name="connsiteY4-244" fmla="*/ 1026916 h 1892188"/>
              <a:gd name="connsiteX5-245" fmla="*/ 1026891 w 1892189"/>
              <a:gd name="connsiteY5-246" fmla="*/ 1856693 h 1892188"/>
              <a:gd name="connsiteX6-247" fmla="*/ 865274 w 1892189"/>
              <a:gd name="connsiteY6-248" fmla="*/ 1856668 h 1892188"/>
              <a:gd name="connsiteX7-249" fmla="*/ 35496 w 1892189"/>
              <a:gd name="connsiteY7-250" fmla="*/ 1026890 h 1892188"/>
              <a:gd name="connsiteX8-251" fmla="*/ 35521 w 1892189"/>
              <a:gd name="connsiteY8-252" fmla="*/ 865273 h 189218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1892189" h="1892188">
                <a:moveTo>
                  <a:pt x="35521" y="865273"/>
                </a:moveTo>
                <a:cubicBezTo>
                  <a:pt x="35521" y="865273"/>
                  <a:pt x="865299" y="35495"/>
                  <a:pt x="865299" y="35495"/>
                </a:cubicBezTo>
                <a:cubicBezTo>
                  <a:pt x="912643" y="-11849"/>
                  <a:pt x="979572" y="-11824"/>
                  <a:pt x="1026916" y="35520"/>
                </a:cubicBezTo>
                <a:cubicBezTo>
                  <a:pt x="1026916" y="35520"/>
                  <a:pt x="1856694" y="865298"/>
                  <a:pt x="1856694" y="865298"/>
                </a:cubicBezTo>
                <a:cubicBezTo>
                  <a:pt x="1904038" y="912642"/>
                  <a:pt x="1904013" y="979572"/>
                  <a:pt x="1856669" y="1026916"/>
                </a:cubicBezTo>
                <a:cubicBezTo>
                  <a:pt x="1856669" y="1026916"/>
                  <a:pt x="1026891" y="1856693"/>
                  <a:pt x="1026891" y="1856693"/>
                </a:cubicBezTo>
                <a:cubicBezTo>
                  <a:pt x="979547" y="1904037"/>
                  <a:pt x="912618" y="1904011"/>
                  <a:pt x="865274" y="1856668"/>
                </a:cubicBezTo>
                <a:cubicBezTo>
                  <a:pt x="865274" y="1856667"/>
                  <a:pt x="35496" y="1026889"/>
                  <a:pt x="35496" y="1026890"/>
                </a:cubicBezTo>
                <a:cubicBezTo>
                  <a:pt x="-11848" y="979545"/>
                  <a:pt x="-11823" y="912617"/>
                  <a:pt x="35521" y="865273"/>
                </a:cubicBezTo>
                <a:close/>
              </a:path>
            </a:pathLst>
          </a:custGeom>
          <a:solidFill>
            <a:schemeClr val="accent1">
              <a:lumMod val="40000"/>
              <a:lumOff val="60000"/>
              <a:alpha val="26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zh-CN" altLang="en-US">
              <a:sym typeface="+mn-ea"/>
            </a:endParaRPr>
          </a:p>
        </p:txBody>
      </p:sp>
      <p:cxnSp>
        <p:nvCxnSpPr>
          <p:cNvPr id="3" name="直接连接符 2"/>
          <p:cNvCxnSpPr/>
          <p:nvPr>
            <p:custDataLst>
              <p:tags r:id="rId7"/>
            </p:custDataLst>
          </p:nvPr>
        </p:nvCxnSpPr>
        <p:spPr>
          <a:xfrm>
            <a:off x="11346815" y="5031105"/>
            <a:ext cx="0" cy="1152525"/>
          </a:xfrm>
          <a:prstGeom prst="line">
            <a:avLst/>
          </a:prstGeom>
          <a:ln w="9525" cap="rnd">
            <a:solidFill>
              <a:schemeClr val="accent1">
                <a:alpha val="35000"/>
              </a:schemeClr>
            </a:solidFill>
            <a:round/>
          </a:ln>
        </p:spPr>
        <p:style>
          <a:lnRef idx="2">
            <a:schemeClr val="accent1"/>
          </a:lnRef>
          <a:fillRef idx="0">
            <a:srgbClr val="FFFFFF"/>
          </a:fillRef>
          <a:effectRef idx="0">
            <a:srgbClr val="FFFFFF"/>
          </a:effectRef>
          <a:fontRef idx="minor">
            <a:schemeClr val="tx1"/>
          </a:fontRef>
        </p:style>
      </p:cxnSp>
      <p:pic>
        <p:nvPicPr>
          <p:cNvPr id="8" name="图片 7">
            <a:extLst>
              <a:ext uri="{FF2B5EF4-FFF2-40B4-BE49-F238E27FC236}">
                <a16:creationId xmlns:a16="http://schemas.microsoft.com/office/drawing/2014/main" id="{5CFD3F9A-65C9-4197-B49E-8A3C8CF2C3B7}"/>
              </a:ext>
            </a:extLst>
          </p:cNvPr>
          <p:cNvPicPr>
            <a:picLocks noChangeAspect="1"/>
          </p:cNvPicPr>
          <p:nvPr/>
        </p:nvPicPr>
        <p:blipFill>
          <a:blip r:embed="rId9"/>
          <a:stretch>
            <a:fillRect/>
          </a:stretch>
        </p:blipFill>
        <p:spPr>
          <a:xfrm>
            <a:off x="886184" y="935090"/>
            <a:ext cx="10419631" cy="4517021"/>
          </a:xfrm>
          <a:prstGeom prst="rect">
            <a:avLst/>
          </a:prstGeom>
        </p:spPr>
      </p:pic>
    </p:spTree>
    <p:custDataLst>
      <p:tags r:id="rId1"/>
    </p:custDataLst>
    <p:extLst>
      <p:ext uri="{BB962C8B-B14F-4D97-AF65-F5344CB8AC3E}">
        <p14:creationId xmlns:p14="http://schemas.microsoft.com/office/powerpoint/2010/main" val="1340183465"/>
      </p:ext>
    </p:extLst>
  </p:cSld>
  <p:clrMapOvr>
    <a:masterClrMapping/>
  </p:clrMapOvr>
  <p:transition>
    <p:fade/>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标题 16"/>
          <p:cNvSpPr>
            <a:spLocks noGrp="1"/>
          </p:cNvSpPr>
          <p:nvPr>
            <p:ph type="title"/>
            <p:custDataLst>
              <p:tags r:id="rId2"/>
            </p:custDataLst>
          </p:nvPr>
        </p:nvSpPr>
        <p:spPr/>
        <p:txBody>
          <a:bodyPr>
            <a:normAutofit fontScale="90000"/>
          </a:bodyPr>
          <a:lstStyle/>
          <a:p>
            <a:r>
              <a:rPr lang="en-US" altLang="zh-CN" dirty="0"/>
              <a:t>2.4 </a:t>
            </a:r>
            <a:r>
              <a:rPr lang="zh-CN" altLang="en-US" dirty="0"/>
              <a:t>课后习题</a:t>
            </a:r>
          </a:p>
        </p:txBody>
      </p:sp>
      <p:cxnSp>
        <p:nvCxnSpPr>
          <p:cNvPr id="76" name="直接连接符 75"/>
          <p:cNvCxnSpPr/>
          <p:nvPr>
            <p:custDataLst>
              <p:tags r:id="rId3"/>
            </p:custDataLst>
          </p:nvPr>
        </p:nvCxnSpPr>
        <p:spPr>
          <a:xfrm>
            <a:off x="6898640" y="5965825"/>
            <a:ext cx="4679315" cy="0"/>
          </a:xfrm>
          <a:prstGeom prst="line">
            <a:avLst/>
          </a:prstGeom>
          <a:ln w="9525" cap="rnd">
            <a:solidFill>
              <a:schemeClr val="accent1">
                <a:alpha val="35000"/>
              </a:schemeClr>
            </a:solidFill>
            <a:round/>
          </a:ln>
        </p:spPr>
        <p:style>
          <a:lnRef idx="2">
            <a:schemeClr val="accent1"/>
          </a:lnRef>
          <a:fillRef idx="0">
            <a:srgbClr val="FFFFFF"/>
          </a:fillRef>
          <a:effectRef idx="0">
            <a:srgbClr val="FFFFFF"/>
          </a:effectRef>
          <a:fontRef idx="minor">
            <a:schemeClr val="tx1"/>
          </a:fontRef>
        </p:style>
      </p:cxnSp>
      <p:cxnSp>
        <p:nvCxnSpPr>
          <p:cNvPr id="77" name="直接连接符 76"/>
          <p:cNvCxnSpPr/>
          <p:nvPr>
            <p:custDataLst>
              <p:tags r:id="rId4"/>
            </p:custDataLst>
          </p:nvPr>
        </p:nvCxnSpPr>
        <p:spPr>
          <a:xfrm>
            <a:off x="1627505" y="5865495"/>
            <a:ext cx="7217410" cy="0"/>
          </a:xfrm>
          <a:prstGeom prst="line">
            <a:avLst/>
          </a:prstGeom>
          <a:ln w="9525" cap="rnd">
            <a:solidFill>
              <a:schemeClr val="accent1">
                <a:alpha val="35000"/>
              </a:schemeClr>
            </a:solidFill>
            <a:round/>
          </a:ln>
        </p:spPr>
        <p:style>
          <a:lnRef idx="2">
            <a:schemeClr val="accent1"/>
          </a:lnRef>
          <a:fillRef idx="0">
            <a:srgbClr val="FFFFFF"/>
          </a:fillRef>
          <a:effectRef idx="0">
            <a:srgbClr val="FFFFFF"/>
          </a:effectRef>
          <a:fontRef idx="minor">
            <a:schemeClr val="tx1"/>
          </a:fontRef>
        </p:style>
      </p:cxnSp>
      <p:sp>
        <p:nvSpPr>
          <p:cNvPr id="1398" name="任意多边形: 形状 1397"/>
          <p:cNvSpPr/>
          <p:nvPr>
            <p:custDataLst>
              <p:tags r:id="rId5"/>
            </p:custDataLst>
          </p:nvPr>
        </p:nvSpPr>
        <p:spPr>
          <a:xfrm>
            <a:off x="635635" y="5552440"/>
            <a:ext cx="631190" cy="631190"/>
          </a:xfrm>
          <a:custGeom>
            <a:avLst/>
            <a:gdLst>
              <a:gd name="connsiteX0" fmla="*/ 35521 w 1877718"/>
              <a:gd name="connsiteY0" fmla="*/ 850803 h 1863247"/>
              <a:gd name="connsiteX1" fmla="*/ 865299 w 1877718"/>
              <a:gd name="connsiteY1" fmla="*/ 21025 h 1863247"/>
              <a:gd name="connsiteX2" fmla="*/ 1026916 w 1877718"/>
              <a:gd name="connsiteY2" fmla="*/ 21050 h 1863247"/>
              <a:gd name="connsiteX3" fmla="*/ 1856694 w 1877718"/>
              <a:gd name="connsiteY3" fmla="*/ 850828 h 1863247"/>
              <a:gd name="connsiteX4" fmla="*/ 1856669 w 1877718"/>
              <a:gd name="connsiteY4" fmla="*/ 1012446 h 1863247"/>
              <a:gd name="connsiteX5" fmla="*/ 1026891 w 1877718"/>
              <a:gd name="connsiteY5" fmla="*/ 1842223 h 1863247"/>
              <a:gd name="connsiteX6" fmla="*/ 865274 w 1877718"/>
              <a:gd name="connsiteY6" fmla="*/ 1842198 h 1863247"/>
              <a:gd name="connsiteX7" fmla="*/ 35496 w 1877718"/>
              <a:gd name="connsiteY7" fmla="*/ 1012420 h 1863247"/>
              <a:gd name="connsiteX8" fmla="*/ 35521 w 1877718"/>
              <a:gd name="connsiteY8" fmla="*/ 850803 h 1863247"/>
              <a:gd name="connsiteX0-1" fmla="*/ 35521 w 1877718"/>
              <a:gd name="connsiteY0-2" fmla="*/ 850803 h 1863247"/>
              <a:gd name="connsiteX1-3" fmla="*/ 865299 w 1877718"/>
              <a:gd name="connsiteY1-4" fmla="*/ 21025 h 1863247"/>
              <a:gd name="connsiteX2-5" fmla="*/ 1026916 w 1877718"/>
              <a:gd name="connsiteY2-6" fmla="*/ 21050 h 1863247"/>
              <a:gd name="connsiteX3-7" fmla="*/ 1856694 w 1877718"/>
              <a:gd name="connsiteY3-8" fmla="*/ 850828 h 1863247"/>
              <a:gd name="connsiteX4-9" fmla="*/ 1856669 w 1877718"/>
              <a:gd name="connsiteY4-10" fmla="*/ 1012446 h 1863247"/>
              <a:gd name="connsiteX5-11" fmla="*/ 1026891 w 1877718"/>
              <a:gd name="connsiteY5-12" fmla="*/ 1842223 h 1863247"/>
              <a:gd name="connsiteX6-13" fmla="*/ 865274 w 1877718"/>
              <a:gd name="connsiteY6-14" fmla="*/ 1842198 h 1863247"/>
              <a:gd name="connsiteX7-15" fmla="*/ 35496 w 1877718"/>
              <a:gd name="connsiteY7-16" fmla="*/ 1012420 h 1863247"/>
              <a:gd name="connsiteX8-17" fmla="*/ 35521 w 1877718"/>
              <a:gd name="connsiteY8-18" fmla="*/ 850803 h 1863247"/>
              <a:gd name="connsiteX0-19" fmla="*/ 35521 w 1877718"/>
              <a:gd name="connsiteY0-20" fmla="*/ 850813 h 1863257"/>
              <a:gd name="connsiteX1-21" fmla="*/ 865299 w 1877718"/>
              <a:gd name="connsiteY1-22" fmla="*/ 21035 h 1863257"/>
              <a:gd name="connsiteX2-23" fmla="*/ 1026916 w 1877718"/>
              <a:gd name="connsiteY2-24" fmla="*/ 21060 h 1863257"/>
              <a:gd name="connsiteX3-25" fmla="*/ 1856694 w 1877718"/>
              <a:gd name="connsiteY3-26" fmla="*/ 850838 h 1863257"/>
              <a:gd name="connsiteX4-27" fmla="*/ 1856669 w 1877718"/>
              <a:gd name="connsiteY4-28" fmla="*/ 1012456 h 1863257"/>
              <a:gd name="connsiteX5-29" fmla="*/ 1026891 w 1877718"/>
              <a:gd name="connsiteY5-30" fmla="*/ 1842233 h 1863257"/>
              <a:gd name="connsiteX6-31" fmla="*/ 865274 w 1877718"/>
              <a:gd name="connsiteY6-32" fmla="*/ 1842208 h 1863257"/>
              <a:gd name="connsiteX7-33" fmla="*/ 35496 w 1877718"/>
              <a:gd name="connsiteY7-34" fmla="*/ 1012430 h 1863257"/>
              <a:gd name="connsiteX8-35" fmla="*/ 35521 w 1877718"/>
              <a:gd name="connsiteY8-36" fmla="*/ 850813 h 1863257"/>
              <a:gd name="connsiteX0-37" fmla="*/ 35521 w 1877718"/>
              <a:gd name="connsiteY0-38" fmla="*/ 865273 h 1877717"/>
              <a:gd name="connsiteX1-39" fmla="*/ 865299 w 1877718"/>
              <a:gd name="connsiteY1-40" fmla="*/ 35495 h 1877717"/>
              <a:gd name="connsiteX2-41" fmla="*/ 1026916 w 1877718"/>
              <a:gd name="connsiteY2-42" fmla="*/ 35520 h 1877717"/>
              <a:gd name="connsiteX3-43" fmla="*/ 1856694 w 1877718"/>
              <a:gd name="connsiteY3-44" fmla="*/ 865298 h 1877717"/>
              <a:gd name="connsiteX4-45" fmla="*/ 1856669 w 1877718"/>
              <a:gd name="connsiteY4-46" fmla="*/ 1026916 h 1877717"/>
              <a:gd name="connsiteX5-47" fmla="*/ 1026891 w 1877718"/>
              <a:gd name="connsiteY5-48" fmla="*/ 1856693 h 1877717"/>
              <a:gd name="connsiteX6-49" fmla="*/ 865274 w 1877718"/>
              <a:gd name="connsiteY6-50" fmla="*/ 1856668 h 1877717"/>
              <a:gd name="connsiteX7-51" fmla="*/ 35496 w 1877718"/>
              <a:gd name="connsiteY7-52" fmla="*/ 1026890 h 1877717"/>
              <a:gd name="connsiteX8-53" fmla="*/ 35521 w 1877718"/>
              <a:gd name="connsiteY8-54" fmla="*/ 865273 h 1877717"/>
              <a:gd name="connsiteX0-55" fmla="*/ 35521 w 1877718"/>
              <a:gd name="connsiteY0-56" fmla="*/ 865273 h 1877717"/>
              <a:gd name="connsiteX1-57" fmla="*/ 865299 w 1877718"/>
              <a:gd name="connsiteY1-58" fmla="*/ 35495 h 1877717"/>
              <a:gd name="connsiteX2-59" fmla="*/ 1026916 w 1877718"/>
              <a:gd name="connsiteY2-60" fmla="*/ 35520 h 1877717"/>
              <a:gd name="connsiteX3-61" fmla="*/ 1856694 w 1877718"/>
              <a:gd name="connsiteY3-62" fmla="*/ 865298 h 1877717"/>
              <a:gd name="connsiteX4-63" fmla="*/ 1856669 w 1877718"/>
              <a:gd name="connsiteY4-64" fmla="*/ 1026916 h 1877717"/>
              <a:gd name="connsiteX5-65" fmla="*/ 1026891 w 1877718"/>
              <a:gd name="connsiteY5-66" fmla="*/ 1856693 h 1877717"/>
              <a:gd name="connsiteX6-67" fmla="*/ 865274 w 1877718"/>
              <a:gd name="connsiteY6-68" fmla="*/ 1856668 h 1877717"/>
              <a:gd name="connsiteX7-69" fmla="*/ 35496 w 1877718"/>
              <a:gd name="connsiteY7-70" fmla="*/ 1026890 h 1877717"/>
              <a:gd name="connsiteX8-71" fmla="*/ 35521 w 1877718"/>
              <a:gd name="connsiteY8-72" fmla="*/ 865273 h 1877717"/>
              <a:gd name="connsiteX0-73" fmla="*/ 35521 w 1877718"/>
              <a:gd name="connsiteY0-74" fmla="*/ 865273 h 1877717"/>
              <a:gd name="connsiteX1-75" fmla="*/ 865299 w 1877718"/>
              <a:gd name="connsiteY1-76" fmla="*/ 35495 h 1877717"/>
              <a:gd name="connsiteX2-77" fmla="*/ 1026916 w 1877718"/>
              <a:gd name="connsiteY2-78" fmla="*/ 35520 h 1877717"/>
              <a:gd name="connsiteX3-79" fmla="*/ 1856694 w 1877718"/>
              <a:gd name="connsiteY3-80" fmla="*/ 865298 h 1877717"/>
              <a:gd name="connsiteX4-81" fmla="*/ 1856669 w 1877718"/>
              <a:gd name="connsiteY4-82" fmla="*/ 1026916 h 1877717"/>
              <a:gd name="connsiteX5-83" fmla="*/ 1026891 w 1877718"/>
              <a:gd name="connsiteY5-84" fmla="*/ 1856693 h 1877717"/>
              <a:gd name="connsiteX6-85" fmla="*/ 865274 w 1877718"/>
              <a:gd name="connsiteY6-86" fmla="*/ 1856668 h 1877717"/>
              <a:gd name="connsiteX7-87" fmla="*/ 35496 w 1877718"/>
              <a:gd name="connsiteY7-88" fmla="*/ 1026890 h 1877717"/>
              <a:gd name="connsiteX8-89" fmla="*/ 35521 w 1877718"/>
              <a:gd name="connsiteY8-90" fmla="*/ 865273 h 1877717"/>
              <a:gd name="connsiteX0-91" fmla="*/ 35521 w 1877729"/>
              <a:gd name="connsiteY0-92" fmla="*/ 865273 h 1877717"/>
              <a:gd name="connsiteX1-93" fmla="*/ 865299 w 1877729"/>
              <a:gd name="connsiteY1-94" fmla="*/ 35495 h 1877717"/>
              <a:gd name="connsiteX2-95" fmla="*/ 1026916 w 1877729"/>
              <a:gd name="connsiteY2-96" fmla="*/ 35520 h 1877717"/>
              <a:gd name="connsiteX3-97" fmla="*/ 1856694 w 1877729"/>
              <a:gd name="connsiteY3-98" fmla="*/ 865298 h 1877717"/>
              <a:gd name="connsiteX4-99" fmla="*/ 1856669 w 1877729"/>
              <a:gd name="connsiteY4-100" fmla="*/ 1026916 h 1877717"/>
              <a:gd name="connsiteX5-101" fmla="*/ 1026891 w 1877729"/>
              <a:gd name="connsiteY5-102" fmla="*/ 1856693 h 1877717"/>
              <a:gd name="connsiteX6-103" fmla="*/ 865274 w 1877729"/>
              <a:gd name="connsiteY6-104" fmla="*/ 1856668 h 1877717"/>
              <a:gd name="connsiteX7-105" fmla="*/ 35496 w 1877729"/>
              <a:gd name="connsiteY7-106" fmla="*/ 1026890 h 1877717"/>
              <a:gd name="connsiteX8-107" fmla="*/ 35521 w 1877729"/>
              <a:gd name="connsiteY8-108" fmla="*/ 865273 h 1877717"/>
              <a:gd name="connsiteX0-109" fmla="*/ 35521 w 1892189"/>
              <a:gd name="connsiteY0-110" fmla="*/ 865273 h 1877717"/>
              <a:gd name="connsiteX1-111" fmla="*/ 865299 w 1892189"/>
              <a:gd name="connsiteY1-112" fmla="*/ 35495 h 1877717"/>
              <a:gd name="connsiteX2-113" fmla="*/ 1026916 w 1892189"/>
              <a:gd name="connsiteY2-114" fmla="*/ 35520 h 1877717"/>
              <a:gd name="connsiteX3-115" fmla="*/ 1856694 w 1892189"/>
              <a:gd name="connsiteY3-116" fmla="*/ 865298 h 1877717"/>
              <a:gd name="connsiteX4-117" fmla="*/ 1856669 w 1892189"/>
              <a:gd name="connsiteY4-118" fmla="*/ 1026916 h 1877717"/>
              <a:gd name="connsiteX5-119" fmla="*/ 1026891 w 1892189"/>
              <a:gd name="connsiteY5-120" fmla="*/ 1856693 h 1877717"/>
              <a:gd name="connsiteX6-121" fmla="*/ 865274 w 1892189"/>
              <a:gd name="connsiteY6-122" fmla="*/ 1856668 h 1877717"/>
              <a:gd name="connsiteX7-123" fmla="*/ 35496 w 1892189"/>
              <a:gd name="connsiteY7-124" fmla="*/ 1026890 h 1877717"/>
              <a:gd name="connsiteX8-125" fmla="*/ 35521 w 1892189"/>
              <a:gd name="connsiteY8-126" fmla="*/ 865273 h 1877717"/>
              <a:gd name="connsiteX0-127" fmla="*/ 35521 w 1892189"/>
              <a:gd name="connsiteY0-128" fmla="*/ 865273 h 1877717"/>
              <a:gd name="connsiteX1-129" fmla="*/ 865299 w 1892189"/>
              <a:gd name="connsiteY1-130" fmla="*/ 35495 h 1877717"/>
              <a:gd name="connsiteX2-131" fmla="*/ 1026916 w 1892189"/>
              <a:gd name="connsiteY2-132" fmla="*/ 35520 h 1877717"/>
              <a:gd name="connsiteX3-133" fmla="*/ 1856694 w 1892189"/>
              <a:gd name="connsiteY3-134" fmla="*/ 865298 h 1877717"/>
              <a:gd name="connsiteX4-135" fmla="*/ 1856669 w 1892189"/>
              <a:gd name="connsiteY4-136" fmla="*/ 1026916 h 1877717"/>
              <a:gd name="connsiteX5-137" fmla="*/ 1026891 w 1892189"/>
              <a:gd name="connsiteY5-138" fmla="*/ 1856693 h 1877717"/>
              <a:gd name="connsiteX6-139" fmla="*/ 865274 w 1892189"/>
              <a:gd name="connsiteY6-140" fmla="*/ 1856668 h 1877717"/>
              <a:gd name="connsiteX7-141" fmla="*/ 35496 w 1892189"/>
              <a:gd name="connsiteY7-142" fmla="*/ 1026890 h 1877717"/>
              <a:gd name="connsiteX8-143" fmla="*/ 35521 w 1892189"/>
              <a:gd name="connsiteY8-144" fmla="*/ 865273 h 1877717"/>
              <a:gd name="connsiteX0-145" fmla="*/ 35521 w 1892189"/>
              <a:gd name="connsiteY0-146" fmla="*/ 865273 h 1877717"/>
              <a:gd name="connsiteX1-147" fmla="*/ 865299 w 1892189"/>
              <a:gd name="connsiteY1-148" fmla="*/ 35495 h 1877717"/>
              <a:gd name="connsiteX2-149" fmla="*/ 1026916 w 1892189"/>
              <a:gd name="connsiteY2-150" fmla="*/ 35520 h 1877717"/>
              <a:gd name="connsiteX3-151" fmla="*/ 1856694 w 1892189"/>
              <a:gd name="connsiteY3-152" fmla="*/ 865298 h 1877717"/>
              <a:gd name="connsiteX4-153" fmla="*/ 1856669 w 1892189"/>
              <a:gd name="connsiteY4-154" fmla="*/ 1026916 h 1877717"/>
              <a:gd name="connsiteX5-155" fmla="*/ 1026891 w 1892189"/>
              <a:gd name="connsiteY5-156" fmla="*/ 1856693 h 1877717"/>
              <a:gd name="connsiteX6-157" fmla="*/ 865274 w 1892189"/>
              <a:gd name="connsiteY6-158" fmla="*/ 1856668 h 1877717"/>
              <a:gd name="connsiteX7-159" fmla="*/ 35496 w 1892189"/>
              <a:gd name="connsiteY7-160" fmla="*/ 1026890 h 1877717"/>
              <a:gd name="connsiteX8-161" fmla="*/ 35521 w 1892189"/>
              <a:gd name="connsiteY8-162" fmla="*/ 865273 h 1877717"/>
              <a:gd name="connsiteX0-163" fmla="*/ 35521 w 1892189"/>
              <a:gd name="connsiteY0-164" fmla="*/ 865273 h 1877728"/>
              <a:gd name="connsiteX1-165" fmla="*/ 865299 w 1892189"/>
              <a:gd name="connsiteY1-166" fmla="*/ 35495 h 1877728"/>
              <a:gd name="connsiteX2-167" fmla="*/ 1026916 w 1892189"/>
              <a:gd name="connsiteY2-168" fmla="*/ 35520 h 1877728"/>
              <a:gd name="connsiteX3-169" fmla="*/ 1856694 w 1892189"/>
              <a:gd name="connsiteY3-170" fmla="*/ 865298 h 1877728"/>
              <a:gd name="connsiteX4-171" fmla="*/ 1856669 w 1892189"/>
              <a:gd name="connsiteY4-172" fmla="*/ 1026916 h 1877728"/>
              <a:gd name="connsiteX5-173" fmla="*/ 1026891 w 1892189"/>
              <a:gd name="connsiteY5-174" fmla="*/ 1856693 h 1877728"/>
              <a:gd name="connsiteX6-175" fmla="*/ 865274 w 1892189"/>
              <a:gd name="connsiteY6-176" fmla="*/ 1856668 h 1877728"/>
              <a:gd name="connsiteX7-177" fmla="*/ 35496 w 1892189"/>
              <a:gd name="connsiteY7-178" fmla="*/ 1026890 h 1877728"/>
              <a:gd name="connsiteX8-179" fmla="*/ 35521 w 1892189"/>
              <a:gd name="connsiteY8-180" fmla="*/ 865273 h 1877728"/>
              <a:gd name="connsiteX0-181" fmla="*/ 35521 w 1892189"/>
              <a:gd name="connsiteY0-182" fmla="*/ 865273 h 1892188"/>
              <a:gd name="connsiteX1-183" fmla="*/ 865299 w 1892189"/>
              <a:gd name="connsiteY1-184" fmla="*/ 35495 h 1892188"/>
              <a:gd name="connsiteX2-185" fmla="*/ 1026916 w 1892189"/>
              <a:gd name="connsiteY2-186" fmla="*/ 35520 h 1892188"/>
              <a:gd name="connsiteX3-187" fmla="*/ 1856694 w 1892189"/>
              <a:gd name="connsiteY3-188" fmla="*/ 865298 h 1892188"/>
              <a:gd name="connsiteX4-189" fmla="*/ 1856669 w 1892189"/>
              <a:gd name="connsiteY4-190" fmla="*/ 1026916 h 1892188"/>
              <a:gd name="connsiteX5-191" fmla="*/ 1026891 w 1892189"/>
              <a:gd name="connsiteY5-192" fmla="*/ 1856693 h 1892188"/>
              <a:gd name="connsiteX6-193" fmla="*/ 865274 w 1892189"/>
              <a:gd name="connsiteY6-194" fmla="*/ 1856668 h 1892188"/>
              <a:gd name="connsiteX7-195" fmla="*/ 35496 w 1892189"/>
              <a:gd name="connsiteY7-196" fmla="*/ 1026890 h 1892188"/>
              <a:gd name="connsiteX8-197" fmla="*/ 35521 w 1892189"/>
              <a:gd name="connsiteY8-198" fmla="*/ 865273 h 1892188"/>
              <a:gd name="connsiteX0-199" fmla="*/ 35521 w 1892189"/>
              <a:gd name="connsiteY0-200" fmla="*/ 865273 h 1892188"/>
              <a:gd name="connsiteX1-201" fmla="*/ 865299 w 1892189"/>
              <a:gd name="connsiteY1-202" fmla="*/ 35495 h 1892188"/>
              <a:gd name="connsiteX2-203" fmla="*/ 1026916 w 1892189"/>
              <a:gd name="connsiteY2-204" fmla="*/ 35520 h 1892188"/>
              <a:gd name="connsiteX3-205" fmla="*/ 1856694 w 1892189"/>
              <a:gd name="connsiteY3-206" fmla="*/ 865298 h 1892188"/>
              <a:gd name="connsiteX4-207" fmla="*/ 1856669 w 1892189"/>
              <a:gd name="connsiteY4-208" fmla="*/ 1026916 h 1892188"/>
              <a:gd name="connsiteX5-209" fmla="*/ 1026891 w 1892189"/>
              <a:gd name="connsiteY5-210" fmla="*/ 1856693 h 1892188"/>
              <a:gd name="connsiteX6-211" fmla="*/ 865274 w 1892189"/>
              <a:gd name="connsiteY6-212" fmla="*/ 1856668 h 1892188"/>
              <a:gd name="connsiteX7-213" fmla="*/ 35496 w 1892189"/>
              <a:gd name="connsiteY7-214" fmla="*/ 1026890 h 1892188"/>
              <a:gd name="connsiteX8-215" fmla="*/ 35521 w 1892189"/>
              <a:gd name="connsiteY8-216" fmla="*/ 865273 h 1892188"/>
              <a:gd name="connsiteX0-217" fmla="*/ 35521 w 1892189"/>
              <a:gd name="connsiteY0-218" fmla="*/ 865273 h 1892188"/>
              <a:gd name="connsiteX1-219" fmla="*/ 865299 w 1892189"/>
              <a:gd name="connsiteY1-220" fmla="*/ 35495 h 1892188"/>
              <a:gd name="connsiteX2-221" fmla="*/ 1026916 w 1892189"/>
              <a:gd name="connsiteY2-222" fmla="*/ 35520 h 1892188"/>
              <a:gd name="connsiteX3-223" fmla="*/ 1856694 w 1892189"/>
              <a:gd name="connsiteY3-224" fmla="*/ 865298 h 1892188"/>
              <a:gd name="connsiteX4-225" fmla="*/ 1856669 w 1892189"/>
              <a:gd name="connsiteY4-226" fmla="*/ 1026916 h 1892188"/>
              <a:gd name="connsiteX5-227" fmla="*/ 1026891 w 1892189"/>
              <a:gd name="connsiteY5-228" fmla="*/ 1856693 h 1892188"/>
              <a:gd name="connsiteX6-229" fmla="*/ 865274 w 1892189"/>
              <a:gd name="connsiteY6-230" fmla="*/ 1856668 h 1892188"/>
              <a:gd name="connsiteX7-231" fmla="*/ 35496 w 1892189"/>
              <a:gd name="connsiteY7-232" fmla="*/ 1026890 h 1892188"/>
              <a:gd name="connsiteX8-233" fmla="*/ 35521 w 1892189"/>
              <a:gd name="connsiteY8-234" fmla="*/ 865273 h 1892188"/>
              <a:gd name="connsiteX0-235" fmla="*/ 35521 w 1892189"/>
              <a:gd name="connsiteY0-236" fmla="*/ 865273 h 1892188"/>
              <a:gd name="connsiteX1-237" fmla="*/ 865299 w 1892189"/>
              <a:gd name="connsiteY1-238" fmla="*/ 35495 h 1892188"/>
              <a:gd name="connsiteX2-239" fmla="*/ 1026916 w 1892189"/>
              <a:gd name="connsiteY2-240" fmla="*/ 35520 h 1892188"/>
              <a:gd name="connsiteX3-241" fmla="*/ 1856694 w 1892189"/>
              <a:gd name="connsiteY3-242" fmla="*/ 865298 h 1892188"/>
              <a:gd name="connsiteX4-243" fmla="*/ 1856669 w 1892189"/>
              <a:gd name="connsiteY4-244" fmla="*/ 1026916 h 1892188"/>
              <a:gd name="connsiteX5-245" fmla="*/ 1026891 w 1892189"/>
              <a:gd name="connsiteY5-246" fmla="*/ 1856693 h 1892188"/>
              <a:gd name="connsiteX6-247" fmla="*/ 865274 w 1892189"/>
              <a:gd name="connsiteY6-248" fmla="*/ 1856668 h 1892188"/>
              <a:gd name="connsiteX7-249" fmla="*/ 35496 w 1892189"/>
              <a:gd name="connsiteY7-250" fmla="*/ 1026890 h 1892188"/>
              <a:gd name="connsiteX8-251" fmla="*/ 35521 w 1892189"/>
              <a:gd name="connsiteY8-252" fmla="*/ 865273 h 189218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1892189" h="1892188">
                <a:moveTo>
                  <a:pt x="35521" y="865273"/>
                </a:moveTo>
                <a:cubicBezTo>
                  <a:pt x="35521" y="865273"/>
                  <a:pt x="865299" y="35495"/>
                  <a:pt x="865299" y="35495"/>
                </a:cubicBezTo>
                <a:cubicBezTo>
                  <a:pt x="912643" y="-11849"/>
                  <a:pt x="979572" y="-11824"/>
                  <a:pt x="1026916" y="35520"/>
                </a:cubicBezTo>
                <a:cubicBezTo>
                  <a:pt x="1026916" y="35520"/>
                  <a:pt x="1856694" y="865298"/>
                  <a:pt x="1856694" y="865298"/>
                </a:cubicBezTo>
                <a:cubicBezTo>
                  <a:pt x="1904038" y="912642"/>
                  <a:pt x="1904013" y="979572"/>
                  <a:pt x="1856669" y="1026916"/>
                </a:cubicBezTo>
                <a:cubicBezTo>
                  <a:pt x="1856669" y="1026916"/>
                  <a:pt x="1026891" y="1856693"/>
                  <a:pt x="1026891" y="1856693"/>
                </a:cubicBezTo>
                <a:cubicBezTo>
                  <a:pt x="979547" y="1904037"/>
                  <a:pt x="912618" y="1904011"/>
                  <a:pt x="865274" y="1856668"/>
                </a:cubicBezTo>
                <a:cubicBezTo>
                  <a:pt x="865274" y="1856667"/>
                  <a:pt x="35496" y="1026889"/>
                  <a:pt x="35496" y="1026890"/>
                </a:cubicBezTo>
                <a:cubicBezTo>
                  <a:pt x="-11848" y="979545"/>
                  <a:pt x="-11823" y="912617"/>
                  <a:pt x="35521" y="865273"/>
                </a:cubicBezTo>
                <a:close/>
              </a:path>
            </a:pathLst>
          </a:custGeom>
          <a:solidFill>
            <a:schemeClr val="accent1">
              <a:alpha val="2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zh-CN" altLang="en-US">
              <a:sym typeface="+mn-ea"/>
            </a:endParaRPr>
          </a:p>
        </p:txBody>
      </p:sp>
      <p:sp>
        <p:nvSpPr>
          <p:cNvPr id="4" name="任意多边形: 形状 1397"/>
          <p:cNvSpPr/>
          <p:nvPr>
            <p:custDataLst>
              <p:tags r:id="rId6"/>
            </p:custDataLst>
          </p:nvPr>
        </p:nvSpPr>
        <p:spPr>
          <a:xfrm>
            <a:off x="1092835" y="5670550"/>
            <a:ext cx="395605" cy="395605"/>
          </a:xfrm>
          <a:custGeom>
            <a:avLst/>
            <a:gdLst>
              <a:gd name="connsiteX0" fmla="*/ 35521 w 1877718"/>
              <a:gd name="connsiteY0" fmla="*/ 850803 h 1863247"/>
              <a:gd name="connsiteX1" fmla="*/ 865299 w 1877718"/>
              <a:gd name="connsiteY1" fmla="*/ 21025 h 1863247"/>
              <a:gd name="connsiteX2" fmla="*/ 1026916 w 1877718"/>
              <a:gd name="connsiteY2" fmla="*/ 21050 h 1863247"/>
              <a:gd name="connsiteX3" fmla="*/ 1856694 w 1877718"/>
              <a:gd name="connsiteY3" fmla="*/ 850828 h 1863247"/>
              <a:gd name="connsiteX4" fmla="*/ 1856669 w 1877718"/>
              <a:gd name="connsiteY4" fmla="*/ 1012446 h 1863247"/>
              <a:gd name="connsiteX5" fmla="*/ 1026891 w 1877718"/>
              <a:gd name="connsiteY5" fmla="*/ 1842223 h 1863247"/>
              <a:gd name="connsiteX6" fmla="*/ 865274 w 1877718"/>
              <a:gd name="connsiteY6" fmla="*/ 1842198 h 1863247"/>
              <a:gd name="connsiteX7" fmla="*/ 35496 w 1877718"/>
              <a:gd name="connsiteY7" fmla="*/ 1012420 h 1863247"/>
              <a:gd name="connsiteX8" fmla="*/ 35521 w 1877718"/>
              <a:gd name="connsiteY8" fmla="*/ 850803 h 1863247"/>
              <a:gd name="connsiteX0-1" fmla="*/ 35521 w 1877718"/>
              <a:gd name="connsiteY0-2" fmla="*/ 850803 h 1863247"/>
              <a:gd name="connsiteX1-3" fmla="*/ 865299 w 1877718"/>
              <a:gd name="connsiteY1-4" fmla="*/ 21025 h 1863247"/>
              <a:gd name="connsiteX2-5" fmla="*/ 1026916 w 1877718"/>
              <a:gd name="connsiteY2-6" fmla="*/ 21050 h 1863247"/>
              <a:gd name="connsiteX3-7" fmla="*/ 1856694 w 1877718"/>
              <a:gd name="connsiteY3-8" fmla="*/ 850828 h 1863247"/>
              <a:gd name="connsiteX4-9" fmla="*/ 1856669 w 1877718"/>
              <a:gd name="connsiteY4-10" fmla="*/ 1012446 h 1863247"/>
              <a:gd name="connsiteX5-11" fmla="*/ 1026891 w 1877718"/>
              <a:gd name="connsiteY5-12" fmla="*/ 1842223 h 1863247"/>
              <a:gd name="connsiteX6-13" fmla="*/ 865274 w 1877718"/>
              <a:gd name="connsiteY6-14" fmla="*/ 1842198 h 1863247"/>
              <a:gd name="connsiteX7-15" fmla="*/ 35496 w 1877718"/>
              <a:gd name="connsiteY7-16" fmla="*/ 1012420 h 1863247"/>
              <a:gd name="connsiteX8-17" fmla="*/ 35521 w 1877718"/>
              <a:gd name="connsiteY8-18" fmla="*/ 850803 h 1863247"/>
              <a:gd name="connsiteX0-19" fmla="*/ 35521 w 1877718"/>
              <a:gd name="connsiteY0-20" fmla="*/ 850813 h 1863257"/>
              <a:gd name="connsiteX1-21" fmla="*/ 865299 w 1877718"/>
              <a:gd name="connsiteY1-22" fmla="*/ 21035 h 1863257"/>
              <a:gd name="connsiteX2-23" fmla="*/ 1026916 w 1877718"/>
              <a:gd name="connsiteY2-24" fmla="*/ 21060 h 1863257"/>
              <a:gd name="connsiteX3-25" fmla="*/ 1856694 w 1877718"/>
              <a:gd name="connsiteY3-26" fmla="*/ 850838 h 1863257"/>
              <a:gd name="connsiteX4-27" fmla="*/ 1856669 w 1877718"/>
              <a:gd name="connsiteY4-28" fmla="*/ 1012456 h 1863257"/>
              <a:gd name="connsiteX5-29" fmla="*/ 1026891 w 1877718"/>
              <a:gd name="connsiteY5-30" fmla="*/ 1842233 h 1863257"/>
              <a:gd name="connsiteX6-31" fmla="*/ 865274 w 1877718"/>
              <a:gd name="connsiteY6-32" fmla="*/ 1842208 h 1863257"/>
              <a:gd name="connsiteX7-33" fmla="*/ 35496 w 1877718"/>
              <a:gd name="connsiteY7-34" fmla="*/ 1012430 h 1863257"/>
              <a:gd name="connsiteX8-35" fmla="*/ 35521 w 1877718"/>
              <a:gd name="connsiteY8-36" fmla="*/ 850813 h 1863257"/>
              <a:gd name="connsiteX0-37" fmla="*/ 35521 w 1877718"/>
              <a:gd name="connsiteY0-38" fmla="*/ 865273 h 1877717"/>
              <a:gd name="connsiteX1-39" fmla="*/ 865299 w 1877718"/>
              <a:gd name="connsiteY1-40" fmla="*/ 35495 h 1877717"/>
              <a:gd name="connsiteX2-41" fmla="*/ 1026916 w 1877718"/>
              <a:gd name="connsiteY2-42" fmla="*/ 35520 h 1877717"/>
              <a:gd name="connsiteX3-43" fmla="*/ 1856694 w 1877718"/>
              <a:gd name="connsiteY3-44" fmla="*/ 865298 h 1877717"/>
              <a:gd name="connsiteX4-45" fmla="*/ 1856669 w 1877718"/>
              <a:gd name="connsiteY4-46" fmla="*/ 1026916 h 1877717"/>
              <a:gd name="connsiteX5-47" fmla="*/ 1026891 w 1877718"/>
              <a:gd name="connsiteY5-48" fmla="*/ 1856693 h 1877717"/>
              <a:gd name="connsiteX6-49" fmla="*/ 865274 w 1877718"/>
              <a:gd name="connsiteY6-50" fmla="*/ 1856668 h 1877717"/>
              <a:gd name="connsiteX7-51" fmla="*/ 35496 w 1877718"/>
              <a:gd name="connsiteY7-52" fmla="*/ 1026890 h 1877717"/>
              <a:gd name="connsiteX8-53" fmla="*/ 35521 w 1877718"/>
              <a:gd name="connsiteY8-54" fmla="*/ 865273 h 1877717"/>
              <a:gd name="connsiteX0-55" fmla="*/ 35521 w 1877718"/>
              <a:gd name="connsiteY0-56" fmla="*/ 865273 h 1877717"/>
              <a:gd name="connsiteX1-57" fmla="*/ 865299 w 1877718"/>
              <a:gd name="connsiteY1-58" fmla="*/ 35495 h 1877717"/>
              <a:gd name="connsiteX2-59" fmla="*/ 1026916 w 1877718"/>
              <a:gd name="connsiteY2-60" fmla="*/ 35520 h 1877717"/>
              <a:gd name="connsiteX3-61" fmla="*/ 1856694 w 1877718"/>
              <a:gd name="connsiteY3-62" fmla="*/ 865298 h 1877717"/>
              <a:gd name="connsiteX4-63" fmla="*/ 1856669 w 1877718"/>
              <a:gd name="connsiteY4-64" fmla="*/ 1026916 h 1877717"/>
              <a:gd name="connsiteX5-65" fmla="*/ 1026891 w 1877718"/>
              <a:gd name="connsiteY5-66" fmla="*/ 1856693 h 1877717"/>
              <a:gd name="connsiteX6-67" fmla="*/ 865274 w 1877718"/>
              <a:gd name="connsiteY6-68" fmla="*/ 1856668 h 1877717"/>
              <a:gd name="connsiteX7-69" fmla="*/ 35496 w 1877718"/>
              <a:gd name="connsiteY7-70" fmla="*/ 1026890 h 1877717"/>
              <a:gd name="connsiteX8-71" fmla="*/ 35521 w 1877718"/>
              <a:gd name="connsiteY8-72" fmla="*/ 865273 h 1877717"/>
              <a:gd name="connsiteX0-73" fmla="*/ 35521 w 1877718"/>
              <a:gd name="connsiteY0-74" fmla="*/ 865273 h 1877717"/>
              <a:gd name="connsiteX1-75" fmla="*/ 865299 w 1877718"/>
              <a:gd name="connsiteY1-76" fmla="*/ 35495 h 1877717"/>
              <a:gd name="connsiteX2-77" fmla="*/ 1026916 w 1877718"/>
              <a:gd name="connsiteY2-78" fmla="*/ 35520 h 1877717"/>
              <a:gd name="connsiteX3-79" fmla="*/ 1856694 w 1877718"/>
              <a:gd name="connsiteY3-80" fmla="*/ 865298 h 1877717"/>
              <a:gd name="connsiteX4-81" fmla="*/ 1856669 w 1877718"/>
              <a:gd name="connsiteY4-82" fmla="*/ 1026916 h 1877717"/>
              <a:gd name="connsiteX5-83" fmla="*/ 1026891 w 1877718"/>
              <a:gd name="connsiteY5-84" fmla="*/ 1856693 h 1877717"/>
              <a:gd name="connsiteX6-85" fmla="*/ 865274 w 1877718"/>
              <a:gd name="connsiteY6-86" fmla="*/ 1856668 h 1877717"/>
              <a:gd name="connsiteX7-87" fmla="*/ 35496 w 1877718"/>
              <a:gd name="connsiteY7-88" fmla="*/ 1026890 h 1877717"/>
              <a:gd name="connsiteX8-89" fmla="*/ 35521 w 1877718"/>
              <a:gd name="connsiteY8-90" fmla="*/ 865273 h 1877717"/>
              <a:gd name="connsiteX0-91" fmla="*/ 35521 w 1877729"/>
              <a:gd name="connsiteY0-92" fmla="*/ 865273 h 1877717"/>
              <a:gd name="connsiteX1-93" fmla="*/ 865299 w 1877729"/>
              <a:gd name="connsiteY1-94" fmla="*/ 35495 h 1877717"/>
              <a:gd name="connsiteX2-95" fmla="*/ 1026916 w 1877729"/>
              <a:gd name="connsiteY2-96" fmla="*/ 35520 h 1877717"/>
              <a:gd name="connsiteX3-97" fmla="*/ 1856694 w 1877729"/>
              <a:gd name="connsiteY3-98" fmla="*/ 865298 h 1877717"/>
              <a:gd name="connsiteX4-99" fmla="*/ 1856669 w 1877729"/>
              <a:gd name="connsiteY4-100" fmla="*/ 1026916 h 1877717"/>
              <a:gd name="connsiteX5-101" fmla="*/ 1026891 w 1877729"/>
              <a:gd name="connsiteY5-102" fmla="*/ 1856693 h 1877717"/>
              <a:gd name="connsiteX6-103" fmla="*/ 865274 w 1877729"/>
              <a:gd name="connsiteY6-104" fmla="*/ 1856668 h 1877717"/>
              <a:gd name="connsiteX7-105" fmla="*/ 35496 w 1877729"/>
              <a:gd name="connsiteY7-106" fmla="*/ 1026890 h 1877717"/>
              <a:gd name="connsiteX8-107" fmla="*/ 35521 w 1877729"/>
              <a:gd name="connsiteY8-108" fmla="*/ 865273 h 1877717"/>
              <a:gd name="connsiteX0-109" fmla="*/ 35521 w 1892189"/>
              <a:gd name="connsiteY0-110" fmla="*/ 865273 h 1877717"/>
              <a:gd name="connsiteX1-111" fmla="*/ 865299 w 1892189"/>
              <a:gd name="connsiteY1-112" fmla="*/ 35495 h 1877717"/>
              <a:gd name="connsiteX2-113" fmla="*/ 1026916 w 1892189"/>
              <a:gd name="connsiteY2-114" fmla="*/ 35520 h 1877717"/>
              <a:gd name="connsiteX3-115" fmla="*/ 1856694 w 1892189"/>
              <a:gd name="connsiteY3-116" fmla="*/ 865298 h 1877717"/>
              <a:gd name="connsiteX4-117" fmla="*/ 1856669 w 1892189"/>
              <a:gd name="connsiteY4-118" fmla="*/ 1026916 h 1877717"/>
              <a:gd name="connsiteX5-119" fmla="*/ 1026891 w 1892189"/>
              <a:gd name="connsiteY5-120" fmla="*/ 1856693 h 1877717"/>
              <a:gd name="connsiteX6-121" fmla="*/ 865274 w 1892189"/>
              <a:gd name="connsiteY6-122" fmla="*/ 1856668 h 1877717"/>
              <a:gd name="connsiteX7-123" fmla="*/ 35496 w 1892189"/>
              <a:gd name="connsiteY7-124" fmla="*/ 1026890 h 1877717"/>
              <a:gd name="connsiteX8-125" fmla="*/ 35521 w 1892189"/>
              <a:gd name="connsiteY8-126" fmla="*/ 865273 h 1877717"/>
              <a:gd name="connsiteX0-127" fmla="*/ 35521 w 1892189"/>
              <a:gd name="connsiteY0-128" fmla="*/ 865273 h 1877717"/>
              <a:gd name="connsiteX1-129" fmla="*/ 865299 w 1892189"/>
              <a:gd name="connsiteY1-130" fmla="*/ 35495 h 1877717"/>
              <a:gd name="connsiteX2-131" fmla="*/ 1026916 w 1892189"/>
              <a:gd name="connsiteY2-132" fmla="*/ 35520 h 1877717"/>
              <a:gd name="connsiteX3-133" fmla="*/ 1856694 w 1892189"/>
              <a:gd name="connsiteY3-134" fmla="*/ 865298 h 1877717"/>
              <a:gd name="connsiteX4-135" fmla="*/ 1856669 w 1892189"/>
              <a:gd name="connsiteY4-136" fmla="*/ 1026916 h 1877717"/>
              <a:gd name="connsiteX5-137" fmla="*/ 1026891 w 1892189"/>
              <a:gd name="connsiteY5-138" fmla="*/ 1856693 h 1877717"/>
              <a:gd name="connsiteX6-139" fmla="*/ 865274 w 1892189"/>
              <a:gd name="connsiteY6-140" fmla="*/ 1856668 h 1877717"/>
              <a:gd name="connsiteX7-141" fmla="*/ 35496 w 1892189"/>
              <a:gd name="connsiteY7-142" fmla="*/ 1026890 h 1877717"/>
              <a:gd name="connsiteX8-143" fmla="*/ 35521 w 1892189"/>
              <a:gd name="connsiteY8-144" fmla="*/ 865273 h 1877717"/>
              <a:gd name="connsiteX0-145" fmla="*/ 35521 w 1892189"/>
              <a:gd name="connsiteY0-146" fmla="*/ 865273 h 1877717"/>
              <a:gd name="connsiteX1-147" fmla="*/ 865299 w 1892189"/>
              <a:gd name="connsiteY1-148" fmla="*/ 35495 h 1877717"/>
              <a:gd name="connsiteX2-149" fmla="*/ 1026916 w 1892189"/>
              <a:gd name="connsiteY2-150" fmla="*/ 35520 h 1877717"/>
              <a:gd name="connsiteX3-151" fmla="*/ 1856694 w 1892189"/>
              <a:gd name="connsiteY3-152" fmla="*/ 865298 h 1877717"/>
              <a:gd name="connsiteX4-153" fmla="*/ 1856669 w 1892189"/>
              <a:gd name="connsiteY4-154" fmla="*/ 1026916 h 1877717"/>
              <a:gd name="connsiteX5-155" fmla="*/ 1026891 w 1892189"/>
              <a:gd name="connsiteY5-156" fmla="*/ 1856693 h 1877717"/>
              <a:gd name="connsiteX6-157" fmla="*/ 865274 w 1892189"/>
              <a:gd name="connsiteY6-158" fmla="*/ 1856668 h 1877717"/>
              <a:gd name="connsiteX7-159" fmla="*/ 35496 w 1892189"/>
              <a:gd name="connsiteY7-160" fmla="*/ 1026890 h 1877717"/>
              <a:gd name="connsiteX8-161" fmla="*/ 35521 w 1892189"/>
              <a:gd name="connsiteY8-162" fmla="*/ 865273 h 1877717"/>
              <a:gd name="connsiteX0-163" fmla="*/ 35521 w 1892189"/>
              <a:gd name="connsiteY0-164" fmla="*/ 865273 h 1877728"/>
              <a:gd name="connsiteX1-165" fmla="*/ 865299 w 1892189"/>
              <a:gd name="connsiteY1-166" fmla="*/ 35495 h 1877728"/>
              <a:gd name="connsiteX2-167" fmla="*/ 1026916 w 1892189"/>
              <a:gd name="connsiteY2-168" fmla="*/ 35520 h 1877728"/>
              <a:gd name="connsiteX3-169" fmla="*/ 1856694 w 1892189"/>
              <a:gd name="connsiteY3-170" fmla="*/ 865298 h 1877728"/>
              <a:gd name="connsiteX4-171" fmla="*/ 1856669 w 1892189"/>
              <a:gd name="connsiteY4-172" fmla="*/ 1026916 h 1877728"/>
              <a:gd name="connsiteX5-173" fmla="*/ 1026891 w 1892189"/>
              <a:gd name="connsiteY5-174" fmla="*/ 1856693 h 1877728"/>
              <a:gd name="connsiteX6-175" fmla="*/ 865274 w 1892189"/>
              <a:gd name="connsiteY6-176" fmla="*/ 1856668 h 1877728"/>
              <a:gd name="connsiteX7-177" fmla="*/ 35496 w 1892189"/>
              <a:gd name="connsiteY7-178" fmla="*/ 1026890 h 1877728"/>
              <a:gd name="connsiteX8-179" fmla="*/ 35521 w 1892189"/>
              <a:gd name="connsiteY8-180" fmla="*/ 865273 h 1877728"/>
              <a:gd name="connsiteX0-181" fmla="*/ 35521 w 1892189"/>
              <a:gd name="connsiteY0-182" fmla="*/ 865273 h 1892188"/>
              <a:gd name="connsiteX1-183" fmla="*/ 865299 w 1892189"/>
              <a:gd name="connsiteY1-184" fmla="*/ 35495 h 1892188"/>
              <a:gd name="connsiteX2-185" fmla="*/ 1026916 w 1892189"/>
              <a:gd name="connsiteY2-186" fmla="*/ 35520 h 1892188"/>
              <a:gd name="connsiteX3-187" fmla="*/ 1856694 w 1892189"/>
              <a:gd name="connsiteY3-188" fmla="*/ 865298 h 1892188"/>
              <a:gd name="connsiteX4-189" fmla="*/ 1856669 w 1892189"/>
              <a:gd name="connsiteY4-190" fmla="*/ 1026916 h 1892188"/>
              <a:gd name="connsiteX5-191" fmla="*/ 1026891 w 1892189"/>
              <a:gd name="connsiteY5-192" fmla="*/ 1856693 h 1892188"/>
              <a:gd name="connsiteX6-193" fmla="*/ 865274 w 1892189"/>
              <a:gd name="connsiteY6-194" fmla="*/ 1856668 h 1892188"/>
              <a:gd name="connsiteX7-195" fmla="*/ 35496 w 1892189"/>
              <a:gd name="connsiteY7-196" fmla="*/ 1026890 h 1892188"/>
              <a:gd name="connsiteX8-197" fmla="*/ 35521 w 1892189"/>
              <a:gd name="connsiteY8-198" fmla="*/ 865273 h 1892188"/>
              <a:gd name="connsiteX0-199" fmla="*/ 35521 w 1892189"/>
              <a:gd name="connsiteY0-200" fmla="*/ 865273 h 1892188"/>
              <a:gd name="connsiteX1-201" fmla="*/ 865299 w 1892189"/>
              <a:gd name="connsiteY1-202" fmla="*/ 35495 h 1892188"/>
              <a:gd name="connsiteX2-203" fmla="*/ 1026916 w 1892189"/>
              <a:gd name="connsiteY2-204" fmla="*/ 35520 h 1892188"/>
              <a:gd name="connsiteX3-205" fmla="*/ 1856694 w 1892189"/>
              <a:gd name="connsiteY3-206" fmla="*/ 865298 h 1892188"/>
              <a:gd name="connsiteX4-207" fmla="*/ 1856669 w 1892189"/>
              <a:gd name="connsiteY4-208" fmla="*/ 1026916 h 1892188"/>
              <a:gd name="connsiteX5-209" fmla="*/ 1026891 w 1892189"/>
              <a:gd name="connsiteY5-210" fmla="*/ 1856693 h 1892188"/>
              <a:gd name="connsiteX6-211" fmla="*/ 865274 w 1892189"/>
              <a:gd name="connsiteY6-212" fmla="*/ 1856668 h 1892188"/>
              <a:gd name="connsiteX7-213" fmla="*/ 35496 w 1892189"/>
              <a:gd name="connsiteY7-214" fmla="*/ 1026890 h 1892188"/>
              <a:gd name="connsiteX8-215" fmla="*/ 35521 w 1892189"/>
              <a:gd name="connsiteY8-216" fmla="*/ 865273 h 1892188"/>
              <a:gd name="connsiteX0-217" fmla="*/ 35521 w 1892189"/>
              <a:gd name="connsiteY0-218" fmla="*/ 865273 h 1892188"/>
              <a:gd name="connsiteX1-219" fmla="*/ 865299 w 1892189"/>
              <a:gd name="connsiteY1-220" fmla="*/ 35495 h 1892188"/>
              <a:gd name="connsiteX2-221" fmla="*/ 1026916 w 1892189"/>
              <a:gd name="connsiteY2-222" fmla="*/ 35520 h 1892188"/>
              <a:gd name="connsiteX3-223" fmla="*/ 1856694 w 1892189"/>
              <a:gd name="connsiteY3-224" fmla="*/ 865298 h 1892188"/>
              <a:gd name="connsiteX4-225" fmla="*/ 1856669 w 1892189"/>
              <a:gd name="connsiteY4-226" fmla="*/ 1026916 h 1892188"/>
              <a:gd name="connsiteX5-227" fmla="*/ 1026891 w 1892189"/>
              <a:gd name="connsiteY5-228" fmla="*/ 1856693 h 1892188"/>
              <a:gd name="connsiteX6-229" fmla="*/ 865274 w 1892189"/>
              <a:gd name="connsiteY6-230" fmla="*/ 1856668 h 1892188"/>
              <a:gd name="connsiteX7-231" fmla="*/ 35496 w 1892189"/>
              <a:gd name="connsiteY7-232" fmla="*/ 1026890 h 1892188"/>
              <a:gd name="connsiteX8-233" fmla="*/ 35521 w 1892189"/>
              <a:gd name="connsiteY8-234" fmla="*/ 865273 h 1892188"/>
              <a:gd name="connsiteX0-235" fmla="*/ 35521 w 1892189"/>
              <a:gd name="connsiteY0-236" fmla="*/ 865273 h 1892188"/>
              <a:gd name="connsiteX1-237" fmla="*/ 865299 w 1892189"/>
              <a:gd name="connsiteY1-238" fmla="*/ 35495 h 1892188"/>
              <a:gd name="connsiteX2-239" fmla="*/ 1026916 w 1892189"/>
              <a:gd name="connsiteY2-240" fmla="*/ 35520 h 1892188"/>
              <a:gd name="connsiteX3-241" fmla="*/ 1856694 w 1892189"/>
              <a:gd name="connsiteY3-242" fmla="*/ 865298 h 1892188"/>
              <a:gd name="connsiteX4-243" fmla="*/ 1856669 w 1892189"/>
              <a:gd name="connsiteY4-244" fmla="*/ 1026916 h 1892188"/>
              <a:gd name="connsiteX5-245" fmla="*/ 1026891 w 1892189"/>
              <a:gd name="connsiteY5-246" fmla="*/ 1856693 h 1892188"/>
              <a:gd name="connsiteX6-247" fmla="*/ 865274 w 1892189"/>
              <a:gd name="connsiteY6-248" fmla="*/ 1856668 h 1892188"/>
              <a:gd name="connsiteX7-249" fmla="*/ 35496 w 1892189"/>
              <a:gd name="connsiteY7-250" fmla="*/ 1026890 h 1892188"/>
              <a:gd name="connsiteX8-251" fmla="*/ 35521 w 1892189"/>
              <a:gd name="connsiteY8-252" fmla="*/ 865273 h 189218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1892189" h="1892188">
                <a:moveTo>
                  <a:pt x="35521" y="865273"/>
                </a:moveTo>
                <a:cubicBezTo>
                  <a:pt x="35521" y="865273"/>
                  <a:pt x="865299" y="35495"/>
                  <a:pt x="865299" y="35495"/>
                </a:cubicBezTo>
                <a:cubicBezTo>
                  <a:pt x="912643" y="-11849"/>
                  <a:pt x="979572" y="-11824"/>
                  <a:pt x="1026916" y="35520"/>
                </a:cubicBezTo>
                <a:cubicBezTo>
                  <a:pt x="1026916" y="35520"/>
                  <a:pt x="1856694" y="865298"/>
                  <a:pt x="1856694" y="865298"/>
                </a:cubicBezTo>
                <a:cubicBezTo>
                  <a:pt x="1904038" y="912642"/>
                  <a:pt x="1904013" y="979572"/>
                  <a:pt x="1856669" y="1026916"/>
                </a:cubicBezTo>
                <a:cubicBezTo>
                  <a:pt x="1856669" y="1026916"/>
                  <a:pt x="1026891" y="1856693"/>
                  <a:pt x="1026891" y="1856693"/>
                </a:cubicBezTo>
                <a:cubicBezTo>
                  <a:pt x="979547" y="1904037"/>
                  <a:pt x="912618" y="1904011"/>
                  <a:pt x="865274" y="1856668"/>
                </a:cubicBezTo>
                <a:cubicBezTo>
                  <a:pt x="865274" y="1856667"/>
                  <a:pt x="35496" y="1026889"/>
                  <a:pt x="35496" y="1026890"/>
                </a:cubicBezTo>
                <a:cubicBezTo>
                  <a:pt x="-11848" y="979545"/>
                  <a:pt x="-11823" y="912617"/>
                  <a:pt x="35521" y="865273"/>
                </a:cubicBezTo>
                <a:close/>
              </a:path>
            </a:pathLst>
          </a:custGeom>
          <a:solidFill>
            <a:schemeClr val="accent1">
              <a:lumMod val="40000"/>
              <a:lumOff val="60000"/>
              <a:alpha val="26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zh-CN" altLang="en-US">
              <a:sym typeface="+mn-ea"/>
            </a:endParaRPr>
          </a:p>
        </p:txBody>
      </p:sp>
      <p:cxnSp>
        <p:nvCxnSpPr>
          <p:cNvPr id="3" name="直接连接符 2"/>
          <p:cNvCxnSpPr/>
          <p:nvPr>
            <p:custDataLst>
              <p:tags r:id="rId7"/>
            </p:custDataLst>
          </p:nvPr>
        </p:nvCxnSpPr>
        <p:spPr>
          <a:xfrm>
            <a:off x="11346815" y="5031105"/>
            <a:ext cx="0" cy="1152525"/>
          </a:xfrm>
          <a:prstGeom prst="line">
            <a:avLst/>
          </a:prstGeom>
          <a:ln w="9525" cap="rnd">
            <a:solidFill>
              <a:schemeClr val="accent1">
                <a:alpha val="35000"/>
              </a:schemeClr>
            </a:solidFill>
            <a:round/>
          </a:ln>
        </p:spPr>
        <p:style>
          <a:lnRef idx="2">
            <a:schemeClr val="accent1"/>
          </a:lnRef>
          <a:fillRef idx="0">
            <a:srgbClr val="FFFFFF"/>
          </a:fillRef>
          <a:effectRef idx="0">
            <a:srgbClr val="FFFFFF"/>
          </a:effectRef>
          <a:fontRef idx="minor">
            <a:schemeClr val="tx1"/>
          </a:fontRef>
        </p:style>
      </p:cxnSp>
      <p:sp>
        <p:nvSpPr>
          <p:cNvPr id="16" name="文本框 15">
            <a:extLst>
              <a:ext uri="{FF2B5EF4-FFF2-40B4-BE49-F238E27FC236}">
                <a16:creationId xmlns:a16="http://schemas.microsoft.com/office/drawing/2014/main" id="{0C53BE67-898F-432C-99FC-6DEE20DFDE7A}"/>
              </a:ext>
            </a:extLst>
          </p:cNvPr>
          <p:cNvSpPr txBox="1"/>
          <p:nvPr>
            <p:custDataLst>
              <p:tags r:id="rId8"/>
            </p:custDataLst>
          </p:nvPr>
        </p:nvSpPr>
        <p:spPr>
          <a:xfrm>
            <a:off x="1266825" y="1936751"/>
            <a:ext cx="10015220" cy="3486150"/>
          </a:xfrm>
          <a:prstGeom prst="rect">
            <a:avLst/>
          </a:prstGeom>
          <a:noFill/>
        </p:spPr>
        <p:txBody>
          <a:bodyPr wrap="square" rtlCol="0" anchor="ctr" anchorCtr="0">
            <a:normAutofit/>
          </a:bodyPr>
          <a:lstStyle/>
          <a:p>
            <a:pPr marL="0" lvl="0" indent="0" fontAlgn="auto">
              <a:lnSpc>
                <a:spcPct val="150000"/>
              </a:lnSpc>
            </a:pPr>
            <a:r>
              <a:rPr lang="en-US" altLang="zh-CN" sz="3200" b="0" i="0" dirty="0">
                <a:effectLst/>
                <a:latin typeface="-apple-system"/>
              </a:rPr>
              <a:t>2.3 </a:t>
            </a:r>
            <a:r>
              <a:rPr lang="zh-CN" altLang="en-US" sz="3200" b="0" i="0" dirty="0">
                <a:effectLst/>
                <a:latin typeface="-apple-system"/>
              </a:rPr>
              <a:t>给定一组二维数据点，使用 </a:t>
            </a:r>
            <a:r>
              <a:rPr lang="en-US" altLang="zh-CN" sz="3200" b="0" i="0" dirty="0">
                <a:effectLst/>
                <a:latin typeface="-apple-system"/>
              </a:rPr>
              <a:t>K-means </a:t>
            </a:r>
            <a:r>
              <a:rPr lang="zh-CN" altLang="en-US" sz="3200" b="0" i="0" dirty="0">
                <a:effectLst/>
                <a:latin typeface="-apple-system"/>
              </a:rPr>
              <a:t>算法进行聚类，其中 </a:t>
            </a:r>
            <a:r>
              <a:rPr lang="en-US" altLang="zh-CN" sz="3200" b="0" i="1" dirty="0">
                <a:effectLst/>
                <a:latin typeface="KaTeX_Math"/>
              </a:rPr>
              <a:t>K</a:t>
            </a:r>
            <a:r>
              <a:rPr lang="en-US" altLang="zh-CN" sz="3200" b="0" i="0" dirty="0">
                <a:effectLst/>
                <a:latin typeface="KaTeX_Main"/>
              </a:rPr>
              <a:t>=3</a:t>
            </a:r>
            <a:r>
              <a:rPr lang="zh-CN" altLang="en-US" sz="3200" b="0" i="0" dirty="0">
                <a:effectLst/>
                <a:latin typeface="-apple-system"/>
              </a:rPr>
              <a:t>。解释初始质心选择如何影响最终的聚类结果，并讨论如何确定最佳的 </a:t>
            </a:r>
            <a:r>
              <a:rPr lang="en-US" altLang="zh-CN" sz="3200" b="0" i="1" dirty="0">
                <a:effectLst/>
                <a:latin typeface="KaTeX_Math"/>
              </a:rPr>
              <a:t>K</a:t>
            </a:r>
            <a:r>
              <a:rPr lang="zh-CN" altLang="en-US" sz="3200" b="0" i="0" dirty="0">
                <a:effectLst/>
                <a:latin typeface="-apple-system"/>
              </a:rPr>
              <a:t> 值。</a:t>
            </a:r>
            <a:endParaRPr lang="zh-CN" altLang="en-US" sz="3200" kern="0" dirty="0">
              <a:ln>
                <a:noFill/>
                <a:prstDash val="sysDot"/>
              </a:ln>
              <a:solidFill>
                <a:schemeClr val="tx1">
                  <a:lumMod val="85000"/>
                  <a:lumOff val="15000"/>
                </a:schemeClr>
              </a:solidFill>
              <a:latin typeface="+mn-ea"/>
              <a:sym typeface="+mn-ea"/>
            </a:endParaRPr>
          </a:p>
        </p:txBody>
      </p:sp>
      <p:cxnSp>
        <p:nvCxnSpPr>
          <p:cNvPr id="2" name="直接连接符 1">
            <a:extLst>
              <a:ext uri="{FF2B5EF4-FFF2-40B4-BE49-F238E27FC236}">
                <a16:creationId xmlns:a16="http://schemas.microsoft.com/office/drawing/2014/main" id="{5114623F-95BC-EAF3-5871-D2789DC25766}"/>
              </a:ext>
            </a:extLst>
          </p:cNvPr>
          <p:cNvCxnSpPr/>
          <p:nvPr>
            <p:custDataLst>
              <p:tags r:id="rId9"/>
            </p:custDataLst>
          </p:nvPr>
        </p:nvCxnSpPr>
        <p:spPr>
          <a:xfrm>
            <a:off x="608965" y="1818640"/>
            <a:ext cx="3843655" cy="0"/>
          </a:xfrm>
          <a:prstGeom prst="line">
            <a:avLst/>
          </a:prstGeom>
          <a:ln w="9525" cap="rnd">
            <a:solidFill>
              <a:schemeClr val="accent1">
                <a:alpha val="35000"/>
              </a:schemeClr>
            </a:solidFill>
            <a:round/>
          </a:ln>
        </p:spPr>
        <p:style>
          <a:lnRef idx="3">
            <a:schemeClr val="accent1"/>
          </a:lnRef>
          <a:fillRef idx="0">
            <a:srgbClr val="FFFFFF"/>
          </a:fillRef>
          <a:effectRef idx="0">
            <a:srgbClr val="FFFFFF"/>
          </a:effectRef>
          <a:fontRef idx="minor">
            <a:schemeClr val="tx1"/>
          </a:fontRef>
        </p:style>
      </p:cxnSp>
      <p:cxnSp>
        <p:nvCxnSpPr>
          <p:cNvPr id="5" name="直接连接符 4">
            <a:extLst>
              <a:ext uri="{FF2B5EF4-FFF2-40B4-BE49-F238E27FC236}">
                <a16:creationId xmlns:a16="http://schemas.microsoft.com/office/drawing/2014/main" id="{C2111FD4-3CF2-9BC8-E639-2297E527CCED}"/>
              </a:ext>
            </a:extLst>
          </p:cNvPr>
          <p:cNvCxnSpPr/>
          <p:nvPr>
            <p:custDataLst>
              <p:tags r:id="rId10"/>
            </p:custDataLst>
          </p:nvPr>
        </p:nvCxnSpPr>
        <p:spPr>
          <a:xfrm>
            <a:off x="2518410" y="1924685"/>
            <a:ext cx="7999095" cy="6350"/>
          </a:xfrm>
          <a:prstGeom prst="line">
            <a:avLst/>
          </a:prstGeom>
          <a:ln w="9525" cap="rnd">
            <a:solidFill>
              <a:schemeClr val="accent1">
                <a:alpha val="35000"/>
              </a:schemeClr>
            </a:solidFill>
            <a:round/>
          </a:ln>
        </p:spPr>
        <p:style>
          <a:lnRef idx="2">
            <a:schemeClr val="accent1"/>
          </a:lnRef>
          <a:fillRef idx="0">
            <a:srgbClr val="FFFFFF"/>
          </a:fillRef>
          <a:effectRef idx="0">
            <a:srgbClr val="FFFFFF"/>
          </a:effectRef>
          <a:fontRef idx="minor">
            <a:schemeClr val="tx1"/>
          </a:fontRef>
        </p:style>
      </p:cxnSp>
      <p:sp>
        <p:nvSpPr>
          <p:cNvPr id="6" name="任意多边形: 形状 1397">
            <a:extLst>
              <a:ext uri="{FF2B5EF4-FFF2-40B4-BE49-F238E27FC236}">
                <a16:creationId xmlns:a16="http://schemas.microsoft.com/office/drawing/2014/main" id="{811D6092-E671-CC08-0375-8EC891D83839}"/>
              </a:ext>
            </a:extLst>
          </p:cNvPr>
          <p:cNvSpPr/>
          <p:nvPr>
            <p:custDataLst>
              <p:tags r:id="rId11"/>
            </p:custDataLst>
          </p:nvPr>
        </p:nvSpPr>
        <p:spPr>
          <a:xfrm>
            <a:off x="10650855" y="1641475"/>
            <a:ext cx="631190" cy="631190"/>
          </a:xfrm>
          <a:custGeom>
            <a:avLst/>
            <a:gdLst>
              <a:gd name="connsiteX0" fmla="*/ 35521 w 1877718"/>
              <a:gd name="connsiteY0" fmla="*/ 850803 h 1863247"/>
              <a:gd name="connsiteX1" fmla="*/ 865299 w 1877718"/>
              <a:gd name="connsiteY1" fmla="*/ 21025 h 1863247"/>
              <a:gd name="connsiteX2" fmla="*/ 1026916 w 1877718"/>
              <a:gd name="connsiteY2" fmla="*/ 21050 h 1863247"/>
              <a:gd name="connsiteX3" fmla="*/ 1856694 w 1877718"/>
              <a:gd name="connsiteY3" fmla="*/ 850828 h 1863247"/>
              <a:gd name="connsiteX4" fmla="*/ 1856669 w 1877718"/>
              <a:gd name="connsiteY4" fmla="*/ 1012446 h 1863247"/>
              <a:gd name="connsiteX5" fmla="*/ 1026891 w 1877718"/>
              <a:gd name="connsiteY5" fmla="*/ 1842223 h 1863247"/>
              <a:gd name="connsiteX6" fmla="*/ 865274 w 1877718"/>
              <a:gd name="connsiteY6" fmla="*/ 1842198 h 1863247"/>
              <a:gd name="connsiteX7" fmla="*/ 35496 w 1877718"/>
              <a:gd name="connsiteY7" fmla="*/ 1012420 h 1863247"/>
              <a:gd name="connsiteX8" fmla="*/ 35521 w 1877718"/>
              <a:gd name="connsiteY8" fmla="*/ 850803 h 1863247"/>
              <a:gd name="connsiteX0-1" fmla="*/ 35521 w 1877718"/>
              <a:gd name="connsiteY0-2" fmla="*/ 850803 h 1863247"/>
              <a:gd name="connsiteX1-3" fmla="*/ 865299 w 1877718"/>
              <a:gd name="connsiteY1-4" fmla="*/ 21025 h 1863247"/>
              <a:gd name="connsiteX2-5" fmla="*/ 1026916 w 1877718"/>
              <a:gd name="connsiteY2-6" fmla="*/ 21050 h 1863247"/>
              <a:gd name="connsiteX3-7" fmla="*/ 1856694 w 1877718"/>
              <a:gd name="connsiteY3-8" fmla="*/ 850828 h 1863247"/>
              <a:gd name="connsiteX4-9" fmla="*/ 1856669 w 1877718"/>
              <a:gd name="connsiteY4-10" fmla="*/ 1012446 h 1863247"/>
              <a:gd name="connsiteX5-11" fmla="*/ 1026891 w 1877718"/>
              <a:gd name="connsiteY5-12" fmla="*/ 1842223 h 1863247"/>
              <a:gd name="connsiteX6-13" fmla="*/ 865274 w 1877718"/>
              <a:gd name="connsiteY6-14" fmla="*/ 1842198 h 1863247"/>
              <a:gd name="connsiteX7-15" fmla="*/ 35496 w 1877718"/>
              <a:gd name="connsiteY7-16" fmla="*/ 1012420 h 1863247"/>
              <a:gd name="connsiteX8-17" fmla="*/ 35521 w 1877718"/>
              <a:gd name="connsiteY8-18" fmla="*/ 850803 h 1863247"/>
              <a:gd name="connsiteX0-19" fmla="*/ 35521 w 1877718"/>
              <a:gd name="connsiteY0-20" fmla="*/ 850813 h 1863257"/>
              <a:gd name="connsiteX1-21" fmla="*/ 865299 w 1877718"/>
              <a:gd name="connsiteY1-22" fmla="*/ 21035 h 1863257"/>
              <a:gd name="connsiteX2-23" fmla="*/ 1026916 w 1877718"/>
              <a:gd name="connsiteY2-24" fmla="*/ 21060 h 1863257"/>
              <a:gd name="connsiteX3-25" fmla="*/ 1856694 w 1877718"/>
              <a:gd name="connsiteY3-26" fmla="*/ 850838 h 1863257"/>
              <a:gd name="connsiteX4-27" fmla="*/ 1856669 w 1877718"/>
              <a:gd name="connsiteY4-28" fmla="*/ 1012456 h 1863257"/>
              <a:gd name="connsiteX5-29" fmla="*/ 1026891 w 1877718"/>
              <a:gd name="connsiteY5-30" fmla="*/ 1842233 h 1863257"/>
              <a:gd name="connsiteX6-31" fmla="*/ 865274 w 1877718"/>
              <a:gd name="connsiteY6-32" fmla="*/ 1842208 h 1863257"/>
              <a:gd name="connsiteX7-33" fmla="*/ 35496 w 1877718"/>
              <a:gd name="connsiteY7-34" fmla="*/ 1012430 h 1863257"/>
              <a:gd name="connsiteX8-35" fmla="*/ 35521 w 1877718"/>
              <a:gd name="connsiteY8-36" fmla="*/ 850813 h 1863257"/>
              <a:gd name="connsiteX0-37" fmla="*/ 35521 w 1877718"/>
              <a:gd name="connsiteY0-38" fmla="*/ 865273 h 1877717"/>
              <a:gd name="connsiteX1-39" fmla="*/ 865299 w 1877718"/>
              <a:gd name="connsiteY1-40" fmla="*/ 35495 h 1877717"/>
              <a:gd name="connsiteX2-41" fmla="*/ 1026916 w 1877718"/>
              <a:gd name="connsiteY2-42" fmla="*/ 35520 h 1877717"/>
              <a:gd name="connsiteX3-43" fmla="*/ 1856694 w 1877718"/>
              <a:gd name="connsiteY3-44" fmla="*/ 865298 h 1877717"/>
              <a:gd name="connsiteX4-45" fmla="*/ 1856669 w 1877718"/>
              <a:gd name="connsiteY4-46" fmla="*/ 1026916 h 1877717"/>
              <a:gd name="connsiteX5-47" fmla="*/ 1026891 w 1877718"/>
              <a:gd name="connsiteY5-48" fmla="*/ 1856693 h 1877717"/>
              <a:gd name="connsiteX6-49" fmla="*/ 865274 w 1877718"/>
              <a:gd name="connsiteY6-50" fmla="*/ 1856668 h 1877717"/>
              <a:gd name="connsiteX7-51" fmla="*/ 35496 w 1877718"/>
              <a:gd name="connsiteY7-52" fmla="*/ 1026890 h 1877717"/>
              <a:gd name="connsiteX8-53" fmla="*/ 35521 w 1877718"/>
              <a:gd name="connsiteY8-54" fmla="*/ 865273 h 1877717"/>
              <a:gd name="connsiteX0-55" fmla="*/ 35521 w 1877718"/>
              <a:gd name="connsiteY0-56" fmla="*/ 865273 h 1877717"/>
              <a:gd name="connsiteX1-57" fmla="*/ 865299 w 1877718"/>
              <a:gd name="connsiteY1-58" fmla="*/ 35495 h 1877717"/>
              <a:gd name="connsiteX2-59" fmla="*/ 1026916 w 1877718"/>
              <a:gd name="connsiteY2-60" fmla="*/ 35520 h 1877717"/>
              <a:gd name="connsiteX3-61" fmla="*/ 1856694 w 1877718"/>
              <a:gd name="connsiteY3-62" fmla="*/ 865298 h 1877717"/>
              <a:gd name="connsiteX4-63" fmla="*/ 1856669 w 1877718"/>
              <a:gd name="connsiteY4-64" fmla="*/ 1026916 h 1877717"/>
              <a:gd name="connsiteX5-65" fmla="*/ 1026891 w 1877718"/>
              <a:gd name="connsiteY5-66" fmla="*/ 1856693 h 1877717"/>
              <a:gd name="connsiteX6-67" fmla="*/ 865274 w 1877718"/>
              <a:gd name="connsiteY6-68" fmla="*/ 1856668 h 1877717"/>
              <a:gd name="connsiteX7-69" fmla="*/ 35496 w 1877718"/>
              <a:gd name="connsiteY7-70" fmla="*/ 1026890 h 1877717"/>
              <a:gd name="connsiteX8-71" fmla="*/ 35521 w 1877718"/>
              <a:gd name="connsiteY8-72" fmla="*/ 865273 h 1877717"/>
              <a:gd name="connsiteX0-73" fmla="*/ 35521 w 1877718"/>
              <a:gd name="connsiteY0-74" fmla="*/ 865273 h 1877717"/>
              <a:gd name="connsiteX1-75" fmla="*/ 865299 w 1877718"/>
              <a:gd name="connsiteY1-76" fmla="*/ 35495 h 1877717"/>
              <a:gd name="connsiteX2-77" fmla="*/ 1026916 w 1877718"/>
              <a:gd name="connsiteY2-78" fmla="*/ 35520 h 1877717"/>
              <a:gd name="connsiteX3-79" fmla="*/ 1856694 w 1877718"/>
              <a:gd name="connsiteY3-80" fmla="*/ 865298 h 1877717"/>
              <a:gd name="connsiteX4-81" fmla="*/ 1856669 w 1877718"/>
              <a:gd name="connsiteY4-82" fmla="*/ 1026916 h 1877717"/>
              <a:gd name="connsiteX5-83" fmla="*/ 1026891 w 1877718"/>
              <a:gd name="connsiteY5-84" fmla="*/ 1856693 h 1877717"/>
              <a:gd name="connsiteX6-85" fmla="*/ 865274 w 1877718"/>
              <a:gd name="connsiteY6-86" fmla="*/ 1856668 h 1877717"/>
              <a:gd name="connsiteX7-87" fmla="*/ 35496 w 1877718"/>
              <a:gd name="connsiteY7-88" fmla="*/ 1026890 h 1877717"/>
              <a:gd name="connsiteX8-89" fmla="*/ 35521 w 1877718"/>
              <a:gd name="connsiteY8-90" fmla="*/ 865273 h 1877717"/>
              <a:gd name="connsiteX0-91" fmla="*/ 35521 w 1877729"/>
              <a:gd name="connsiteY0-92" fmla="*/ 865273 h 1877717"/>
              <a:gd name="connsiteX1-93" fmla="*/ 865299 w 1877729"/>
              <a:gd name="connsiteY1-94" fmla="*/ 35495 h 1877717"/>
              <a:gd name="connsiteX2-95" fmla="*/ 1026916 w 1877729"/>
              <a:gd name="connsiteY2-96" fmla="*/ 35520 h 1877717"/>
              <a:gd name="connsiteX3-97" fmla="*/ 1856694 w 1877729"/>
              <a:gd name="connsiteY3-98" fmla="*/ 865298 h 1877717"/>
              <a:gd name="connsiteX4-99" fmla="*/ 1856669 w 1877729"/>
              <a:gd name="connsiteY4-100" fmla="*/ 1026916 h 1877717"/>
              <a:gd name="connsiteX5-101" fmla="*/ 1026891 w 1877729"/>
              <a:gd name="connsiteY5-102" fmla="*/ 1856693 h 1877717"/>
              <a:gd name="connsiteX6-103" fmla="*/ 865274 w 1877729"/>
              <a:gd name="connsiteY6-104" fmla="*/ 1856668 h 1877717"/>
              <a:gd name="connsiteX7-105" fmla="*/ 35496 w 1877729"/>
              <a:gd name="connsiteY7-106" fmla="*/ 1026890 h 1877717"/>
              <a:gd name="connsiteX8-107" fmla="*/ 35521 w 1877729"/>
              <a:gd name="connsiteY8-108" fmla="*/ 865273 h 1877717"/>
              <a:gd name="connsiteX0-109" fmla="*/ 35521 w 1892189"/>
              <a:gd name="connsiteY0-110" fmla="*/ 865273 h 1877717"/>
              <a:gd name="connsiteX1-111" fmla="*/ 865299 w 1892189"/>
              <a:gd name="connsiteY1-112" fmla="*/ 35495 h 1877717"/>
              <a:gd name="connsiteX2-113" fmla="*/ 1026916 w 1892189"/>
              <a:gd name="connsiteY2-114" fmla="*/ 35520 h 1877717"/>
              <a:gd name="connsiteX3-115" fmla="*/ 1856694 w 1892189"/>
              <a:gd name="connsiteY3-116" fmla="*/ 865298 h 1877717"/>
              <a:gd name="connsiteX4-117" fmla="*/ 1856669 w 1892189"/>
              <a:gd name="connsiteY4-118" fmla="*/ 1026916 h 1877717"/>
              <a:gd name="connsiteX5-119" fmla="*/ 1026891 w 1892189"/>
              <a:gd name="connsiteY5-120" fmla="*/ 1856693 h 1877717"/>
              <a:gd name="connsiteX6-121" fmla="*/ 865274 w 1892189"/>
              <a:gd name="connsiteY6-122" fmla="*/ 1856668 h 1877717"/>
              <a:gd name="connsiteX7-123" fmla="*/ 35496 w 1892189"/>
              <a:gd name="connsiteY7-124" fmla="*/ 1026890 h 1877717"/>
              <a:gd name="connsiteX8-125" fmla="*/ 35521 w 1892189"/>
              <a:gd name="connsiteY8-126" fmla="*/ 865273 h 1877717"/>
              <a:gd name="connsiteX0-127" fmla="*/ 35521 w 1892189"/>
              <a:gd name="connsiteY0-128" fmla="*/ 865273 h 1877717"/>
              <a:gd name="connsiteX1-129" fmla="*/ 865299 w 1892189"/>
              <a:gd name="connsiteY1-130" fmla="*/ 35495 h 1877717"/>
              <a:gd name="connsiteX2-131" fmla="*/ 1026916 w 1892189"/>
              <a:gd name="connsiteY2-132" fmla="*/ 35520 h 1877717"/>
              <a:gd name="connsiteX3-133" fmla="*/ 1856694 w 1892189"/>
              <a:gd name="connsiteY3-134" fmla="*/ 865298 h 1877717"/>
              <a:gd name="connsiteX4-135" fmla="*/ 1856669 w 1892189"/>
              <a:gd name="connsiteY4-136" fmla="*/ 1026916 h 1877717"/>
              <a:gd name="connsiteX5-137" fmla="*/ 1026891 w 1892189"/>
              <a:gd name="connsiteY5-138" fmla="*/ 1856693 h 1877717"/>
              <a:gd name="connsiteX6-139" fmla="*/ 865274 w 1892189"/>
              <a:gd name="connsiteY6-140" fmla="*/ 1856668 h 1877717"/>
              <a:gd name="connsiteX7-141" fmla="*/ 35496 w 1892189"/>
              <a:gd name="connsiteY7-142" fmla="*/ 1026890 h 1877717"/>
              <a:gd name="connsiteX8-143" fmla="*/ 35521 w 1892189"/>
              <a:gd name="connsiteY8-144" fmla="*/ 865273 h 1877717"/>
              <a:gd name="connsiteX0-145" fmla="*/ 35521 w 1892189"/>
              <a:gd name="connsiteY0-146" fmla="*/ 865273 h 1877717"/>
              <a:gd name="connsiteX1-147" fmla="*/ 865299 w 1892189"/>
              <a:gd name="connsiteY1-148" fmla="*/ 35495 h 1877717"/>
              <a:gd name="connsiteX2-149" fmla="*/ 1026916 w 1892189"/>
              <a:gd name="connsiteY2-150" fmla="*/ 35520 h 1877717"/>
              <a:gd name="connsiteX3-151" fmla="*/ 1856694 w 1892189"/>
              <a:gd name="connsiteY3-152" fmla="*/ 865298 h 1877717"/>
              <a:gd name="connsiteX4-153" fmla="*/ 1856669 w 1892189"/>
              <a:gd name="connsiteY4-154" fmla="*/ 1026916 h 1877717"/>
              <a:gd name="connsiteX5-155" fmla="*/ 1026891 w 1892189"/>
              <a:gd name="connsiteY5-156" fmla="*/ 1856693 h 1877717"/>
              <a:gd name="connsiteX6-157" fmla="*/ 865274 w 1892189"/>
              <a:gd name="connsiteY6-158" fmla="*/ 1856668 h 1877717"/>
              <a:gd name="connsiteX7-159" fmla="*/ 35496 w 1892189"/>
              <a:gd name="connsiteY7-160" fmla="*/ 1026890 h 1877717"/>
              <a:gd name="connsiteX8-161" fmla="*/ 35521 w 1892189"/>
              <a:gd name="connsiteY8-162" fmla="*/ 865273 h 1877717"/>
              <a:gd name="connsiteX0-163" fmla="*/ 35521 w 1892189"/>
              <a:gd name="connsiteY0-164" fmla="*/ 865273 h 1877728"/>
              <a:gd name="connsiteX1-165" fmla="*/ 865299 w 1892189"/>
              <a:gd name="connsiteY1-166" fmla="*/ 35495 h 1877728"/>
              <a:gd name="connsiteX2-167" fmla="*/ 1026916 w 1892189"/>
              <a:gd name="connsiteY2-168" fmla="*/ 35520 h 1877728"/>
              <a:gd name="connsiteX3-169" fmla="*/ 1856694 w 1892189"/>
              <a:gd name="connsiteY3-170" fmla="*/ 865298 h 1877728"/>
              <a:gd name="connsiteX4-171" fmla="*/ 1856669 w 1892189"/>
              <a:gd name="connsiteY4-172" fmla="*/ 1026916 h 1877728"/>
              <a:gd name="connsiteX5-173" fmla="*/ 1026891 w 1892189"/>
              <a:gd name="connsiteY5-174" fmla="*/ 1856693 h 1877728"/>
              <a:gd name="connsiteX6-175" fmla="*/ 865274 w 1892189"/>
              <a:gd name="connsiteY6-176" fmla="*/ 1856668 h 1877728"/>
              <a:gd name="connsiteX7-177" fmla="*/ 35496 w 1892189"/>
              <a:gd name="connsiteY7-178" fmla="*/ 1026890 h 1877728"/>
              <a:gd name="connsiteX8-179" fmla="*/ 35521 w 1892189"/>
              <a:gd name="connsiteY8-180" fmla="*/ 865273 h 1877728"/>
              <a:gd name="connsiteX0-181" fmla="*/ 35521 w 1892189"/>
              <a:gd name="connsiteY0-182" fmla="*/ 865273 h 1892188"/>
              <a:gd name="connsiteX1-183" fmla="*/ 865299 w 1892189"/>
              <a:gd name="connsiteY1-184" fmla="*/ 35495 h 1892188"/>
              <a:gd name="connsiteX2-185" fmla="*/ 1026916 w 1892189"/>
              <a:gd name="connsiteY2-186" fmla="*/ 35520 h 1892188"/>
              <a:gd name="connsiteX3-187" fmla="*/ 1856694 w 1892189"/>
              <a:gd name="connsiteY3-188" fmla="*/ 865298 h 1892188"/>
              <a:gd name="connsiteX4-189" fmla="*/ 1856669 w 1892189"/>
              <a:gd name="connsiteY4-190" fmla="*/ 1026916 h 1892188"/>
              <a:gd name="connsiteX5-191" fmla="*/ 1026891 w 1892189"/>
              <a:gd name="connsiteY5-192" fmla="*/ 1856693 h 1892188"/>
              <a:gd name="connsiteX6-193" fmla="*/ 865274 w 1892189"/>
              <a:gd name="connsiteY6-194" fmla="*/ 1856668 h 1892188"/>
              <a:gd name="connsiteX7-195" fmla="*/ 35496 w 1892189"/>
              <a:gd name="connsiteY7-196" fmla="*/ 1026890 h 1892188"/>
              <a:gd name="connsiteX8-197" fmla="*/ 35521 w 1892189"/>
              <a:gd name="connsiteY8-198" fmla="*/ 865273 h 1892188"/>
              <a:gd name="connsiteX0-199" fmla="*/ 35521 w 1892189"/>
              <a:gd name="connsiteY0-200" fmla="*/ 865273 h 1892188"/>
              <a:gd name="connsiteX1-201" fmla="*/ 865299 w 1892189"/>
              <a:gd name="connsiteY1-202" fmla="*/ 35495 h 1892188"/>
              <a:gd name="connsiteX2-203" fmla="*/ 1026916 w 1892189"/>
              <a:gd name="connsiteY2-204" fmla="*/ 35520 h 1892188"/>
              <a:gd name="connsiteX3-205" fmla="*/ 1856694 w 1892189"/>
              <a:gd name="connsiteY3-206" fmla="*/ 865298 h 1892188"/>
              <a:gd name="connsiteX4-207" fmla="*/ 1856669 w 1892189"/>
              <a:gd name="connsiteY4-208" fmla="*/ 1026916 h 1892188"/>
              <a:gd name="connsiteX5-209" fmla="*/ 1026891 w 1892189"/>
              <a:gd name="connsiteY5-210" fmla="*/ 1856693 h 1892188"/>
              <a:gd name="connsiteX6-211" fmla="*/ 865274 w 1892189"/>
              <a:gd name="connsiteY6-212" fmla="*/ 1856668 h 1892188"/>
              <a:gd name="connsiteX7-213" fmla="*/ 35496 w 1892189"/>
              <a:gd name="connsiteY7-214" fmla="*/ 1026890 h 1892188"/>
              <a:gd name="connsiteX8-215" fmla="*/ 35521 w 1892189"/>
              <a:gd name="connsiteY8-216" fmla="*/ 865273 h 1892188"/>
              <a:gd name="connsiteX0-217" fmla="*/ 35521 w 1892189"/>
              <a:gd name="connsiteY0-218" fmla="*/ 865273 h 1892188"/>
              <a:gd name="connsiteX1-219" fmla="*/ 865299 w 1892189"/>
              <a:gd name="connsiteY1-220" fmla="*/ 35495 h 1892188"/>
              <a:gd name="connsiteX2-221" fmla="*/ 1026916 w 1892189"/>
              <a:gd name="connsiteY2-222" fmla="*/ 35520 h 1892188"/>
              <a:gd name="connsiteX3-223" fmla="*/ 1856694 w 1892189"/>
              <a:gd name="connsiteY3-224" fmla="*/ 865298 h 1892188"/>
              <a:gd name="connsiteX4-225" fmla="*/ 1856669 w 1892189"/>
              <a:gd name="connsiteY4-226" fmla="*/ 1026916 h 1892188"/>
              <a:gd name="connsiteX5-227" fmla="*/ 1026891 w 1892189"/>
              <a:gd name="connsiteY5-228" fmla="*/ 1856693 h 1892188"/>
              <a:gd name="connsiteX6-229" fmla="*/ 865274 w 1892189"/>
              <a:gd name="connsiteY6-230" fmla="*/ 1856668 h 1892188"/>
              <a:gd name="connsiteX7-231" fmla="*/ 35496 w 1892189"/>
              <a:gd name="connsiteY7-232" fmla="*/ 1026890 h 1892188"/>
              <a:gd name="connsiteX8-233" fmla="*/ 35521 w 1892189"/>
              <a:gd name="connsiteY8-234" fmla="*/ 865273 h 1892188"/>
              <a:gd name="connsiteX0-235" fmla="*/ 35521 w 1892189"/>
              <a:gd name="connsiteY0-236" fmla="*/ 865273 h 1892188"/>
              <a:gd name="connsiteX1-237" fmla="*/ 865299 w 1892189"/>
              <a:gd name="connsiteY1-238" fmla="*/ 35495 h 1892188"/>
              <a:gd name="connsiteX2-239" fmla="*/ 1026916 w 1892189"/>
              <a:gd name="connsiteY2-240" fmla="*/ 35520 h 1892188"/>
              <a:gd name="connsiteX3-241" fmla="*/ 1856694 w 1892189"/>
              <a:gd name="connsiteY3-242" fmla="*/ 865298 h 1892188"/>
              <a:gd name="connsiteX4-243" fmla="*/ 1856669 w 1892189"/>
              <a:gd name="connsiteY4-244" fmla="*/ 1026916 h 1892188"/>
              <a:gd name="connsiteX5-245" fmla="*/ 1026891 w 1892189"/>
              <a:gd name="connsiteY5-246" fmla="*/ 1856693 h 1892188"/>
              <a:gd name="connsiteX6-247" fmla="*/ 865274 w 1892189"/>
              <a:gd name="connsiteY6-248" fmla="*/ 1856668 h 1892188"/>
              <a:gd name="connsiteX7-249" fmla="*/ 35496 w 1892189"/>
              <a:gd name="connsiteY7-250" fmla="*/ 1026890 h 1892188"/>
              <a:gd name="connsiteX8-251" fmla="*/ 35521 w 1892189"/>
              <a:gd name="connsiteY8-252" fmla="*/ 865273 h 189218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1892189" h="1892188">
                <a:moveTo>
                  <a:pt x="35521" y="865273"/>
                </a:moveTo>
                <a:cubicBezTo>
                  <a:pt x="35521" y="865273"/>
                  <a:pt x="865299" y="35495"/>
                  <a:pt x="865299" y="35495"/>
                </a:cubicBezTo>
                <a:cubicBezTo>
                  <a:pt x="912643" y="-11849"/>
                  <a:pt x="979572" y="-11824"/>
                  <a:pt x="1026916" y="35520"/>
                </a:cubicBezTo>
                <a:cubicBezTo>
                  <a:pt x="1026916" y="35520"/>
                  <a:pt x="1856694" y="865298"/>
                  <a:pt x="1856694" y="865298"/>
                </a:cubicBezTo>
                <a:cubicBezTo>
                  <a:pt x="1904038" y="912642"/>
                  <a:pt x="1904013" y="979572"/>
                  <a:pt x="1856669" y="1026916"/>
                </a:cubicBezTo>
                <a:cubicBezTo>
                  <a:pt x="1856669" y="1026916"/>
                  <a:pt x="1026891" y="1856693"/>
                  <a:pt x="1026891" y="1856693"/>
                </a:cubicBezTo>
                <a:cubicBezTo>
                  <a:pt x="979547" y="1904037"/>
                  <a:pt x="912618" y="1904011"/>
                  <a:pt x="865274" y="1856668"/>
                </a:cubicBezTo>
                <a:cubicBezTo>
                  <a:pt x="865274" y="1856667"/>
                  <a:pt x="35496" y="1026889"/>
                  <a:pt x="35496" y="1026890"/>
                </a:cubicBezTo>
                <a:cubicBezTo>
                  <a:pt x="-11848" y="979545"/>
                  <a:pt x="-11823" y="912617"/>
                  <a:pt x="35521" y="865273"/>
                </a:cubicBezTo>
                <a:close/>
              </a:path>
            </a:pathLst>
          </a:custGeom>
          <a:solidFill>
            <a:schemeClr val="accent1">
              <a:alpha val="2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7" name="任意多边形: 形状 1397">
            <a:extLst>
              <a:ext uri="{FF2B5EF4-FFF2-40B4-BE49-F238E27FC236}">
                <a16:creationId xmlns:a16="http://schemas.microsoft.com/office/drawing/2014/main" id="{D15DE41B-9BE4-058D-A543-A81E233A456F}"/>
              </a:ext>
            </a:extLst>
          </p:cNvPr>
          <p:cNvSpPr/>
          <p:nvPr>
            <p:custDataLst>
              <p:tags r:id="rId12"/>
            </p:custDataLst>
          </p:nvPr>
        </p:nvSpPr>
        <p:spPr>
          <a:xfrm>
            <a:off x="11108055" y="1759585"/>
            <a:ext cx="395605" cy="395605"/>
          </a:xfrm>
          <a:custGeom>
            <a:avLst/>
            <a:gdLst>
              <a:gd name="connsiteX0" fmla="*/ 35521 w 1877718"/>
              <a:gd name="connsiteY0" fmla="*/ 850803 h 1863247"/>
              <a:gd name="connsiteX1" fmla="*/ 865299 w 1877718"/>
              <a:gd name="connsiteY1" fmla="*/ 21025 h 1863247"/>
              <a:gd name="connsiteX2" fmla="*/ 1026916 w 1877718"/>
              <a:gd name="connsiteY2" fmla="*/ 21050 h 1863247"/>
              <a:gd name="connsiteX3" fmla="*/ 1856694 w 1877718"/>
              <a:gd name="connsiteY3" fmla="*/ 850828 h 1863247"/>
              <a:gd name="connsiteX4" fmla="*/ 1856669 w 1877718"/>
              <a:gd name="connsiteY4" fmla="*/ 1012446 h 1863247"/>
              <a:gd name="connsiteX5" fmla="*/ 1026891 w 1877718"/>
              <a:gd name="connsiteY5" fmla="*/ 1842223 h 1863247"/>
              <a:gd name="connsiteX6" fmla="*/ 865274 w 1877718"/>
              <a:gd name="connsiteY6" fmla="*/ 1842198 h 1863247"/>
              <a:gd name="connsiteX7" fmla="*/ 35496 w 1877718"/>
              <a:gd name="connsiteY7" fmla="*/ 1012420 h 1863247"/>
              <a:gd name="connsiteX8" fmla="*/ 35521 w 1877718"/>
              <a:gd name="connsiteY8" fmla="*/ 850803 h 1863247"/>
              <a:gd name="connsiteX0-1" fmla="*/ 35521 w 1877718"/>
              <a:gd name="connsiteY0-2" fmla="*/ 850803 h 1863247"/>
              <a:gd name="connsiteX1-3" fmla="*/ 865299 w 1877718"/>
              <a:gd name="connsiteY1-4" fmla="*/ 21025 h 1863247"/>
              <a:gd name="connsiteX2-5" fmla="*/ 1026916 w 1877718"/>
              <a:gd name="connsiteY2-6" fmla="*/ 21050 h 1863247"/>
              <a:gd name="connsiteX3-7" fmla="*/ 1856694 w 1877718"/>
              <a:gd name="connsiteY3-8" fmla="*/ 850828 h 1863247"/>
              <a:gd name="connsiteX4-9" fmla="*/ 1856669 w 1877718"/>
              <a:gd name="connsiteY4-10" fmla="*/ 1012446 h 1863247"/>
              <a:gd name="connsiteX5-11" fmla="*/ 1026891 w 1877718"/>
              <a:gd name="connsiteY5-12" fmla="*/ 1842223 h 1863247"/>
              <a:gd name="connsiteX6-13" fmla="*/ 865274 w 1877718"/>
              <a:gd name="connsiteY6-14" fmla="*/ 1842198 h 1863247"/>
              <a:gd name="connsiteX7-15" fmla="*/ 35496 w 1877718"/>
              <a:gd name="connsiteY7-16" fmla="*/ 1012420 h 1863247"/>
              <a:gd name="connsiteX8-17" fmla="*/ 35521 w 1877718"/>
              <a:gd name="connsiteY8-18" fmla="*/ 850803 h 1863247"/>
              <a:gd name="connsiteX0-19" fmla="*/ 35521 w 1877718"/>
              <a:gd name="connsiteY0-20" fmla="*/ 850813 h 1863257"/>
              <a:gd name="connsiteX1-21" fmla="*/ 865299 w 1877718"/>
              <a:gd name="connsiteY1-22" fmla="*/ 21035 h 1863257"/>
              <a:gd name="connsiteX2-23" fmla="*/ 1026916 w 1877718"/>
              <a:gd name="connsiteY2-24" fmla="*/ 21060 h 1863257"/>
              <a:gd name="connsiteX3-25" fmla="*/ 1856694 w 1877718"/>
              <a:gd name="connsiteY3-26" fmla="*/ 850838 h 1863257"/>
              <a:gd name="connsiteX4-27" fmla="*/ 1856669 w 1877718"/>
              <a:gd name="connsiteY4-28" fmla="*/ 1012456 h 1863257"/>
              <a:gd name="connsiteX5-29" fmla="*/ 1026891 w 1877718"/>
              <a:gd name="connsiteY5-30" fmla="*/ 1842233 h 1863257"/>
              <a:gd name="connsiteX6-31" fmla="*/ 865274 w 1877718"/>
              <a:gd name="connsiteY6-32" fmla="*/ 1842208 h 1863257"/>
              <a:gd name="connsiteX7-33" fmla="*/ 35496 w 1877718"/>
              <a:gd name="connsiteY7-34" fmla="*/ 1012430 h 1863257"/>
              <a:gd name="connsiteX8-35" fmla="*/ 35521 w 1877718"/>
              <a:gd name="connsiteY8-36" fmla="*/ 850813 h 1863257"/>
              <a:gd name="connsiteX0-37" fmla="*/ 35521 w 1877718"/>
              <a:gd name="connsiteY0-38" fmla="*/ 865273 h 1877717"/>
              <a:gd name="connsiteX1-39" fmla="*/ 865299 w 1877718"/>
              <a:gd name="connsiteY1-40" fmla="*/ 35495 h 1877717"/>
              <a:gd name="connsiteX2-41" fmla="*/ 1026916 w 1877718"/>
              <a:gd name="connsiteY2-42" fmla="*/ 35520 h 1877717"/>
              <a:gd name="connsiteX3-43" fmla="*/ 1856694 w 1877718"/>
              <a:gd name="connsiteY3-44" fmla="*/ 865298 h 1877717"/>
              <a:gd name="connsiteX4-45" fmla="*/ 1856669 w 1877718"/>
              <a:gd name="connsiteY4-46" fmla="*/ 1026916 h 1877717"/>
              <a:gd name="connsiteX5-47" fmla="*/ 1026891 w 1877718"/>
              <a:gd name="connsiteY5-48" fmla="*/ 1856693 h 1877717"/>
              <a:gd name="connsiteX6-49" fmla="*/ 865274 w 1877718"/>
              <a:gd name="connsiteY6-50" fmla="*/ 1856668 h 1877717"/>
              <a:gd name="connsiteX7-51" fmla="*/ 35496 w 1877718"/>
              <a:gd name="connsiteY7-52" fmla="*/ 1026890 h 1877717"/>
              <a:gd name="connsiteX8-53" fmla="*/ 35521 w 1877718"/>
              <a:gd name="connsiteY8-54" fmla="*/ 865273 h 1877717"/>
              <a:gd name="connsiteX0-55" fmla="*/ 35521 w 1877718"/>
              <a:gd name="connsiteY0-56" fmla="*/ 865273 h 1877717"/>
              <a:gd name="connsiteX1-57" fmla="*/ 865299 w 1877718"/>
              <a:gd name="connsiteY1-58" fmla="*/ 35495 h 1877717"/>
              <a:gd name="connsiteX2-59" fmla="*/ 1026916 w 1877718"/>
              <a:gd name="connsiteY2-60" fmla="*/ 35520 h 1877717"/>
              <a:gd name="connsiteX3-61" fmla="*/ 1856694 w 1877718"/>
              <a:gd name="connsiteY3-62" fmla="*/ 865298 h 1877717"/>
              <a:gd name="connsiteX4-63" fmla="*/ 1856669 w 1877718"/>
              <a:gd name="connsiteY4-64" fmla="*/ 1026916 h 1877717"/>
              <a:gd name="connsiteX5-65" fmla="*/ 1026891 w 1877718"/>
              <a:gd name="connsiteY5-66" fmla="*/ 1856693 h 1877717"/>
              <a:gd name="connsiteX6-67" fmla="*/ 865274 w 1877718"/>
              <a:gd name="connsiteY6-68" fmla="*/ 1856668 h 1877717"/>
              <a:gd name="connsiteX7-69" fmla="*/ 35496 w 1877718"/>
              <a:gd name="connsiteY7-70" fmla="*/ 1026890 h 1877717"/>
              <a:gd name="connsiteX8-71" fmla="*/ 35521 w 1877718"/>
              <a:gd name="connsiteY8-72" fmla="*/ 865273 h 1877717"/>
              <a:gd name="connsiteX0-73" fmla="*/ 35521 w 1877718"/>
              <a:gd name="connsiteY0-74" fmla="*/ 865273 h 1877717"/>
              <a:gd name="connsiteX1-75" fmla="*/ 865299 w 1877718"/>
              <a:gd name="connsiteY1-76" fmla="*/ 35495 h 1877717"/>
              <a:gd name="connsiteX2-77" fmla="*/ 1026916 w 1877718"/>
              <a:gd name="connsiteY2-78" fmla="*/ 35520 h 1877717"/>
              <a:gd name="connsiteX3-79" fmla="*/ 1856694 w 1877718"/>
              <a:gd name="connsiteY3-80" fmla="*/ 865298 h 1877717"/>
              <a:gd name="connsiteX4-81" fmla="*/ 1856669 w 1877718"/>
              <a:gd name="connsiteY4-82" fmla="*/ 1026916 h 1877717"/>
              <a:gd name="connsiteX5-83" fmla="*/ 1026891 w 1877718"/>
              <a:gd name="connsiteY5-84" fmla="*/ 1856693 h 1877717"/>
              <a:gd name="connsiteX6-85" fmla="*/ 865274 w 1877718"/>
              <a:gd name="connsiteY6-86" fmla="*/ 1856668 h 1877717"/>
              <a:gd name="connsiteX7-87" fmla="*/ 35496 w 1877718"/>
              <a:gd name="connsiteY7-88" fmla="*/ 1026890 h 1877717"/>
              <a:gd name="connsiteX8-89" fmla="*/ 35521 w 1877718"/>
              <a:gd name="connsiteY8-90" fmla="*/ 865273 h 1877717"/>
              <a:gd name="connsiteX0-91" fmla="*/ 35521 w 1877729"/>
              <a:gd name="connsiteY0-92" fmla="*/ 865273 h 1877717"/>
              <a:gd name="connsiteX1-93" fmla="*/ 865299 w 1877729"/>
              <a:gd name="connsiteY1-94" fmla="*/ 35495 h 1877717"/>
              <a:gd name="connsiteX2-95" fmla="*/ 1026916 w 1877729"/>
              <a:gd name="connsiteY2-96" fmla="*/ 35520 h 1877717"/>
              <a:gd name="connsiteX3-97" fmla="*/ 1856694 w 1877729"/>
              <a:gd name="connsiteY3-98" fmla="*/ 865298 h 1877717"/>
              <a:gd name="connsiteX4-99" fmla="*/ 1856669 w 1877729"/>
              <a:gd name="connsiteY4-100" fmla="*/ 1026916 h 1877717"/>
              <a:gd name="connsiteX5-101" fmla="*/ 1026891 w 1877729"/>
              <a:gd name="connsiteY5-102" fmla="*/ 1856693 h 1877717"/>
              <a:gd name="connsiteX6-103" fmla="*/ 865274 w 1877729"/>
              <a:gd name="connsiteY6-104" fmla="*/ 1856668 h 1877717"/>
              <a:gd name="connsiteX7-105" fmla="*/ 35496 w 1877729"/>
              <a:gd name="connsiteY7-106" fmla="*/ 1026890 h 1877717"/>
              <a:gd name="connsiteX8-107" fmla="*/ 35521 w 1877729"/>
              <a:gd name="connsiteY8-108" fmla="*/ 865273 h 1877717"/>
              <a:gd name="connsiteX0-109" fmla="*/ 35521 w 1892189"/>
              <a:gd name="connsiteY0-110" fmla="*/ 865273 h 1877717"/>
              <a:gd name="connsiteX1-111" fmla="*/ 865299 w 1892189"/>
              <a:gd name="connsiteY1-112" fmla="*/ 35495 h 1877717"/>
              <a:gd name="connsiteX2-113" fmla="*/ 1026916 w 1892189"/>
              <a:gd name="connsiteY2-114" fmla="*/ 35520 h 1877717"/>
              <a:gd name="connsiteX3-115" fmla="*/ 1856694 w 1892189"/>
              <a:gd name="connsiteY3-116" fmla="*/ 865298 h 1877717"/>
              <a:gd name="connsiteX4-117" fmla="*/ 1856669 w 1892189"/>
              <a:gd name="connsiteY4-118" fmla="*/ 1026916 h 1877717"/>
              <a:gd name="connsiteX5-119" fmla="*/ 1026891 w 1892189"/>
              <a:gd name="connsiteY5-120" fmla="*/ 1856693 h 1877717"/>
              <a:gd name="connsiteX6-121" fmla="*/ 865274 w 1892189"/>
              <a:gd name="connsiteY6-122" fmla="*/ 1856668 h 1877717"/>
              <a:gd name="connsiteX7-123" fmla="*/ 35496 w 1892189"/>
              <a:gd name="connsiteY7-124" fmla="*/ 1026890 h 1877717"/>
              <a:gd name="connsiteX8-125" fmla="*/ 35521 w 1892189"/>
              <a:gd name="connsiteY8-126" fmla="*/ 865273 h 1877717"/>
              <a:gd name="connsiteX0-127" fmla="*/ 35521 w 1892189"/>
              <a:gd name="connsiteY0-128" fmla="*/ 865273 h 1877717"/>
              <a:gd name="connsiteX1-129" fmla="*/ 865299 w 1892189"/>
              <a:gd name="connsiteY1-130" fmla="*/ 35495 h 1877717"/>
              <a:gd name="connsiteX2-131" fmla="*/ 1026916 w 1892189"/>
              <a:gd name="connsiteY2-132" fmla="*/ 35520 h 1877717"/>
              <a:gd name="connsiteX3-133" fmla="*/ 1856694 w 1892189"/>
              <a:gd name="connsiteY3-134" fmla="*/ 865298 h 1877717"/>
              <a:gd name="connsiteX4-135" fmla="*/ 1856669 w 1892189"/>
              <a:gd name="connsiteY4-136" fmla="*/ 1026916 h 1877717"/>
              <a:gd name="connsiteX5-137" fmla="*/ 1026891 w 1892189"/>
              <a:gd name="connsiteY5-138" fmla="*/ 1856693 h 1877717"/>
              <a:gd name="connsiteX6-139" fmla="*/ 865274 w 1892189"/>
              <a:gd name="connsiteY6-140" fmla="*/ 1856668 h 1877717"/>
              <a:gd name="connsiteX7-141" fmla="*/ 35496 w 1892189"/>
              <a:gd name="connsiteY7-142" fmla="*/ 1026890 h 1877717"/>
              <a:gd name="connsiteX8-143" fmla="*/ 35521 w 1892189"/>
              <a:gd name="connsiteY8-144" fmla="*/ 865273 h 1877717"/>
              <a:gd name="connsiteX0-145" fmla="*/ 35521 w 1892189"/>
              <a:gd name="connsiteY0-146" fmla="*/ 865273 h 1877717"/>
              <a:gd name="connsiteX1-147" fmla="*/ 865299 w 1892189"/>
              <a:gd name="connsiteY1-148" fmla="*/ 35495 h 1877717"/>
              <a:gd name="connsiteX2-149" fmla="*/ 1026916 w 1892189"/>
              <a:gd name="connsiteY2-150" fmla="*/ 35520 h 1877717"/>
              <a:gd name="connsiteX3-151" fmla="*/ 1856694 w 1892189"/>
              <a:gd name="connsiteY3-152" fmla="*/ 865298 h 1877717"/>
              <a:gd name="connsiteX4-153" fmla="*/ 1856669 w 1892189"/>
              <a:gd name="connsiteY4-154" fmla="*/ 1026916 h 1877717"/>
              <a:gd name="connsiteX5-155" fmla="*/ 1026891 w 1892189"/>
              <a:gd name="connsiteY5-156" fmla="*/ 1856693 h 1877717"/>
              <a:gd name="connsiteX6-157" fmla="*/ 865274 w 1892189"/>
              <a:gd name="connsiteY6-158" fmla="*/ 1856668 h 1877717"/>
              <a:gd name="connsiteX7-159" fmla="*/ 35496 w 1892189"/>
              <a:gd name="connsiteY7-160" fmla="*/ 1026890 h 1877717"/>
              <a:gd name="connsiteX8-161" fmla="*/ 35521 w 1892189"/>
              <a:gd name="connsiteY8-162" fmla="*/ 865273 h 1877717"/>
              <a:gd name="connsiteX0-163" fmla="*/ 35521 w 1892189"/>
              <a:gd name="connsiteY0-164" fmla="*/ 865273 h 1877728"/>
              <a:gd name="connsiteX1-165" fmla="*/ 865299 w 1892189"/>
              <a:gd name="connsiteY1-166" fmla="*/ 35495 h 1877728"/>
              <a:gd name="connsiteX2-167" fmla="*/ 1026916 w 1892189"/>
              <a:gd name="connsiteY2-168" fmla="*/ 35520 h 1877728"/>
              <a:gd name="connsiteX3-169" fmla="*/ 1856694 w 1892189"/>
              <a:gd name="connsiteY3-170" fmla="*/ 865298 h 1877728"/>
              <a:gd name="connsiteX4-171" fmla="*/ 1856669 w 1892189"/>
              <a:gd name="connsiteY4-172" fmla="*/ 1026916 h 1877728"/>
              <a:gd name="connsiteX5-173" fmla="*/ 1026891 w 1892189"/>
              <a:gd name="connsiteY5-174" fmla="*/ 1856693 h 1877728"/>
              <a:gd name="connsiteX6-175" fmla="*/ 865274 w 1892189"/>
              <a:gd name="connsiteY6-176" fmla="*/ 1856668 h 1877728"/>
              <a:gd name="connsiteX7-177" fmla="*/ 35496 w 1892189"/>
              <a:gd name="connsiteY7-178" fmla="*/ 1026890 h 1877728"/>
              <a:gd name="connsiteX8-179" fmla="*/ 35521 w 1892189"/>
              <a:gd name="connsiteY8-180" fmla="*/ 865273 h 1877728"/>
              <a:gd name="connsiteX0-181" fmla="*/ 35521 w 1892189"/>
              <a:gd name="connsiteY0-182" fmla="*/ 865273 h 1892188"/>
              <a:gd name="connsiteX1-183" fmla="*/ 865299 w 1892189"/>
              <a:gd name="connsiteY1-184" fmla="*/ 35495 h 1892188"/>
              <a:gd name="connsiteX2-185" fmla="*/ 1026916 w 1892189"/>
              <a:gd name="connsiteY2-186" fmla="*/ 35520 h 1892188"/>
              <a:gd name="connsiteX3-187" fmla="*/ 1856694 w 1892189"/>
              <a:gd name="connsiteY3-188" fmla="*/ 865298 h 1892188"/>
              <a:gd name="connsiteX4-189" fmla="*/ 1856669 w 1892189"/>
              <a:gd name="connsiteY4-190" fmla="*/ 1026916 h 1892188"/>
              <a:gd name="connsiteX5-191" fmla="*/ 1026891 w 1892189"/>
              <a:gd name="connsiteY5-192" fmla="*/ 1856693 h 1892188"/>
              <a:gd name="connsiteX6-193" fmla="*/ 865274 w 1892189"/>
              <a:gd name="connsiteY6-194" fmla="*/ 1856668 h 1892188"/>
              <a:gd name="connsiteX7-195" fmla="*/ 35496 w 1892189"/>
              <a:gd name="connsiteY7-196" fmla="*/ 1026890 h 1892188"/>
              <a:gd name="connsiteX8-197" fmla="*/ 35521 w 1892189"/>
              <a:gd name="connsiteY8-198" fmla="*/ 865273 h 1892188"/>
              <a:gd name="connsiteX0-199" fmla="*/ 35521 w 1892189"/>
              <a:gd name="connsiteY0-200" fmla="*/ 865273 h 1892188"/>
              <a:gd name="connsiteX1-201" fmla="*/ 865299 w 1892189"/>
              <a:gd name="connsiteY1-202" fmla="*/ 35495 h 1892188"/>
              <a:gd name="connsiteX2-203" fmla="*/ 1026916 w 1892189"/>
              <a:gd name="connsiteY2-204" fmla="*/ 35520 h 1892188"/>
              <a:gd name="connsiteX3-205" fmla="*/ 1856694 w 1892189"/>
              <a:gd name="connsiteY3-206" fmla="*/ 865298 h 1892188"/>
              <a:gd name="connsiteX4-207" fmla="*/ 1856669 w 1892189"/>
              <a:gd name="connsiteY4-208" fmla="*/ 1026916 h 1892188"/>
              <a:gd name="connsiteX5-209" fmla="*/ 1026891 w 1892189"/>
              <a:gd name="connsiteY5-210" fmla="*/ 1856693 h 1892188"/>
              <a:gd name="connsiteX6-211" fmla="*/ 865274 w 1892189"/>
              <a:gd name="connsiteY6-212" fmla="*/ 1856668 h 1892188"/>
              <a:gd name="connsiteX7-213" fmla="*/ 35496 w 1892189"/>
              <a:gd name="connsiteY7-214" fmla="*/ 1026890 h 1892188"/>
              <a:gd name="connsiteX8-215" fmla="*/ 35521 w 1892189"/>
              <a:gd name="connsiteY8-216" fmla="*/ 865273 h 1892188"/>
              <a:gd name="connsiteX0-217" fmla="*/ 35521 w 1892189"/>
              <a:gd name="connsiteY0-218" fmla="*/ 865273 h 1892188"/>
              <a:gd name="connsiteX1-219" fmla="*/ 865299 w 1892189"/>
              <a:gd name="connsiteY1-220" fmla="*/ 35495 h 1892188"/>
              <a:gd name="connsiteX2-221" fmla="*/ 1026916 w 1892189"/>
              <a:gd name="connsiteY2-222" fmla="*/ 35520 h 1892188"/>
              <a:gd name="connsiteX3-223" fmla="*/ 1856694 w 1892189"/>
              <a:gd name="connsiteY3-224" fmla="*/ 865298 h 1892188"/>
              <a:gd name="connsiteX4-225" fmla="*/ 1856669 w 1892189"/>
              <a:gd name="connsiteY4-226" fmla="*/ 1026916 h 1892188"/>
              <a:gd name="connsiteX5-227" fmla="*/ 1026891 w 1892189"/>
              <a:gd name="connsiteY5-228" fmla="*/ 1856693 h 1892188"/>
              <a:gd name="connsiteX6-229" fmla="*/ 865274 w 1892189"/>
              <a:gd name="connsiteY6-230" fmla="*/ 1856668 h 1892188"/>
              <a:gd name="connsiteX7-231" fmla="*/ 35496 w 1892189"/>
              <a:gd name="connsiteY7-232" fmla="*/ 1026890 h 1892188"/>
              <a:gd name="connsiteX8-233" fmla="*/ 35521 w 1892189"/>
              <a:gd name="connsiteY8-234" fmla="*/ 865273 h 1892188"/>
              <a:gd name="connsiteX0-235" fmla="*/ 35521 w 1892189"/>
              <a:gd name="connsiteY0-236" fmla="*/ 865273 h 1892188"/>
              <a:gd name="connsiteX1-237" fmla="*/ 865299 w 1892189"/>
              <a:gd name="connsiteY1-238" fmla="*/ 35495 h 1892188"/>
              <a:gd name="connsiteX2-239" fmla="*/ 1026916 w 1892189"/>
              <a:gd name="connsiteY2-240" fmla="*/ 35520 h 1892188"/>
              <a:gd name="connsiteX3-241" fmla="*/ 1856694 w 1892189"/>
              <a:gd name="connsiteY3-242" fmla="*/ 865298 h 1892188"/>
              <a:gd name="connsiteX4-243" fmla="*/ 1856669 w 1892189"/>
              <a:gd name="connsiteY4-244" fmla="*/ 1026916 h 1892188"/>
              <a:gd name="connsiteX5-245" fmla="*/ 1026891 w 1892189"/>
              <a:gd name="connsiteY5-246" fmla="*/ 1856693 h 1892188"/>
              <a:gd name="connsiteX6-247" fmla="*/ 865274 w 1892189"/>
              <a:gd name="connsiteY6-248" fmla="*/ 1856668 h 1892188"/>
              <a:gd name="connsiteX7-249" fmla="*/ 35496 w 1892189"/>
              <a:gd name="connsiteY7-250" fmla="*/ 1026890 h 1892188"/>
              <a:gd name="connsiteX8-251" fmla="*/ 35521 w 1892189"/>
              <a:gd name="connsiteY8-252" fmla="*/ 865273 h 189218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1892189" h="1892188">
                <a:moveTo>
                  <a:pt x="35521" y="865273"/>
                </a:moveTo>
                <a:cubicBezTo>
                  <a:pt x="35521" y="865273"/>
                  <a:pt x="865299" y="35495"/>
                  <a:pt x="865299" y="35495"/>
                </a:cubicBezTo>
                <a:cubicBezTo>
                  <a:pt x="912643" y="-11849"/>
                  <a:pt x="979572" y="-11824"/>
                  <a:pt x="1026916" y="35520"/>
                </a:cubicBezTo>
                <a:cubicBezTo>
                  <a:pt x="1026916" y="35520"/>
                  <a:pt x="1856694" y="865298"/>
                  <a:pt x="1856694" y="865298"/>
                </a:cubicBezTo>
                <a:cubicBezTo>
                  <a:pt x="1904038" y="912642"/>
                  <a:pt x="1904013" y="979572"/>
                  <a:pt x="1856669" y="1026916"/>
                </a:cubicBezTo>
                <a:cubicBezTo>
                  <a:pt x="1856669" y="1026916"/>
                  <a:pt x="1026891" y="1856693"/>
                  <a:pt x="1026891" y="1856693"/>
                </a:cubicBezTo>
                <a:cubicBezTo>
                  <a:pt x="979547" y="1904037"/>
                  <a:pt x="912618" y="1904011"/>
                  <a:pt x="865274" y="1856668"/>
                </a:cubicBezTo>
                <a:cubicBezTo>
                  <a:pt x="865274" y="1856667"/>
                  <a:pt x="35496" y="1026889"/>
                  <a:pt x="35496" y="1026890"/>
                </a:cubicBezTo>
                <a:cubicBezTo>
                  <a:pt x="-11848" y="979545"/>
                  <a:pt x="-11823" y="912617"/>
                  <a:pt x="35521" y="865273"/>
                </a:cubicBezTo>
                <a:close/>
              </a:path>
            </a:pathLst>
          </a:custGeom>
          <a:solidFill>
            <a:schemeClr val="accent1">
              <a:lumMod val="40000"/>
              <a:lumOff val="60000"/>
              <a:alpha val="26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cxnSp>
        <p:nvCxnSpPr>
          <p:cNvPr id="8" name="直接连接符 7">
            <a:extLst>
              <a:ext uri="{FF2B5EF4-FFF2-40B4-BE49-F238E27FC236}">
                <a16:creationId xmlns:a16="http://schemas.microsoft.com/office/drawing/2014/main" id="{A5383FB8-85C3-6881-BDB7-A9A3AD0098EA}"/>
              </a:ext>
            </a:extLst>
          </p:cNvPr>
          <p:cNvCxnSpPr/>
          <p:nvPr>
            <p:custDataLst>
              <p:tags r:id="rId13"/>
            </p:custDataLst>
          </p:nvPr>
        </p:nvCxnSpPr>
        <p:spPr>
          <a:xfrm>
            <a:off x="740410" y="1534160"/>
            <a:ext cx="0" cy="1152525"/>
          </a:xfrm>
          <a:prstGeom prst="line">
            <a:avLst/>
          </a:prstGeom>
          <a:ln w="9525" cap="rnd">
            <a:solidFill>
              <a:schemeClr val="accent1">
                <a:alpha val="35000"/>
              </a:schemeClr>
            </a:solidFill>
            <a:round/>
          </a:ln>
        </p:spPr>
        <p:style>
          <a:lnRef idx="2">
            <a:schemeClr val="accent1"/>
          </a:lnRef>
          <a:fillRef idx="0">
            <a:srgbClr val="FFFFFF"/>
          </a:fillRef>
          <a:effectRef idx="0">
            <a:srgbClr val="FFFFFF"/>
          </a:effectRef>
          <a:fontRef idx="minor">
            <a:schemeClr val="tx1"/>
          </a:fontRef>
        </p:style>
      </p:cxnSp>
    </p:spTree>
    <p:custDataLst>
      <p:tags r:id="rId1"/>
    </p:custDataLst>
    <p:extLst>
      <p:ext uri="{BB962C8B-B14F-4D97-AF65-F5344CB8AC3E}">
        <p14:creationId xmlns:p14="http://schemas.microsoft.com/office/powerpoint/2010/main" val="2411478392"/>
      </p:ext>
    </p:extLst>
  </p:cSld>
  <p:clrMapOvr>
    <a:masterClrMapping/>
  </p:clrMapOvr>
  <p:transition>
    <p:fade/>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标题 16"/>
          <p:cNvSpPr>
            <a:spLocks noGrp="1"/>
          </p:cNvSpPr>
          <p:nvPr>
            <p:ph type="title"/>
            <p:custDataLst>
              <p:tags r:id="rId2"/>
            </p:custDataLst>
          </p:nvPr>
        </p:nvSpPr>
        <p:spPr/>
        <p:txBody>
          <a:bodyPr>
            <a:normAutofit fontScale="90000"/>
          </a:bodyPr>
          <a:lstStyle/>
          <a:p>
            <a:r>
              <a:rPr lang="en-US" altLang="zh-CN" dirty="0"/>
              <a:t>2.4 </a:t>
            </a:r>
            <a:r>
              <a:rPr lang="zh-CN" altLang="en-US" dirty="0"/>
              <a:t>课后习题</a:t>
            </a:r>
          </a:p>
        </p:txBody>
      </p:sp>
      <p:cxnSp>
        <p:nvCxnSpPr>
          <p:cNvPr id="76" name="直接连接符 75"/>
          <p:cNvCxnSpPr/>
          <p:nvPr>
            <p:custDataLst>
              <p:tags r:id="rId3"/>
            </p:custDataLst>
          </p:nvPr>
        </p:nvCxnSpPr>
        <p:spPr>
          <a:xfrm>
            <a:off x="6898640" y="5965825"/>
            <a:ext cx="4679315" cy="0"/>
          </a:xfrm>
          <a:prstGeom prst="line">
            <a:avLst/>
          </a:prstGeom>
          <a:ln w="9525" cap="rnd">
            <a:solidFill>
              <a:schemeClr val="accent1">
                <a:alpha val="35000"/>
              </a:schemeClr>
            </a:solidFill>
            <a:round/>
          </a:ln>
        </p:spPr>
        <p:style>
          <a:lnRef idx="2">
            <a:schemeClr val="accent1"/>
          </a:lnRef>
          <a:fillRef idx="0">
            <a:srgbClr val="FFFFFF"/>
          </a:fillRef>
          <a:effectRef idx="0">
            <a:srgbClr val="FFFFFF"/>
          </a:effectRef>
          <a:fontRef idx="minor">
            <a:schemeClr val="tx1"/>
          </a:fontRef>
        </p:style>
      </p:cxnSp>
      <p:cxnSp>
        <p:nvCxnSpPr>
          <p:cNvPr id="77" name="直接连接符 76"/>
          <p:cNvCxnSpPr/>
          <p:nvPr>
            <p:custDataLst>
              <p:tags r:id="rId4"/>
            </p:custDataLst>
          </p:nvPr>
        </p:nvCxnSpPr>
        <p:spPr>
          <a:xfrm>
            <a:off x="1627505" y="5865495"/>
            <a:ext cx="7217410" cy="0"/>
          </a:xfrm>
          <a:prstGeom prst="line">
            <a:avLst/>
          </a:prstGeom>
          <a:ln w="9525" cap="rnd">
            <a:solidFill>
              <a:schemeClr val="accent1">
                <a:alpha val="35000"/>
              </a:schemeClr>
            </a:solidFill>
            <a:round/>
          </a:ln>
        </p:spPr>
        <p:style>
          <a:lnRef idx="2">
            <a:schemeClr val="accent1"/>
          </a:lnRef>
          <a:fillRef idx="0">
            <a:srgbClr val="FFFFFF"/>
          </a:fillRef>
          <a:effectRef idx="0">
            <a:srgbClr val="FFFFFF"/>
          </a:effectRef>
          <a:fontRef idx="minor">
            <a:schemeClr val="tx1"/>
          </a:fontRef>
        </p:style>
      </p:cxnSp>
      <p:sp>
        <p:nvSpPr>
          <p:cNvPr id="1398" name="任意多边形: 形状 1397"/>
          <p:cNvSpPr/>
          <p:nvPr>
            <p:custDataLst>
              <p:tags r:id="rId5"/>
            </p:custDataLst>
          </p:nvPr>
        </p:nvSpPr>
        <p:spPr>
          <a:xfrm>
            <a:off x="635635" y="5552440"/>
            <a:ext cx="631190" cy="631190"/>
          </a:xfrm>
          <a:custGeom>
            <a:avLst/>
            <a:gdLst>
              <a:gd name="connsiteX0" fmla="*/ 35521 w 1877718"/>
              <a:gd name="connsiteY0" fmla="*/ 850803 h 1863247"/>
              <a:gd name="connsiteX1" fmla="*/ 865299 w 1877718"/>
              <a:gd name="connsiteY1" fmla="*/ 21025 h 1863247"/>
              <a:gd name="connsiteX2" fmla="*/ 1026916 w 1877718"/>
              <a:gd name="connsiteY2" fmla="*/ 21050 h 1863247"/>
              <a:gd name="connsiteX3" fmla="*/ 1856694 w 1877718"/>
              <a:gd name="connsiteY3" fmla="*/ 850828 h 1863247"/>
              <a:gd name="connsiteX4" fmla="*/ 1856669 w 1877718"/>
              <a:gd name="connsiteY4" fmla="*/ 1012446 h 1863247"/>
              <a:gd name="connsiteX5" fmla="*/ 1026891 w 1877718"/>
              <a:gd name="connsiteY5" fmla="*/ 1842223 h 1863247"/>
              <a:gd name="connsiteX6" fmla="*/ 865274 w 1877718"/>
              <a:gd name="connsiteY6" fmla="*/ 1842198 h 1863247"/>
              <a:gd name="connsiteX7" fmla="*/ 35496 w 1877718"/>
              <a:gd name="connsiteY7" fmla="*/ 1012420 h 1863247"/>
              <a:gd name="connsiteX8" fmla="*/ 35521 w 1877718"/>
              <a:gd name="connsiteY8" fmla="*/ 850803 h 1863247"/>
              <a:gd name="connsiteX0-1" fmla="*/ 35521 w 1877718"/>
              <a:gd name="connsiteY0-2" fmla="*/ 850803 h 1863247"/>
              <a:gd name="connsiteX1-3" fmla="*/ 865299 w 1877718"/>
              <a:gd name="connsiteY1-4" fmla="*/ 21025 h 1863247"/>
              <a:gd name="connsiteX2-5" fmla="*/ 1026916 w 1877718"/>
              <a:gd name="connsiteY2-6" fmla="*/ 21050 h 1863247"/>
              <a:gd name="connsiteX3-7" fmla="*/ 1856694 w 1877718"/>
              <a:gd name="connsiteY3-8" fmla="*/ 850828 h 1863247"/>
              <a:gd name="connsiteX4-9" fmla="*/ 1856669 w 1877718"/>
              <a:gd name="connsiteY4-10" fmla="*/ 1012446 h 1863247"/>
              <a:gd name="connsiteX5-11" fmla="*/ 1026891 w 1877718"/>
              <a:gd name="connsiteY5-12" fmla="*/ 1842223 h 1863247"/>
              <a:gd name="connsiteX6-13" fmla="*/ 865274 w 1877718"/>
              <a:gd name="connsiteY6-14" fmla="*/ 1842198 h 1863247"/>
              <a:gd name="connsiteX7-15" fmla="*/ 35496 w 1877718"/>
              <a:gd name="connsiteY7-16" fmla="*/ 1012420 h 1863247"/>
              <a:gd name="connsiteX8-17" fmla="*/ 35521 w 1877718"/>
              <a:gd name="connsiteY8-18" fmla="*/ 850803 h 1863247"/>
              <a:gd name="connsiteX0-19" fmla="*/ 35521 w 1877718"/>
              <a:gd name="connsiteY0-20" fmla="*/ 850813 h 1863257"/>
              <a:gd name="connsiteX1-21" fmla="*/ 865299 w 1877718"/>
              <a:gd name="connsiteY1-22" fmla="*/ 21035 h 1863257"/>
              <a:gd name="connsiteX2-23" fmla="*/ 1026916 w 1877718"/>
              <a:gd name="connsiteY2-24" fmla="*/ 21060 h 1863257"/>
              <a:gd name="connsiteX3-25" fmla="*/ 1856694 w 1877718"/>
              <a:gd name="connsiteY3-26" fmla="*/ 850838 h 1863257"/>
              <a:gd name="connsiteX4-27" fmla="*/ 1856669 w 1877718"/>
              <a:gd name="connsiteY4-28" fmla="*/ 1012456 h 1863257"/>
              <a:gd name="connsiteX5-29" fmla="*/ 1026891 w 1877718"/>
              <a:gd name="connsiteY5-30" fmla="*/ 1842233 h 1863257"/>
              <a:gd name="connsiteX6-31" fmla="*/ 865274 w 1877718"/>
              <a:gd name="connsiteY6-32" fmla="*/ 1842208 h 1863257"/>
              <a:gd name="connsiteX7-33" fmla="*/ 35496 w 1877718"/>
              <a:gd name="connsiteY7-34" fmla="*/ 1012430 h 1863257"/>
              <a:gd name="connsiteX8-35" fmla="*/ 35521 w 1877718"/>
              <a:gd name="connsiteY8-36" fmla="*/ 850813 h 1863257"/>
              <a:gd name="connsiteX0-37" fmla="*/ 35521 w 1877718"/>
              <a:gd name="connsiteY0-38" fmla="*/ 865273 h 1877717"/>
              <a:gd name="connsiteX1-39" fmla="*/ 865299 w 1877718"/>
              <a:gd name="connsiteY1-40" fmla="*/ 35495 h 1877717"/>
              <a:gd name="connsiteX2-41" fmla="*/ 1026916 w 1877718"/>
              <a:gd name="connsiteY2-42" fmla="*/ 35520 h 1877717"/>
              <a:gd name="connsiteX3-43" fmla="*/ 1856694 w 1877718"/>
              <a:gd name="connsiteY3-44" fmla="*/ 865298 h 1877717"/>
              <a:gd name="connsiteX4-45" fmla="*/ 1856669 w 1877718"/>
              <a:gd name="connsiteY4-46" fmla="*/ 1026916 h 1877717"/>
              <a:gd name="connsiteX5-47" fmla="*/ 1026891 w 1877718"/>
              <a:gd name="connsiteY5-48" fmla="*/ 1856693 h 1877717"/>
              <a:gd name="connsiteX6-49" fmla="*/ 865274 w 1877718"/>
              <a:gd name="connsiteY6-50" fmla="*/ 1856668 h 1877717"/>
              <a:gd name="connsiteX7-51" fmla="*/ 35496 w 1877718"/>
              <a:gd name="connsiteY7-52" fmla="*/ 1026890 h 1877717"/>
              <a:gd name="connsiteX8-53" fmla="*/ 35521 w 1877718"/>
              <a:gd name="connsiteY8-54" fmla="*/ 865273 h 1877717"/>
              <a:gd name="connsiteX0-55" fmla="*/ 35521 w 1877718"/>
              <a:gd name="connsiteY0-56" fmla="*/ 865273 h 1877717"/>
              <a:gd name="connsiteX1-57" fmla="*/ 865299 w 1877718"/>
              <a:gd name="connsiteY1-58" fmla="*/ 35495 h 1877717"/>
              <a:gd name="connsiteX2-59" fmla="*/ 1026916 w 1877718"/>
              <a:gd name="connsiteY2-60" fmla="*/ 35520 h 1877717"/>
              <a:gd name="connsiteX3-61" fmla="*/ 1856694 w 1877718"/>
              <a:gd name="connsiteY3-62" fmla="*/ 865298 h 1877717"/>
              <a:gd name="connsiteX4-63" fmla="*/ 1856669 w 1877718"/>
              <a:gd name="connsiteY4-64" fmla="*/ 1026916 h 1877717"/>
              <a:gd name="connsiteX5-65" fmla="*/ 1026891 w 1877718"/>
              <a:gd name="connsiteY5-66" fmla="*/ 1856693 h 1877717"/>
              <a:gd name="connsiteX6-67" fmla="*/ 865274 w 1877718"/>
              <a:gd name="connsiteY6-68" fmla="*/ 1856668 h 1877717"/>
              <a:gd name="connsiteX7-69" fmla="*/ 35496 w 1877718"/>
              <a:gd name="connsiteY7-70" fmla="*/ 1026890 h 1877717"/>
              <a:gd name="connsiteX8-71" fmla="*/ 35521 w 1877718"/>
              <a:gd name="connsiteY8-72" fmla="*/ 865273 h 1877717"/>
              <a:gd name="connsiteX0-73" fmla="*/ 35521 w 1877718"/>
              <a:gd name="connsiteY0-74" fmla="*/ 865273 h 1877717"/>
              <a:gd name="connsiteX1-75" fmla="*/ 865299 w 1877718"/>
              <a:gd name="connsiteY1-76" fmla="*/ 35495 h 1877717"/>
              <a:gd name="connsiteX2-77" fmla="*/ 1026916 w 1877718"/>
              <a:gd name="connsiteY2-78" fmla="*/ 35520 h 1877717"/>
              <a:gd name="connsiteX3-79" fmla="*/ 1856694 w 1877718"/>
              <a:gd name="connsiteY3-80" fmla="*/ 865298 h 1877717"/>
              <a:gd name="connsiteX4-81" fmla="*/ 1856669 w 1877718"/>
              <a:gd name="connsiteY4-82" fmla="*/ 1026916 h 1877717"/>
              <a:gd name="connsiteX5-83" fmla="*/ 1026891 w 1877718"/>
              <a:gd name="connsiteY5-84" fmla="*/ 1856693 h 1877717"/>
              <a:gd name="connsiteX6-85" fmla="*/ 865274 w 1877718"/>
              <a:gd name="connsiteY6-86" fmla="*/ 1856668 h 1877717"/>
              <a:gd name="connsiteX7-87" fmla="*/ 35496 w 1877718"/>
              <a:gd name="connsiteY7-88" fmla="*/ 1026890 h 1877717"/>
              <a:gd name="connsiteX8-89" fmla="*/ 35521 w 1877718"/>
              <a:gd name="connsiteY8-90" fmla="*/ 865273 h 1877717"/>
              <a:gd name="connsiteX0-91" fmla="*/ 35521 w 1877729"/>
              <a:gd name="connsiteY0-92" fmla="*/ 865273 h 1877717"/>
              <a:gd name="connsiteX1-93" fmla="*/ 865299 w 1877729"/>
              <a:gd name="connsiteY1-94" fmla="*/ 35495 h 1877717"/>
              <a:gd name="connsiteX2-95" fmla="*/ 1026916 w 1877729"/>
              <a:gd name="connsiteY2-96" fmla="*/ 35520 h 1877717"/>
              <a:gd name="connsiteX3-97" fmla="*/ 1856694 w 1877729"/>
              <a:gd name="connsiteY3-98" fmla="*/ 865298 h 1877717"/>
              <a:gd name="connsiteX4-99" fmla="*/ 1856669 w 1877729"/>
              <a:gd name="connsiteY4-100" fmla="*/ 1026916 h 1877717"/>
              <a:gd name="connsiteX5-101" fmla="*/ 1026891 w 1877729"/>
              <a:gd name="connsiteY5-102" fmla="*/ 1856693 h 1877717"/>
              <a:gd name="connsiteX6-103" fmla="*/ 865274 w 1877729"/>
              <a:gd name="connsiteY6-104" fmla="*/ 1856668 h 1877717"/>
              <a:gd name="connsiteX7-105" fmla="*/ 35496 w 1877729"/>
              <a:gd name="connsiteY7-106" fmla="*/ 1026890 h 1877717"/>
              <a:gd name="connsiteX8-107" fmla="*/ 35521 w 1877729"/>
              <a:gd name="connsiteY8-108" fmla="*/ 865273 h 1877717"/>
              <a:gd name="connsiteX0-109" fmla="*/ 35521 w 1892189"/>
              <a:gd name="connsiteY0-110" fmla="*/ 865273 h 1877717"/>
              <a:gd name="connsiteX1-111" fmla="*/ 865299 w 1892189"/>
              <a:gd name="connsiteY1-112" fmla="*/ 35495 h 1877717"/>
              <a:gd name="connsiteX2-113" fmla="*/ 1026916 w 1892189"/>
              <a:gd name="connsiteY2-114" fmla="*/ 35520 h 1877717"/>
              <a:gd name="connsiteX3-115" fmla="*/ 1856694 w 1892189"/>
              <a:gd name="connsiteY3-116" fmla="*/ 865298 h 1877717"/>
              <a:gd name="connsiteX4-117" fmla="*/ 1856669 w 1892189"/>
              <a:gd name="connsiteY4-118" fmla="*/ 1026916 h 1877717"/>
              <a:gd name="connsiteX5-119" fmla="*/ 1026891 w 1892189"/>
              <a:gd name="connsiteY5-120" fmla="*/ 1856693 h 1877717"/>
              <a:gd name="connsiteX6-121" fmla="*/ 865274 w 1892189"/>
              <a:gd name="connsiteY6-122" fmla="*/ 1856668 h 1877717"/>
              <a:gd name="connsiteX7-123" fmla="*/ 35496 w 1892189"/>
              <a:gd name="connsiteY7-124" fmla="*/ 1026890 h 1877717"/>
              <a:gd name="connsiteX8-125" fmla="*/ 35521 w 1892189"/>
              <a:gd name="connsiteY8-126" fmla="*/ 865273 h 1877717"/>
              <a:gd name="connsiteX0-127" fmla="*/ 35521 w 1892189"/>
              <a:gd name="connsiteY0-128" fmla="*/ 865273 h 1877717"/>
              <a:gd name="connsiteX1-129" fmla="*/ 865299 w 1892189"/>
              <a:gd name="connsiteY1-130" fmla="*/ 35495 h 1877717"/>
              <a:gd name="connsiteX2-131" fmla="*/ 1026916 w 1892189"/>
              <a:gd name="connsiteY2-132" fmla="*/ 35520 h 1877717"/>
              <a:gd name="connsiteX3-133" fmla="*/ 1856694 w 1892189"/>
              <a:gd name="connsiteY3-134" fmla="*/ 865298 h 1877717"/>
              <a:gd name="connsiteX4-135" fmla="*/ 1856669 w 1892189"/>
              <a:gd name="connsiteY4-136" fmla="*/ 1026916 h 1877717"/>
              <a:gd name="connsiteX5-137" fmla="*/ 1026891 w 1892189"/>
              <a:gd name="connsiteY5-138" fmla="*/ 1856693 h 1877717"/>
              <a:gd name="connsiteX6-139" fmla="*/ 865274 w 1892189"/>
              <a:gd name="connsiteY6-140" fmla="*/ 1856668 h 1877717"/>
              <a:gd name="connsiteX7-141" fmla="*/ 35496 w 1892189"/>
              <a:gd name="connsiteY7-142" fmla="*/ 1026890 h 1877717"/>
              <a:gd name="connsiteX8-143" fmla="*/ 35521 w 1892189"/>
              <a:gd name="connsiteY8-144" fmla="*/ 865273 h 1877717"/>
              <a:gd name="connsiteX0-145" fmla="*/ 35521 w 1892189"/>
              <a:gd name="connsiteY0-146" fmla="*/ 865273 h 1877717"/>
              <a:gd name="connsiteX1-147" fmla="*/ 865299 w 1892189"/>
              <a:gd name="connsiteY1-148" fmla="*/ 35495 h 1877717"/>
              <a:gd name="connsiteX2-149" fmla="*/ 1026916 w 1892189"/>
              <a:gd name="connsiteY2-150" fmla="*/ 35520 h 1877717"/>
              <a:gd name="connsiteX3-151" fmla="*/ 1856694 w 1892189"/>
              <a:gd name="connsiteY3-152" fmla="*/ 865298 h 1877717"/>
              <a:gd name="connsiteX4-153" fmla="*/ 1856669 w 1892189"/>
              <a:gd name="connsiteY4-154" fmla="*/ 1026916 h 1877717"/>
              <a:gd name="connsiteX5-155" fmla="*/ 1026891 w 1892189"/>
              <a:gd name="connsiteY5-156" fmla="*/ 1856693 h 1877717"/>
              <a:gd name="connsiteX6-157" fmla="*/ 865274 w 1892189"/>
              <a:gd name="connsiteY6-158" fmla="*/ 1856668 h 1877717"/>
              <a:gd name="connsiteX7-159" fmla="*/ 35496 w 1892189"/>
              <a:gd name="connsiteY7-160" fmla="*/ 1026890 h 1877717"/>
              <a:gd name="connsiteX8-161" fmla="*/ 35521 w 1892189"/>
              <a:gd name="connsiteY8-162" fmla="*/ 865273 h 1877717"/>
              <a:gd name="connsiteX0-163" fmla="*/ 35521 w 1892189"/>
              <a:gd name="connsiteY0-164" fmla="*/ 865273 h 1877728"/>
              <a:gd name="connsiteX1-165" fmla="*/ 865299 w 1892189"/>
              <a:gd name="connsiteY1-166" fmla="*/ 35495 h 1877728"/>
              <a:gd name="connsiteX2-167" fmla="*/ 1026916 w 1892189"/>
              <a:gd name="connsiteY2-168" fmla="*/ 35520 h 1877728"/>
              <a:gd name="connsiteX3-169" fmla="*/ 1856694 w 1892189"/>
              <a:gd name="connsiteY3-170" fmla="*/ 865298 h 1877728"/>
              <a:gd name="connsiteX4-171" fmla="*/ 1856669 w 1892189"/>
              <a:gd name="connsiteY4-172" fmla="*/ 1026916 h 1877728"/>
              <a:gd name="connsiteX5-173" fmla="*/ 1026891 w 1892189"/>
              <a:gd name="connsiteY5-174" fmla="*/ 1856693 h 1877728"/>
              <a:gd name="connsiteX6-175" fmla="*/ 865274 w 1892189"/>
              <a:gd name="connsiteY6-176" fmla="*/ 1856668 h 1877728"/>
              <a:gd name="connsiteX7-177" fmla="*/ 35496 w 1892189"/>
              <a:gd name="connsiteY7-178" fmla="*/ 1026890 h 1877728"/>
              <a:gd name="connsiteX8-179" fmla="*/ 35521 w 1892189"/>
              <a:gd name="connsiteY8-180" fmla="*/ 865273 h 1877728"/>
              <a:gd name="connsiteX0-181" fmla="*/ 35521 w 1892189"/>
              <a:gd name="connsiteY0-182" fmla="*/ 865273 h 1892188"/>
              <a:gd name="connsiteX1-183" fmla="*/ 865299 w 1892189"/>
              <a:gd name="connsiteY1-184" fmla="*/ 35495 h 1892188"/>
              <a:gd name="connsiteX2-185" fmla="*/ 1026916 w 1892189"/>
              <a:gd name="connsiteY2-186" fmla="*/ 35520 h 1892188"/>
              <a:gd name="connsiteX3-187" fmla="*/ 1856694 w 1892189"/>
              <a:gd name="connsiteY3-188" fmla="*/ 865298 h 1892188"/>
              <a:gd name="connsiteX4-189" fmla="*/ 1856669 w 1892189"/>
              <a:gd name="connsiteY4-190" fmla="*/ 1026916 h 1892188"/>
              <a:gd name="connsiteX5-191" fmla="*/ 1026891 w 1892189"/>
              <a:gd name="connsiteY5-192" fmla="*/ 1856693 h 1892188"/>
              <a:gd name="connsiteX6-193" fmla="*/ 865274 w 1892189"/>
              <a:gd name="connsiteY6-194" fmla="*/ 1856668 h 1892188"/>
              <a:gd name="connsiteX7-195" fmla="*/ 35496 w 1892189"/>
              <a:gd name="connsiteY7-196" fmla="*/ 1026890 h 1892188"/>
              <a:gd name="connsiteX8-197" fmla="*/ 35521 w 1892189"/>
              <a:gd name="connsiteY8-198" fmla="*/ 865273 h 1892188"/>
              <a:gd name="connsiteX0-199" fmla="*/ 35521 w 1892189"/>
              <a:gd name="connsiteY0-200" fmla="*/ 865273 h 1892188"/>
              <a:gd name="connsiteX1-201" fmla="*/ 865299 w 1892189"/>
              <a:gd name="connsiteY1-202" fmla="*/ 35495 h 1892188"/>
              <a:gd name="connsiteX2-203" fmla="*/ 1026916 w 1892189"/>
              <a:gd name="connsiteY2-204" fmla="*/ 35520 h 1892188"/>
              <a:gd name="connsiteX3-205" fmla="*/ 1856694 w 1892189"/>
              <a:gd name="connsiteY3-206" fmla="*/ 865298 h 1892188"/>
              <a:gd name="connsiteX4-207" fmla="*/ 1856669 w 1892189"/>
              <a:gd name="connsiteY4-208" fmla="*/ 1026916 h 1892188"/>
              <a:gd name="connsiteX5-209" fmla="*/ 1026891 w 1892189"/>
              <a:gd name="connsiteY5-210" fmla="*/ 1856693 h 1892188"/>
              <a:gd name="connsiteX6-211" fmla="*/ 865274 w 1892189"/>
              <a:gd name="connsiteY6-212" fmla="*/ 1856668 h 1892188"/>
              <a:gd name="connsiteX7-213" fmla="*/ 35496 w 1892189"/>
              <a:gd name="connsiteY7-214" fmla="*/ 1026890 h 1892188"/>
              <a:gd name="connsiteX8-215" fmla="*/ 35521 w 1892189"/>
              <a:gd name="connsiteY8-216" fmla="*/ 865273 h 1892188"/>
              <a:gd name="connsiteX0-217" fmla="*/ 35521 w 1892189"/>
              <a:gd name="connsiteY0-218" fmla="*/ 865273 h 1892188"/>
              <a:gd name="connsiteX1-219" fmla="*/ 865299 w 1892189"/>
              <a:gd name="connsiteY1-220" fmla="*/ 35495 h 1892188"/>
              <a:gd name="connsiteX2-221" fmla="*/ 1026916 w 1892189"/>
              <a:gd name="connsiteY2-222" fmla="*/ 35520 h 1892188"/>
              <a:gd name="connsiteX3-223" fmla="*/ 1856694 w 1892189"/>
              <a:gd name="connsiteY3-224" fmla="*/ 865298 h 1892188"/>
              <a:gd name="connsiteX4-225" fmla="*/ 1856669 w 1892189"/>
              <a:gd name="connsiteY4-226" fmla="*/ 1026916 h 1892188"/>
              <a:gd name="connsiteX5-227" fmla="*/ 1026891 w 1892189"/>
              <a:gd name="connsiteY5-228" fmla="*/ 1856693 h 1892188"/>
              <a:gd name="connsiteX6-229" fmla="*/ 865274 w 1892189"/>
              <a:gd name="connsiteY6-230" fmla="*/ 1856668 h 1892188"/>
              <a:gd name="connsiteX7-231" fmla="*/ 35496 w 1892189"/>
              <a:gd name="connsiteY7-232" fmla="*/ 1026890 h 1892188"/>
              <a:gd name="connsiteX8-233" fmla="*/ 35521 w 1892189"/>
              <a:gd name="connsiteY8-234" fmla="*/ 865273 h 1892188"/>
              <a:gd name="connsiteX0-235" fmla="*/ 35521 w 1892189"/>
              <a:gd name="connsiteY0-236" fmla="*/ 865273 h 1892188"/>
              <a:gd name="connsiteX1-237" fmla="*/ 865299 w 1892189"/>
              <a:gd name="connsiteY1-238" fmla="*/ 35495 h 1892188"/>
              <a:gd name="connsiteX2-239" fmla="*/ 1026916 w 1892189"/>
              <a:gd name="connsiteY2-240" fmla="*/ 35520 h 1892188"/>
              <a:gd name="connsiteX3-241" fmla="*/ 1856694 w 1892189"/>
              <a:gd name="connsiteY3-242" fmla="*/ 865298 h 1892188"/>
              <a:gd name="connsiteX4-243" fmla="*/ 1856669 w 1892189"/>
              <a:gd name="connsiteY4-244" fmla="*/ 1026916 h 1892188"/>
              <a:gd name="connsiteX5-245" fmla="*/ 1026891 w 1892189"/>
              <a:gd name="connsiteY5-246" fmla="*/ 1856693 h 1892188"/>
              <a:gd name="connsiteX6-247" fmla="*/ 865274 w 1892189"/>
              <a:gd name="connsiteY6-248" fmla="*/ 1856668 h 1892188"/>
              <a:gd name="connsiteX7-249" fmla="*/ 35496 w 1892189"/>
              <a:gd name="connsiteY7-250" fmla="*/ 1026890 h 1892188"/>
              <a:gd name="connsiteX8-251" fmla="*/ 35521 w 1892189"/>
              <a:gd name="connsiteY8-252" fmla="*/ 865273 h 189218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1892189" h="1892188">
                <a:moveTo>
                  <a:pt x="35521" y="865273"/>
                </a:moveTo>
                <a:cubicBezTo>
                  <a:pt x="35521" y="865273"/>
                  <a:pt x="865299" y="35495"/>
                  <a:pt x="865299" y="35495"/>
                </a:cubicBezTo>
                <a:cubicBezTo>
                  <a:pt x="912643" y="-11849"/>
                  <a:pt x="979572" y="-11824"/>
                  <a:pt x="1026916" y="35520"/>
                </a:cubicBezTo>
                <a:cubicBezTo>
                  <a:pt x="1026916" y="35520"/>
                  <a:pt x="1856694" y="865298"/>
                  <a:pt x="1856694" y="865298"/>
                </a:cubicBezTo>
                <a:cubicBezTo>
                  <a:pt x="1904038" y="912642"/>
                  <a:pt x="1904013" y="979572"/>
                  <a:pt x="1856669" y="1026916"/>
                </a:cubicBezTo>
                <a:cubicBezTo>
                  <a:pt x="1856669" y="1026916"/>
                  <a:pt x="1026891" y="1856693"/>
                  <a:pt x="1026891" y="1856693"/>
                </a:cubicBezTo>
                <a:cubicBezTo>
                  <a:pt x="979547" y="1904037"/>
                  <a:pt x="912618" y="1904011"/>
                  <a:pt x="865274" y="1856668"/>
                </a:cubicBezTo>
                <a:cubicBezTo>
                  <a:pt x="865274" y="1856667"/>
                  <a:pt x="35496" y="1026889"/>
                  <a:pt x="35496" y="1026890"/>
                </a:cubicBezTo>
                <a:cubicBezTo>
                  <a:pt x="-11848" y="979545"/>
                  <a:pt x="-11823" y="912617"/>
                  <a:pt x="35521" y="865273"/>
                </a:cubicBezTo>
                <a:close/>
              </a:path>
            </a:pathLst>
          </a:custGeom>
          <a:solidFill>
            <a:schemeClr val="accent1">
              <a:alpha val="2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zh-CN" altLang="en-US">
              <a:sym typeface="+mn-ea"/>
            </a:endParaRPr>
          </a:p>
        </p:txBody>
      </p:sp>
      <p:sp>
        <p:nvSpPr>
          <p:cNvPr id="4" name="任意多边形: 形状 1397"/>
          <p:cNvSpPr/>
          <p:nvPr>
            <p:custDataLst>
              <p:tags r:id="rId6"/>
            </p:custDataLst>
          </p:nvPr>
        </p:nvSpPr>
        <p:spPr>
          <a:xfrm>
            <a:off x="1092835" y="5670550"/>
            <a:ext cx="395605" cy="395605"/>
          </a:xfrm>
          <a:custGeom>
            <a:avLst/>
            <a:gdLst>
              <a:gd name="connsiteX0" fmla="*/ 35521 w 1877718"/>
              <a:gd name="connsiteY0" fmla="*/ 850803 h 1863247"/>
              <a:gd name="connsiteX1" fmla="*/ 865299 w 1877718"/>
              <a:gd name="connsiteY1" fmla="*/ 21025 h 1863247"/>
              <a:gd name="connsiteX2" fmla="*/ 1026916 w 1877718"/>
              <a:gd name="connsiteY2" fmla="*/ 21050 h 1863247"/>
              <a:gd name="connsiteX3" fmla="*/ 1856694 w 1877718"/>
              <a:gd name="connsiteY3" fmla="*/ 850828 h 1863247"/>
              <a:gd name="connsiteX4" fmla="*/ 1856669 w 1877718"/>
              <a:gd name="connsiteY4" fmla="*/ 1012446 h 1863247"/>
              <a:gd name="connsiteX5" fmla="*/ 1026891 w 1877718"/>
              <a:gd name="connsiteY5" fmla="*/ 1842223 h 1863247"/>
              <a:gd name="connsiteX6" fmla="*/ 865274 w 1877718"/>
              <a:gd name="connsiteY6" fmla="*/ 1842198 h 1863247"/>
              <a:gd name="connsiteX7" fmla="*/ 35496 w 1877718"/>
              <a:gd name="connsiteY7" fmla="*/ 1012420 h 1863247"/>
              <a:gd name="connsiteX8" fmla="*/ 35521 w 1877718"/>
              <a:gd name="connsiteY8" fmla="*/ 850803 h 1863247"/>
              <a:gd name="connsiteX0-1" fmla="*/ 35521 w 1877718"/>
              <a:gd name="connsiteY0-2" fmla="*/ 850803 h 1863247"/>
              <a:gd name="connsiteX1-3" fmla="*/ 865299 w 1877718"/>
              <a:gd name="connsiteY1-4" fmla="*/ 21025 h 1863247"/>
              <a:gd name="connsiteX2-5" fmla="*/ 1026916 w 1877718"/>
              <a:gd name="connsiteY2-6" fmla="*/ 21050 h 1863247"/>
              <a:gd name="connsiteX3-7" fmla="*/ 1856694 w 1877718"/>
              <a:gd name="connsiteY3-8" fmla="*/ 850828 h 1863247"/>
              <a:gd name="connsiteX4-9" fmla="*/ 1856669 w 1877718"/>
              <a:gd name="connsiteY4-10" fmla="*/ 1012446 h 1863247"/>
              <a:gd name="connsiteX5-11" fmla="*/ 1026891 w 1877718"/>
              <a:gd name="connsiteY5-12" fmla="*/ 1842223 h 1863247"/>
              <a:gd name="connsiteX6-13" fmla="*/ 865274 w 1877718"/>
              <a:gd name="connsiteY6-14" fmla="*/ 1842198 h 1863247"/>
              <a:gd name="connsiteX7-15" fmla="*/ 35496 w 1877718"/>
              <a:gd name="connsiteY7-16" fmla="*/ 1012420 h 1863247"/>
              <a:gd name="connsiteX8-17" fmla="*/ 35521 w 1877718"/>
              <a:gd name="connsiteY8-18" fmla="*/ 850803 h 1863247"/>
              <a:gd name="connsiteX0-19" fmla="*/ 35521 w 1877718"/>
              <a:gd name="connsiteY0-20" fmla="*/ 850813 h 1863257"/>
              <a:gd name="connsiteX1-21" fmla="*/ 865299 w 1877718"/>
              <a:gd name="connsiteY1-22" fmla="*/ 21035 h 1863257"/>
              <a:gd name="connsiteX2-23" fmla="*/ 1026916 w 1877718"/>
              <a:gd name="connsiteY2-24" fmla="*/ 21060 h 1863257"/>
              <a:gd name="connsiteX3-25" fmla="*/ 1856694 w 1877718"/>
              <a:gd name="connsiteY3-26" fmla="*/ 850838 h 1863257"/>
              <a:gd name="connsiteX4-27" fmla="*/ 1856669 w 1877718"/>
              <a:gd name="connsiteY4-28" fmla="*/ 1012456 h 1863257"/>
              <a:gd name="connsiteX5-29" fmla="*/ 1026891 w 1877718"/>
              <a:gd name="connsiteY5-30" fmla="*/ 1842233 h 1863257"/>
              <a:gd name="connsiteX6-31" fmla="*/ 865274 w 1877718"/>
              <a:gd name="connsiteY6-32" fmla="*/ 1842208 h 1863257"/>
              <a:gd name="connsiteX7-33" fmla="*/ 35496 w 1877718"/>
              <a:gd name="connsiteY7-34" fmla="*/ 1012430 h 1863257"/>
              <a:gd name="connsiteX8-35" fmla="*/ 35521 w 1877718"/>
              <a:gd name="connsiteY8-36" fmla="*/ 850813 h 1863257"/>
              <a:gd name="connsiteX0-37" fmla="*/ 35521 w 1877718"/>
              <a:gd name="connsiteY0-38" fmla="*/ 865273 h 1877717"/>
              <a:gd name="connsiteX1-39" fmla="*/ 865299 w 1877718"/>
              <a:gd name="connsiteY1-40" fmla="*/ 35495 h 1877717"/>
              <a:gd name="connsiteX2-41" fmla="*/ 1026916 w 1877718"/>
              <a:gd name="connsiteY2-42" fmla="*/ 35520 h 1877717"/>
              <a:gd name="connsiteX3-43" fmla="*/ 1856694 w 1877718"/>
              <a:gd name="connsiteY3-44" fmla="*/ 865298 h 1877717"/>
              <a:gd name="connsiteX4-45" fmla="*/ 1856669 w 1877718"/>
              <a:gd name="connsiteY4-46" fmla="*/ 1026916 h 1877717"/>
              <a:gd name="connsiteX5-47" fmla="*/ 1026891 w 1877718"/>
              <a:gd name="connsiteY5-48" fmla="*/ 1856693 h 1877717"/>
              <a:gd name="connsiteX6-49" fmla="*/ 865274 w 1877718"/>
              <a:gd name="connsiteY6-50" fmla="*/ 1856668 h 1877717"/>
              <a:gd name="connsiteX7-51" fmla="*/ 35496 w 1877718"/>
              <a:gd name="connsiteY7-52" fmla="*/ 1026890 h 1877717"/>
              <a:gd name="connsiteX8-53" fmla="*/ 35521 w 1877718"/>
              <a:gd name="connsiteY8-54" fmla="*/ 865273 h 1877717"/>
              <a:gd name="connsiteX0-55" fmla="*/ 35521 w 1877718"/>
              <a:gd name="connsiteY0-56" fmla="*/ 865273 h 1877717"/>
              <a:gd name="connsiteX1-57" fmla="*/ 865299 w 1877718"/>
              <a:gd name="connsiteY1-58" fmla="*/ 35495 h 1877717"/>
              <a:gd name="connsiteX2-59" fmla="*/ 1026916 w 1877718"/>
              <a:gd name="connsiteY2-60" fmla="*/ 35520 h 1877717"/>
              <a:gd name="connsiteX3-61" fmla="*/ 1856694 w 1877718"/>
              <a:gd name="connsiteY3-62" fmla="*/ 865298 h 1877717"/>
              <a:gd name="connsiteX4-63" fmla="*/ 1856669 w 1877718"/>
              <a:gd name="connsiteY4-64" fmla="*/ 1026916 h 1877717"/>
              <a:gd name="connsiteX5-65" fmla="*/ 1026891 w 1877718"/>
              <a:gd name="connsiteY5-66" fmla="*/ 1856693 h 1877717"/>
              <a:gd name="connsiteX6-67" fmla="*/ 865274 w 1877718"/>
              <a:gd name="connsiteY6-68" fmla="*/ 1856668 h 1877717"/>
              <a:gd name="connsiteX7-69" fmla="*/ 35496 w 1877718"/>
              <a:gd name="connsiteY7-70" fmla="*/ 1026890 h 1877717"/>
              <a:gd name="connsiteX8-71" fmla="*/ 35521 w 1877718"/>
              <a:gd name="connsiteY8-72" fmla="*/ 865273 h 1877717"/>
              <a:gd name="connsiteX0-73" fmla="*/ 35521 w 1877718"/>
              <a:gd name="connsiteY0-74" fmla="*/ 865273 h 1877717"/>
              <a:gd name="connsiteX1-75" fmla="*/ 865299 w 1877718"/>
              <a:gd name="connsiteY1-76" fmla="*/ 35495 h 1877717"/>
              <a:gd name="connsiteX2-77" fmla="*/ 1026916 w 1877718"/>
              <a:gd name="connsiteY2-78" fmla="*/ 35520 h 1877717"/>
              <a:gd name="connsiteX3-79" fmla="*/ 1856694 w 1877718"/>
              <a:gd name="connsiteY3-80" fmla="*/ 865298 h 1877717"/>
              <a:gd name="connsiteX4-81" fmla="*/ 1856669 w 1877718"/>
              <a:gd name="connsiteY4-82" fmla="*/ 1026916 h 1877717"/>
              <a:gd name="connsiteX5-83" fmla="*/ 1026891 w 1877718"/>
              <a:gd name="connsiteY5-84" fmla="*/ 1856693 h 1877717"/>
              <a:gd name="connsiteX6-85" fmla="*/ 865274 w 1877718"/>
              <a:gd name="connsiteY6-86" fmla="*/ 1856668 h 1877717"/>
              <a:gd name="connsiteX7-87" fmla="*/ 35496 w 1877718"/>
              <a:gd name="connsiteY7-88" fmla="*/ 1026890 h 1877717"/>
              <a:gd name="connsiteX8-89" fmla="*/ 35521 w 1877718"/>
              <a:gd name="connsiteY8-90" fmla="*/ 865273 h 1877717"/>
              <a:gd name="connsiteX0-91" fmla="*/ 35521 w 1877729"/>
              <a:gd name="connsiteY0-92" fmla="*/ 865273 h 1877717"/>
              <a:gd name="connsiteX1-93" fmla="*/ 865299 w 1877729"/>
              <a:gd name="connsiteY1-94" fmla="*/ 35495 h 1877717"/>
              <a:gd name="connsiteX2-95" fmla="*/ 1026916 w 1877729"/>
              <a:gd name="connsiteY2-96" fmla="*/ 35520 h 1877717"/>
              <a:gd name="connsiteX3-97" fmla="*/ 1856694 w 1877729"/>
              <a:gd name="connsiteY3-98" fmla="*/ 865298 h 1877717"/>
              <a:gd name="connsiteX4-99" fmla="*/ 1856669 w 1877729"/>
              <a:gd name="connsiteY4-100" fmla="*/ 1026916 h 1877717"/>
              <a:gd name="connsiteX5-101" fmla="*/ 1026891 w 1877729"/>
              <a:gd name="connsiteY5-102" fmla="*/ 1856693 h 1877717"/>
              <a:gd name="connsiteX6-103" fmla="*/ 865274 w 1877729"/>
              <a:gd name="connsiteY6-104" fmla="*/ 1856668 h 1877717"/>
              <a:gd name="connsiteX7-105" fmla="*/ 35496 w 1877729"/>
              <a:gd name="connsiteY7-106" fmla="*/ 1026890 h 1877717"/>
              <a:gd name="connsiteX8-107" fmla="*/ 35521 w 1877729"/>
              <a:gd name="connsiteY8-108" fmla="*/ 865273 h 1877717"/>
              <a:gd name="connsiteX0-109" fmla="*/ 35521 w 1892189"/>
              <a:gd name="connsiteY0-110" fmla="*/ 865273 h 1877717"/>
              <a:gd name="connsiteX1-111" fmla="*/ 865299 w 1892189"/>
              <a:gd name="connsiteY1-112" fmla="*/ 35495 h 1877717"/>
              <a:gd name="connsiteX2-113" fmla="*/ 1026916 w 1892189"/>
              <a:gd name="connsiteY2-114" fmla="*/ 35520 h 1877717"/>
              <a:gd name="connsiteX3-115" fmla="*/ 1856694 w 1892189"/>
              <a:gd name="connsiteY3-116" fmla="*/ 865298 h 1877717"/>
              <a:gd name="connsiteX4-117" fmla="*/ 1856669 w 1892189"/>
              <a:gd name="connsiteY4-118" fmla="*/ 1026916 h 1877717"/>
              <a:gd name="connsiteX5-119" fmla="*/ 1026891 w 1892189"/>
              <a:gd name="connsiteY5-120" fmla="*/ 1856693 h 1877717"/>
              <a:gd name="connsiteX6-121" fmla="*/ 865274 w 1892189"/>
              <a:gd name="connsiteY6-122" fmla="*/ 1856668 h 1877717"/>
              <a:gd name="connsiteX7-123" fmla="*/ 35496 w 1892189"/>
              <a:gd name="connsiteY7-124" fmla="*/ 1026890 h 1877717"/>
              <a:gd name="connsiteX8-125" fmla="*/ 35521 w 1892189"/>
              <a:gd name="connsiteY8-126" fmla="*/ 865273 h 1877717"/>
              <a:gd name="connsiteX0-127" fmla="*/ 35521 w 1892189"/>
              <a:gd name="connsiteY0-128" fmla="*/ 865273 h 1877717"/>
              <a:gd name="connsiteX1-129" fmla="*/ 865299 w 1892189"/>
              <a:gd name="connsiteY1-130" fmla="*/ 35495 h 1877717"/>
              <a:gd name="connsiteX2-131" fmla="*/ 1026916 w 1892189"/>
              <a:gd name="connsiteY2-132" fmla="*/ 35520 h 1877717"/>
              <a:gd name="connsiteX3-133" fmla="*/ 1856694 w 1892189"/>
              <a:gd name="connsiteY3-134" fmla="*/ 865298 h 1877717"/>
              <a:gd name="connsiteX4-135" fmla="*/ 1856669 w 1892189"/>
              <a:gd name="connsiteY4-136" fmla="*/ 1026916 h 1877717"/>
              <a:gd name="connsiteX5-137" fmla="*/ 1026891 w 1892189"/>
              <a:gd name="connsiteY5-138" fmla="*/ 1856693 h 1877717"/>
              <a:gd name="connsiteX6-139" fmla="*/ 865274 w 1892189"/>
              <a:gd name="connsiteY6-140" fmla="*/ 1856668 h 1877717"/>
              <a:gd name="connsiteX7-141" fmla="*/ 35496 w 1892189"/>
              <a:gd name="connsiteY7-142" fmla="*/ 1026890 h 1877717"/>
              <a:gd name="connsiteX8-143" fmla="*/ 35521 w 1892189"/>
              <a:gd name="connsiteY8-144" fmla="*/ 865273 h 1877717"/>
              <a:gd name="connsiteX0-145" fmla="*/ 35521 w 1892189"/>
              <a:gd name="connsiteY0-146" fmla="*/ 865273 h 1877717"/>
              <a:gd name="connsiteX1-147" fmla="*/ 865299 w 1892189"/>
              <a:gd name="connsiteY1-148" fmla="*/ 35495 h 1877717"/>
              <a:gd name="connsiteX2-149" fmla="*/ 1026916 w 1892189"/>
              <a:gd name="connsiteY2-150" fmla="*/ 35520 h 1877717"/>
              <a:gd name="connsiteX3-151" fmla="*/ 1856694 w 1892189"/>
              <a:gd name="connsiteY3-152" fmla="*/ 865298 h 1877717"/>
              <a:gd name="connsiteX4-153" fmla="*/ 1856669 w 1892189"/>
              <a:gd name="connsiteY4-154" fmla="*/ 1026916 h 1877717"/>
              <a:gd name="connsiteX5-155" fmla="*/ 1026891 w 1892189"/>
              <a:gd name="connsiteY5-156" fmla="*/ 1856693 h 1877717"/>
              <a:gd name="connsiteX6-157" fmla="*/ 865274 w 1892189"/>
              <a:gd name="connsiteY6-158" fmla="*/ 1856668 h 1877717"/>
              <a:gd name="connsiteX7-159" fmla="*/ 35496 w 1892189"/>
              <a:gd name="connsiteY7-160" fmla="*/ 1026890 h 1877717"/>
              <a:gd name="connsiteX8-161" fmla="*/ 35521 w 1892189"/>
              <a:gd name="connsiteY8-162" fmla="*/ 865273 h 1877717"/>
              <a:gd name="connsiteX0-163" fmla="*/ 35521 w 1892189"/>
              <a:gd name="connsiteY0-164" fmla="*/ 865273 h 1877728"/>
              <a:gd name="connsiteX1-165" fmla="*/ 865299 w 1892189"/>
              <a:gd name="connsiteY1-166" fmla="*/ 35495 h 1877728"/>
              <a:gd name="connsiteX2-167" fmla="*/ 1026916 w 1892189"/>
              <a:gd name="connsiteY2-168" fmla="*/ 35520 h 1877728"/>
              <a:gd name="connsiteX3-169" fmla="*/ 1856694 w 1892189"/>
              <a:gd name="connsiteY3-170" fmla="*/ 865298 h 1877728"/>
              <a:gd name="connsiteX4-171" fmla="*/ 1856669 w 1892189"/>
              <a:gd name="connsiteY4-172" fmla="*/ 1026916 h 1877728"/>
              <a:gd name="connsiteX5-173" fmla="*/ 1026891 w 1892189"/>
              <a:gd name="connsiteY5-174" fmla="*/ 1856693 h 1877728"/>
              <a:gd name="connsiteX6-175" fmla="*/ 865274 w 1892189"/>
              <a:gd name="connsiteY6-176" fmla="*/ 1856668 h 1877728"/>
              <a:gd name="connsiteX7-177" fmla="*/ 35496 w 1892189"/>
              <a:gd name="connsiteY7-178" fmla="*/ 1026890 h 1877728"/>
              <a:gd name="connsiteX8-179" fmla="*/ 35521 w 1892189"/>
              <a:gd name="connsiteY8-180" fmla="*/ 865273 h 1877728"/>
              <a:gd name="connsiteX0-181" fmla="*/ 35521 w 1892189"/>
              <a:gd name="connsiteY0-182" fmla="*/ 865273 h 1892188"/>
              <a:gd name="connsiteX1-183" fmla="*/ 865299 w 1892189"/>
              <a:gd name="connsiteY1-184" fmla="*/ 35495 h 1892188"/>
              <a:gd name="connsiteX2-185" fmla="*/ 1026916 w 1892189"/>
              <a:gd name="connsiteY2-186" fmla="*/ 35520 h 1892188"/>
              <a:gd name="connsiteX3-187" fmla="*/ 1856694 w 1892189"/>
              <a:gd name="connsiteY3-188" fmla="*/ 865298 h 1892188"/>
              <a:gd name="connsiteX4-189" fmla="*/ 1856669 w 1892189"/>
              <a:gd name="connsiteY4-190" fmla="*/ 1026916 h 1892188"/>
              <a:gd name="connsiteX5-191" fmla="*/ 1026891 w 1892189"/>
              <a:gd name="connsiteY5-192" fmla="*/ 1856693 h 1892188"/>
              <a:gd name="connsiteX6-193" fmla="*/ 865274 w 1892189"/>
              <a:gd name="connsiteY6-194" fmla="*/ 1856668 h 1892188"/>
              <a:gd name="connsiteX7-195" fmla="*/ 35496 w 1892189"/>
              <a:gd name="connsiteY7-196" fmla="*/ 1026890 h 1892188"/>
              <a:gd name="connsiteX8-197" fmla="*/ 35521 w 1892189"/>
              <a:gd name="connsiteY8-198" fmla="*/ 865273 h 1892188"/>
              <a:gd name="connsiteX0-199" fmla="*/ 35521 w 1892189"/>
              <a:gd name="connsiteY0-200" fmla="*/ 865273 h 1892188"/>
              <a:gd name="connsiteX1-201" fmla="*/ 865299 w 1892189"/>
              <a:gd name="connsiteY1-202" fmla="*/ 35495 h 1892188"/>
              <a:gd name="connsiteX2-203" fmla="*/ 1026916 w 1892189"/>
              <a:gd name="connsiteY2-204" fmla="*/ 35520 h 1892188"/>
              <a:gd name="connsiteX3-205" fmla="*/ 1856694 w 1892189"/>
              <a:gd name="connsiteY3-206" fmla="*/ 865298 h 1892188"/>
              <a:gd name="connsiteX4-207" fmla="*/ 1856669 w 1892189"/>
              <a:gd name="connsiteY4-208" fmla="*/ 1026916 h 1892188"/>
              <a:gd name="connsiteX5-209" fmla="*/ 1026891 w 1892189"/>
              <a:gd name="connsiteY5-210" fmla="*/ 1856693 h 1892188"/>
              <a:gd name="connsiteX6-211" fmla="*/ 865274 w 1892189"/>
              <a:gd name="connsiteY6-212" fmla="*/ 1856668 h 1892188"/>
              <a:gd name="connsiteX7-213" fmla="*/ 35496 w 1892189"/>
              <a:gd name="connsiteY7-214" fmla="*/ 1026890 h 1892188"/>
              <a:gd name="connsiteX8-215" fmla="*/ 35521 w 1892189"/>
              <a:gd name="connsiteY8-216" fmla="*/ 865273 h 1892188"/>
              <a:gd name="connsiteX0-217" fmla="*/ 35521 w 1892189"/>
              <a:gd name="connsiteY0-218" fmla="*/ 865273 h 1892188"/>
              <a:gd name="connsiteX1-219" fmla="*/ 865299 w 1892189"/>
              <a:gd name="connsiteY1-220" fmla="*/ 35495 h 1892188"/>
              <a:gd name="connsiteX2-221" fmla="*/ 1026916 w 1892189"/>
              <a:gd name="connsiteY2-222" fmla="*/ 35520 h 1892188"/>
              <a:gd name="connsiteX3-223" fmla="*/ 1856694 w 1892189"/>
              <a:gd name="connsiteY3-224" fmla="*/ 865298 h 1892188"/>
              <a:gd name="connsiteX4-225" fmla="*/ 1856669 w 1892189"/>
              <a:gd name="connsiteY4-226" fmla="*/ 1026916 h 1892188"/>
              <a:gd name="connsiteX5-227" fmla="*/ 1026891 w 1892189"/>
              <a:gd name="connsiteY5-228" fmla="*/ 1856693 h 1892188"/>
              <a:gd name="connsiteX6-229" fmla="*/ 865274 w 1892189"/>
              <a:gd name="connsiteY6-230" fmla="*/ 1856668 h 1892188"/>
              <a:gd name="connsiteX7-231" fmla="*/ 35496 w 1892189"/>
              <a:gd name="connsiteY7-232" fmla="*/ 1026890 h 1892188"/>
              <a:gd name="connsiteX8-233" fmla="*/ 35521 w 1892189"/>
              <a:gd name="connsiteY8-234" fmla="*/ 865273 h 1892188"/>
              <a:gd name="connsiteX0-235" fmla="*/ 35521 w 1892189"/>
              <a:gd name="connsiteY0-236" fmla="*/ 865273 h 1892188"/>
              <a:gd name="connsiteX1-237" fmla="*/ 865299 w 1892189"/>
              <a:gd name="connsiteY1-238" fmla="*/ 35495 h 1892188"/>
              <a:gd name="connsiteX2-239" fmla="*/ 1026916 w 1892189"/>
              <a:gd name="connsiteY2-240" fmla="*/ 35520 h 1892188"/>
              <a:gd name="connsiteX3-241" fmla="*/ 1856694 w 1892189"/>
              <a:gd name="connsiteY3-242" fmla="*/ 865298 h 1892188"/>
              <a:gd name="connsiteX4-243" fmla="*/ 1856669 w 1892189"/>
              <a:gd name="connsiteY4-244" fmla="*/ 1026916 h 1892188"/>
              <a:gd name="connsiteX5-245" fmla="*/ 1026891 w 1892189"/>
              <a:gd name="connsiteY5-246" fmla="*/ 1856693 h 1892188"/>
              <a:gd name="connsiteX6-247" fmla="*/ 865274 w 1892189"/>
              <a:gd name="connsiteY6-248" fmla="*/ 1856668 h 1892188"/>
              <a:gd name="connsiteX7-249" fmla="*/ 35496 w 1892189"/>
              <a:gd name="connsiteY7-250" fmla="*/ 1026890 h 1892188"/>
              <a:gd name="connsiteX8-251" fmla="*/ 35521 w 1892189"/>
              <a:gd name="connsiteY8-252" fmla="*/ 865273 h 189218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1892189" h="1892188">
                <a:moveTo>
                  <a:pt x="35521" y="865273"/>
                </a:moveTo>
                <a:cubicBezTo>
                  <a:pt x="35521" y="865273"/>
                  <a:pt x="865299" y="35495"/>
                  <a:pt x="865299" y="35495"/>
                </a:cubicBezTo>
                <a:cubicBezTo>
                  <a:pt x="912643" y="-11849"/>
                  <a:pt x="979572" y="-11824"/>
                  <a:pt x="1026916" y="35520"/>
                </a:cubicBezTo>
                <a:cubicBezTo>
                  <a:pt x="1026916" y="35520"/>
                  <a:pt x="1856694" y="865298"/>
                  <a:pt x="1856694" y="865298"/>
                </a:cubicBezTo>
                <a:cubicBezTo>
                  <a:pt x="1904038" y="912642"/>
                  <a:pt x="1904013" y="979572"/>
                  <a:pt x="1856669" y="1026916"/>
                </a:cubicBezTo>
                <a:cubicBezTo>
                  <a:pt x="1856669" y="1026916"/>
                  <a:pt x="1026891" y="1856693"/>
                  <a:pt x="1026891" y="1856693"/>
                </a:cubicBezTo>
                <a:cubicBezTo>
                  <a:pt x="979547" y="1904037"/>
                  <a:pt x="912618" y="1904011"/>
                  <a:pt x="865274" y="1856668"/>
                </a:cubicBezTo>
                <a:cubicBezTo>
                  <a:pt x="865274" y="1856667"/>
                  <a:pt x="35496" y="1026889"/>
                  <a:pt x="35496" y="1026890"/>
                </a:cubicBezTo>
                <a:cubicBezTo>
                  <a:pt x="-11848" y="979545"/>
                  <a:pt x="-11823" y="912617"/>
                  <a:pt x="35521" y="865273"/>
                </a:cubicBezTo>
                <a:close/>
              </a:path>
            </a:pathLst>
          </a:custGeom>
          <a:solidFill>
            <a:schemeClr val="accent1">
              <a:lumMod val="40000"/>
              <a:lumOff val="60000"/>
              <a:alpha val="26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zh-CN" altLang="en-US">
              <a:sym typeface="+mn-ea"/>
            </a:endParaRPr>
          </a:p>
        </p:txBody>
      </p:sp>
      <p:cxnSp>
        <p:nvCxnSpPr>
          <p:cNvPr id="3" name="直接连接符 2"/>
          <p:cNvCxnSpPr/>
          <p:nvPr>
            <p:custDataLst>
              <p:tags r:id="rId7"/>
            </p:custDataLst>
          </p:nvPr>
        </p:nvCxnSpPr>
        <p:spPr>
          <a:xfrm>
            <a:off x="11346815" y="5031105"/>
            <a:ext cx="0" cy="1152525"/>
          </a:xfrm>
          <a:prstGeom prst="line">
            <a:avLst/>
          </a:prstGeom>
          <a:ln w="9525" cap="rnd">
            <a:solidFill>
              <a:schemeClr val="accent1">
                <a:alpha val="35000"/>
              </a:schemeClr>
            </a:solidFill>
            <a:round/>
          </a:ln>
        </p:spPr>
        <p:style>
          <a:lnRef idx="2">
            <a:schemeClr val="accent1"/>
          </a:lnRef>
          <a:fillRef idx="0">
            <a:srgbClr val="FFFFFF"/>
          </a:fillRef>
          <a:effectRef idx="0">
            <a:srgbClr val="FFFFFF"/>
          </a:effectRef>
          <a:fontRef idx="minor">
            <a:schemeClr val="tx1"/>
          </a:fontRef>
        </p:style>
      </p:cxnSp>
      <p:sp>
        <p:nvSpPr>
          <p:cNvPr id="11" name="文本框 10">
            <a:extLst>
              <a:ext uri="{FF2B5EF4-FFF2-40B4-BE49-F238E27FC236}">
                <a16:creationId xmlns:a16="http://schemas.microsoft.com/office/drawing/2014/main" id="{13B41822-9BEA-4F63-A387-3118E823765F}"/>
              </a:ext>
            </a:extLst>
          </p:cNvPr>
          <p:cNvSpPr txBox="1"/>
          <p:nvPr>
            <p:custDataLst>
              <p:tags r:id="rId8"/>
            </p:custDataLst>
          </p:nvPr>
        </p:nvSpPr>
        <p:spPr>
          <a:xfrm>
            <a:off x="1627505" y="1529146"/>
            <a:ext cx="11043012" cy="4236020"/>
          </a:xfrm>
          <a:prstGeom prst="rect">
            <a:avLst/>
          </a:prstGeom>
          <a:noFill/>
        </p:spPr>
        <p:txBody>
          <a:bodyPr wrap="square" rtlCol="0" anchor="ctr" anchorCtr="0">
            <a:noAutofit/>
          </a:bodyPr>
          <a:lstStyle>
            <a:defPPr>
              <a:defRPr lang="zh-CN"/>
            </a:defPPr>
            <a:lvl1pPr lvl="0" indent="0" fontAlgn="auto">
              <a:lnSpc>
                <a:spcPct val="150000"/>
              </a:lnSpc>
              <a:defRPr sz="1900" kern="0">
                <a:ln>
                  <a:noFill/>
                  <a:prstDash val="sysDot"/>
                </a:ln>
                <a:solidFill>
                  <a:schemeClr val="tx1">
                    <a:lumMod val="85000"/>
                    <a:lumOff val="15000"/>
                  </a:schemeClr>
                </a:solidFill>
                <a:latin typeface="Times New Roman" panose="02020603050405020304" pitchFamily="18" charset="0"/>
              </a:defRPr>
            </a:lvl1pPr>
          </a:lstStyle>
          <a:p>
            <a:r>
              <a:rPr lang="en-US" altLang="zh-CN" sz="2000" dirty="0"/>
              <a:t>import </a:t>
            </a:r>
            <a:r>
              <a:rPr lang="en-US" altLang="zh-CN" sz="2000" dirty="0" err="1"/>
              <a:t>numpy</a:t>
            </a:r>
            <a:r>
              <a:rPr lang="en-US" altLang="zh-CN" sz="2000" dirty="0"/>
              <a:t> as np</a:t>
            </a:r>
          </a:p>
          <a:p>
            <a:r>
              <a:rPr lang="en-US" altLang="zh-CN" sz="2000" dirty="0"/>
              <a:t>import </a:t>
            </a:r>
            <a:r>
              <a:rPr lang="en-US" altLang="zh-CN" sz="2000" dirty="0" err="1"/>
              <a:t>matplotlib.pyplot</a:t>
            </a:r>
            <a:r>
              <a:rPr lang="en-US" altLang="zh-CN" sz="2000" dirty="0"/>
              <a:t> as </a:t>
            </a:r>
            <a:r>
              <a:rPr lang="en-US" altLang="zh-CN" sz="2000" dirty="0" err="1"/>
              <a:t>plt</a:t>
            </a:r>
            <a:endParaRPr lang="en-US" altLang="zh-CN" sz="2000" dirty="0"/>
          </a:p>
          <a:p>
            <a:r>
              <a:rPr lang="en-US" altLang="zh-CN" sz="2000" dirty="0"/>
              <a:t>from </a:t>
            </a:r>
            <a:r>
              <a:rPr lang="en-US" altLang="zh-CN" sz="2000" dirty="0" err="1"/>
              <a:t>sklearn.datasets</a:t>
            </a:r>
            <a:r>
              <a:rPr lang="en-US" altLang="zh-CN" sz="2000" dirty="0"/>
              <a:t> import </a:t>
            </a:r>
            <a:r>
              <a:rPr lang="en-US" altLang="zh-CN" sz="2000" dirty="0" err="1"/>
              <a:t>make_blobs</a:t>
            </a:r>
            <a:endParaRPr lang="en-US" altLang="zh-CN" sz="2000" dirty="0"/>
          </a:p>
          <a:p>
            <a:r>
              <a:rPr lang="en-US" altLang="zh-CN" sz="2000" dirty="0"/>
              <a:t>from </a:t>
            </a:r>
            <a:r>
              <a:rPr lang="en-US" altLang="zh-CN" sz="2000" dirty="0" err="1"/>
              <a:t>sklearn.cluster</a:t>
            </a:r>
            <a:r>
              <a:rPr lang="en-US" altLang="zh-CN" sz="2000" dirty="0"/>
              <a:t> import </a:t>
            </a:r>
            <a:r>
              <a:rPr lang="en-US" altLang="zh-CN" sz="2000" dirty="0" err="1"/>
              <a:t>KMeans</a:t>
            </a:r>
            <a:endParaRPr lang="en-US" altLang="zh-CN" sz="2000" dirty="0"/>
          </a:p>
          <a:p>
            <a:endParaRPr lang="en-US" altLang="zh-CN" sz="2000" dirty="0"/>
          </a:p>
          <a:p>
            <a:r>
              <a:rPr lang="en-US" altLang="zh-CN" sz="2000" dirty="0"/>
              <a:t># </a:t>
            </a:r>
            <a:r>
              <a:rPr lang="zh-CN" altLang="en-US" sz="2000" dirty="0"/>
              <a:t>生成模拟数据</a:t>
            </a:r>
          </a:p>
          <a:p>
            <a:r>
              <a:rPr lang="en-US" altLang="zh-CN" sz="2000" dirty="0" err="1"/>
              <a:t>np.random.seed</a:t>
            </a:r>
            <a:r>
              <a:rPr lang="en-US" altLang="zh-CN" sz="2000" dirty="0"/>
              <a:t>(42)</a:t>
            </a:r>
          </a:p>
          <a:p>
            <a:r>
              <a:rPr lang="en-US" altLang="zh-CN" sz="2000" dirty="0"/>
              <a:t>X, _ = </a:t>
            </a:r>
            <a:r>
              <a:rPr lang="en-US" altLang="zh-CN" sz="2000" dirty="0" err="1"/>
              <a:t>make_blobs</a:t>
            </a:r>
            <a:r>
              <a:rPr lang="en-US" altLang="zh-CN" sz="2000" dirty="0"/>
              <a:t>(</a:t>
            </a:r>
            <a:r>
              <a:rPr lang="en-US" altLang="zh-CN" sz="2000" dirty="0" err="1"/>
              <a:t>n_samples</a:t>
            </a:r>
            <a:r>
              <a:rPr lang="en-US" altLang="zh-CN" sz="2000" dirty="0"/>
              <a:t>=300, centers=3, </a:t>
            </a:r>
            <a:r>
              <a:rPr lang="en-US" altLang="zh-CN" sz="2000" dirty="0" err="1"/>
              <a:t>cluster_std</a:t>
            </a:r>
            <a:r>
              <a:rPr lang="en-US" altLang="zh-CN" sz="2000" dirty="0"/>
              <a:t>=0.60, </a:t>
            </a:r>
            <a:r>
              <a:rPr lang="en-US" altLang="zh-CN" sz="2000" dirty="0" err="1"/>
              <a:t>random_state</a:t>
            </a:r>
            <a:r>
              <a:rPr lang="en-US" altLang="zh-CN" sz="2000" dirty="0"/>
              <a:t>=0)</a:t>
            </a:r>
          </a:p>
        </p:txBody>
      </p:sp>
    </p:spTree>
    <p:custDataLst>
      <p:tags r:id="rId1"/>
    </p:custDataLst>
    <p:extLst>
      <p:ext uri="{BB962C8B-B14F-4D97-AF65-F5344CB8AC3E}">
        <p14:creationId xmlns:p14="http://schemas.microsoft.com/office/powerpoint/2010/main" val="906893937"/>
      </p:ext>
    </p:extLst>
  </p:cSld>
  <p:clrMapOvr>
    <a:masterClrMapping/>
  </p:clrMapOvr>
  <p:transition>
    <p:fade/>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标题 16"/>
          <p:cNvSpPr>
            <a:spLocks noGrp="1"/>
          </p:cNvSpPr>
          <p:nvPr>
            <p:ph type="title"/>
            <p:custDataLst>
              <p:tags r:id="rId2"/>
            </p:custDataLst>
          </p:nvPr>
        </p:nvSpPr>
        <p:spPr/>
        <p:txBody>
          <a:bodyPr>
            <a:normAutofit fontScale="90000"/>
          </a:bodyPr>
          <a:lstStyle/>
          <a:p>
            <a:r>
              <a:rPr lang="en-US" altLang="zh-CN" dirty="0"/>
              <a:t>2.4 </a:t>
            </a:r>
            <a:r>
              <a:rPr lang="zh-CN" altLang="en-US" dirty="0"/>
              <a:t>课后习题</a:t>
            </a:r>
          </a:p>
        </p:txBody>
      </p:sp>
      <p:cxnSp>
        <p:nvCxnSpPr>
          <p:cNvPr id="76" name="直接连接符 75"/>
          <p:cNvCxnSpPr/>
          <p:nvPr>
            <p:custDataLst>
              <p:tags r:id="rId3"/>
            </p:custDataLst>
          </p:nvPr>
        </p:nvCxnSpPr>
        <p:spPr>
          <a:xfrm>
            <a:off x="6898640" y="5965825"/>
            <a:ext cx="4679315" cy="0"/>
          </a:xfrm>
          <a:prstGeom prst="line">
            <a:avLst/>
          </a:prstGeom>
          <a:ln w="9525" cap="rnd">
            <a:solidFill>
              <a:schemeClr val="accent1">
                <a:alpha val="35000"/>
              </a:schemeClr>
            </a:solidFill>
            <a:round/>
          </a:ln>
        </p:spPr>
        <p:style>
          <a:lnRef idx="2">
            <a:schemeClr val="accent1"/>
          </a:lnRef>
          <a:fillRef idx="0">
            <a:srgbClr val="FFFFFF"/>
          </a:fillRef>
          <a:effectRef idx="0">
            <a:srgbClr val="FFFFFF"/>
          </a:effectRef>
          <a:fontRef idx="minor">
            <a:schemeClr val="tx1"/>
          </a:fontRef>
        </p:style>
      </p:cxnSp>
      <p:cxnSp>
        <p:nvCxnSpPr>
          <p:cNvPr id="77" name="直接连接符 76"/>
          <p:cNvCxnSpPr/>
          <p:nvPr>
            <p:custDataLst>
              <p:tags r:id="rId4"/>
            </p:custDataLst>
          </p:nvPr>
        </p:nvCxnSpPr>
        <p:spPr>
          <a:xfrm>
            <a:off x="1627505" y="5865495"/>
            <a:ext cx="7217410" cy="0"/>
          </a:xfrm>
          <a:prstGeom prst="line">
            <a:avLst/>
          </a:prstGeom>
          <a:ln w="9525" cap="rnd">
            <a:solidFill>
              <a:schemeClr val="accent1">
                <a:alpha val="35000"/>
              </a:schemeClr>
            </a:solidFill>
            <a:round/>
          </a:ln>
        </p:spPr>
        <p:style>
          <a:lnRef idx="2">
            <a:schemeClr val="accent1"/>
          </a:lnRef>
          <a:fillRef idx="0">
            <a:srgbClr val="FFFFFF"/>
          </a:fillRef>
          <a:effectRef idx="0">
            <a:srgbClr val="FFFFFF"/>
          </a:effectRef>
          <a:fontRef idx="minor">
            <a:schemeClr val="tx1"/>
          </a:fontRef>
        </p:style>
      </p:cxnSp>
      <p:sp>
        <p:nvSpPr>
          <p:cNvPr id="1398" name="任意多边形: 形状 1397"/>
          <p:cNvSpPr/>
          <p:nvPr>
            <p:custDataLst>
              <p:tags r:id="rId5"/>
            </p:custDataLst>
          </p:nvPr>
        </p:nvSpPr>
        <p:spPr>
          <a:xfrm>
            <a:off x="635635" y="5552440"/>
            <a:ext cx="631190" cy="631190"/>
          </a:xfrm>
          <a:custGeom>
            <a:avLst/>
            <a:gdLst>
              <a:gd name="connsiteX0" fmla="*/ 35521 w 1877718"/>
              <a:gd name="connsiteY0" fmla="*/ 850803 h 1863247"/>
              <a:gd name="connsiteX1" fmla="*/ 865299 w 1877718"/>
              <a:gd name="connsiteY1" fmla="*/ 21025 h 1863247"/>
              <a:gd name="connsiteX2" fmla="*/ 1026916 w 1877718"/>
              <a:gd name="connsiteY2" fmla="*/ 21050 h 1863247"/>
              <a:gd name="connsiteX3" fmla="*/ 1856694 w 1877718"/>
              <a:gd name="connsiteY3" fmla="*/ 850828 h 1863247"/>
              <a:gd name="connsiteX4" fmla="*/ 1856669 w 1877718"/>
              <a:gd name="connsiteY4" fmla="*/ 1012446 h 1863247"/>
              <a:gd name="connsiteX5" fmla="*/ 1026891 w 1877718"/>
              <a:gd name="connsiteY5" fmla="*/ 1842223 h 1863247"/>
              <a:gd name="connsiteX6" fmla="*/ 865274 w 1877718"/>
              <a:gd name="connsiteY6" fmla="*/ 1842198 h 1863247"/>
              <a:gd name="connsiteX7" fmla="*/ 35496 w 1877718"/>
              <a:gd name="connsiteY7" fmla="*/ 1012420 h 1863247"/>
              <a:gd name="connsiteX8" fmla="*/ 35521 w 1877718"/>
              <a:gd name="connsiteY8" fmla="*/ 850803 h 1863247"/>
              <a:gd name="connsiteX0-1" fmla="*/ 35521 w 1877718"/>
              <a:gd name="connsiteY0-2" fmla="*/ 850803 h 1863247"/>
              <a:gd name="connsiteX1-3" fmla="*/ 865299 w 1877718"/>
              <a:gd name="connsiteY1-4" fmla="*/ 21025 h 1863247"/>
              <a:gd name="connsiteX2-5" fmla="*/ 1026916 w 1877718"/>
              <a:gd name="connsiteY2-6" fmla="*/ 21050 h 1863247"/>
              <a:gd name="connsiteX3-7" fmla="*/ 1856694 w 1877718"/>
              <a:gd name="connsiteY3-8" fmla="*/ 850828 h 1863247"/>
              <a:gd name="connsiteX4-9" fmla="*/ 1856669 w 1877718"/>
              <a:gd name="connsiteY4-10" fmla="*/ 1012446 h 1863247"/>
              <a:gd name="connsiteX5-11" fmla="*/ 1026891 w 1877718"/>
              <a:gd name="connsiteY5-12" fmla="*/ 1842223 h 1863247"/>
              <a:gd name="connsiteX6-13" fmla="*/ 865274 w 1877718"/>
              <a:gd name="connsiteY6-14" fmla="*/ 1842198 h 1863247"/>
              <a:gd name="connsiteX7-15" fmla="*/ 35496 w 1877718"/>
              <a:gd name="connsiteY7-16" fmla="*/ 1012420 h 1863247"/>
              <a:gd name="connsiteX8-17" fmla="*/ 35521 w 1877718"/>
              <a:gd name="connsiteY8-18" fmla="*/ 850803 h 1863247"/>
              <a:gd name="connsiteX0-19" fmla="*/ 35521 w 1877718"/>
              <a:gd name="connsiteY0-20" fmla="*/ 850813 h 1863257"/>
              <a:gd name="connsiteX1-21" fmla="*/ 865299 w 1877718"/>
              <a:gd name="connsiteY1-22" fmla="*/ 21035 h 1863257"/>
              <a:gd name="connsiteX2-23" fmla="*/ 1026916 w 1877718"/>
              <a:gd name="connsiteY2-24" fmla="*/ 21060 h 1863257"/>
              <a:gd name="connsiteX3-25" fmla="*/ 1856694 w 1877718"/>
              <a:gd name="connsiteY3-26" fmla="*/ 850838 h 1863257"/>
              <a:gd name="connsiteX4-27" fmla="*/ 1856669 w 1877718"/>
              <a:gd name="connsiteY4-28" fmla="*/ 1012456 h 1863257"/>
              <a:gd name="connsiteX5-29" fmla="*/ 1026891 w 1877718"/>
              <a:gd name="connsiteY5-30" fmla="*/ 1842233 h 1863257"/>
              <a:gd name="connsiteX6-31" fmla="*/ 865274 w 1877718"/>
              <a:gd name="connsiteY6-32" fmla="*/ 1842208 h 1863257"/>
              <a:gd name="connsiteX7-33" fmla="*/ 35496 w 1877718"/>
              <a:gd name="connsiteY7-34" fmla="*/ 1012430 h 1863257"/>
              <a:gd name="connsiteX8-35" fmla="*/ 35521 w 1877718"/>
              <a:gd name="connsiteY8-36" fmla="*/ 850813 h 1863257"/>
              <a:gd name="connsiteX0-37" fmla="*/ 35521 w 1877718"/>
              <a:gd name="connsiteY0-38" fmla="*/ 865273 h 1877717"/>
              <a:gd name="connsiteX1-39" fmla="*/ 865299 w 1877718"/>
              <a:gd name="connsiteY1-40" fmla="*/ 35495 h 1877717"/>
              <a:gd name="connsiteX2-41" fmla="*/ 1026916 w 1877718"/>
              <a:gd name="connsiteY2-42" fmla="*/ 35520 h 1877717"/>
              <a:gd name="connsiteX3-43" fmla="*/ 1856694 w 1877718"/>
              <a:gd name="connsiteY3-44" fmla="*/ 865298 h 1877717"/>
              <a:gd name="connsiteX4-45" fmla="*/ 1856669 w 1877718"/>
              <a:gd name="connsiteY4-46" fmla="*/ 1026916 h 1877717"/>
              <a:gd name="connsiteX5-47" fmla="*/ 1026891 w 1877718"/>
              <a:gd name="connsiteY5-48" fmla="*/ 1856693 h 1877717"/>
              <a:gd name="connsiteX6-49" fmla="*/ 865274 w 1877718"/>
              <a:gd name="connsiteY6-50" fmla="*/ 1856668 h 1877717"/>
              <a:gd name="connsiteX7-51" fmla="*/ 35496 w 1877718"/>
              <a:gd name="connsiteY7-52" fmla="*/ 1026890 h 1877717"/>
              <a:gd name="connsiteX8-53" fmla="*/ 35521 w 1877718"/>
              <a:gd name="connsiteY8-54" fmla="*/ 865273 h 1877717"/>
              <a:gd name="connsiteX0-55" fmla="*/ 35521 w 1877718"/>
              <a:gd name="connsiteY0-56" fmla="*/ 865273 h 1877717"/>
              <a:gd name="connsiteX1-57" fmla="*/ 865299 w 1877718"/>
              <a:gd name="connsiteY1-58" fmla="*/ 35495 h 1877717"/>
              <a:gd name="connsiteX2-59" fmla="*/ 1026916 w 1877718"/>
              <a:gd name="connsiteY2-60" fmla="*/ 35520 h 1877717"/>
              <a:gd name="connsiteX3-61" fmla="*/ 1856694 w 1877718"/>
              <a:gd name="connsiteY3-62" fmla="*/ 865298 h 1877717"/>
              <a:gd name="connsiteX4-63" fmla="*/ 1856669 w 1877718"/>
              <a:gd name="connsiteY4-64" fmla="*/ 1026916 h 1877717"/>
              <a:gd name="connsiteX5-65" fmla="*/ 1026891 w 1877718"/>
              <a:gd name="connsiteY5-66" fmla="*/ 1856693 h 1877717"/>
              <a:gd name="connsiteX6-67" fmla="*/ 865274 w 1877718"/>
              <a:gd name="connsiteY6-68" fmla="*/ 1856668 h 1877717"/>
              <a:gd name="connsiteX7-69" fmla="*/ 35496 w 1877718"/>
              <a:gd name="connsiteY7-70" fmla="*/ 1026890 h 1877717"/>
              <a:gd name="connsiteX8-71" fmla="*/ 35521 w 1877718"/>
              <a:gd name="connsiteY8-72" fmla="*/ 865273 h 1877717"/>
              <a:gd name="connsiteX0-73" fmla="*/ 35521 w 1877718"/>
              <a:gd name="connsiteY0-74" fmla="*/ 865273 h 1877717"/>
              <a:gd name="connsiteX1-75" fmla="*/ 865299 w 1877718"/>
              <a:gd name="connsiteY1-76" fmla="*/ 35495 h 1877717"/>
              <a:gd name="connsiteX2-77" fmla="*/ 1026916 w 1877718"/>
              <a:gd name="connsiteY2-78" fmla="*/ 35520 h 1877717"/>
              <a:gd name="connsiteX3-79" fmla="*/ 1856694 w 1877718"/>
              <a:gd name="connsiteY3-80" fmla="*/ 865298 h 1877717"/>
              <a:gd name="connsiteX4-81" fmla="*/ 1856669 w 1877718"/>
              <a:gd name="connsiteY4-82" fmla="*/ 1026916 h 1877717"/>
              <a:gd name="connsiteX5-83" fmla="*/ 1026891 w 1877718"/>
              <a:gd name="connsiteY5-84" fmla="*/ 1856693 h 1877717"/>
              <a:gd name="connsiteX6-85" fmla="*/ 865274 w 1877718"/>
              <a:gd name="connsiteY6-86" fmla="*/ 1856668 h 1877717"/>
              <a:gd name="connsiteX7-87" fmla="*/ 35496 w 1877718"/>
              <a:gd name="connsiteY7-88" fmla="*/ 1026890 h 1877717"/>
              <a:gd name="connsiteX8-89" fmla="*/ 35521 w 1877718"/>
              <a:gd name="connsiteY8-90" fmla="*/ 865273 h 1877717"/>
              <a:gd name="connsiteX0-91" fmla="*/ 35521 w 1877729"/>
              <a:gd name="connsiteY0-92" fmla="*/ 865273 h 1877717"/>
              <a:gd name="connsiteX1-93" fmla="*/ 865299 w 1877729"/>
              <a:gd name="connsiteY1-94" fmla="*/ 35495 h 1877717"/>
              <a:gd name="connsiteX2-95" fmla="*/ 1026916 w 1877729"/>
              <a:gd name="connsiteY2-96" fmla="*/ 35520 h 1877717"/>
              <a:gd name="connsiteX3-97" fmla="*/ 1856694 w 1877729"/>
              <a:gd name="connsiteY3-98" fmla="*/ 865298 h 1877717"/>
              <a:gd name="connsiteX4-99" fmla="*/ 1856669 w 1877729"/>
              <a:gd name="connsiteY4-100" fmla="*/ 1026916 h 1877717"/>
              <a:gd name="connsiteX5-101" fmla="*/ 1026891 w 1877729"/>
              <a:gd name="connsiteY5-102" fmla="*/ 1856693 h 1877717"/>
              <a:gd name="connsiteX6-103" fmla="*/ 865274 w 1877729"/>
              <a:gd name="connsiteY6-104" fmla="*/ 1856668 h 1877717"/>
              <a:gd name="connsiteX7-105" fmla="*/ 35496 w 1877729"/>
              <a:gd name="connsiteY7-106" fmla="*/ 1026890 h 1877717"/>
              <a:gd name="connsiteX8-107" fmla="*/ 35521 w 1877729"/>
              <a:gd name="connsiteY8-108" fmla="*/ 865273 h 1877717"/>
              <a:gd name="connsiteX0-109" fmla="*/ 35521 w 1892189"/>
              <a:gd name="connsiteY0-110" fmla="*/ 865273 h 1877717"/>
              <a:gd name="connsiteX1-111" fmla="*/ 865299 w 1892189"/>
              <a:gd name="connsiteY1-112" fmla="*/ 35495 h 1877717"/>
              <a:gd name="connsiteX2-113" fmla="*/ 1026916 w 1892189"/>
              <a:gd name="connsiteY2-114" fmla="*/ 35520 h 1877717"/>
              <a:gd name="connsiteX3-115" fmla="*/ 1856694 w 1892189"/>
              <a:gd name="connsiteY3-116" fmla="*/ 865298 h 1877717"/>
              <a:gd name="connsiteX4-117" fmla="*/ 1856669 w 1892189"/>
              <a:gd name="connsiteY4-118" fmla="*/ 1026916 h 1877717"/>
              <a:gd name="connsiteX5-119" fmla="*/ 1026891 w 1892189"/>
              <a:gd name="connsiteY5-120" fmla="*/ 1856693 h 1877717"/>
              <a:gd name="connsiteX6-121" fmla="*/ 865274 w 1892189"/>
              <a:gd name="connsiteY6-122" fmla="*/ 1856668 h 1877717"/>
              <a:gd name="connsiteX7-123" fmla="*/ 35496 w 1892189"/>
              <a:gd name="connsiteY7-124" fmla="*/ 1026890 h 1877717"/>
              <a:gd name="connsiteX8-125" fmla="*/ 35521 w 1892189"/>
              <a:gd name="connsiteY8-126" fmla="*/ 865273 h 1877717"/>
              <a:gd name="connsiteX0-127" fmla="*/ 35521 w 1892189"/>
              <a:gd name="connsiteY0-128" fmla="*/ 865273 h 1877717"/>
              <a:gd name="connsiteX1-129" fmla="*/ 865299 w 1892189"/>
              <a:gd name="connsiteY1-130" fmla="*/ 35495 h 1877717"/>
              <a:gd name="connsiteX2-131" fmla="*/ 1026916 w 1892189"/>
              <a:gd name="connsiteY2-132" fmla="*/ 35520 h 1877717"/>
              <a:gd name="connsiteX3-133" fmla="*/ 1856694 w 1892189"/>
              <a:gd name="connsiteY3-134" fmla="*/ 865298 h 1877717"/>
              <a:gd name="connsiteX4-135" fmla="*/ 1856669 w 1892189"/>
              <a:gd name="connsiteY4-136" fmla="*/ 1026916 h 1877717"/>
              <a:gd name="connsiteX5-137" fmla="*/ 1026891 w 1892189"/>
              <a:gd name="connsiteY5-138" fmla="*/ 1856693 h 1877717"/>
              <a:gd name="connsiteX6-139" fmla="*/ 865274 w 1892189"/>
              <a:gd name="connsiteY6-140" fmla="*/ 1856668 h 1877717"/>
              <a:gd name="connsiteX7-141" fmla="*/ 35496 w 1892189"/>
              <a:gd name="connsiteY7-142" fmla="*/ 1026890 h 1877717"/>
              <a:gd name="connsiteX8-143" fmla="*/ 35521 w 1892189"/>
              <a:gd name="connsiteY8-144" fmla="*/ 865273 h 1877717"/>
              <a:gd name="connsiteX0-145" fmla="*/ 35521 w 1892189"/>
              <a:gd name="connsiteY0-146" fmla="*/ 865273 h 1877717"/>
              <a:gd name="connsiteX1-147" fmla="*/ 865299 w 1892189"/>
              <a:gd name="connsiteY1-148" fmla="*/ 35495 h 1877717"/>
              <a:gd name="connsiteX2-149" fmla="*/ 1026916 w 1892189"/>
              <a:gd name="connsiteY2-150" fmla="*/ 35520 h 1877717"/>
              <a:gd name="connsiteX3-151" fmla="*/ 1856694 w 1892189"/>
              <a:gd name="connsiteY3-152" fmla="*/ 865298 h 1877717"/>
              <a:gd name="connsiteX4-153" fmla="*/ 1856669 w 1892189"/>
              <a:gd name="connsiteY4-154" fmla="*/ 1026916 h 1877717"/>
              <a:gd name="connsiteX5-155" fmla="*/ 1026891 w 1892189"/>
              <a:gd name="connsiteY5-156" fmla="*/ 1856693 h 1877717"/>
              <a:gd name="connsiteX6-157" fmla="*/ 865274 w 1892189"/>
              <a:gd name="connsiteY6-158" fmla="*/ 1856668 h 1877717"/>
              <a:gd name="connsiteX7-159" fmla="*/ 35496 w 1892189"/>
              <a:gd name="connsiteY7-160" fmla="*/ 1026890 h 1877717"/>
              <a:gd name="connsiteX8-161" fmla="*/ 35521 w 1892189"/>
              <a:gd name="connsiteY8-162" fmla="*/ 865273 h 1877717"/>
              <a:gd name="connsiteX0-163" fmla="*/ 35521 w 1892189"/>
              <a:gd name="connsiteY0-164" fmla="*/ 865273 h 1877728"/>
              <a:gd name="connsiteX1-165" fmla="*/ 865299 w 1892189"/>
              <a:gd name="connsiteY1-166" fmla="*/ 35495 h 1877728"/>
              <a:gd name="connsiteX2-167" fmla="*/ 1026916 w 1892189"/>
              <a:gd name="connsiteY2-168" fmla="*/ 35520 h 1877728"/>
              <a:gd name="connsiteX3-169" fmla="*/ 1856694 w 1892189"/>
              <a:gd name="connsiteY3-170" fmla="*/ 865298 h 1877728"/>
              <a:gd name="connsiteX4-171" fmla="*/ 1856669 w 1892189"/>
              <a:gd name="connsiteY4-172" fmla="*/ 1026916 h 1877728"/>
              <a:gd name="connsiteX5-173" fmla="*/ 1026891 w 1892189"/>
              <a:gd name="connsiteY5-174" fmla="*/ 1856693 h 1877728"/>
              <a:gd name="connsiteX6-175" fmla="*/ 865274 w 1892189"/>
              <a:gd name="connsiteY6-176" fmla="*/ 1856668 h 1877728"/>
              <a:gd name="connsiteX7-177" fmla="*/ 35496 w 1892189"/>
              <a:gd name="connsiteY7-178" fmla="*/ 1026890 h 1877728"/>
              <a:gd name="connsiteX8-179" fmla="*/ 35521 w 1892189"/>
              <a:gd name="connsiteY8-180" fmla="*/ 865273 h 1877728"/>
              <a:gd name="connsiteX0-181" fmla="*/ 35521 w 1892189"/>
              <a:gd name="connsiteY0-182" fmla="*/ 865273 h 1892188"/>
              <a:gd name="connsiteX1-183" fmla="*/ 865299 w 1892189"/>
              <a:gd name="connsiteY1-184" fmla="*/ 35495 h 1892188"/>
              <a:gd name="connsiteX2-185" fmla="*/ 1026916 w 1892189"/>
              <a:gd name="connsiteY2-186" fmla="*/ 35520 h 1892188"/>
              <a:gd name="connsiteX3-187" fmla="*/ 1856694 w 1892189"/>
              <a:gd name="connsiteY3-188" fmla="*/ 865298 h 1892188"/>
              <a:gd name="connsiteX4-189" fmla="*/ 1856669 w 1892189"/>
              <a:gd name="connsiteY4-190" fmla="*/ 1026916 h 1892188"/>
              <a:gd name="connsiteX5-191" fmla="*/ 1026891 w 1892189"/>
              <a:gd name="connsiteY5-192" fmla="*/ 1856693 h 1892188"/>
              <a:gd name="connsiteX6-193" fmla="*/ 865274 w 1892189"/>
              <a:gd name="connsiteY6-194" fmla="*/ 1856668 h 1892188"/>
              <a:gd name="connsiteX7-195" fmla="*/ 35496 w 1892189"/>
              <a:gd name="connsiteY7-196" fmla="*/ 1026890 h 1892188"/>
              <a:gd name="connsiteX8-197" fmla="*/ 35521 w 1892189"/>
              <a:gd name="connsiteY8-198" fmla="*/ 865273 h 1892188"/>
              <a:gd name="connsiteX0-199" fmla="*/ 35521 w 1892189"/>
              <a:gd name="connsiteY0-200" fmla="*/ 865273 h 1892188"/>
              <a:gd name="connsiteX1-201" fmla="*/ 865299 w 1892189"/>
              <a:gd name="connsiteY1-202" fmla="*/ 35495 h 1892188"/>
              <a:gd name="connsiteX2-203" fmla="*/ 1026916 w 1892189"/>
              <a:gd name="connsiteY2-204" fmla="*/ 35520 h 1892188"/>
              <a:gd name="connsiteX3-205" fmla="*/ 1856694 w 1892189"/>
              <a:gd name="connsiteY3-206" fmla="*/ 865298 h 1892188"/>
              <a:gd name="connsiteX4-207" fmla="*/ 1856669 w 1892189"/>
              <a:gd name="connsiteY4-208" fmla="*/ 1026916 h 1892188"/>
              <a:gd name="connsiteX5-209" fmla="*/ 1026891 w 1892189"/>
              <a:gd name="connsiteY5-210" fmla="*/ 1856693 h 1892188"/>
              <a:gd name="connsiteX6-211" fmla="*/ 865274 w 1892189"/>
              <a:gd name="connsiteY6-212" fmla="*/ 1856668 h 1892188"/>
              <a:gd name="connsiteX7-213" fmla="*/ 35496 w 1892189"/>
              <a:gd name="connsiteY7-214" fmla="*/ 1026890 h 1892188"/>
              <a:gd name="connsiteX8-215" fmla="*/ 35521 w 1892189"/>
              <a:gd name="connsiteY8-216" fmla="*/ 865273 h 1892188"/>
              <a:gd name="connsiteX0-217" fmla="*/ 35521 w 1892189"/>
              <a:gd name="connsiteY0-218" fmla="*/ 865273 h 1892188"/>
              <a:gd name="connsiteX1-219" fmla="*/ 865299 w 1892189"/>
              <a:gd name="connsiteY1-220" fmla="*/ 35495 h 1892188"/>
              <a:gd name="connsiteX2-221" fmla="*/ 1026916 w 1892189"/>
              <a:gd name="connsiteY2-222" fmla="*/ 35520 h 1892188"/>
              <a:gd name="connsiteX3-223" fmla="*/ 1856694 w 1892189"/>
              <a:gd name="connsiteY3-224" fmla="*/ 865298 h 1892188"/>
              <a:gd name="connsiteX4-225" fmla="*/ 1856669 w 1892189"/>
              <a:gd name="connsiteY4-226" fmla="*/ 1026916 h 1892188"/>
              <a:gd name="connsiteX5-227" fmla="*/ 1026891 w 1892189"/>
              <a:gd name="connsiteY5-228" fmla="*/ 1856693 h 1892188"/>
              <a:gd name="connsiteX6-229" fmla="*/ 865274 w 1892189"/>
              <a:gd name="connsiteY6-230" fmla="*/ 1856668 h 1892188"/>
              <a:gd name="connsiteX7-231" fmla="*/ 35496 w 1892189"/>
              <a:gd name="connsiteY7-232" fmla="*/ 1026890 h 1892188"/>
              <a:gd name="connsiteX8-233" fmla="*/ 35521 w 1892189"/>
              <a:gd name="connsiteY8-234" fmla="*/ 865273 h 1892188"/>
              <a:gd name="connsiteX0-235" fmla="*/ 35521 w 1892189"/>
              <a:gd name="connsiteY0-236" fmla="*/ 865273 h 1892188"/>
              <a:gd name="connsiteX1-237" fmla="*/ 865299 w 1892189"/>
              <a:gd name="connsiteY1-238" fmla="*/ 35495 h 1892188"/>
              <a:gd name="connsiteX2-239" fmla="*/ 1026916 w 1892189"/>
              <a:gd name="connsiteY2-240" fmla="*/ 35520 h 1892188"/>
              <a:gd name="connsiteX3-241" fmla="*/ 1856694 w 1892189"/>
              <a:gd name="connsiteY3-242" fmla="*/ 865298 h 1892188"/>
              <a:gd name="connsiteX4-243" fmla="*/ 1856669 w 1892189"/>
              <a:gd name="connsiteY4-244" fmla="*/ 1026916 h 1892188"/>
              <a:gd name="connsiteX5-245" fmla="*/ 1026891 w 1892189"/>
              <a:gd name="connsiteY5-246" fmla="*/ 1856693 h 1892188"/>
              <a:gd name="connsiteX6-247" fmla="*/ 865274 w 1892189"/>
              <a:gd name="connsiteY6-248" fmla="*/ 1856668 h 1892188"/>
              <a:gd name="connsiteX7-249" fmla="*/ 35496 w 1892189"/>
              <a:gd name="connsiteY7-250" fmla="*/ 1026890 h 1892188"/>
              <a:gd name="connsiteX8-251" fmla="*/ 35521 w 1892189"/>
              <a:gd name="connsiteY8-252" fmla="*/ 865273 h 189218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1892189" h="1892188">
                <a:moveTo>
                  <a:pt x="35521" y="865273"/>
                </a:moveTo>
                <a:cubicBezTo>
                  <a:pt x="35521" y="865273"/>
                  <a:pt x="865299" y="35495"/>
                  <a:pt x="865299" y="35495"/>
                </a:cubicBezTo>
                <a:cubicBezTo>
                  <a:pt x="912643" y="-11849"/>
                  <a:pt x="979572" y="-11824"/>
                  <a:pt x="1026916" y="35520"/>
                </a:cubicBezTo>
                <a:cubicBezTo>
                  <a:pt x="1026916" y="35520"/>
                  <a:pt x="1856694" y="865298"/>
                  <a:pt x="1856694" y="865298"/>
                </a:cubicBezTo>
                <a:cubicBezTo>
                  <a:pt x="1904038" y="912642"/>
                  <a:pt x="1904013" y="979572"/>
                  <a:pt x="1856669" y="1026916"/>
                </a:cubicBezTo>
                <a:cubicBezTo>
                  <a:pt x="1856669" y="1026916"/>
                  <a:pt x="1026891" y="1856693"/>
                  <a:pt x="1026891" y="1856693"/>
                </a:cubicBezTo>
                <a:cubicBezTo>
                  <a:pt x="979547" y="1904037"/>
                  <a:pt x="912618" y="1904011"/>
                  <a:pt x="865274" y="1856668"/>
                </a:cubicBezTo>
                <a:cubicBezTo>
                  <a:pt x="865274" y="1856667"/>
                  <a:pt x="35496" y="1026889"/>
                  <a:pt x="35496" y="1026890"/>
                </a:cubicBezTo>
                <a:cubicBezTo>
                  <a:pt x="-11848" y="979545"/>
                  <a:pt x="-11823" y="912617"/>
                  <a:pt x="35521" y="865273"/>
                </a:cubicBezTo>
                <a:close/>
              </a:path>
            </a:pathLst>
          </a:custGeom>
          <a:solidFill>
            <a:schemeClr val="accent1">
              <a:alpha val="2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zh-CN" altLang="en-US">
              <a:sym typeface="+mn-ea"/>
            </a:endParaRPr>
          </a:p>
        </p:txBody>
      </p:sp>
      <p:sp>
        <p:nvSpPr>
          <p:cNvPr id="4" name="任意多边形: 形状 1397"/>
          <p:cNvSpPr/>
          <p:nvPr>
            <p:custDataLst>
              <p:tags r:id="rId6"/>
            </p:custDataLst>
          </p:nvPr>
        </p:nvSpPr>
        <p:spPr>
          <a:xfrm>
            <a:off x="1092835" y="5670550"/>
            <a:ext cx="395605" cy="395605"/>
          </a:xfrm>
          <a:custGeom>
            <a:avLst/>
            <a:gdLst>
              <a:gd name="connsiteX0" fmla="*/ 35521 w 1877718"/>
              <a:gd name="connsiteY0" fmla="*/ 850803 h 1863247"/>
              <a:gd name="connsiteX1" fmla="*/ 865299 w 1877718"/>
              <a:gd name="connsiteY1" fmla="*/ 21025 h 1863247"/>
              <a:gd name="connsiteX2" fmla="*/ 1026916 w 1877718"/>
              <a:gd name="connsiteY2" fmla="*/ 21050 h 1863247"/>
              <a:gd name="connsiteX3" fmla="*/ 1856694 w 1877718"/>
              <a:gd name="connsiteY3" fmla="*/ 850828 h 1863247"/>
              <a:gd name="connsiteX4" fmla="*/ 1856669 w 1877718"/>
              <a:gd name="connsiteY4" fmla="*/ 1012446 h 1863247"/>
              <a:gd name="connsiteX5" fmla="*/ 1026891 w 1877718"/>
              <a:gd name="connsiteY5" fmla="*/ 1842223 h 1863247"/>
              <a:gd name="connsiteX6" fmla="*/ 865274 w 1877718"/>
              <a:gd name="connsiteY6" fmla="*/ 1842198 h 1863247"/>
              <a:gd name="connsiteX7" fmla="*/ 35496 w 1877718"/>
              <a:gd name="connsiteY7" fmla="*/ 1012420 h 1863247"/>
              <a:gd name="connsiteX8" fmla="*/ 35521 w 1877718"/>
              <a:gd name="connsiteY8" fmla="*/ 850803 h 1863247"/>
              <a:gd name="connsiteX0-1" fmla="*/ 35521 w 1877718"/>
              <a:gd name="connsiteY0-2" fmla="*/ 850803 h 1863247"/>
              <a:gd name="connsiteX1-3" fmla="*/ 865299 w 1877718"/>
              <a:gd name="connsiteY1-4" fmla="*/ 21025 h 1863247"/>
              <a:gd name="connsiteX2-5" fmla="*/ 1026916 w 1877718"/>
              <a:gd name="connsiteY2-6" fmla="*/ 21050 h 1863247"/>
              <a:gd name="connsiteX3-7" fmla="*/ 1856694 w 1877718"/>
              <a:gd name="connsiteY3-8" fmla="*/ 850828 h 1863247"/>
              <a:gd name="connsiteX4-9" fmla="*/ 1856669 w 1877718"/>
              <a:gd name="connsiteY4-10" fmla="*/ 1012446 h 1863247"/>
              <a:gd name="connsiteX5-11" fmla="*/ 1026891 w 1877718"/>
              <a:gd name="connsiteY5-12" fmla="*/ 1842223 h 1863247"/>
              <a:gd name="connsiteX6-13" fmla="*/ 865274 w 1877718"/>
              <a:gd name="connsiteY6-14" fmla="*/ 1842198 h 1863247"/>
              <a:gd name="connsiteX7-15" fmla="*/ 35496 w 1877718"/>
              <a:gd name="connsiteY7-16" fmla="*/ 1012420 h 1863247"/>
              <a:gd name="connsiteX8-17" fmla="*/ 35521 w 1877718"/>
              <a:gd name="connsiteY8-18" fmla="*/ 850803 h 1863247"/>
              <a:gd name="connsiteX0-19" fmla="*/ 35521 w 1877718"/>
              <a:gd name="connsiteY0-20" fmla="*/ 850813 h 1863257"/>
              <a:gd name="connsiteX1-21" fmla="*/ 865299 w 1877718"/>
              <a:gd name="connsiteY1-22" fmla="*/ 21035 h 1863257"/>
              <a:gd name="connsiteX2-23" fmla="*/ 1026916 w 1877718"/>
              <a:gd name="connsiteY2-24" fmla="*/ 21060 h 1863257"/>
              <a:gd name="connsiteX3-25" fmla="*/ 1856694 w 1877718"/>
              <a:gd name="connsiteY3-26" fmla="*/ 850838 h 1863257"/>
              <a:gd name="connsiteX4-27" fmla="*/ 1856669 w 1877718"/>
              <a:gd name="connsiteY4-28" fmla="*/ 1012456 h 1863257"/>
              <a:gd name="connsiteX5-29" fmla="*/ 1026891 w 1877718"/>
              <a:gd name="connsiteY5-30" fmla="*/ 1842233 h 1863257"/>
              <a:gd name="connsiteX6-31" fmla="*/ 865274 w 1877718"/>
              <a:gd name="connsiteY6-32" fmla="*/ 1842208 h 1863257"/>
              <a:gd name="connsiteX7-33" fmla="*/ 35496 w 1877718"/>
              <a:gd name="connsiteY7-34" fmla="*/ 1012430 h 1863257"/>
              <a:gd name="connsiteX8-35" fmla="*/ 35521 w 1877718"/>
              <a:gd name="connsiteY8-36" fmla="*/ 850813 h 1863257"/>
              <a:gd name="connsiteX0-37" fmla="*/ 35521 w 1877718"/>
              <a:gd name="connsiteY0-38" fmla="*/ 865273 h 1877717"/>
              <a:gd name="connsiteX1-39" fmla="*/ 865299 w 1877718"/>
              <a:gd name="connsiteY1-40" fmla="*/ 35495 h 1877717"/>
              <a:gd name="connsiteX2-41" fmla="*/ 1026916 w 1877718"/>
              <a:gd name="connsiteY2-42" fmla="*/ 35520 h 1877717"/>
              <a:gd name="connsiteX3-43" fmla="*/ 1856694 w 1877718"/>
              <a:gd name="connsiteY3-44" fmla="*/ 865298 h 1877717"/>
              <a:gd name="connsiteX4-45" fmla="*/ 1856669 w 1877718"/>
              <a:gd name="connsiteY4-46" fmla="*/ 1026916 h 1877717"/>
              <a:gd name="connsiteX5-47" fmla="*/ 1026891 w 1877718"/>
              <a:gd name="connsiteY5-48" fmla="*/ 1856693 h 1877717"/>
              <a:gd name="connsiteX6-49" fmla="*/ 865274 w 1877718"/>
              <a:gd name="connsiteY6-50" fmla="*/ 1856668 h 1877717"/>
              <a:gd name="connsiteX7-51" fmla="*/ 35496 w 1877718"/>
              <a:gd name="connsiteY7-52" fmla="*/ 1026890 h 1877717"/>
              <a:gd name="connsiteX8-53" fmla="*/ 35521 w 1877718"/>
              <a:gd name="connsiteY8-54" fmla="*/ 865273 h 1877717"/>
              <a:gd name="connsiteX0-55" fmla="*/ 35521 w 1877718"/>
              <a:gd name="connsiteY0-56" fmla="*/ 865273 h 1877717"/>
              <a:gd name="connsiteX1-57" fmla="*/ 865299 w 1877718"/>
              <a:gd name="connsiteY1-58" fmla="*/ 35495 h 1877717"/>
              <a:gd name="connsiteX2-59" fmla="*/ 1026916 w 1877718"/>
              <a:gd name="connsiteY2-60" fmla="*/ 35520 h 1877717"/>
              <a:gd name="connsiteX3-61" fmla="*/ 1856694 w 1877718"/>
              <a:gd name="connsiteY3-62" fmla="*/ 865298 h 1877717"/>
              <a:gd name="connsiteX4-63" fmla="*/ 1856669 w 1877718"/>
              <a:gd name="connsiteY4-64" fmla="*/ 1026916 h 1877717"/>
              <a:gd name="connsiteX5-65" fmla="*/ 1026891 w 1877718"/>
              <a:gd name="connsiteY5-66" fmla="*/ 1856693 h 1877717"/>
              <a:gd name="connsiteX6-67" fmla="*/ 865274 w 1877718"/>
              <a:gd name="connsiteY6-68" fmla="*/ 1856668 h 1877717"/>
              <a:gd name="connsiteX7-69" fmla="*/ 35496 w 1877718"/>
              <a:gd name="connsiteY7-70" fmla="*/ 1026890 h 1877717"/>
              <a:gd name="connsiteX8-71" fmla="*/ 35521 w 1877718"/>
              <a:gd name="connsiteY8-72" fmla="*/ 865273 h 1877717"/>
              <a:gd name="connsiteX0-73" fmla="*/ 35521 w 1877718"/>
              <a:gd name="connsiteY0-74" fmla="*/ 865273 h 1877717"/>
              <a:gd name="connsiteX1-75" fmla="*/ 865299 w 1877718"/>
              <a:gd name="connsiteY1-76" fmla="*/ 35495 h 1877717"/>
              <a:gd name="connsiteX2-77" fmla="*/ 1026916 w 1877718"/>
              <a:gd name="connsiteY2-78" fmla="*/ 35520 h 1877717"/>
              <a:gd name="connsiteX3-79" fmla="*/ 1856694 w 1877718"/>
              <a:gd name="connsiteY3-80" fmla="*/ 865298 h 1877717"/>
              <a:gd name="connsiteX4-81" fmla="*/ 1856669 w 1877718"/>
              <a:gd name="connsiteY4-82" fmla="*/ 1026916 h 1877717"/>
              <a:gd name="connsiteX5-83" fmla="*/ 1026891 w 1877718"/>
              <a:gd name="connsiteY5-84" fmla="*/ 1856693 h 1877717"/>
              <a:gd name="connsiteX6-85" fmla="*/ 865274 w 1877718"/>
              <a:gd name="connsiteY6-86" fmla="*/ 1856668 h 1877717"/>
              <a:gd name="connsiteX7-87" fmla="*/ 35496 w 1877718"/>
              <a:gd name="connsiteY7-88" fmla="*/ 1026890 h 1877717"/>
              <a:gd name="connsiteX8-89" fmla="*/ 35521 w 1877718"/>
              <a:gd name="connsiteY8-90" fmla="*/ 865273 h 1877717"/>
              <a:gd name="connsiteX0-91" fmla="*/ 35521 w 1877729"/>
              <a:gd name="connsiteY0-92" fmla="*/ 865273 h 1877717"/>
              <a:gd name="connsiteX1-93" fmla="*/ 865299 w 1877729"/>
              <a:gd name="connsiteY1-94" fmla="*/ 35495 h 1877717"/>
              <a:gd name="connsiteX2-95" fmla="*/ 1026916 w 1877729"/>
              <a:gd name="connsiteY2-96" fmla="*/ 35520 h 1877717"/>
              <a:gd name="connsiteX3-97" fmla="*/ 1856694 w 1877729"/>
              <a:gd name="connsiteY3-98" fmla="*/ 865298 h 1877717"/>
              <a:gd name="connsiteX4-99" fmla="*/ 1856669 w 1877729"/>
              <a:gd name="connsiteY4-100" fmla="*/ 1026916 h 1877717"/>
              <a:gd name="connsiteX5-101" fmla="*/ 1026891 w 1877729"/>
              <a:gd name="connsiteY5-102" fmla="*/ 1856693 h 1877717"/>
              <a:gd name="connsiteX6-103" fmla="*/ 865274 w 1877729"/>
              <a:gd name="connsiteY6-104" fmla="*/ 1856668 h 1877717"/>
              <a:gd name="connsiteX7-105" fmla="*/ 35496 w 1877729"/>
              <a:gd name="connsiteY7-106" fmla="*/ 1026890 h 1877717"/>
              <a:gd name="connsiteX8-107" fmla="*/ 35521 w 1877729"/>
              <a:gd name="connsiteY8-108" fmla="*/ 865273 h 1877717"/>
              <a:gd name="connsiteX0-109" fmla="*/ 35521 w 1892189"/>
              <a:gd name="connsiteY0-110" fmla="*/ 865273 h 1877717"/>
              <a:gd name="connsiteX1-111" fmla="*/ 865299 w 1892189"/>
              <a:gd name="connsiteY1-112" fmla="*/ 35495 h 1877717"/>
              <a:gd name="connsiteX2-113" fmla="*/ 1026916 w 1892189"/>
              <a:gd name="connsiteY2-114" fmla="*/ 35520 h 1877717"/>
              <a:gd name="connsiteX3-115" fmla="*/ 1856694 w 1892189"/>
              <a:gd name="connsiteY3-116" fmla="*/ 865298 h 1877717"/>
              <a:gd name="connsiteX4-117" fmla="*/ 1856669 w 1892189"/>
              <a:gd name="connsiteY4-118" fmla="*/ 1026916 h 1877717"/>
              <a:gd name="connsiteX5-119" fmla="*/ 1026891 w 1892189"/>
              <a:gd name="connsiteY5-120" fmla="*/ 1856693 h 1877717"/>
              <a:gd name="connsiteX6-121" fmla="*/ 865274 w 1892189"/>
              <a:gd name="connsiteY6-122" fmla="*/ 1856668 h 1877717"/>
              <a:gd name="connsiteX7-123" fmla="*/ 35496 w 1892189"/>
              <a:gd name="connsiteY7-124" fmla="*/ 1026890 h 1877717"/>
              <a:gd name="connsiteX8-125" fmla="*/ 35521 w 1892189"/>
              <a:gd name="connsiteY8-126" fmla="*/ 865273 h 1877717"/>
              <a:gd name="connsiteX0-127" fmla="*/ 35521 w 1892189"/>
              <a:gd name="connsiteY0-128" fmla="*/ 865273 h 1877717"/>
              <a:gd name="connsiteX1-129" fmla="*/ 865299 w 1892189"/>
              <a:gd name="connsiteY1-130" fmla="*/ 35495 h 1877717"/>
              <a:gd name="connsiteX2-131" fmla="*/ 1026916 w 1892189"/>
              <a:gd name="connsiteY2-132" fmla="*/ 35520 h 1877717"/>
              <a:gd name="connsiteX3-133" fmla="*/ 1856694 w 1892189"/>
              <a:gd name="connsiteY3-134" fmla="*/ 865298 h 1877717"/>
              <a:gd name="connsiteX4-135" fmla="*/ 1856669 w 1892189"/>
              <a:gd name="connsiteY4-136" fmla="*/ 1026916 h 1877717"/>
              <a:gd name="connsiteX5-137" fmla="*/ 1026891 w 1892189"/>
              <a:gd name="connsiteY5-138" fmla="*/ 1856693 h 1877717"/>
              <a:gd name="connsiteX6-139" fmla="*/ 865274 w 1892189"/>
              <a:gd name="connsiteY6-140" fmla="*/ 1856668 h 1877717"/>
              <a:gd name="connsiteX7-141" fmla="*/ 35496 w 1892189"/>
              <a:gd name="connsiteY7-142" fmla="*/ 1026890 h 1877717"/>
              <a:gd name="connsiteX8-143" fmla="*/ 35521 w 1892189"/>
              <a:gd name="connsiteY8-144" fmla="*/ 865273 h 1877717"/>
              <a:gd name="connsiteX0-145" fmla="*/ 35521 w 1892189"/>
              <a:gd name="connsiteY0-146" fmla="*/ 865273 h 1877717"/>
              <a:gd name="connsiteX1-147" fmla="*/ 865299 w 1892189"/>
              <a:gd name="connsiteY1-148" fmla="*/ 35495 h 1877717"/>
              <a:gd name="connsiteX2-149" fmla="*/ 1026916 w 1892189"/>
              <a:gd name="connsiteY2-150" fmla="*/ 35520 h 1877717"/>
              <a:gd name="connsiteX3-151" fmla="*/ 1856694 w 1892189"/>
              <a:gd name="connsiteY3-152" fmla="*/ 865298 h 1877717"/>
              <a:gd name="connsiteX4-153" fmla="*/ 1856669 w 1892189"/>
              <a:gd name="connsiteY4-154" fmla="*/ 1026916 h 1877717"/>
              <a:gd name="connsiteX5-155" fmla="*/ 1026891 w 1892189"/>
              <a:gd name="connsiteY5-156" fmla="*/ 1856693 h 1877717"/>
              <a:gd name="connsiteX6-157" fmla="*/ 865274 w 1892189"/>
              <a:gd name="connsiteY6-158" fmla="*/ 1856668 h 1877717"/>
              <a:gd name="connsiteX7-159" fmla="*/ 35496 w 1892189"/>
              <a:gd name="connsiteY7-160" fmla="*/ 1026890 h 1877717"/>
              <a:gd name="connsiteX8-161" fmla="*/ 35521 w 1892189"/>
              <a:gd name="connsiteY8-162" fmla="*/ 865273 h 1877717"/>
              <a:gd name="connsiteX0-163" fmla="*/ 35521 w 1892189"/>
              <a:gd name="connsiteY0-164" fmla="*/ 865273 h 1877728"/>
              <a:gd name="connsiteX1-165" fmla="*/ 865299 w 1892189"/>
              <a:gd name="connsiteY1-166" fmla="*/ 35495 h 1877728"/>
              <a:gd name="connsiteX2-167" fmla="*/ 1026916 w 1892189"/>
              <a:gd name="connsiteY2-168" fmla="*/ 35520 h 1877728"/>
              <a:gd name="connsiteX3-169" fmla="*/ 1856694 w 1892189"/>
              <a:gd name="connsiteY3-170" fmla="*/ 865298 h 1877728"/>
              <a:gd name="connsiteX4-171" fmla="*/ 1856669 w 1892189"/>
              <a:gd name="connsiteY4-172" fmla="*/ 1026916 h 1877728"/>
              <a:gd name="connsiteX5-173" fmla="*/ 1026891 w 1892189"/>
              <a:gd name="connsiteY5-174" fmla="*/ 1856693 h 1877728"/>
              <a:gd name="connsiteX6-175" fmla="*/ 865274 w 1892189"/>
              <a:gd name="connsiteY6-176" fmla="*/ 1856668 h 1877728"/>
              <a:gd name="connsiteX7-177" fmla="*/ 35496 w 1892189"/>
              <a:gd name="connsiteY7-178" fmla="*/ 1026890 h 1877728"/>
              <a:gd name="connsiteX8-179" fmla="*/ 35521 w 1892189"/>
              <a:gd name="connsiteY8-180" fmla="*/ 865273 h 1877728"/>
              <a:gd name="connsiteX0-181" fmla="*/ 35521 w 1892189"/>
              <a:gd name="connsiteY0-182" fmla="*/ 865273 h 1892188"/>
              <a:gd name="connsiteX1-183" fmla="*/ 865299 w 1892189"/>
              <a:gd name="connsiteY1-184" fmla="*/ 35495 h 1892188"/>
              <a:gd name="connsiteX2-185" fmla="*/ 1026916 w 1892189"/>
              <a:gd name="connsiteY2-186" fmla="*/ 35520 h 1892188"/>
              <a:gd name="connsiteX3-187" fmla="*/ 1856694 w 1892189"/>
              <a:gd name="connsiteY3-188" fmla="*/ 865298 h 1892188"/>
              <a:gd name="connsiteX4-189" fmla="*/ 1856669 w 1892189"/>
              <a:gd name="connsiteY4-190" fmla="*/ 1026916 h 1892188"/>
              <a:gd name="connsiteX5-191" fmla="*/ 1026891 w 1892189"/>
              <a:gd name="connsiteY5-192" fmla="*/ 1856693 h 1892188"/>
              <a:gd name="connsiteX6-193" fmla="*/ 865274 w 1892189"/>
              <a:gd name="connsiteY6-194" fmla="*/ 1856668 h 1892188"/>
              <a:gd name="connsiteX7-195" fmla="*/ 35496 w 1892189"/>
              <a:gd name="connsiteY7-196" fmla="*/ 1026890 h 1892188"/>
              <a:gd name="connsiteX8-197" fmla="*/ 35521 w 1892189"/>
              <a:gd name="connsiteY8-198" fmla="*/ 865273 h 1892188"/>
              <a:gd name="connsiteX0-199" fmla="*/ 35521 w 1892189"/>
              <a:gd name="connsiteY0-200" fmla="*/ 865273 h 1892188"/>
              <a:gd name="connsiteX1-201" fmla="*/ 865299 w 1892189"/>
              <a:gd name="connsiteY1-202" fmla="*/ 35495 h 1892188"/>
              <a:gd name="connsiteX2-203" fmla="*/ 1026916 w 1892189"/>
              <a:gd name="connsiteY2-204" fmla="*/ 35520 h 1892188"/>
              <a:gd name="connsiteX3-205" fmla="*/ 1856694 w 1892189"/>
              <a:gd name="connsiteY3-206" fmla="*/ 865298 h 1892188"/>
              <a:gd name="connsiteX4-207" fmla="*/ 1856669 w 1892189"/>
              <a:gd name="connsiteY4-208" fmla="*/ 1026916 h 1892188"/>
              <a:gd name="connsiteX5-209" fmla="*/ 1026891 w 1892189"/>
              <a:gd name="connsiteY5-210" fmla="*/ 1856693 h 1892188"/>
              <a:gd name="connsiteX6-211" fmla="*/ 865274 w 1892189"/>
              <a:gd name="connsiteY6-212" fmla="*/ 1856668 h 1892188"/>
              <a:gd name="connsiteX7-213" fmla="*/ 35496 w 1892189"/>
              <a:gd name="connsiteY7-214" fmla="*/ 1026890 h 1892188"/>
              <a:gd name="connsiteX8-215" fmla="*/ 35521 w 1892189"/>
              <a:gd name="connsiteY8-216" fmla="*/ 865273 h 1892188"/>
              <a:gd name="connsiteX0-217" fmla="*/ 35521 w 1892189"/>
              <a:gd name="connsiteY0-218" fmla="*/ 865273 h 1892188"/>
              <a:gd name="connsiteX1-219" fmla="*/ 865299 w 1892189"/>
              <a:gd name="connsiteY1-220" fmla="*/ 35495 h 1892188"/>
              <a:gd name="connsiteX2-221" fmla="*/ 1026916 w 1892189"/>
              <a:gd name="connsiteY2-222" fmla="*/ 35520 h 1892188"/>
              <a:gd name="connsiteX3-223" fmla="*/ 1856694 w 1892189"/>
              <a:gd name="connsiteY3-224" fmla="*/ 865298 h 1892188"/>
              <a:gd name="connsiteX4-225" fmla="*/ 1856669 w 1892189"/>
              <a:gd name="connsiteY4-226" fmla="*/ 1026916 h 1892188"/>
              <a:gd name="connsiteX5-227" fmla="*/ 1026891 w 1892189"/>
              <a:gd name="connsiteY5-228" fmla="*/ 1856693 h 1892188"/>
              <a:gd name="connsiteX6-229" fmla="*/ 865274 w 1892189"/>
              <a:gd name="connsiteY6-230" fmla="*/ 1856668 h 1892188"/>
              <a:gd name="connsiteX7-231" fmla="*/ 35496 w 1892189"/>
              <a:gd name="connsiteY7-232" fmla="*/ 1026890 h 1892188"/>
              <a:gd name="connsiteX8-233" fmla="*/ 35521 w 1892189"/>
              <a:gd name="connsiteY8-234" fmla="*/ 865273 h 1892188"/>
              <a:gd name="connsiteX0-235" fmla="*/ 35521 w 1892189"/>
              <a:gd name="connsiteY0-236" fmla="*/ 865273 h 1892188"/>
              <a:gd name="connsiteX1-237" fmla="*/ 865299 w 1892189"/>
              <a:gd name="connsiteY1-238" fmla="*/ 35495 h 1892188"/>
              <a:gd name="connsiteX2-239" fmla="*/ 1026916 w 1892189"/>
              <a:gd name="connsiteY2-240" fmla="*/ 35520 h 1892188"/>
              <a:gd name="connsiteX3-241" fmla="*/ 1856694 w 1892189"/>
              <a:gd name="connsiteY3-242" fmla="*/ 865298 h 1892188"/>
              <a:gd name="connsiteX4-243" fmla="*/ 1856669 w 1892189"/>
              <a:gd name="connsiteY4-244" fmla="*/ 1026916 h 1892188"/>
              <a:gd name="connsiteX5-245" fmla="*/ 1026891 w 1892189"/>
              <a:gd name="connsiteY5-246" fmla="*/ 1856693 h 1892188"/>
              <a:gd name="connsiteX6-247" fmla="*/ 865274 w 1892189"/>
              <a:gd name="connsiteY6-248" fmla="*/ 1856668 h 1892188"/>
              <a:gd name="connsiteX7-249" fmla="*/ 35496 w 1892189"/>
              <a:gd name="connsiteY7-250" fmla="*/ 1026890 h 1892188"/>
              <a:gd name="connsiteX8-251" fmla="*/ 35521 w 1892189"/>
              <a:gd name="connsiteY8-252" fmla="*/ 865273 h 189218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1892189" h="1892188">
                <a:moveTo>
                  <a:pt x="35521" y="865273"/>
                </a:moveTo>
                <a:cubicBezTo>
                  <a:pt x="35521" y="865273"/>
                  <a:pt x="865299" y="35495"/>
                  <a:pt x="865299" y="35495"/>
                </a:cubicBezTo>
                <a:cubicBezTo>
                  <a:pt x="912643" y="-11849"/>
                  <a:pt x="979572" y="-11824"/>
                  <a:pt x="1026916" y="35520"/>
                </a:cubicBezTo>
                <a:cubicBezTo>
                  <a:pt x="1026916" y="35520"/>
                  <a:pt x="1856694" y="865298"/>
                  <a:pt x="1856694" y="865298"/>
                </a:cubicBezTo>
                <a:cubicBezTo>
                  <a:pt x="1904038" y="912642"/>
                  <a:pt x="1904013" y="979572"/>
                  <a:pt x="1856669" y="1026916"/>
                </a:cubicBezTo>
                <a:cubicBezTo>
                  <a:pt x="1856669" y="1026916"/>
                  <a:pt x="1026891" y="1856693"/>
                  <a:pt x="1026891" y="1856693"/>
                </a:cubicBezTo>
                <a:cubicBezTo>
                  <a:pt x="979547" y="1904037"/>
                  <a:pt x="912618" y="1904011"/>
                  <a:pt x="865274" y="1856668"/>
                </a:cubicBezTo>
                <a:cubicBezTo>
                  <a:pt x="865274" y="1856667"/>
                  <a:pt x="35496" y="1026889"/>
                  <a:pt x="35496" y="1026890"/>
                </a:cubicBezTo>
                <a:cubicBezTo>
                  <a:pt x="-11848" y="979545"/>
                  <a:pt x="-11823" y="912617"/>
                  <a:pt x="35521" y="865273"/>
                </a:cubicBezTo>
                <a:close/>
              </a:path>
            </a:pathLst>
          </a:custGeom>
          <a:solidFill>
            <a:schemeClr val="accent1">
              <a:lumMod val="40000"/>
              <a:lumOff val="60000"/>
              <a:alpha val="26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zh-CN" altLang="en-US">
              <a:sym typeface="+mn-ea"/>
            </a:endParaRPr>
          </a:p>
        </p:txBody>
      </p:sp>
      <p:cxnSp>
        <p:nvCxnSpPr>
          <p:cNvPr id="3" name="直接连接符 2"/>
          <p:cNvCxnSpPr/>
          <p:nvPr>
            <p:custDataLst>
              <p:tags r:id="rId7"/>
            </p:custDataLst>
          </p:nvPr>
        </p:nvCxnSpPr>
        <p:spPr>
          <a:xfrm>
            <a:off x="11346815" y="5031105"/>
            <a:ext cx="0" cy="1152525"/>
          </a:xfrm>
          <a:prstGeom prst="line">
            <a:avLst/>
          </a:prstGeom>
          <a:ln w="9525" cap="rnd">
            <a:solidFill>
              <a:schemeClr val="accent1">
                <a:alpha val="35000"/>
              </a:schemeClr>
            </a:solidFill>
            <a:round/>
          </a:ln>
        </p:spPr>
        <p:style>
          <a:lnRef idx="2">
            <a:schemeClr val="accent1"/>
          </a:lnRef>
          <a:fillRef idx="0">
            <a:srgbClr val="FFFFFF"/>
          </a:fillRef>
          <a:effectRef idx="0">
            <a:srgbClr val="FFFFFF"/>
          </a:effectRef>
          <a:fontRef idx="minor">
            <a:schemeClr val="tx1"/>
          </a:fontRef>
        </p:style>
      </p:cxnSp>
      <p:sp>
        <p:nvSpPr>
          <p:cNvPr id="11" name="文本框 10">
            <a:extLst>
              <a:ext uri="{FF2B5EF4-FFF2-40B4-BE49-F238E27FC236}">
                <a16:creationId xmlns:a16="http://schemas.microsoft.com/office/drawing/2014/main" id="{13B41822-9BEA-4F63-A387-3118E823765F}"/>
              </a:ext>
            </a:extLst>
          </p:cNvPr>
          <p:cNvSpPr txBox="1"/>
          <p:nvPr>
            <p:custDataLst>
              <p:tags r:id="rId8"/>
            </p:custDataLst>
          </p:nvPr>
        </p:nvSpPr>
        <p:spPr>
          <a:xfrm>
            <a:off x="1627505" y="693415"/>
            <a:ext cx="11504958" cy="5222245"/>
          </a:xfrm>
          <a:prstGeom prst="rect">
            <a:avLst/>
          </a:prstGeom>
          <a:noFill/>
        </p:spPr>
        <p:txBody>
          <a:bodyPr wrap="square" rtlCol="0" anchor="ctr" anchorCtr="0">
            <a:noAutofit/>
          </a:bodyPr>
          <a:lstStyle>
            <a:defPPr>
              <a:defRPr lang="zh-CN"/>
            </a:defPPr>
            <a:lvl1pPr lvl="0" indent="0" fontAlgn="auto">
              <a:lnSpc>
                <a:spcPct val="150000"/>
              </a:lnSpc>
              <a:defRPr sz="2000" kern="0">
                <a:ln>
                  <a:noFill/>
                  <a:prstDash val="sysDot"/>
                </a:ln>
                <a:solidFill>
                  <a:schemeClr val="tx1">
                    <a:lumMod val="85000"/>
                    <a:lumOff val="15000"/>
                  </a:schemeClr>
                </a:solidFill>
                <a:latin typeface="Times New Roman" panose="02020603050405020304" pitchFamily="18" charset="0"/>
              </a:defRPr>
            </a:lvl1pPr>
          </a:lstStyle>
          <a:p>
            <a:r>
              <a:rPr lang="en-US" altLang="zh-CN" sz="1400" dirty="0"/>
              <a:t># K-means </a:t>
            </a:r>
            <a:r>
              <a:rPr lang="zh-CN" altLang="en-US" sz="1400" dirty="0"/>
              <a:t>聚类实现</a:t>
            </a:r>
          </a:p>
          <a:p>
            <a:r>
              <a:rPr lang="en-US" altLang="zh-CN" sz="1400" dirty="0"/>
              <a:t>def </a:t>
            </a:r>
            <a:r>
              <a:rPr lang="en-US" altLang="zh-CN" sz="1400" dirty="0" err="1"/>
              <a:t>kmeans</a:t>
            </a:r>
            <a:r>
              <a:rPr lang="en-US" altLang="zh-CN" sz="1400" dirty="0"/>
              <a:t>(X, K, </a:t>
            </a:r>
            <a:r>
              <a:rPr lang="en-US" altLang="zh-CN" sz="1400" dirty="0" err="1"/>
              <a:t>max_iters</a:t>
            </a:r>
            <a:r>
              <a:rPr lang="en-US" altLang="zh-CN" sz="1400" dirty="0"/>
              <a:t>=100):</a:t>
            </a:r>
          </a:p>
          <a:p>
            <a:r>
              <a:rPr lang="en-US" altLang="zh-CN" sz="1400" dirty="0"/>
              <a:t>    # </a:t>
            </a:r>
            <a:r>
              <a:rPr lang="zh-CN" altLang="en-US" sz="1400" dirty="0"/>
              <a:t>随机选择初始质心</a:t>
            </a:r>
          </a:p>
          <a:p>
            <a:r>
              <a:rPr lang="zh-CN" altLang="en-US" sz="1400" dirty="0"/>
              <a:t>    </a:t>
            </a:r>
            <a:r>
              <a:rPr lang="en-US" altLang="zh-CN" sz="1400" dirty="0" err="1"/>
              <a:t>np.random.seed</a:t>
            </a:r>
            <a:r>
              <a:rPr lang="en-US" altLang="zh-CN" sz="1400" dirty="0"/>
              <a:t>(42)</a:t>
            </a:r>
          </a:p>
          <a:p>
            <a:r>
              <a:rPr lang="en-US" altLang="zh-CN" sz="1400" dirty="0"/>
              <a:t>    centroids = X[</a:t>
            </a:r>
            <a:r>
              <a:rPr lang="en-US" altLang="zh-CN" sz="1400" dirty="0" err="1"/>
              <a:t>np.random.choice</a:t>
            </a:r>
            <a:r>
              <a:rPr lang="en-US" altLang="zh-CN" sz="1400" dirty="0"/>
              <a:t>(</a:t>
            </a:r>
            <a:r>
              <a:rPr lang="en-US" altLang="zh-CN" sz="1400" dirty="0" err="1"/>
              <a:t>X.shape</a:t>
            </a:r>
            <a:r>
              <a:rPr lang="en-US" altLang="zh-CN" sz="1400" dirty="0"/>
              <a:t>[0], K, replace=False)]</a:t>
            </a:r>
          </a:p>
          <a:p>
            <a:r>
              <a:rPr lang="en-US" altLang="zh-CN" sz="1400" dirty="0"/>
              <a:t>        for _ in range(</a:t>
            </a:r>
            <a:r>
              <a:rPr lang="en-US" altLang="zh-CN" sz="1400" dirty="0" err="1"/>
              <a:t>max_iters</a:t>
            </a:r>
            <a:r>
              <a:rPr lang="en-US" altLang="zh-CN" sz="1400" dirty="0"/>
              <a:t>):</a:t>
            </a:r>
          </a:p>
          <a:p>
            <a:r>
              <a:rPr lang="en-US" altLang="zh-CN" sz="1400" dirty="0"/>
              <a:t>        # </a:t>
            </a:r>
            <a:r>
              <a:rPr lang="zh-CN" altLang="en-US" sz="1400" dirty="0"/>
              <a:t>分配数据点到最近的质心</a:t>
            </a:r>
          </a:p>
          <a:p>
            <a:r>
              <a:rPr lang="zh-CN" altLang="en-US" sz="1400" dirty="0"/>
              <a:t>        </a:t>
            </a:r>
            <a:r>
              <a:rPr lang="en-US" altLang="zh-CN" sz="1400" dirty="0"/>
              <a:t>distances = </a:t>
            </a:r>
            <a:r>
              <a:rPr lang="en-US" altLang="zh-CN" sz="1400" dirty="0" err="1"/>
              <a:t>np.linalg.norm</a:t>
            </a:r>
            <a:r>
              <a:rPr lang="en-US" altLang="zh-CN" sz="1400" dirty="0"/>
              <a:t>(X[:, </a:t>
            </a:r>
            <a:r>
              <a:rPr lang="en-US" altLang="zh-CN" sz="1400" dirty="0" err="1"/>
              <a:t>np.newaxis</a:t>
            </a:r>
            <a:r>
              <a:rPr lang="en-US" altLang="zh-CN" sz="1400" dirty="0"/>
              <a:t>] - centroids, axis=2)</a:t>
            </a:r>
          </a:p>
          <a:p>
            <a:r>
              <a:rPr lang="en-US" altLang="zh-CN" sz="1400" dirty="0"/>
              <a:t>        labels = </a:t>
            </a:r>
            <a:r>
              <a:rPr lang="en-US" altLang="zh-CN" sz="1400" dirty="0" err="1"/>
              <a:t>np.argmin</a:t>
            </a:r>
            <a:r>
              <a:rPr lang="en-US" altLang="zh-CN" sz="1400" dirty="0"/>
              <a:t>(distances, axis=1)</a:t>
            </a:r>
          </a:p>
          <a:p>
            <a:r>
              <a:rPr lang="en-US" altLang="zh-CN" sz="1400" dirty="0"/>
              <a:t>                # </a:t>
            </a:r>
            <a:r>
              <a:rPr lang="zh-CN" altLang="en-US" sz="1400" dirty="0"/>
              <a:t>更新质心</a:t>
            </a:r>
          </a:p>
          <a:p>
            <a:r>
              <a:rPr lang="zh-CN" altLang="en-US" sz="1400" dirty="0"/>
              <a:t>        </a:t>
            </a:r>
            <a:r>
              <a:rPr lang="en-US" altLang="zh-CN" sz="1400" dirty="0" err="1"/>
              <a:t>new_centroids</a:t>
            </a:r>
            <a:r>
              <a:rPr lang="en-US" altLang="zh-CN" sz="1400" dirty="0"/>
              <a:t> = </a:t>
            </a:r>
            <a:r>
              <a:rPr lang="en-US" altLang="zh-CN" sz="1400" dirty="0" err="1"/>
              <a:t>np.array</a:t>
            </a:r>
            <a:r>
              <a:rPr lang="en-US" altLang="zh-CN" sz="1400" dirty="0"/>
              <a:t>([X[labels == k].mean(axis=0) for k in range(K)])</a:t>
            </a:r>
          </a:p>
          <a:p>
            <a:r>
              <a:rPr lang="en-US" altLang="zh-CN" sz="1400" dirty="0"/>
              <a:t>             # </a:t>
            </a:r>
            <a:r>
              <a:rPr lang="zh-CN" altLang="en-US" sz="1400" dirty="0"/>
              <a:t>如果质心不再变化，则停止迭代</a:t>
            </a:r>
          </a:p>
          <a:p>
            <a:r>
              <a:rPr lang="zh-CN" altLang="en-US" sz="1400" dirty="0"/>
              <a:t>        </a:t>
            </a:r>
            <a:r>
              <a:rPr lang="en-US" altLang="zh-CN" sz="1400" dirty="0"/>
              <a:t>if </a:t>
            </a:r>
            <a:r>
              <a:rPr lang="en-US" altLang="zh-CN" sz="1400" dirty="0" err="1"/>
              <a:t>np.all</a:t>
            </a:r>
            <a:r>
              <a:rPr lang="en-US" altLang="zh-CN" sz="1400" dirty="0"/>
              <a:t>(centroids == </a:t>
            </a:r>
            <a:r>
              <a:rPr lang="en-US" altLang="zh-CN" sz="1400" dirty="0" err="1"/>
              <a:t>new_centroids</a:t>
            </a:r>
            <a:r>
              <a:rPr lang="en-US" altLang="zh-CN" sz="1400" dirty="0"/>
              <a:t>):</a:t>
            </a:r>
          </a:p>
          <a:p>
            <a:r>
              <a:rPr lang="en-US" altLang="zh-CN" sz="1400" dirty="0"/>
              <a:t>            break</a:t>
            </a:r>
          </a:p>
          <a:p>
            <a:r>
              <a:rPr lang="en-US" altLang="zh-CN" sz="1400" dirty="0"/>
              <a:t>        centroids = </a:t>
            </a:r>
            <a:r>
              <a:rPr lang="en-US" altLang="zh-CN" sz="1400" dirty="0" err="1"/>
              <a:t>new_centroids</a:t>
            </a:r>
            <a:endParaRPr lang="en-US" altLang="zh-CN" sz="1400" dirty="0"/>
          </a:p>
          <a:p>
            <a:r>
              <a:rPr lang="en-US" altLang="zh-CN" sz="1400" dirty="0"/>
              <a:t>        return labels, centroids</a:t>
            </a:r>
          </a:p>
        </p:txBody>
      </p:sp>
    </p:spTree>
    <p:custDataLst>
      <p:tags r:id="rId1"/>
    </p:custDataLst>
    <p:extLst>
      <p:ext uri="{BB962C8B-B14F-4D97-AF65-F5344CB8AC3E}">
        <p14:creationId xmlns:p14="http://schemas.microsoft.com/office/powerpoint/2010/main" val="1158246053"/>
      </p:ext>
    </p:extLst>
  </p:cSld>
  <p:clrMapOvr>
    <a:masterClrMapping/>
  </p:clrMapOvr>
  <p:transition>
    <p:fade/>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标题 16"/>
          <p:cNvSpPr>
            <a:spLocks noGrp="1"/>
          </p:cNvSpPr>
          <p:nvPr>
            <p:ph type="title"/>
            <p:custDataLst>
              <p:tags r:id="rId2"/>
            </p:custDataLst>
          </p:nvPr>
        </p:nvSpPr>
        <p:spPr/>
        <p:txBody>
          <a:bodyPr>
            <a:normAutofit fontScale="90000"/>
          </a:bodyPr>
          <a:lstStyle/>
          <a:p>
            <a:r>
              <a:rPr lang="en-US" altLang="zh-CN" dirty="0"/>
              <a:t>2.4 </a:t>
            </a:r>
            <a:r>
              <a:rPr lang="zh-CN" altLang="en-US"/>
              <a:t>课后习题</a:t>
            </a:r>
            <a:endParaRPr lang="zh-CN" altLang="en-US" dirty="0"/>
          </a:p>
        </p:txBody>
      </p:sp>
      <p:cxnSp>
        <p:nvCxnSpPr>
          <p:cNvPr id="76" name="直接连接符 75"/>
          <p:cNvCxnSpPr/>
          <p:nvPr>
            <p:custDataLst>
              <p:tags r:id="rId3"/>
            </p:custDataLst>
          </p:nvPr>
        </p:nvCxnSpPr>
        <p:spPr>
          <a:xfrm>
            <a:off x="6898640" y="5965825"/>
            <a:ext cx="4679315" cy="0"/>
          </a:xfrm>
          <a:prstGeom prst="line">
            <a:avLst/>
          </a:prstGeom>
          <a:ln w="9525" cap="rnd">
            <a:solidFill>
              <a:schemeClr val="accent1">
                <a:alpha val="35000"/>
              </a:schemeClr>
            </a:solidFill>
            <a:round/>
          </a:ln>
        </p:spPr>
        <p:style>
          <a:lnRef idx="2">
            <a:schemeClr val="accent1"/>
          </a:lnRef>
          <a:fillRef idx="0">
            <a:srgbClr val="FFFFFF"/>
          </a:fillRef>
          <a:effectRef idx="0">
            <a:srgbClr val="FFFFFF"/>
          </a:effectRef>
          <a:fontRef idx="minor">
            <a:schemeClr val="tx1"/>
          </a:fontRef>
        </p:style>
      </p:cxnSp>
      <p:cxnSp>
        <p:nvCxnSpPr>
          <p:cNvPr id="77" name="直接连接符 76"/>
          <p:cNvCxnSpPr/>
          <p:nvPr>
            <p:custDataLst>
              <p:tags r:id="rId4"/>
            </p:custDataLst>
          </p:nvPr>
        </p:nvCxnSpPr>
        <p:spPr>
          <a:xfrm>
            <a:off x="1627505" y="5865495"/>
            <a:ext cx="7217410" cy="0"/>
          </a:xfrm>
          <a:prstGeom prst="line">
            <a:avLst/>
          </a:prstGeom>
          <a:ln w="9525" cap="rnd">
            <a:solidFill>
              <a:schemeClr val="accent1">
                <a:alpha val="35000"/>
              </a:schemeClr>
            </a:solidFill>
            <a:round/>
          </a:ln>
        </p:spPr>
        <p:style>
          <a:lnRef idx="2">
            <a:schemeClr val="accent1"/>
          </a:lnRef>
          <a:fillRef idx="0">
            <a:srgbClr val="FFFFFF"/>
          </a:fillRef>
          <a:effectRef idx="0">
            <a:srgbClr val="FFFFFF"/>
          </a:effectRef>
          <a:fontRef idx="minor">
            <a:schemeClr val="tx1"/>
          </a:fontRef>
        </p:style>
      </p:cxnSp>
      <p:sp>
        <p:nvSpPr>
          <p:cNvPr id="1398" name="任意多边形: 形状 1397"/>
          <p:cNvSpPr/>
          <p:nvPr>
            <p:custDataLst>
              <p:tags r:id="rId5"/>
            </p:custDataLst>
          </p:nvPr>
        </p:nvSpPr>
        <p:spPr>
          <a:xfrm>
            <a:off x="635635" y="5552440"/>
            <a:ext cx="631190" cy="631190"/>
          </a:xfrm>
          <a:custGeom>
            <a:avLst/>
            <a:gdLst>
              <a:gd name="connsiteX0" fmla="*/ 35521 w 1877718"/>
              <a:gd name="connsiteY0" fmla="*/ 850803 h 1863247"/>
              <a:gd name="connsiteX1" fmla="*/ 865299 w 1877718"/>
              <a:gd name="connsiteY1" fmla="*/ 21025 h 1863247"/>
              <a:gd name="connsiteX2" fmla="*/ 1026916 w 1877718"/>
              <a:gd name="connsiteY2" fmla="*/ 21050 h 1863247"/>
              <a:gd name="connsiteX3" fmla="*/ 1856694 w 1877718"/>
              <a:gd name="connsiteY3" fmla="*/ 850828 h 1863247"/>
              <a:gd name="connsiteX4" fmla="*/ 1856669 w 1877718"/>
              <a:gd name="connsiteY4" fmla="*/ 1012446 h 1863247"/>
              <a:gd name="connsiteX5" fmla="*/ 1026891 w 1877718"/>
              <a:gd name="connsiteY5" fmla="*/ 1842223 h 1863247"/>
              <a:gd name="connsiteX6" fmla="*/ 865274 w 1877718"/>
              <a:gd name="connsiteY6" fmla="*/ 1842198 h 1863247"/>
              <a:gd name="connsiteX7" fmla="*/ 35496 w 1877718"/>
              <a:gd name="connsiteY7" fmla="*/ 1012420 h 1863247"/>
              <a:gd name="connsiteX8" fmla="*/ 35521 w 1877718"/>
              <a:gd name="connsiteY8" fmla="*/ 850803 h 1863247"/>
              <a:gd name="connsiteX0-1" fmla="*/ 35521 w 1877718"/>
              <a:gd name="connsiteY0-2" fmla="*/ 850803 h 1863247"/>
              <a:gd name="connsiteX1-3" fmla="*/ 865299 w 1877718"/>
              <a:gd name="connsiteY1-4" fmla="*/ 21025 h 1863247"/>
              <a:gd name="connsiteX2-5" fmla="*/ 1026916 w 1877718"/>
              <a:gd name="connsiteY2-6" fmla="*/ 21050 h 1863247"/>
              <a:gd name="connsiteX3-7" fmla="*/ 1856694 w 1877718"/>
              <a:gd name="connsiteY3-8" fmla="*/ 850828 h 1863247"/>
              <a:gd name="connsiteX4-9" fmla="*/ 1856669 w 1877718"/>
              <a:gd name="connsiteY4-10" fmla="*/ 1012446 h 1863247"/>
              <a:gd name="connsiteX5-11" fmla="*/ 1026891 w 1877718"/>
              <a:gd name="connsiteY5-12" fmla="*/ 1842223 h 1863247"/>
              <a:gd name="connsiteX6-13" fmla="*/ 865274 w 1877718"/>
              <a:gd name="connsiteY6-14" fmla="*/ 1842198 h 1863247"/>
              <a:gd name="connsiteX7-15" fmla="*/ 35496 w 1877718"/>
              <a:gd name="connsiteY7-16" fmla="*/ 1012420 h 1863247"/>
              <a:gd name="connsiteX8-17" fmla="*/ 35521 w 1877718"/>
              <a:gd name="connsiteY8-18" fmla="*/ 850803 h 1863247"/>
              <a:gd name="connsiteX0-19" fmla="*/ 35521 w 1877718"/>
              <a:gd name="connsiteY0-20" fmla="*/ 850813 h 1863257"/>
              <a:gd name="connsiteX1-21" fmla="*/ 865299 w 1877718"/>
              <a:gd name="connsiteY1-22" fmla="*/ 21035 h 1863257"/>
              <a:gd name="connsiteX2-23" fmla="*/ 1026916 w 1877718"/>
              <a:gd name="connsiteY2-24" fmla="*/ 21060 h 1863257"/>
              <a:gd name="connsiteX3-25" fmla="*/ 1856694 w 1877718"/>
              <a:gd name="connsiteY3-26" fmla="*/ 850838 h 1863257"/>
              <a:gd name="connsiteX4-27" fmla="*/ 1856669 w 1877718"/>
              <a:gd name="connsiteY4-28" fmla="*/ 1012456 h 1863257"/>
              <a:gd name="connsiteX5-29" fmla="*/ 1026891 w 1877718"/>
              <a:gd name="connsiteY5-30" fmla="*/ 1842233 h 1863257"/>
              <a:gd name="connsiteX6-31" fmla="*/ 865274 w 1877718"/>
              <a:gd name="connsiteY6-32" fmla="*/ 1842208 h 1863257"/>
              <a:gd name="connsiteX7-33" fmla="*/ 35496 w 1877718"/>
              <a:gd name="connsiteY7-34" fmla="*/ 1012430 h 1863257"/>
              <a:gd name="connsiteX8-35" fmla="*/ 35521 w 1877718"/>
              <a:gd name="connsiteY8-36" fmla="*/ 850813 h 1863257"/>
              <a:gd name="connsiteX0-37" fmla="*/ 35521 w 1877718"/>
              <a:gd name="connsiteY0-38" fmla="*/ 865273 h 1877717"/>
              <a:gd name="connsiteX1-39" fmla="*/ 865299 w 1877718"/>
              <a:gd name="connsiteY1-40" fmla="*/ 35495 h 1877717"/>
              <a:gd name="connsiteX2-41" fmla="*/ 1026916 w 1877718"/>
              <a:gd name="connsiteY2-42" fmla="*/ 35520 h 1877717"/>
              <a:gd name="connsiteX3-43" fmla="*/ 1856694 w 1877718"/>
              <a:gd name="connsiteY3-44" fmla="*/ 865298 h 1877717"/>
              <a:gd name="connsiteX4-45" fmla="*/ 1856669 w 1877718"/>
              <a:gd name="connsiteY4-46" fmla="*/ 1026916 h 1877717"/>
              <a:gd name="connsiteX5-47" fmla="*/ 1026891 w 1877718"/>
              <a:gd name="connsiteY5-48" fmla="*/ 1856693 h 1877717"/>
              <a:gd name="connsiteX6-49" fmla="*/ 865274 w 1877718"/>
              <a:gd name="connsiteY6-50" fmla="*/ 1856668 h 1877717"/>
              <a:gd name="connsiteX7-51" fmla="*/ 35496 w 1877718"/>
              <a:gd name="connsiteY7-52" fmla="*/ 1026890 h 1877717"/>
              <a:gd name="connsiteX8-53" fmla="*/ 35521 w 1877718"/>
              <a:gd name="connsiteY8-54" fmla="*/ 865273 h 1877717"/>
              <a:gd name="connsiteX0-55" fmla="*/ 35521 w 1877718"/>
              <a:gd name="connsiteY0-56" fmla="*/ 865273 h 1877717"/>
              <a:gd name="connsiteX1-57" fmla="*/ 865299 w 1877718"/>
              <a:gd name="connsiteY1-58" fmla="*/ 35495 h 1877717"/>
              <a:gd name="connsiteX2-59" fmla="*/ 1026916 w 1877718"/>
              <a:gd name="connsiteY2-60" fmla="*/ 35520 h 1877717"/>
              <a:gd name="connsiteX3-61" fmla="*/ 1856694 w 1877718"/>
              <a:gd name="connsiteY3-62" fmla="*/ 865298 h 1877717"/>
              <a:gd name="connsiteX4-63" fmla="*/ 1856669 w 1877718"/>
              <a:gd name="connsiteY4-64" fmla="*/ 1026916 h 1877717"/>
              <a:gd name="connsiteX5-65" fmla="*/ 1026891 w 1877718"/>
              <a:gd name="connsiteY5-66" fmla="*/ 1856693 h 1877717"/>
              <a:gd name="connsiteX6-67" fmla="*/ 865274 w 1877718"/>
              <a:gd name="connsiteY6-68" fmla="*/ 1856668 h 1877717"/>
              <a:gd name="connsiteX7-69" fmla="*/ 35496 w 1877718"/>
              <a:gd name="connsiteY7-70" fmla="*/ 1026890 h 1877717"/>
              <a:gd name="connsiteX8-71" fmla="*/ 35521 w 1877718"/>
              <a:gd name="connsiteY8-72" fmla="*/ 865273 h 1877717"/>
              <a:gd name="connsiteX0-73" fmla="*/ 35521 w 1877718"/>
              <a:gd name="connsiteY0-74" fmla="*/ 865273 h 1877717"/>
              <a:gd name="connsiteX1-75" fmla="*/ 865299 w 1877718"/>
              <a:gd name="connsiteY1-76" fmla="*/ 35495 h 1877717"/>
              <a:gd name="connsiteX2-77" fmla="*/ 1026916 w 1877718"/>
              <a:gd name="connsiteY2-78" fmla="*/ 35520 h 1877717"/>
              <a:gd name="connsiteX3-79" fmla="*/ 1856694 w 1877718"/>
              <a:gd name="connsiteY3-80" fmla="*/ 865298 h 1877717"/>
              <a:gd name="connsiteX4-81" fmla="*/ 1856669 w 1877718"/>
              <a:gd name="connsiteY4-82" fmla="*/ 1026916 h 1877717"/>
              <a:gd name="connsiteX5-83" fmla="*/ 1026891 w 1877718"/>
              <a:gd name="connsiteY5-84" fmla="*/ 1856693 h 1877717"/>
              <a:gd name="connsiteX6-85" fmla="*/ 865274 w 1877718"/>
              <a:gd name="connsiteY6-86" fmla="*/ 1856668 h 1877717"/>
              <a:gd name="connsiteX7-87" fmla="*/ 35496 w 1877718"/>
              <a:gd name="connsiteY7-88" fmla="*/ 1026890 h 1877717"/>
              <a:gd name="connsiteX8-89" fmla="*/ 35521 w 1877718"/>
              <a:gd name="connsiteY8-90" fmla="*/ 865273 h 1877717"/>
              <a:gd name="connsiteX0-91" fmla="*/ 35521 w 1877729"/>
              <a:gd name="connsiteY0-92" fmla="*/ 865273 h 1877717"/>
              <a:gd name="connsiteX1-93" fmla="*/ 865299 w 1877729"/>
              <a:gd name="connsiteY1-94" fmla="*/ 35495 h 1877717"/>
              <a:gd name="connsiteX2-95" fmla="*/ 1026916 w 1877729"/>
              <a:gd name="connsiteY2-96" fmla="*/ 35520 h 1877717"/>
              <a:gd name="connsiteX3-97" fmla="*/ 1856694 w 1877729"/>
              <a:gd name="connsiteY3-98" fmla="*/ 865298 h 1877717"/>
              <a:gd name="connsiteX4-99" fmla="*/ 1856669 w 1877729"/>
              <a:gd name="connsiteY4-100" fmla="*/ 1026916 h 1877717"/>
              <a:gd name="connsiteX5-101" fmla="*/ 1026891 w 1877729"/>
              <a:gd name="connsiteY5-102" fmla="*/ 1856693 h 1877717"/>
              <a:gd name="connsiteX6-103" fmla="*/ 865274 w 1877729"/>
              <a:gd name="connsiteY6-104" fmla="*/ 1856668 h 1877717"/>
              <a:gd name="connsiteX7-105" fmla="*/ 35496 w 1877729"/>
              <a:gd name="connsiteY7-106" fmla="*/ 1026890 h 1877717"/>
              <a:gd name="connsiteX8-107" fmla="*/ 35521 w 1877729"/>
              <a:gd name="connsiteY8-108" fmla="*/ 865273 h 1877717"/>
              <a:gd name="connsiteX0-109" fmla="*/ 35521 w 1892189"/>
              <a:gd name="connsiteY0-110" fmla="*/ 865273 h 1877717"/>
              <a:gd name="connsiteX1-111" fmla="*/ 865299 w 1892189"/>
              <a:gd name="connsiteY1-112" fmla="*/ 35495 h 1877717"/>
              <a:gd name="connsiteX2-113" fmla="*/ 1026916 w 1892189"/>
              <a:gd name="connsiteY2-114" fmla="*/ 35520 h 1877717"/>
              <a:gd name="connsiteX3-115" fmla="*/ 1856694 w 1892189"/>
              <a:gd name="connsiteY3-116" fmla="*/ 865298 h 1877717"/>
              <a:gd name="connsiteX4-117" fmla="*/ 1856669 w 1892189"/>
              <a:gd name="connsiteY4-118" fmla="*/ 1026916 h 1877717"/>
              <a:gd name="connsiteX5-119" fmla="*/ 1026891 w 1892189"/>
              <a:gd name="connsiteY5-120" fmla="*/ 1856693 h 1877717"/>
              <a:gd name="connsiteX6-121" fmla="*/ 865274 w 1892189"/>
              <a:gd name="connsiteY6-122" fmla="*/ 1856668 h 1877717"/>
              <a:gd name="connsiteX7-123" fmla="*/ 35496 w 1892189"/>
              <a:gd name="connsiteY7-124" fmla="*/ 1026890 h 1877717"/>
              <a:gd name="connsiteX8-125" fmla="*/ 35521 w 1892189"/>
              <a:gd name="connsiteY8-126" fmla="*/ 865273 h 1877717"/>
              <a:gd name="connsiteX0-127" fmla="*/ 35521 w 1892189"/>
              <a:gd name="connsiteY0-128" fmla="*/ 865273 h 1877717"/>
              <a:gd name="connsiteX1-129" fmla="*/ 865299 w 1892189"/>
              <a:gd name="connsiteY1-130" fmla="*/ 35495 h 1877717"/>
              <a:gd name="connsiteX2-131" fmla="*/ 1026916 w 1892189"/>
              <a:gd name="connsiteY2-132" fmla="*/ 35520 h 1877717"/>
              <a:gd name="connsiteX3-133" fmla="*/ 1856694 w 1892189"/>
              <a:gd name="connsiteY3-134" fmla="*/ 865298 h 1877717"/>
              <a:gd name="connsiteX4-135" fmla="*/ 1856669 w 1892189"/>
              <a:gd name="connsiteY4-136" fmla="*/ 1026916 h 1877717"/>
              <a:gd name="connsiteX5-137" fmla="*/ 1026891 w 1892189"/>
              <a:gd name="connsiteY5-138" fmla="*/ 1856693 h 1877717"/>
              <a:gd name="connsiteX6-139" fmla="*/ 865274 w 1892189"/>
              <a:gd name="connsiteY6-140" fmla="*/ 1856668 h 1877717"/>
              <a:gd name="connsiteX7-141" fmla="*/ 35496 w 1892189"/>
              <a:gd name="connsiteY7-142" fmla="*/ 1026890 h 1877717"/>
              <a:gd name="connsiteX8-143" fmla="*/ 35521 w 1892189"/>
              <a:gd name="connsiteY8-144" fmla="*/ 865273 h 1877717"/>
              <a:gd name="connsiteX0-145" fmla="*/ 35521 w 1892189"/>
              <a:gd name="connsiteY0-146" fmla="*/ 865273 h 1877717"/>
              <a:gd name="connsiteX1-147" fmla="*/ 865299 w 1892189"/>
              <a:gd name="connsiteY1-148" fmla="*/ 35495 h 1877717"/>
              <a:gd name="connsiteX2-149" fmla="*/ 1026916 w 1892189"/>
              <a:gd name="connsiteY2-150" fmla="*/ 35520 h 1877717"/>
              <a:gd name="connsiteX3-151" fmla="*/ 1856694 w 1892189"/>
              <a:gd name="connsiteY3-152" fmla="*/ 865298 h 1877717"/>
              <a:gd name="connsiteX4-153" fmla="*/ 1856669 w 1892189"/>
              <a:gd name="connsiteY4-154" fmla="*/ 1026916 h 1877717"/>
              <a:gd name="connsiteX5-155" fmla="*/ 1026891 w 1892189"/>
              <a:gd name="connsiteY5-156" fmla="*/ 1856693 h 1877717"/>
              <a:gd name="connsiteX6-157" fmla="*/ 865274 w 1892189"/>
              <a:gd name="connsiteY6-158" fmla="*/ 1856668 h 1877717"/>
              <a:gd name="connsiteX7-159" fmla="*/ 35496 w 1892189"/>
              <a:gd name="connsiteY7-160" fmla="*/ 1026890 h 1877717"/>
              <a:gd name="connsiteX8-161" fmla="*/ 35521 w 1892189"/>
              <a:gd name="connsiteY8-162" fmla="*/ 865273 h 1877717"/>
              <a:gd name="connsiteX0-163" fmla="*/ 35521 w 1892189"/>
              <a:gd name="connsiteY0-164" fmla="*/ 865273 h 1877728"/>
              <a:gd name="connsiteX1-165" fmla="*/ 865299 w 1892189"/>
              <a:gd name="connsiteY1-166" fmla="*/ 35495 h 1877728"/>
              <a:gd name="connsiteX2-167" fmla="*/ 1026916 w 1892189"/>
              <a:gd name="connsiteY2-168" fmla="*/ 35520 h 1877728"/>
              <a:gd name="connsiteX3-169" fmla="*/ 1856694 w 1892189"/>
              <a:gd name="connsiteY3-170" fmla="*/ 865298 h 1877728"/>
              <a:gd name="connsiteX4-171" fmla="*/ 1856669 w 1892189"/>
              <a:gd name="connsiteY4-172" fmla="*/ 1026916 h 1877728"/>
              <a:gd name="connsiteX5-173" fmla="*/ 1026891 w 1892189"/>
              <a:gd name="connsiteY5-174" fmla="*/ 1856693 h 1877728"/>
              <a:gd name="connsiteX6-175" fmla="*/ 865274 w 1892189"/>
              <a:gd name="connsiteY6-176" fmla="*/ 1856668 h 1877728"/>
              <a:gd name="connsiteX7-177" fmla="*/ 35496 w 1892189"/>
              <a:gd name="connsiteY7-178" fmla="*/ 1026890 h 1877728"/>
              <a:gd name="connsiteX8-179" fmla="*/ 35521 w 1892189"/>
              <a:gd name="connsiteY8-180" fmla="*/ 865273 h 1877728"/>
              <a:gd name="connsiteX0-181" fmla="*/ 35521 w 1892189"/>
              <a:gd name="connsiteY0-182" fmla="*/ 865273 h 1892188"/>
              <a:gd name="connsiteX1-183" fmla="*/ 865299 w 1892189"/>
              <a:gd name="connsiteY1-184" fmla="*/ 35495 h 1892188"/>
              <a:gd name="connsiteX2-185" fmla="*/ 1026916 w 1892189"/>
              <a:gd name="connsiteY2-186" fmla="*/ 35520 h 1892188"/>
              <a:gd name="connsiteX3-187" fmla="*/ 1856694 w 1892189"/>
              <a:gd name="connsiteY3-188" fmla="*/ 865298 h 1892188"/>
              <a:gd name="connsiteX4-189" fmla="*/ 1856669 w 1892189"/>
              <a:gd name="connsiteY4-190" fmla="*/ 1026916 h 1892188"/>
              <a:gd name="connsiteX5-191" fmla="*/ 1026891 w 1892189"/>
              <a:gd name="connsiteY5-192" fmla="*/ 1856693 h 1892188"/>
              <a:gd name="connsiteX6-193" fmla="*/ 865274 w 1892189"/>
              <a:gd name="connsiteY6-194" fmla="*/ 1856668 h 1892188"/>
              <a:gd name="connsiteX7-195" fmla="*/ 35496 w 1892189"/>
              <a:gd name="connsiteY7-196" fmla="*/ 1026890 h 1892188"/>
              <a:gd name="connsiteX8-197" fmla="*/ 35521 w 1892189"/>
              <a:gd name="connsiteY8-198" fmla="*/ 865273 h 1892188"/>
              <a:gd name="connsiteX0-199" fmla="*/ 35521 w 1892189"/>
              <a:gd name="connsiteY0-200" fmla="*/ 865273 h 1892188"/>
              <a:gd name="connsiteX1-201" fmla="*/ 865299 w 1892189"/>
              <a:gd name="connsiteY1-202" fmla="*/ 35495 h 1892188"/>
              <a:gd name="connsiteX2-203" fmla="*/ 1026916 w 1892189"/>
              <a:gd name="connsiteY2-204" fmla="*/ 35520 h 1892188"/>
              <a:gd name="connsiteX3-205" fmla="*/ 1856694 w 1892189"/>
              <a:gd name="connsiteY3-206" fmla="*/ 865298 h 1892188"/>
              <a:gd name="connsiteX4-207" fmla="*/ 1856669 w 1892189"/>
              <a:gd name="connsiteY4-208" fmla="*/ 1026916 h 1892188"/>
              <a:gd name="connsiteX5-209" fmla="*/ 1026891 w 1892189"/>
              <a:gd name="connsiteY5-210" fmla="*/ 1856693 h 1892188"/>
              <a:gd name="connsiteX6-211" fmla="*/ 865274 w 1892189"/>
              <a:gd name="connsiteY6-212" fmla="*/ 1856668 h 1892188"/>
              <a:gd name="connsiteX7-213" fmla="*/ 35496 w 1892189"/>
              <a:gd name="connsiteY7-214" fmla="*/ 1026890 h 1892188"/>
              <a:gd name="connsiteX8-215" fmla="*/ 35521 w 1892189"/>
              <a:gd name="connsiteY8-216" fmla="*/ 865273 h 1892188"/>
              <a:gd name="connsiteX0-217" fmla="*/ 35521 w 1892189"/>
              <a:gd name="connsiteY0-218" fmla="*/ 865273 h 1892188"/>
              <a:gd name="connsiteX1-219" fmla="*/ 865299 w 1892189"/>
              <a:gd name="connsiteY1-220" fmla="*/ 35495 h 1892188"/>
              <a:gd name="connsiteX2-221" fmla="*/ 1026916 w 1892189"/>
              <a:gd name="connsiteY2-222" fmla="*/ 35520 h 1892188"/>
              <a:gd name="connsiteX3-223" fmla="*/ 1856694 w 1892189"/>
              <a:gd name="connsiteY3-224" fmla="*/ 865298 h 1892188"/>
              <a:gd name="connsiteX4-225" fmla="*/ 1856669 w 1892189"/>
              <a:gd name="connsiteY4-226" fmla="*/ 1026916 h 1892188"/>
              <a:gd name="connsiteX5-227" fmla="*/ 1026891 w 1892189"/>
              <a:gd name="connsiteY5-228" fmla="*/ 1856693 h 1892188"/>
              <a:gd name="connsiteX6-229" fmla="*/ 865274 w 1892189"/>
              <a:gd name="connsiteY6-230" fmla="*/ 1856668 h 1892188"/>
              <a:gd name="connsiteX7-231" fmla="*/ 35496 w 1892189"/>
              <a:gd name="connsiteY7-232" fmla="*/ 1026890 h 1892188"/>
              <a:gd name="connsiteX8-233" fmla="*/ 35521 w 1892189"/>
              <a:gd name="connsiteY8-234" fmla="*/ 865273 h 1892188"/>
              <a:gd name="connsiteX0-235" fmla="*/ 35521 w 1892189"/>
              <a:gd name="connsiteY0-236" fmla="*/ 865273 h 1892188"/>
              <a:gd name="connsiteX1-237" fmla="*/ 865299 w 1892189"/>
              <a:gd name="connsiteY1-238" fmla="*/ 35495 h 1892188"/>
              <a:gd name="connsiteX2-239" fmla="*/ 1026916 w 1892189"/>
              <a:gd name="connsiteY2-240" fmla="*/ 35520 h 1892188"/>
              <a:gd name="connsiteX3-241" fmla="*/ 1856694 w 1892189"/>
              <a:gd name="connsiteY3-242" fmla="*/ 865298 h 1892188"/>
              <a:gd name="connsiteX4-243" fmla="*/ 1856669 w 1892189"/>
              <a:gd name="connsiteY4-244" fmla="*/ 1026916 h 1892188"/>
              <a:gd name="connsiteX5-245" fmla="*/ 1026891 w 1892189"/>
              <a:gd name="connsiteY5-246" fmla="*/ 1856693 h 1892188"/>
              <a:gd name="connsiteX6-247" fmla="*/ 865274 w 1892189"/>
              <a:gd name="connsiteY6-248" fmla="*/ 1856668 h 1892188"/>
              <a:gd name="connsiteX7-249" fmla="*/ 35496 w 1892189"/>
              <a:gd name="connsiteY7-250" fmla="*/ 1026890 h 1892188"/>
              <a:gd name="connsiteX8-251" fmla="*/ 35521 w 1892189"/>
              <a:gd name="connsiteY8-252" fmla="*/ 865273 h 189218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1892189" h="1892188">
                <a:moveTo>
                  <a:pt x="35521" y="865273"/>
                </a:moveTo>
                <a:cubicBezTo>
                  <a:pt x="35521" y="865273"/>
                  <a:pt x="865299" y="35495"/>
                  <a:pt x="865299" y="35495"/>
                </a:cubicBezTo>
                <a:cubicBezTo>
                  <a:pt x="912643" y="-11849"/>
                  <a:pt x="979572" y="-11824"/>
                  <a:pt x="1026916" y="35520"/>
                </a:cubicBezTo>
                <a:cubicBezTo>
                  <a:pt x="1026916" y="35520"/>
                  <a:pt x="1856694" y="865298"/>
                  <a:pt x="1856694" y="865298"/>
                </a:cubicBezTo>
                <a:cubicBezTo>
                  <a:pt x="1904038" y="912642"/>
                  <a:pt x="1904013" y="979572"/>
                  <a:pt x="1856669" y="1026916"/>
                </a:cubicBezTo>
                <a:cubicBezTo>
                  <a:pt x="1856669" y="1026916"/>
                  <a:pt x="1026891" y="1856693"/>
                  <a:pt x="1026891" y="1856693"/>
                </a:cubicBezTo>
                <a:cubicBezTo>
                  <a:pt x="979547" y="1904037"/>
                  <a:pt x="912618" y="1904011"/>
                  <a:pt x="865274" y="1856668"/>
                </a:cubicBezTo>
                <a:cubicBezTo>
                  <a:pt x="865274" y="1856667"/>
                  <a:pt x="35496" y="1026889"/>
                  <a:pt x="35496" y="1026890"/>
                </a:cubicBezTo>
                <a:cubicBezTo>
                  <a:pt x="-11848" y="979545"/>
                  <a:pt x="-11823" y="912617"/>
                  <a:pt x="35521" y="865273"/>
                </a:cubicBezTo>
                <a:close/>
              </a:path>
            </a:pathLst>
          </a:custGeom>
          <a:solidFill>
            <a:schemeClr val="accent1">
              <a:alpha val="2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zh-CN" altLang="en-US">
              <a:sym typeface="+mn-ea"/>
            </a:endParaRPr>
          </a:p>
        </p:txBody>
      </p:sp>
      <p:sp>
        <p:nvSpPr>
          <p:cNvPr id="4" name="任意多边形: 形状 1397"/>
          <p:cNvSpPr/>
          <p:nvPr>
            <p:custDataLst>
              <p:tags r:id="rId6"/>
            </p:custDataLst>
          </p:nvPr>
        </p:nvSpPr>
        <p:spPr>
          <a:xfrm>
            <a:off x="1092835" y="5670550"/>
            <a:ext cx="395605" cy="395605"/>
          </a:xfrm>
          <a:custGeom>
            <a:avLst/>
            <a:gdLst>
              <a:gd name="connsiteX0" fmla="*/ 35521 w 1877718"/>
              <a:gd name="connsiteY0" fmla="*/ 850803 h 1863247"/>
              <a:gd name="connsiteX1" fmla="*/ 865299 w 1877718"/>
              <a:gd name="connsiteY1" fmla="*/ 21025 h 1863247"/>
              <a:gd name="connsiteX2" fmla="*/ 1026916 w 1877718"/>
              <a:gd name="connsiteY2" fmla="*/ 21050 h 1863247"/>
              <a:gd name="connsiteX3" fmla="*/ 1856694 w 1877718"/>
              <a:gd name="connsiteY3" fmla="*/ 850828 h 1863247"/>
              <a:gd name="connsiteX4" fmla="*/ 1856669 w 1877718"/>
              <a:gd name="connsiteY4" fmla="*/ 1012446 h 1863247"/>
              <a:gd name="connsiteX5" fmla="*/ 1026891 w 1877718"/>
              <a:gd name="connsiteY5" fmla="*/ 1842223 h 1863247"/>
              <a:gd name="connsiteX6" fmla="*/ 865274 w 1877718"/>
              <a:gd name="connsiteY6" fmla="*/ 1842198 h 1863247"/>
              <a:gd name="connsiteX7" fmla="*/ 35496 w 1877718"/>
              <a:gd name="connsiteY7" fmla="*/ 1012420 h 1863247"/>
              <a:gd name="connsiteX8" fmla="*/ 35521 w 1877718"/>
              <a:gd name="connsiteY8" fmla="*/ 850803 h 1863247"/>
              <a:gd name="connsiteX0-1" fmla="*/ 35521 w 1877718"/>
              <a:gd name="connsiteY0-2" fmla="*/ 850803 h 1863247"/>
              <a:gd name="connsiteX1-3" fmla="*/ 865299 w 1877718"/>
              <a:gd name="connsiteY1-4" fmla="*/ 21025 h 1863247"/>
              <a:gd name="connsiteX2-5" fmla="*/ 1026916 w 1877718"/>
              <a:gd name="connsiteY2-6" fmla="*/ 21050 h 1863247"/>
              <a:gd name="connsiteX3-7" fmla="*/ 1856694 w 1877718"/>
              <a:gd name="connsiteY3-8" fmla="*/ 850828 h 1863247"/>
              <a:gd name="connsiteX4-9" fmla="*/ 1856669 w 1877718"/>
              <a:gd name="connsiteY4-10" fmla="*/ 1012446 h 1863247"/>
              <a:gd name="connsiteX5-11" fmla="*/ 1026891 w 1877718"/>
              <a:gd name="connsiteY5-12" fmla="*/ 1842223 h 1863247"/>
              <a:gd name="connsiteX6-13" fmla="*/ 865274 w 1877718"/>
              <a:gd name="connsiteY6-14" fmla="*/ 1842198 h 1863247"/>
              <a:gd name="connsiteX7-15" fmla="*/ 35496 w 1877718"/>
              <a:gd name="connsiteY7-16" fmla="*/ 1012420 h 1863247"/>
              <a:gd name="connsiteX8-17" fmla="*/ 35521 w 1877718"/>
              <a:gd name="connsiteY8-18" fmla="*/ 850803 h 1863247"/>
              <a:gd name="connsiteX0-19" fmla="*/ 35521 w 1877718"/>
              <a:gd name="connsiteY0-20" fmla="*/ 850813 h 1863257"/>
              <a:gd name="connsiteX1-21" fmla="*/ 865299 w 1877718"/>
              <a:gd name="connsiteY1-22" fmla="*/ 21035 h 1863257"/>
              <a:gd name="connsiteX2-23" fmla="*/ 1026916 w 1877718"/>
              <a:gd name="connsiteY2-24" fmla="*/ 21060 h 1863257"/>
              <a:gd name="connsiteX3-25" fmla="*/ 1856694 w 1877718"/>
              <a:gd name="connsiteY3-26" fmla="*/ 850838 h 1863257"/>
              <a:gd name="connsiteX4-27" fmla="*/ 1856669 w 1877718"/>
              <a:gd name="connsiteY4-28" fmla="*/ 1012456 h 1863257"/>
              <a:gd name="connsiteX5-29" fmla="*/ 1026891 w 1877718"/>
              <a:gd name="connsiteY5-30" fmla="*/ 1842233 h 1863257"/>
              <a:gd name="connsiteX6-31" fmla="*/ 865274 w 1877718"/>
              <a:gd name="connsiteY6-32" fmla="*/ 1842208 h 1863257"/>
              <a:gd name="connsiteX7-33" fmla="*/ 35496 w 1877718"/>
              <a:gd name="connsiteY7-34" fmla="*/ 1012430 h 1863257"/>
              <a:gd name="connsiteX8-35" fmla="*/ 35521 w 1877718"/>
              <a:gd name="connsiteY8-36" fmla="*/ 850813 h 1863257"/>
              <a:gd name="connsiteX0-37" fmla="*/ 35521 w 1877718"/>
              <a:gd name="connsiteY0-38" fmla="*/ 865273 h 1877717"/>
              <a:gd name="connsiteX1-39" fmla="*/ 865299 w 1877718"/>
              <a:gd name="connsiteY1-40" fmla="*/ 35495 h 1877717"/>
              <a:gd name="connsiteX2-41" fmla="*/ 1026916 w 1877718"/>
              <a:gd name="connsiteY2-42" fmla="*/ 35520 h 1877717"/>
              <a:gd name="connsiteX3-43" fmla="*/ 1856694 w 1877718"/>
              <a:gd name="connsiteY3-44" fmla="*/ 865298 h 1877717"/>
              <a:gd name="connsiteX4-45" fmla="*/ 1856669 w 1877718"/>
              <a:gd name="connsiteY4-46" fmla="*/ 1026916 h 1877717"/>
              <a:gd name="connsiteX5-47" fmla="*/ 1026891 w 1877718"/>
              <a:gd name="connsiteY5-48" fmla="*/ 1856693 h 1877717"/>
              <a:gd name="connsiteX6-49" fmla="*/ 865274 w 1877718"/>
              <a:gd name="connsiteY6-50" fmla="*/ 1856668 h 1877717"/>
              <a:gd name="connsiteX7-51" fmla="*/ 35496 w 1877718"/>
              <a:gd name="connsiteY7-52" fmla="*/ 1026890 h 1877717"/>
              <a:gd name="connsiteX8-53" fmla="*/ 35521 w 1877718"/>
              <a:gd name="connsiteY8-54" fmla="*/ 865273 h 1877717"/>
              <a:gd name="connsiteX0-55" fmla="*/ 35521 w 1877718"/>
              <a:gd name="connsiteY0-56" fmla="*/ 865273 h 1877717"/>
              <a:gd name="connsiteX1-57" fmla="*/ 865299 w 1877718"/>
              <a:gd name="connsiteY1-58" fmla="*/ 35495 h 1877717"/>
              <a:gd name="connsiteX2-59" fmla="*/ 1026916 w 1877718"/>
              <a:gd name="connsiteY2-60" fmla="*/ 35520 h 1877717"/>
              <a:gd name="connsiteX3-61" fmla="*/ 1856694 w 1877718"/>
              <a:gd name="connsiteY3-62" fmla="*/ 865298 h 1877717"/>
              <a:gd name="connsiteX4-63" fmla="*/ 1856669 w 1877718"/>
              <a:gd name="connsiteY4-64" fmla="*/ 1026916 h 1877717"/>
              <a:gd name="connsiteX5-65" fmla="*/ 1026891 w 1877718"/>
              <a:gd name="connsiteY5-66" fmla="*/ 1856693 h 1877717"/>
              <a:gd name="connsiteX6-67" fmla="*/ 865274 w 1877718"/>
              <a:gd name="connsiteY6-68" fmla="*/ 1856668 h 1877717"/>
              <a:gd name="connsiteX7-69" fmla="*/ 35496 w 1877718"/>
              <a:gd name="connsiteY7-70" fmla="*/ 1026890 h 1877717"/>
              <a:gd name="connsiteX8-71" fmla="*/ 35521 w 1877718"/>
              <a:gd name="connsiteY8-72" fmla="*/ 865273 h 1877717"/>
              <a:gd name="connsiteX0-73" fmla="*/ 35521 w 1877718"/>
              <a:gd name="connsiteY0-74" fmla="*/ 865273 h 1877717"/>
              <a:gd name="connsiteX1-75" fmla="*/ 865299 w 1877718"/>
              <a:gd name="connsiteY1-76" fmla="*/ 35495 h 1877717"/>
              <a:gd name="connsiteX2-77" fmla="*/ 1026916 w 1877718"/>
              <a:gd name="connsiteY2-78" fmla="*/ 35520 h 1877717"/>
              <a:gd name="connsiteX3-79" fmla="*/ 1856694 w 1877718"/>
              <a:gd name="connsiteY3-80" fmla="*/ 865298 h 1877717"/>
              <a:gd name="connsiteX4-81" fmla="*/ 1856669 w 1877718"/>
              <a:gd name="connsiteY4-82" fmla="*/ 1026916 h 1877717"/>
              <a:gd name="connsiteX5-83" fmla="*/ 1026891 w 1877718"/>
              <a:gd name="connsiteY5-84" fmla="*/ 1856693 h 1877717"/>
              <a:gd name="connsiteX6-85" fmla="*/ 865274 w 1877718"/>
              <a:gd name="connsiteY6-86" fmla="*/ 1856668 h 1877717"/>
              <a:gd name="connsiteX7-87" fmla="*/ 35496 w 1877718"/>
              <a:gd name="connsiteY7-88" fmla="*/ 1026890 h 1877717"/>
              <a:gd name="connsiteX8-89" fmla="*/ 35521 w 1877718"/>
              <a:gd name="connsiteY8-90" fmla="*/ 865273 h 1877717"/>
              <a:gd name="connsiteX0-91" fmla="*/ 35521 w 1877729"/>
              <a:gd name="connsiteY0-92" fmla="*/ 865273 h 1877717"/>
              <a:gd name="connsiteX1-93" fmla="*/ 865299 w 1877729"/>
              <a:gd name="connsiteY1-94" fmla="*/ 35495 h 1877717"/>
              <a:gd name="connsiteX2-95" fmla="*/ 1026916 w 1877729"/>
              <a:gd name="connsiteY2-96" fmla="*/ 35520 h 1877717"/>
              <a:gd name="connsiteX3-97" fmla="*/ 1856694 w 1877729"/>
              <a:gd name="connsiteY3-98" fmla="*/ 865298 h 1877717"/>
              <a:gd name="connsiteX4-99" fmla="*/ 1856669 w 1877729"/>
              <a:gd name="connsiteY4-100" fmla="*/ 1026916 h 1877717"/>
              <a:gd name="connsiteX5-101" fmla="*/ 1026891 w 1877729"/>
              <a:gd name="connsiteY5-102" fmla="*/ 1856693 h 1877717"/>
              <a:gd name="connsiteX6-103" fmla="*/ 865274 w 1877729"/>
              <a:gd name="connsiteY6-104" fmla="*/ 1856668 h 1877717"/>
              <a:gd name="connsiteX7-105" fmla="*/ 35496 w 1877729"/>
              <a:gd name="connsiteY7-106" fmla="*/ 1026890 h 1877717"/>
              <a:gd name="connsiteX8-107" fmla="*/ 35521 w 1877729"/>
              <a:gd name="connsiteY8-108" fmla="*/ 865273 h 1877717"/>
              <a:gd name="connsiteX0-109" fmla="*/ 35521 w 1892189"/>
              <a:gd name="connsiteY0-110" fmla="*/ 865273 h 1877717"/>
              <a:gd name="connsiteX1-111" fmla="*/ 865299 w 1892189"/>
              <a:gd name="connsiteY1-112" fmla="*/ 35495 h 1877717"/>
              <a:gd name="connsiteX2-113" fmla="*/ 1026916 w 1892189"/>
              <a:gd name="connsiteY2-114" fmla="*/ 35520 h 1877717"/>
              <a:gd name="connsiteX3-115" fmla="*/ 1856694 w 1892189"/>
              <a:gd name="connsiteY3-116" fmla="*/ 865298 h 1877717"/>
              <a:gd name="connsiteX4-117" fmla="*/ 1856669 w 1892189"/>
              <a:gd name="connsiteY4-118" fmla="*/ 1026916 h 1877717"/>
              <a:gd name="connsiteX5-119" fmla="*/ 1026891 w 1892189"/>
              <a:gd name="connsiteY5-120" fmla="*/ 1856693 h 1877717"/>
              <a:gd name="connsiteX6-121" fmla="*/ 865274 w 1892189"/>
              <a:gd name="connsiteY6-122" fmla="*/ 1856668 h 1877717"/>
              <a:gd name="connsiteX7-123" fmla="*/ 35496 w 1892189"/>
              <a:gd name="connsiteY7-124" fmla="*/ 1026890 h 1877717"/>
              <a:gd name="connsiteX8-125" fmla="*/ 35521 w 1892189"/>
              <a:gd name="connsiteY8-126" fmla="*/ 865273 h 1877717"/>
              <a:gd name="connsiteX0-127" fmla="*/ 35521 w 1892189"/>
              <a:gd name="connsiteY0-128" fmla="*/ 865273 h 1877717"/>
              <a:gd name="connsiteX1-129" fmla="*/ 865299 w 1892189"/>
              <a:gd name="connsiteY1-130" fmla="*/ 35495 h 1877717"/>
              <a:gd name="connsiteX2-131" fmla="*/ 1026916 w 1892189"/>
              <a:gd name="connsiteY2-132" fmla="*/ 35520 h 1877717"/>
              <a:gd name="connsiteX3-133" fmla="*/ 1856694 w 1892189"/>
              <a:gd name="connsiteY3-134" fmla="*/ 865298 h 1877717"/>
              <a:gd name="connsiteX4-135" fmla="*/ 1856669 w 1892189"/>
              <a:gd name="connsiteY4-136" fmla="*/ 1026916 h 1877717"/>
              <a:gd name="connsiteX5-137" fmla="*/ 1026891 w 1892189"/>
              <a:gd name="connsiteY5-138" fmla="*/ 1856693 h 1877717"/>
              <a:gd name="connsiteX6-139" fmla="*/ 865274 w 1892189"/>
              <a:gd name="connsiteY6-140" fmla="*/ 1856668 h 1877717"/>
              <a:gd name="connsiteX7-141" fmla="*/ 35496 w 1892189"/>
              <a:gd name="connsiteY7-142" fmla="*/ 1026890 h 1877717"/>
              <a:gd name="connsiteX8-143" fmla="*/ 35521 w 1892189"/>
              <a:gd name="connsiteY8-144" fmla="*/ 865273 h 1877717"/>
              <a:gd name="connsiteX0-145" fmla="*/ 35521 w 1892189"/>
              <a:gd name="connsiteY0-146" fmla="*/ 865273 h 1877717"/>
              <a:gd name="connsiteX1-147" fmla="*/ 865299 w 1892189"/>
              <a:gd name="connsiteY1-148" fmla="*/ 35495 h 1877717"/>
              <a:gd name="connsiteX2-149" fmla="*/ 1026916 w 1892189"/>
              <a:gd name="connsiteY2-150" fmla="*/ 35520 h 1877717"/>
              <a:gd name="connsiteX3-151" fmla="*/ 1856694 w 1892189"/>
              <a:gd name="connsiteY3-152" fmla="*/ 865298 h 1877717"/>
              <a:gd name="connsiteX4-153" fmla="*/ 1856669 w 1892189"/>
              <a:gd name="connsiteY4-154" fmla="*/ 1026916 h 1877717"/>
              <a:gd name="connsiteX5-155" fmla="*/ 1026891 w 1892189"/>
              <a:gd name="connsiteY5-156" fmla="*/ 1856693 h 1877717"/>
              <a:gd name="connsiteX6-157" fmla="*/ 865274 w 1892189"/>
              <a:gd name="connsiteY6-158" fmla="*/ 1856668 h 1877717"/>
              <a:gd name="connsiteX7-159" fmla="*/ 35496 w 1892189"/>
              <a:gd name="connsiteY7-160" fmla="*/ 1026890 h 1877717"/>
              <a:gd name="connsiteX8-161" fmla="*/ 35521 w 1892189"/>
              <a:gd name="connsiteY8-162" fmla="*/ 865273 h 1877717"/>
              <a:gd name="connsiteX0-163" fmla="*/ 35521 w 1892189"/>
              <a:gd name="connsiteY0-164" fmla="*/ 865273 h 1877728"/>
              <a:gd name="connsiteX1-165" fmla="*/ 865299 w 1892189"/>
              <a:gd name="connsiteY1-166" fmla="*/ 35495 h 1877728"/>
              <a:gd name="connsiteX2-167" fmla="*/ 1026916 w 1892189"/>
              <a:gd name="connsiteY2-168" fmla="*/ 35520 h 1877728"/>
              <a:gd name="connsiteX3-169" fmla="*/ 1856694 w 1892189"/>
              <a:gd name="connsiteY3-170" fmla="*/ 865298 h 1877728"/>
              <a:gd name="connsiteX4-171" fmla="*/ 1856669 w 1892189"/>
              <a:gd name="connsiteY4-172" fmla="*/ 1026916 h 1877728"/>
              <a:gd name="connsiteX5-173" fmla="*/ 1026891 w 1892189"/>
              <a:gd name="connsiteY5-174" fmla="*/ 1856693 h 1877728"/>
              <a:gd name="connsiteX6-175" fmla="*/ 865274 w 1892189"/>
              <a:gd name="connsiteY6-176" fmla="*/ 1856668 h 1877728"/>
              <a:gd name="connsiteX7-177" fmla="*/ 35496 w 1892189"/>
              <a:gd name="connsiteY7-178" fmla="*/ 1026890 h 1877728"/>
              <a:gd name="connsiteX8-179" fmla="*/ 35521 w 1892189"/>
              <a:gd name="connsiteY8-180" fmla="*/ 865273 h 1877728"/>
              <a:gd name="connsiteX0-181" fmla="*/ 35521 w 1892189"/>
              <a:gd name="connsiteY0-182" fmla="*/ 865273 h 1892188"/>
              <a:gd name="connsiteX1-183" fmla="*/ 865299 w 1892189"/>
              <a:gd name="connsiteY1-184" fmla="*/ 35495 h 1892188"/>
              <a:gd name="connsiteX2-185" fmla="*/ 1026916 w 1892189"/>
              <a:gd name="connsiteY2-186" fmla="*/ 35520 h 1892188"/>
              <a:gd name="connsiteX3-187" fmla="*/ 1856694 w 1892189"/>
              <a:gd name="connsiteY3-188" fmla="*/ 865298 h 1892188"/>
              <a:gd name="connsiteX4-189" fmla="*/ 1856669 w 1892189"/>
              <a:gd name="connsiteY4-190" fmla="*/ 1026916 h 1892188"/>
              <a:gd name="connsiteX5-191" fmla="*/ 1026891 w 1892189"/>
              <a:gd name="connsiteY5-192" fmla="*/ 1856693 h 1892188"/>
              <a:gd name="connsiteX6-193" fmla="*/ 865274 w 1892189"/>
              <a:gd name="connsiteY6-194" fmla="*/ 1856668 h 1892188"/>
              <a:gd name="connsiteX7-195" fmla="*/ 35496 w 1892189"/>
              <a:gd name="connsiteY7-196" fmla="*/ 1026890 h 1892188"/>
              <a:gd name="connsiteX8-197" fmla="*/ 35521 w 1892189"/>
              <a:gd name="connsiteY8-198" fmla="*/ 865273 h 1892188"/>
              <a:gd name="connsiteX0-199" fmla="*/ 35521 w 1892189"/>
              <a:gd name="connsiteY0-200" fmla="*/ 865273 h 1892188"/>
              <a:gd name="connsiteX1-201" fmla="*/ 865299 w 1892189"/>
              <a:gd name="connsiteY1-202" fmla="*/ 35495 h 1892188"/>
              <a:gd name="connsiteX2-203" fmla="*/ 1026916 w 1892189"/>
              <a:gd name="connsiteY2-204" fmla="*/ 35520 h 1892188"/>
              <a:gd name="connsiteX3-205" fmla="*/ 1856694 w 1892189"/>
              <a:gd name="connsiteY3-206" fmla="*/ 865298 h 1892188"/>
              <a:gd name="connsiteX4-207" fmla="*/ 1856669 w 1892189"/>
              <a:gd name="connsiteY4-208" fmla="*/ 1026916 h 1892188"/>
              <a:gd name="connsiteX5-209" fmla="*/ 1026891 w 1892189"/>
              <a:gd name="connsiteY5-210" fmla="*/ 1856693 h 1892188"/>
              <a:gd name="connsiteX6-211" fmla="*/ 865274 w 1892189"/>
              <a:gd name="connsiteY6-212" fmla="*/ 1856668 h 1892188"/>
              <a:gd name="connsiteX7-213" fmla="*/ 35496 w 1892189"/>
              <a:gd name="connsiteY7-214" fmla="*/ 1026890 h 1892188"/>
              <a:gd name="connsiteX8-215" fmla="*/ 35521 w 1892189"/>
              <a:gd name="connsiteY8-216" fmla="*/ 865273 h 1892188"/>
              <a:gd name="connsiteX0-217" fmla="*/ 35521 w 1892189"/>
              <a:gd name="connsiteY0-218" fmla="*/ 865273 h 1892188"/>
              <a:gd name="connsiteX1-219" fmla="*/ 865299 w 1892189"/>
              <a:gd name="connsiteY1-220" fmla="*/ 35495 h 1892188"/>
              <a:gd name="connsiteX2-221" fmla="*/ 1026916 w 1892189"/>
              <a:gd name="connsiteY2-222" fmla="*/ 35520 h 1892188"/>
              <a:gd name="connsiteX3-223" fmla="*/ 1856694 w 1892189"/>
              <a:gd name="connsiteY3-224" fmla="*/ 865298 h 1892188"/>
              <a:gd name="connsiteX4-225" fmla="*/ 1856669 w 1892189"/>
              <a:gd name="connsiteY4-226" fmla="*/ 1026916 h 1892188"/>
              <a:gd name="connsiteX5-227" fmla="*/ 1026891 w 1892189"/>
              <a:gd name="connsiteY5-228" fmla="*/ 1856693 h 1892188"/>
              <a:gd name="connsiteX6-229" fmla="*/ 865274 w 1892189"/>
              <a:gd name="connsiteY6-230" fmla="*/ 1856668 h 1892188"/>
              <a:gd name="connsiteX7-231" fmla="*/ 35496 w 1892189"/>
              <a:gd name="connsiteY7-232" fmla="*/ 1026890 h 1892188"/>
              <a:gd name="connsiteX8-233" fmla="*/ 35521 w 1892189"/>
              <a:gd name="connsiteY8-234" fmla="*/ 865273 h 1892188"/>
              <a:gd name="connsiteX0-235" fmla="*/ 35521 w 1892189"/>
              <a:gd name="connsiteY0-236" fmla="*/ 865273 h 1892188"/>
              <a:gd name="connsiteX1-237" fmla="*/ 865299 w 1892189"/>
              <a:gd name="connsiteY1-238" fmla="*/ 35495 h 1892188"/>
              <a:gd name="connsiteX2-239" fmla="*/ 1026916 w 1892189"/>
              <a:gd name="connsiteY2-240" fmla="*/ 35520 h 1892188"/>
              <a:gd name="connsiteX3-241" fmla="*/ 1856694 w 1892189"/>
              <a:gd name="connsiteY3-242" fmla="*/ 865298 h 1892188"/>
              <a:gd name="connsiteX4-243" fmla="*/ 1856669 w 1892189"/>
              <a:gd name="connsiteY4-244" fmla="*/ 1026916 h 1892188"/>
              <a:gd name="connsiteX5-245" fmla="*/ 1026891 w 1892189"/>
              <a:gd name="connsiteY5-246" fmla="*/ 1856693 h 1892188"/>
              <a:gd name="connsiteX6-247" fmla="*/ 865274 w 1892189"/>
              <a:gd name="connsiteY6-248" fmla="*/ 1856668 h 1892188"/>
              <a:gd name="connsiteX7-249" fmla="*/ 35496 w 1892189"/>
              <a:gd name="connsiteY7-250" fmla="*/ 1026890 h 1892188"/>
              <a:gd name="connsiteX8-251" fmla="*/ 35521 w 1892189"/>
              <a:gd name="connsiteY8-252" fmla="*/ 865273 h 189218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1892189" h="1892188">
                <a:moveTo>
                  <a:pt x="35521" y="865273"/>
                </a:moveTo>
                <a:cubicBezTo>
                  <a:pt x="35521" y="865273"/>
                  <a:pt x="865299" y="35495"/>
                  <a:pt x="865299" y="35495"/>
                </a:cubicBezTo>
                <a:cubicBezTo>
                  <a:pt x="912643" y="-11849"/>
                  <a:pt x="979572" y="-11824"/>
                  <a:pt x="1026916" y="35520"/>
                </a:cubicBezTo>
                <a:cubicBezTo>
                  <a:pt x="1026916" y="35520"/>
                  <a:pt x="1856694" y="865298"/>
                  <a:pt x="1856694" y="865298"/>
                </a:cubicBezTo>
                <a:cubicBezTo>
                  <a:pt x="1904038" y="912642"/>
                  <a:pt x="1904013" y="979572"/>
                  <a:pt x="1856669" y="1026916"/>
                </a:cubicBezTo>
                <a:cubicBezTo>
                  <a:pt x="1856669" y="1026916"/>
                  <a:pt x="1026891" y="1856693"/>
                  <a:pt x="1026891" y="1856693"/>
                </a:cubicBezTo>
                <a:cubicBezTo>
                  <a:pt x="979547" y="1904037"/>
                  <a:pt x="912618" y="1904011"/>
                  <a:pt x="865274" y="1856668"/>
                </a:cubicBezTo>
                <a:cubicBezTo>
                  <a:pt x="865274" y="1856667"/>
                  <a:pt x="35496" y="1026889"/>
                  <a:pt x="35496" y="1026890"/>
                </a:cubicBezTo>
                <a:cubicBezTo>
                  <a:pt x="-11848" y="979545"/>
                  <a:pt x="-11823" y="912617"/>
                  <a:pt x="35521" y="865273"/>
                </a:cubicBezTo>
                <a:close/>
              </a:path>
            </a:pathLst>
          </a:custGeom>
          <a:solidFill>
            <a:schemeClr val="accent1">
              <a:lumMod val="40000"/>
              <a:lumOff val="60000"/>
              <a:alpha val="26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zh-CN" altLang="en-US">
              <a:sym typeface="+mn-ea"/>
            </a:endParaRPr>
          </a:p>
        </p:txBody>
      </p:sp>
      <p:cxnSp>
        <p:nvCxnSpPr>
          <p:cNvPr id="3" name="直接连接符 2"/>
          <p:cNvCxnSpPr/>
          <p:nvPr>
            <p:custDataLst>
              <p:tags r:id="rId7"/>
            </p:custDataLst>
          </p:nvPr>
        </p:nvCxnSpPr>
        <p:spPr>
          <a:xfrm>
            <a:off x="11346815" y="5031105"/>
            <a:ext cx="0" cy="1152525"/>
          </a:xfrm>
          <a:prstGeom prst="line">
            <a:avLst/>
          </a:prstGeom>
          <a:ln w="9525" cap="rnd">
            <a:solidFill>
              <a:schemeClr val="accent1">
                <a:alpha val="35000"/>
              </a:schemeClr>
            </a:solidFill>
            <a:round/>
          </a:ln>
        </p:spPr>
        <p:style>
          <a:lnRef idx="2">
            <a:schemeClr val="accent1"/>
          </a:lnRef>
          <a:fillRef idx="0">
            <a:srgbClr val="FFFFFF"/>
          </a:fillRef>
          <a:effectRef idx="0">
            <a:srgbClr val="FFFFFF"/>
          </a:effectRef>
          <a:fontRef idx="minor">
            <a:schemeClr val="tx1"/>
          </a:fontRef>
        </p:style>
      </p:cxnSp>
      <p:sp>
        <p:nvSpPr>
          <p:cNvPr id="11" name="文本框 10">
            <a:extLst>
              <a:ext uri="{FF2B5EF4-FFF2-40B4-BE49-F238E27FC236}">
                <a16:creationId xmlns:a16="http://schemas.microsoft.com/office/drawing/2014/main" id="{13B41822-9BEA-4F63-A387-3118E823765F}"/>
              </a:ext>
            </a:extLst>
          </p:cNvPr>
          <p:cNvSpPr txBox="1"/>
          <p:nvPr>
            <p:custDataLst>
              <p:tags r:id="rId8"/>
            </p:custDataLst>
          </p:nvPr>
        </p:nvSpPr>
        <p:spPr>
          <a:xfrm>
            <a:off x="1786255" y="613886"/>
            <a:ext cx="11504958" cy="5630228"/>
          </a:xfrm>
          <a:prstGeom prst="rect">
            <a:avLst/>
          </a:prstGeom>
          <a:noFill/>
        </p:spPr>
        <p:txBody>
          <a:bodyPr wrap="square" rtlCol="0" anchor="ctr" anchorCtr="0">
            <a:noAutofit/>
          </a:bodyPr>
          <a:lstStyle>
            <a:defPPr>
              <a:defRPr lang="zh-CN"/>
            </a:defPPr>
            <a:lvl1pPr lvl="0" indent="0" fontAlgn="auto">
              <a:lnSpc>
                <a:spcPct val="150000"/>
              </a:lnSpc>
              <a:defRPr sz="1400" kern="0">
                <a:ln>
                  <a:noFill/>
                  <a:prstDash val="sysDot"/>
                </a:ln>
                <a:solidFill>
                  <a:schemeClr val="tx1">
                    <a:lumMod val="85000"/>
                    <a:lumOff val="15000"/>
                  </a:schemeClr>
                </a:solidFill>
                <a:latin typeface="Times New Roman" panose="02020603050405020304" pitchFamily="18" charset="0"/>
              </a:defRPr>
            </a:lvl1pPr>
          </a:lstStyle>
          <a:p>
            <a:r>
              <a:rPr lang="en-US" altLang="zh-CN" dirty="0"/>
              <a:t># </a:t>
            </a:r>
            <a:r>
              <a:rPr lang="zh-CN" altLang="en-US" dirty="0"/>
              <a:t>使用 </a:t>
            </a:r>
            <a:r>
              <a:rPr lang="en-US" altLang="zh-CN" dirty="0"/>
              <a:t>K-means </a:t>
            </a:r>
            <a:r>
              <a:rPr lang="zh-CN" altLang="en-US" dirty="0"/>
              <a:t>聚类</a:t>
            </a:r>
          </a:p>
          <a:p>
            <a:r>
              <a:rPr lang="en-US" altLang="zh-CN" dirty="0"/>
              <a:t>K = 3</a:t>
            </a:r>
          </a:p>
          <a:p>
            <a:r>
              <a:rPr lang="en-US" altLang="zh-CN" dirty="0"/>
              <a:t>labels, centroids = </a:t>
            </a:r>
            <a:r>
              <a:rPr lang="en-US" altLang="zh-CN" dirty="0" err="1"/>
              <a:t>kmeans</a:t>
            </a:r>
            <a:r>
              <a:rPr lang="en-US" altLang="zh-CN" dirty="0"/>
              <a:t>(X, K)</a:t>
            </a:r>
          </a:p>
          <a:p>
            <a:r>
              <a:rPr lang="en-US" altLang="zh-CN" dirty="0"/>
              <a:t># </a:t>
            </a:r>
            <a:r>
              <a:rPr lang="zh-CN" altLang="en-US" dirty="0"/>
              <a:t>绘制聚类结果</a:t>
            </a:r>
          </a:p>
          <a:p>
            <a:r>
              <a:rPr lang="en-US" altLang="zh-CN" dirty="0" err="1"/>
              <a:t>plt.figure</a:t>
            </a:r>
            <a:r>
              <a:rPr lang="en-US" altLang="zh-CN" dirty="0"/>
              <a:t>(</a:t>
            </a:r>
            <a:r>
              <a:rPr lang="en-US" altLang="zh-CN" dirty="0" err="1"/>
              <a:t>figsize</a:t>
            </a:r>
            <a:r>
              <a:rPr lang="en-US" altLang="zh-CN" dirty="0"/>
              <a:t>=(10, 5))</a:t>
            </a:r>
          </a:p>
          <a:p>
            <a:r>
              <a:rPr lang="en-US" altLang="zh-CN" dirty="0"/>
              <a:t># </a:t>
            </a:r>
            <a:r>
              <a:rPr lang="zh-CN" altLang="en-US" dirty="0"/>
              <a:t>原始数据分布</a:t>
            </a:r>
          </a:p>
          <a:p>
            <a:r>
              <a:rPr lang="en-US" altLang="zh-CN" dirty="0" err="1"/>
              <a:t>plt.subplot</a:t>
            </a:r>
            <a:r>
              <a:rPr lang="en-US" altLang="zh-CN" dirty="0"/>
              <a:t>(1, 2, 1)</a:t>
            </a:r>
          </a:p>
          <a:p>
            <a:r>
              <a:rPr lang="en-US" altLang="zh-CN" dirty="0" err="1"/>
              <a:t>plt.scatter</a:t>
            </a:r>
            <a:r>
              <a:rPr lang="en-US" altLang="zh-CN" dirty="0"/>
              <a:t>(X[:, 0], X[:, 1], c='gray', alpha=0.5)</a:t>
            </a:r>
          </a:p>
          <a:p>
            <a:r>
              <a:rPr lang="en-US" altLang="zh-CN" dirty="0" err="1"/>
              <a:t>plt.title</a:t>
            </a:r>
            <a:r>
              <a:rPr lang="en-US" altLang="zh-CN" dirty="0"/>
              <a:t>("Original Data")</a:t>
            </a:r>
          </a:p>
          <a:p>
            <a:r>
              <a:rPr lang="en-US" altLang="zh-CN" dirty="0"/>
              <a:t># </a:t>
            </a:r>
            <a:r>
              <a:rPr lang="zh-CN" altLang="en-US" dirty="0"/>
              <a:t>聚类结果</a:t>
            </a:r>
          </a:p>
          <a:p>
            <a:r>
              <a:rPr lang="en-US" altLang="zh-CN" dirty="0" err="1"/>
              <a:t>plt.subplot</a:t>
            </a:r>
            <a:r>
              <a:rPr lang="en-US" altLang="zh-CN" dirty="0"/>
              <a:t>(1, 2, 2)</a:t>
            </a:r>
          </a:p>
          <a:p>
            <a:r>
              <a:rPr lang="en-US" altLang="zh-CN" dirty="0" err="1"/>
              <a:t>plt.scatter</a:t>
            </a:r>
            <a:r>
              <a:rPr lang="en-US" altLang="zh-CN" dirty="0"/>
              <a:t>(X[:, 0], X[:, 1], c=labels, </a:t>
            </a:r>
            <a:r>
              <a:rPr lang="en-US" altLang="zh-CN" dirty="0" err="1"/>
              <a:t>cmap</a:t>
            </a:r>
            <a:r>
              <a:rPr lang="en-US" altLang="zh-CN" dirty="0"/>
              <a:t>='</a:t>
            </a:r>
            <a:r>
              <a:rPr lang="en-US" altLang="zh-CN" dirty="0" err="1"/>
              <a:t>viridis</a:t>
            </a:r>
            <a:r>
              <a:rPr lang="en-US" altLang="zh-CN" dirty="0"/>
              <a:t>', alpha=0.5)</a:t>
            </a:r>
          </a:p>
          <a:p>
            <a:r>
              <a:rPr lang="en-US" altLang="zh-CN" dirty="0" err="1"/>
              <a:t>plt.scatter</a:t>
            </a:r>
            <a:r>
              <a:rPr lang="en-US" altLang="zh-CN" dirty="0"/>
              <a:t>(centroids[:, 0], centroids[:, 1], c='red', marker='x', s=100, label='Centroids')</a:t>
            </a:r>
          </a:p>
          <a:p>
            <a:r>
              <a:rPr lang="en-US" altLang="zh-CN" dirty="0" err="1"/>
              <a:t>plt.title</a:t>
            </a:r>
            <a:r>
              <a:rPr lang="en-US" altLang="zh-CN" dirty="0"/>
              <a:t>("K-means Clustering Result")</a:t>
            </a:r>
          </a:p>
          <a:p>
            <a:r>
              <a:rPr lang="en-US" altLang="zh-CN" dirty="0" err="1"/>
              <a:t>plt.legend</a:t>
            </a:r>
            <a:r>
              <a:rPr lang="en-US" altLang="zh-CN" dirty="0"/>
              <a:t>()</a:t>
            </a:r>
          </a:p>
          <a:p>
            <a:r>
              <a:rPr lang="en-US" altLang="zh-CN" dirty="0" err="1"/>
              <a:t>plt.tight_layout</a:t>
            </a:r>
            <a:r>
              <a:rPr lang="en-US" altLang="zh-CN" dirty="0"/>
              <a:t>()</a:t>
            </a:r>
          </a:p>
          <a:p>
            <a:r>
              <a:rPr lang="en-US" altLang="zh-CN" dirty="0" err="1"/>
              <a:t>plt.show</a:t>
            </a:r>
            <a:r>
              <a:rPr lang="en-US" altLang="zh-CN" dirty="0"/>
              <a:t>()</a:t>
            </a:r>
          </a:p>
        </p:txBody>
      </p:sp>
    </p:spTree>
    <p:custDataLst>
      <p:tags r:id="rId1"/>
    </p:custDataLst>
    <p:extLst>
      <p:ext uri="{BB962C8B-B14F-4D97-AF65-F5344CB8AC3E}">
        <p14:creationId xmlns:p14="http://schemas.microsoft.com/office/powerpoint/2010/main" val="1036007545"/>
      </p:ext>
    </p:extLst>
  </p:cSld>
  <p:clrMapOvr>
    <a:masterClrMapping/>
  </p:clrMapOvr>
  <p:transition>
    <p:fade/>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标题 16"/>
          <p:cNvSpPr>
            <a:spLocks noGrp="1"/>
          </p:cNvSpPr>
          <p:nvPr>
            <p:ph type="title"/>
            <p:custDataLst>
              <p:tags r:id="rId2"/>
            </p:custDataLst>
          </p:nvPr>
        </p:nvSpPr>
        <p:spPr/>
        <p:txBody>
          <a:bodyPr>
            <a:normAutofit fontScale="90000"/>
          </a:bodyPr>
          <a:lstStyle/>
          <a:p>
            <a:r>
              <a:rPr lang="en-US" altLang="zh-CN" dirty="0"/>
              <a:t>2.4 </a:t>
            </a:r>
            <a:r>
              <a:rPr lang="zh-CN" altLang="en-US"/>
              <a:t>课后习题</a:t>
            </a:r>
            <a:endParaRPr lang="zh-CN" altLang="en-US" dirty="0"/>
          </a:p>
        </p:txBody>
      </p:sp>
      <p:cxnSp>
        <p:nvCxnSpPr>
          <p:cNvPr id="76" name="直接连接符 75"/>
          <p:cNvCxnSpPr/>
          <p:nvPr>
            <p:custDataLst>
              <p:tags r:id="rId3"/>
            </p:custDataLst>
          </p:nvPr>
        </p:nvCxnSpPr>
        <p:spPr>
          <a:xfrm>
            <a:off x="6898640" y="5965825"/>
            <a:ext cx="4679315" cy="0"/>
          </a:xfrm>
          <a:prstGeom prst="line">
            <a:avLst/>
          </a:prstGeom>
          <a:ln w="9525" cap="rnd">
            <a:solidFill>
              <a:schemeClr val="accent1">
                <a:alpha val="35000"/>
              </a:schemeClr>
            </a:solidFill>
            <a:round/>
          </a:ln>
        </p:spPr>
        <p:style>
          <a:lnRef idx="2">
            <a:schemeClr val="accent1"/>
          </a:lnRef>
          <a:fillRef idx="0">
            <a:srgbClr val="FFFFFF"/>
          </a:fillRef>
          <a:effectRef idx="0">
            <a:srgbClr val="FFFFFF"/>
          </a:effectRef>
          <a:fontRef idx="minor">
            <a:schemeClr val="tx1"/>
          </a:fontRef>
        </p:style>
      </p:cxnSp>
      <p:cxnSp>
        <p:nvCxnSpPr>
          <p:cNvPr id="77" name="直接连接符 76"/>
          <p:cNvCxnSpPr/>
          <p:nvPr>
            <p:custDataLst>
              <p:tags r:id="rId4"/>
            </p:custDataLst>
          </p:nvPr>
        </p:nvCxnSpPr>
        <p:spPr>
          <a:xfrm>
            <a:off x="1627505" y="5865495"/>
            <a:ext cx="7217410" cy="0"/>
          </a:xfrm>
          <a:prstGeom prst="line">
            <a:avLst/>
          </a:prstGeom>
          <a:ln w="9525" cap="rnd">
            <a:solidFill>
              <a:schemeClr val="accent1">
                <a:alpha val="35000"/>
              </a:schemeClr>
            </a:solidFill>
            <a:round/>
          </a:ln>
        </p:spPr>
        <p:style>
          <a:lnRef idx="2">
            <a:schemeClr val="accent1"/>
          </a:lnRef>
          <a:fillRef idx="0">
            <a:srgbClr val="FFFFFF"/>
          </a:fillRef>
          <a:effectRef idx="0">
            <a:srgbClr val="FFFFFF"/>
          </a:effectRef>
          <a:fontRef idx="minor">
            <a:schemeClr val="tx1"/>
          </a:fontRef>
        </p:style>
      </p:cxnSp>
      <p:sp>
        <p:nvSpPr>
          <p:cNvPr id="1398" name="任意多边形: 形状 1397"/>
          <p:cNvSpPr/>
          <p:nvPr>
            <p:custDataLst>
              <p:tags r:id="rId5"/>
            </p:custDataLst>
          </p:nvPr>
        </p:nvSpPr>
        <p:spPr>
          <a:xfrm>
            <a:off x="635635" y="5552440"/>
            <a:ext cx="631190" cy="631190"/>
          </a:xfrm>
          <a:custGeom>
            <a:avLst/>
            <a:gdLst>
              <a:gd name="connsiteX0" fmla="*/ 35521 w 1877718"/>
              <a:gd name="connsiteY0" fmla="*/ 850803 h 1863247"/>
              <a:gd name="connsiteX1" fmla="*/ 865299 w 1877718"/>
              <a:gd name="connsiteY1" fmla="*/ 21025 h 1863247"/>
              <a:gd name="connsiteX2" fmla="*/ 1026916 w 1877718"/>
              <a:gd name="connsiteY2" fmla="*/ 21050 h 1863247"/>
              <a:gd name="connsiteX3" fmla="*/ 1856694 w 1877718"/>
              <a:gd name="connsiteY3" fmla="*/ 850828 h 1863247"/>
              <a:gd name="connsiteX4" fmla="*/ 1856669 w 1877718"/>
              <a:gd name="connsiteY4" fmla="*/ 1012446 h 1863247"/>
              <a:gd name="connsiteX5" fmla="*/ 1026891 w 1877718"/>
              <a:gd name="connsiteY5" fmla="*/ 1842223 h 1863247"/>
              <a:gd name="connsiteX6" fmla="*/ 865274 w 1877718"/>
              <a:gd name="connsiteY6" fmla="*/ 1842198 h 1863247"/>
              <a:gd name="connsiteX7" fmla="*/ 35496 w 1877718"/>
              <a:gd name="connsiteY7" fmla="*/ 1012420 h 1863247"/>
              <a:gd name="connsiteX8" fmla="*/ 35521 w 1877718"/>
              <a:gd name="connsiteY8" fmla="*/ 850803 h 1863247"/>
              <a:gd name="connsiteX0-1" fmla="*/ 35521 w 1877718"/>
              <a:gd name="connsiteY0-2" fmla="*/ 850803 h 1863247"/>
              <a:gd name="connsiteX1-3" fmla="*/ 865299 w 1877718"/>
              <a:gd name="connsiteY1-4" fmla="*/ 21025 h 1863247"/>
              <a:gd name="connsiteX2-5" fmla="*/ 1026916 w 1877718"/>
              <a:gd name="connsiteY2-6" fmla="*/ 21050 h 1863247"/>
              <a:gd name="connsiteX3-7" fmla="*/ 1856694 w 1877718"/>
              <a:gd name="connsiteY3-8" fmla="*/ 850828 h 1863247"/>
              <a:gd name="connsiteX4-9" fmla="*/ 1856669 w 1877718"/>
              <a:gd name="connsiteY4-10" fmla="*/ 1012446 h 1863247"/>
              <a:gd name="connsiteX5-11" fmla="*/ 1026891 w 1877718"/>
              <a:gd name="connsiteY5-12" fmla="*/ 1842223 h 1863247"/>
              <a:gd name="connsiteX6-13" fmla="*/ 865274 w 1877718"/>
              <a:gd name="connsiteY6-14" fmla="*/ 1842198 h 1863247"/>
              <a:gd name="connsiteX7-15" fmla="*/ 35496 w 1877718"/>
              <a:gd name="connsiteY7-16" fmla="*/ 1012420 h 1863247"/>
              <a:gd name="connsiteX8-17" fmla="*/ 35521 w 1877718"/>
              <a:gd name="connsiteY8-18" fmla="*/ 850803 h 1863247"/>
              <a:gd name="connsiteX0-19" fmla="*/ 35521 w 1877718"/>
              <a:gd name="connsiteY0-20" fmla="*/ 850813 h 1863257"/>
              <a:gd name="connsiteX1-21" fmla="*/ 865299 w 1877718"/>
              <a:gd name="connsiteY1-22" fmla="*/ 21035 h 1863257"/>
              <a:gd name="connsiteX2-23" fmla="*/ 1026916 w 1877718"/>
              <a:gd name="connsiteY2-24" fmla="*/ 21060 h 1863257"/>
              <a:gd name="connsiteX3-25" fmla="*/ 1856694 w 1877718"/>
              <a:gd name="connsiteY3-26" fmla="*/ 850838 h 1863257"/>
              <a:gd name="connsiteX4-27" fmla="*/ 1856669 w 1877718"/>
              <a:gd name="connsiteY4-28" fmla="*/ 1012456 h 1863257"/>
              <a:gd name="connsiteX5-29" fmla="*/ 1026891 w 1877718"/>
              <a:gd name="connsiteY5-30" fmla="*/ 1842233 h 1863257"/>
              <a:gd name="connsiteX6-31" fmla="*/ 865274 w 1877718"/>
              <a:gd name="connsiteY6-32" fmla="*/ 1842208 h 1863257"/>
              <a:gd name="connsiteX7-33" fmla="*/ 35496 w 1877718"/>
              <a:gd name="connsiteY7-34" fmla="*/ 1012430 h 1863257"/>
              <a:gd name="connsiteX8-35" fmla="*/ 35521 w 1877718"/>
              <a:gd name="connsiteY8-36" fmla="*/ 850813 h 1863257"/>
              <a:gd name="connsiteX0-37" fmla="*/ 35521 w 1877718"/>
              <a:gd name="connsiteY0-38" fmla="*/ 865273 h 1877717"/>
              <a:gd name="connsiteX1-39" fmla="*/ 865299 w 1877718"/>
              <a:gd name="connsiteY1-40" fmla="*/ 35495 h 1877717"/>
              <a:gd name="connsiteX2-41" fmla="*/ 1026916 w 1877718"/>
              <a:gd name="connsiteY2-42" fmla="*/ 35520 h 1877717"/>
              <a:gd name="connsiteX3-43" fmla="*/ 1856694 w 1877718"/>
              <a:gd name="connsiteY3-44" fmla="*/ 865298 h 1877717"/>
              <a:gd name="connsiteX4-45" fmla="*/ 1856669 w 1877718"/>
              <a:gd name="connsiteY4-46" fmla="*/ 1026916 h 1877717"/>
              <a:gd name="connsiteX5-47" fmla="*/ 1026891 w 1877718"/>
              <a:gd name="connsiteY5-48" fmla="*/ 1856693 h 1877717"/>
              <a:gd name="connsiteX6-49" fmla="*/ 865274 w 1877718"/>
              <a:gd name="connsiteY6-50" fmla="*/ 1856668 h 1877717"/>
              <a:gd name="connsiteX7-51" fmla="*/ 35496 w 1877718"/>
              <a:gd name="connsiteY7-52" fmla="*/ 1026890 h 1877717"/>
              <a:gd name="connsiteX8-53" fmla="*/ 35521 w 1877718"/>
              <a:gd name="connsiteY8-54" fmla="*/ 865273 h 1877717"/>
              <a:gd name="connsiteX0-55" fmla="*/ 35521 w 1877718"/>
              <a:gd name="connsiteY0-56" fmla="*/ 865273 h 1877717"/>
              <a:gd name="connsiteX1-57" fmla="*/ 865299 w 1877718"/>
              <a:gd name="connsiteY1-58" fmla="*/ 35495 h 1877717"/>
              <a:gd name="connsiteX2-59" fmla="*/ 1026916 w 1877718"/>
              <a:gd name="connsiteY2-60" fmla="*/ 35520 h 1877717"/>
              <a:gd name="connsiteX3-61" fmla="*/ 1856694 w 1877718"/>
              <a:gd name="connsiteY3-62" fmla="*/ 865298 h 1877717"/>
              <a:gd name="connsiteX4-63" fmla="*/ 1856669 w 1877718"/>
              <a:gd name="connsiteY4-64" fmla="*/ 1026916 h 1877717"/>
              <a:gd name="connsiteX5-65" fmla="*/ 1026891 w 1877718"/>
              <a:gd name="connsiteY5-66" fmla="*/ 1856693 h 1877717"/>
              <a:gd name="connsiteX6-67" fmla="*/ 865274 w 1877718"/>
              <a:gd name="connsiteY6-68" fmla="*/ 1856668 h 1877717"/>
              <a:gd name="connsiteX7-69" fmla="*/ 35496 w 1877718"/>
              <a:gd name="connsiteY7-70" fmla="*/ 1026890 h 1877717"/>
              <a:gd name="connsiteX8-71" fmla="*/ 35521 w 1877718"/>
              <a:gd name="connsiteY8-72" fmla="*/ 865273 h 1877717"/>
              <a:gd name="connsiteX0-73" fmla="*/ 35521 w 1877718"/>
              <a:gd name="connsiteY0-74" fmla="*/ 865273 h 1877717"/>
              <a:gd name="connsiteX1-75" fmla="*/ 865299 w 1877718"/>
              <a:gd name="connsiteY1-76" fmla="*/ 35495 h 1877717"/>
              <a:gd name="connsiteX2-77" fmla="*/ 1026916 w 1877718"/>
              <a:gd name="connsiteY2-78" fmla="*/ 35520 h 1877717"/>
              <a:gd name="connsiteX3-79" fmla="*/ 1856694 w 1877718"/>
              <a:gd name="connsiteY3-80" fmla="*/ 865298 h 1877717"/>
              <a:gd name="connsiteX4-81" fmla="*/ 1856669 w 1877718"/>
              <a:gd name="connsiteY4-82" fmla="*/ 1026916 h 1877717"/>
              <a:gd name="connsiteX5-83" fmla="*/ 1026891 w 1877718"/>
              <a:gd name="connsiteY5-84" fmla="*/ 1856693 h 1877717"/>
              <a:gd name="connsiteX6-85" fmla="*/ 865274 w 1877718"/>
              <a:gd name="connsiteY6-86" fmla="*/ 1856668 h 1877717"/>
              <a:gd name="connsiteX7-87" fmla="*/ 35496 w 1877718"/>
              <a:gd name="connsiteY7-88" fmla="*/ 1026890 h 1877717"/>
              <a:gd name="connsiteX8-89" fmla="*/ 35521 w 1877718"/>
              <a:gd name="connsiteY8-90" fmla="*/ 865273 h 1877717"/>
              <a:gd name="connsiteX0-91" fmla="*/ 35521 w 1877729"/>
              <a:gd name="connsiteY0-92" fmla="*/ 865273 h 1877717"/>
              <a:gd name="connsiteX1-93" fmla="*/ 865299 w 1877729"/>
              <a:gd name="connsiteY1-94" fmla="*/ 35495 h 1877717"/>
              <a:gd name="connsiteX2-95" fmla="*/ 1026916 w 1877729"/>
              <a:gd name="connsiteY2-96" fmla="*/ 35520 h 1877717"/>
              <a:gd name="connsiteX3-97" fmla="*/ 1856694 w 1877729"/>
              <a:gd name="connsiteY3-98" fmla="*/ 865298 h 1877717"/>
              <a:gd name="connsiteX4-99" fmla="*/ 1856669 w 1877729"/>
              <a:gd name="connsiteY4-100" fmla="*/ 1026916 h 1877717"/>
              <a:gd name="connsiteX5-101" fmla="*/ 1026891 w 1877729"/>
              <a:gd name="connsiteY5-102" fmla="*/ 1856693 h 1877717"/>
              <a:gd name="connsiteX6-103" fmla="*/ 865274 w 1877729"/>
              <a:gd name="connsiteY6-104" fmla="*/ 1856668 h 1877717"/>
              <a:gd name="connsiteX7-105" fmla="*/ 35496 w 1877729"/>
              <a:gd name="connsiteY7-106" fmla="*/ 1026890 h 1877717"/>
              <a:gd name="connsiteX8-107" fmla="*/ 35521 w 1877729"/>
              <a:gd name="connsiteY8-108" fmla="*/ 865273 h 1877717"/>
              <a:gd name="connsiteX0-109" fmla="*/ 35521 w 1892189"/>
              <a:gd name="connsiteY0-110" fmla="*/ 865273 h 1877717"/>
              <a:gd name="connsiteX1-111" fmla="*/ 865299 w 1892189"/>
              <a:gd name="connsiteY1-112" fmla="*/ 35495 h 1877717"/>
              <a:gd name="connsiteX2-113" fmla="*/ 1026916 w 1892189"/>
              <a:gd name="connsiteY2-114" fmla="*/ 35520 h 1877717"/>
              <a:gd name="connsiteX3-115" fmla="*/ 1856694 w 1892189"/>
              <a:gd name="connsiteY3-116" fmla="*/ 865298 h 1877717"/>
              <a:gd name="connsiteX4-117" fmla="*/ 1856669 w 1892189"/>
              <a:gd name="connsiteY4-118" fmla="*/ 1026916 h 1877717"/>
              <a:gd name="connsiteX5-119" fmla="*/ 1026891 w 1892189"/>
              <a:gd name="connsiteY5-120" fmla="*/ 1856693 h 1877717"/>
              <a:gd name="connsiteX6-121" fmla="*/ 865274 w 1892189"/>
              <a:gd name="connsiteY6-122" fmla="*/ 1856668 h 1877717"/>
              <a:gd name="connsiteX7-123" fmla="*/ 35496 w 1892189"/>
              <a:gd name="connsiteY7-124" fmla="*/ 1026890 h 1877717"/>
              <a:gd name="connsiteX8-125" fmla="*/ 35521 w 1892189"/>
              <a:gd name="connsiteY8-126" fmla="*/ 865273 h 1877717"/>
              <a:gd name="connsiteX0-127" fmla="*/ 35521 w 1892189"/>
              <a:gd name="connsiteY0-128" fmla="*/ 865273 h 1877717"/>
              <a:gd name="connsiteX1-129" fmla="*/ 865299 w 1892189"/>
              <a:gd name="connsiteY1-130" fmla="*/ 35495 h 1877717"/>
              <a:gd name="connsiteX2-131" fmla="*/ 1026916 w 1892189"/>
              <a:gd name="connsiteY2-132" fmla="*/ 35520 h 1877717"/>
              <a:gd name="connsiteX3-133" fmla="*/ 1856694 w 1892189"/>
              <a:gd name="connsiteY3-134" fmla="*/ 865298 h 1877717"/>
              <a:gd name="connsiteX4-135" fmla="*/ 1856669 w 1892189"/>
              <a:gd name="connsiteY4-136" fmla="*/ 1026916 h 1877717"/>
              <a:gd name="connsiteX5-137" fmla="*/ 1026891 w 1892189"/>
              <a:gd name="connsiteY5-138" fmla="*/ 1856693 h 1877717"/>
              <a:gd name="connsiteX6-139" fmla="*/ 865274 w 1892189"/>
              <a:gd name="connsiteY6-140" fmla="*/ 1856668 h 1877717"/>
              <a:gd name="connsiteX7-141" fmla="*/ 35496 w 1892189"/>
              <a:gd name="connsiteY7-142" fmla="*/ 1026890 h 1877717"/>
              <a:gd name="connsiteX8-143" fmla="*/ 35521 w 1892189"/>
              <a:gd name="connsiteY8-144" fmla="*/ 865273 h 1877717"/>
              <a:gd name="connsiteX0-145" fmla="*/ 35521 w 1892189"/>
              <a:gd name="connsiteY0-146" fmla="*/ 865273 h 1877717"/>
              <a:gd name="connsiteX1-147" fmla="*/ 865299 w 1892189"/>
              <a:gd name="connsiteY1-148" fmla="*/ 35495 h 1877717"/>
              <a:gd name="connsiteX2-149" fmla="*/ 1026916 w 1892189"/>
              <a:gd name="connsiteY2-150" fmla="*/ 35520 h 1877717"/>
              <a:gd name="connsiteX3-151" fmla="*/ 1856694 w 1892189"/>
              <a:gd name="connsiteY3-152" fmla="*/ 865298 h 1877717"/>
              <a:gd name="connsiteX4-153" fmla="*/ 1856669 w 1892189"/>
              <a:gd name="connsiteY4-154" fmla="*/ 1026916 h 1877717"/>
              <a:gd name="connsiteX5-155" fmla="*/ 1026891 w 1892189"/>
              <a:gd name="connsiteY5-156" fmla="*/ 1856693 h 1877717"/>
              <a:gd name="connsiteX6-157" fmla="*/ 865274 w 1892189"/>
              <a:gd name="connsiteY6-158" fmla="*/ 1856668 h 1877717"/>
              <a:gd name="connsiteX7-159" fmla="*/ 35496 w 1892189"/>
              <a:gd name="connsiteY7-160" fmla="*/ 1026890 h 1877717"/>
              <a:gd name="connsiteX8-161" fmla="*/ 35521 w 1892189"/>
              <a:gd name="connsiteY8-162" fmla="*/ 865273 h 1877717"/>
              <a:gd name="connsiteX0-163" fmla="*/ 35521 w 1892189"/>
              <a:gd name="connsiteY0-164" fmla="*/ 865273 h 1877728"/>
              <a:gd name="connsiteX1-165" fmla="*/ 865299 w 1892189"/>
              <a:gd name="connsiteY1-166" fmla="*/ 35495 h 1877728"/>
              <a:gd name="connsiteX2-167" fmla="*/ 1026916 w 1892189"/>
              <a:gd name="connsiteY2-168" fmla="*/ 35520 h 1877728"/>
              <a:gd name="connsiteX3-169" fmla="*/ 1856694 w 1892189"/>
              <a:gd name="connsiteY3-170" fmla="*/ 865298 h 1877728"/>
              <a:gd name="connsiteX4-171" fmla="*/ 1856669 w 1892189"/>
              <a:gd name="connsiteY4-172" fmla="*/ 1026916 h 1877728"/>
              <a:gd name="connsiteX5-173" fmla="*/ 1026891 w 1892189"/>
              <a:gd name="connsiteY5-174" fmla="*/ 1856693 h 1877728"/>
              <a:gd name="connsiteX6-175" fmla="*/ 865274 w 1892189"/>
              <a:gd name="connsiteY6-176" fmla="*/ 1856668 h 1877728"/>
              <a:gd name="connsiteX7-177" fmla="*/ 35496 w 1892189"/>
              <a:gd name="connsiteY7-178" fmla="*/ 1026890 h 1877728"/>
              <a:gd name="connsiteX8-179" fmla="*/ 35521 w 1892189"/>
              <a:gd name="connsiteY8-180" fmla="*/ 865273 h 1877728"/>
              <a:gd name="connsiteX0-181" fmla="*/ 35521 w 1892189"/>
              <a:gd name="connsiteY0-182" fmla="*/ 865273 h 1892188"/>
              <a:gd name="connsiteX1-183" fmla="*/ 865299 w 1892189"/>
              <a:gd name="connsiteY1-184" fmla="*/ 35495 h 1892188"/>
              <a:gd name="connsiteX2-185" fmla="*/ 1026916 w 1892189"/>
              <a:gd name="connsiteY2-186" fmla="*/ 35520 h 1892188"/>
              <a:gd name="connsiteX3-187" fmla="*/ 1856694 w 1892189"/>
              <a:gd name="connsiteY3-188" fmla="*/ 865298 h 1892188"/>
              <a:gd name="connsiteX4-189" fmla="*/ 1856669 w 1892189"/>
              <a:gd name="connsiteY4-190" fmla="*/ 1026916 h 1892188"/>
              <a:gd name="connsiteX5-191" fmla="*/ 1026891 w 1892189"/>
              <a:gd name="connsiteY5-192" fmla="*/ 1856693 h 1892188"/>
              <a:gd name="connsiteX6-193" fmla="*/ 865274 w 1892189"/>
              <a:gd name="connsiteY6-194" fmla="*/ 1856668 h 1892188"/>
              <a:gd name="connsiteX7-195" fmla="*/ 35496 w 1892189"/>
              <a:gd name="connsiteY7-196" fmla="*/ 1026890 h 1892188"/>
              <a:gd name="connsiteX8-197" fmla="*/ 35521 w 1892189"/>
              <a:gd name="connsiteY8-198" fmla="*/ 865273 h 1892188"/>
              <a:gd name="connsiteX0-199" fmla="*/ 35521 w 1892189"/>
              <a:gd name="connsiteY0-200" fmla="*/ 865273 h 1892188"/>
              <a:gd name="connsiteX1-201" fmla="*/ 865299 w 1892189"/>
              <a:gd name="connsiteY1-202" fmla="*/ 35495 h 1892188"/>
              <a:gd name="connsiteX2-203" fmla="*/ 1026916 w 1892189"/>
              <a:gd name="connsiteY2-204" fmla="*/ 35520 h 1892188"/>
              <a:gd name="connsiteX3-205" fmla="*/ 1856694 w 1892189"/>
              <a:gd name="connsiteY3-206" fmla="*/ 865298 h 1892188"/>
              <a:gd name="connsiteX4-207" fmla="*/ 1856669 w 1892189"/>
              <a:gd name="connsiteY4-208" fmla="*/ 1026916 h 1892188"/>
              <a:gd name="connsiteX5-209" fmla="*/ 1026891 w 1892189"/>
              <a:gd name="connsiteY5-210" fmla="*/ 1856693 h 1892188"/>
              <a:gd name="connsiteX6-211" fmla="*/ 865274 w 1892189"/>
              <a:gd name="connsiteY6-212" fmla="*/ 1856668 h 1892188"/>
              <a:gd name="connsiteX7-213" fmla="*/ 35496 w 1892189"/>
              <a:gd name="connsiteY7-214" fmla="*/ 1026890 h 1892188"/>
              <a:gd name="connsiteX8-215" fmla="*/ 35521 w 1892189"/>
              <a:gd name="connsiteY8-216" fmla="*/ 865273 h 1892188"/>
              <a:gd name="connsiteX0-217" fmla="*/ 35521 w 1892189"/>
              <a:gd name="connsiteY0-218" fmla="*/ 865273 h 1892188"/>
              <a:gd name="connsiteX1-219" fmla="*/ 865299 w 1892189"/>
              <a:gd name="connsiteY1-220" fmla="*/ 35495 h 1892188"/>
              <a:gd name="connsiteX2-221" fmla="*/ 1026916 w 1892189"/>
              <a:gd name="connsiteY2-222" fmla="*/ 35520 h 1892188"/>
              <a:gd name="connsiteX3-223" fmla="*/ 1856694 w 1892189"/>
              <a:gd name="connsiteY3-224" fmla="*/ 865298 h 1892188"/>
              <a:gd name="connsiteX4-225" fmla="*/ 1856669 w 1892189"/>
              <a:gd name="connsiteY4-226" fmla="*/ 1026916 h 1892188"/>
              <a:gd name="connsiteX5-227" fmla="*/ 1026891 w 1892189"/>
              <a:gd name="connsiteY5-228" fmla="*/ 1856693 h 1892188"/>
              <a:gd name="connsiteX6-229" fmla="*/ 865274 w 1892189"/>
              <a:gd name="connsiteY6-230" fmla="*/ 1856668 h 1892188"/>
              <a:gd name="connsiteX7-231" fmla="*/ 35496 w 1892189"/>
              <a:gd name="connsiteY7-232" fmla="*/ 1026890 h 1892188"/>
              <a:gd name="connsiteX8-233" fmla="*/ 35521 w 1892189"/>
              <a:gd name="connsiteY8-234" fmla="*/ 865273 h 1892188"/>
              <a:gd name="connsiteX0-235" fmla="*/ 35521 w 1892189"/>
              <a:gd name="connsiteY0-236" fmla="*/ 865273 h 1892188"/>
              <a:gd name="connsiteX1-237" fmla="*/ 865299 w 1892189"/>
              <a:gd name="connsiteY1-238" fmla="*/ 35495 h 1892188"/>
              <a:gd name="connsiteX2-239" fmla="*/ 1026916 w 1892189"/>
              <a:gd name="connsiteY2-240" fmla="*/ 35520 h 1892188"/>
              <a:gd name="connsiteX3-241" fmla="*/ 1856694 w 1892189"/>
              <a:gd name="connsiteY3-242" fmla="*/ 865298 h 1892188"/>
              <a:gd name="connsiteX4-243" fmla="*/ 1856669 w 1892189"/>
              <a:gd name="connsiteY4-244" fmla="*/ 1026916 h 1892188"/>
              <a:gd name="connsiteX5-245" fmla="*/ 1026891 w 1892189"/>
              <a:gd name="connsiteY5-246" fmla="*/ 1856693 h 1892188"/>
              <a:gd name="connsiteX6-247" fmla="*/ 865274 w 1892189"/>
              <a:gd name="connsiteY6-248" fmla="*/ 1856668 h 1892188"/>
              <a:gd name="connsiteX7-249" fmla="*/ 35496 w 1892189"/>
              <a:gd name="connsiteY7-250" fmla="*/ 1026890 h 1892188"/>
              <a:gd name="connsiteX8-251" fmla="*/ 35521 w 1892189"/>
              <a:gd name="connsiteY8-252" fmla="*/ 865273 h 189218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1892189" h="1892188">
                <a:moveTo>
                  <a:pt x="35521" y="865273"/>
                </a:moveTo>
                <a:cubicBezTo>
                  <a:pt x="35521" y="865273"/>
                  <a:pt x="865299" y="35495"/>
                  <a:pt x="865299" y="35495"/>
                </a:cubicBezTo>
                <a:cubicBezTo>
                  <a:pt x="912643" y="-11849"/>
                  <a:pt x="979572" y="-11824"/>
                  <a:pt x="1026916" y="35520"/>
                </a:cubicBezTo>
                <a:cubicBezTo>
                  <a:pt x="1026916" y="35520"/>
                  <a:pt x="1856694" y="865298"/>
                  <a:pt x="1856694" y="865298"/>
                </a:cubicBezTo>
                <a:cubicBezTo>
                  <a:pt x="1904038" y="912642"/>
                  <a:pt x="1904013" y="979572"/>
                  <a:pt x="1856669" y="1026916"/>
                </a:cubicBezTo>
                <a:cubicBezTo>
                  <a:pt x="1856669" y="1026916"/>
                  <a:pt x="1026891" y="1856693"/>
                  <a:pt x="1026891" y="1856693"/>
                </a:cubicBezTo>
                <a:cubicBezTo>
                  <a:pt x="979547" y="1904037"/>
                  <a:pt x="912618" y="1904011"/>
                  <a:pt x="865274" y="1856668"/>
                </a:cubicBezTo>
                <a:cubicBezTo>
                  <a:pt x="865274" y="1856667"/>
                  <a:pt x="35496" y="1026889"/>
                  <a:pt x="35496" y="1026890"/>
                </a:cubicBezTo>
                <a:cubicBezTo>
                  <a:pt x="-11848" y="979545"/>
                  <a:pt x="-11823" y="912617"/>
                  <a:pt x="35521" y="865273"/>
                </a:cubicBezTo>
                <a:close/>
              </a:path>
            </a:pathLst>
          </a:custGeom>
          <a:solidFill>
            <a:schemeClr val="accent1">
              <a:alpha val="2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zh-CN" altLang="en-US">
              <a:sym typeface="+mn-ea"/>
            </a:endParaRPr>
          </a:p>
        </p:txBody>
      </p:sp>
      <p:sp>
        <p:nvSpPr>
          <p:cNvPr id="4" name="任意多边形: 形状 1397"/>
          <p:cNvSpPr/>
          <p:nvPr>
            <p:custDataLst>
              <p:tags r:id="rId6"/>
            </p:custDataLst>
          </p:nvPr>
        </p:nvSpPr>
        <p:spPr>
          <a:xfrm>
            <a:off x="1092835" y="5670550"/>
            <a:ext cx="395605" cy="395605"/>
          </a:xfrm>
          <a:custGeom>
            <a:avLst/>
            <a:gdLst>
              <a:gd name="connsiteX0" fmla="*/ 35521 w 1877718"/>
              <a:gd name="connsiteY0" fmla="*/ 850803 h 1863247"/>
              <a:gd name="connsiteX1" fmla="*/ 865299 w 1877718"/>
              <a:gd name="connsiteY1" fmla="*/ 21025 h 1863247"/>
              <a:gd name="connsiteX2" fmla="*/ 1026916 w 1877718"/>
              <a:gd name="connsiteY2" fmla="*/ 21050 h 1863247"/>
              <a:gd name="connsiteX3" fmla="*/ 1856694 w 1877718"/>
              <a:gd name="connsiteY3" fmla="*/ 850828 h 1863247"/>
              <a:gd name="connsiteX4" fmla="*/ 1856669 w 1877718"/>
              <a:gd name="connsiteY4" fmla="*/ 1012446 h 1863247"/>
              <a:gd name="connsiteX5" fmla="*/ 1026891 w 1877718"/>
              <a:gd name="connsiteY5" fmla="*/ 1842223 h 1863247"/>
              <a:gd name="connsiteX6" fmla="*/ 865274 w 1877718"/>
              <a:gd name="connsiteY6" fmla="*/ 1842198 h 1863247"/>
              <a:gd name="connsiteX7" fmla="*/ 35496 w 1877718"/>
              <a:gd name="connsiteY7" fmla="*/ 1012420 h 1863247"/>
              <a:gd name="connsiteX8" fmla="*/ 35521 w 1877718"/>
              <a:gd name="connsiteY8" fmla="*/ 850803 h 1863247"/>
              <a:gd name="connsiteX0-1" fmla="*/ 35521 w 1877718"/>
              <a:gd name="connsiteY0-2" fmla="*/ 850803 h 1863247"/>
              <a:gd name="connsiteX1-3" fmla="*/ 865299 w 1877718"/>
              <a:gd name="connsiteY1-4" fmla="*/ 21025 h 1863247"/>
              <a:gd name="connsiteX2-5" fmla="*/ 1026916 w 1877718"/>
              <a:gd name="connsiteY2-6" fmla="*/ 21050 h 1863247"/>
              <a:gd name="connsiteX3-7" fmla="*/ 1856694 w 1877718"/>
              <a:gd name="connsiteY3-8" fmla="*/ 850828 h 1863247"/>
              <a:gd name="connsiteX4-9" fmla="*/ 1856669 w 1877718"/>
              <a:gd name="connsiteY4-10" fmla="*/ 1012446 h 1863247"/>
              <a:gd name="connsiteX5-11" fmla="*/ 1026891 w 1877718"/>
              <a:gd name="connsiteY5-12" fmla="*/ 1842223 h 1863247"/>
              <a:gd name="connsiteX6-13" fmla="*/ 865274 w 1877718"/>
              <a:gd name="connsiteY6-14" fmla="*/ 1842198 h 1863247"/>
              <a:gd name="connsiteX7-15" fmla="*/ 35496 w 1877718"/>
              <a:gd name="connsiteY7-16" fmla="*/ 1012420 h 1863247"/>
              <a:gd name="connsiteX8-17" fmla="*/ 35521 w 1877718"/>
              <a:gd name="connsiteY8-18" fmla="*/ 850803 h 1863247"/>
              <a:gd name="connsiteX0-19" fmla="*/ 35521 w 1877718"/>
              <a:gd name="connsiteY0-20" fmla="*/ 850813 h 1863257"/>
              <a:gd name="connsiteX1-21" fmla="*/ 865299 w 1877718"/>
              <a:gd name="connsiteY1-22" fmla="*/ 21035 h 1863257"/>
              <a:gd name="connsiteX2-23" fmla="*/ 1026916 w 1877718"/>
              <a:gd name="connsiteY2-24" fmla="*/ 21060 h 1863257"/>
              <a:gd name="connsiteX3-25" fmla="*/ 1856694 w 1877718"/>
              <a:gd name="connsiteY3-26" fmla="*/ 850838 h 1863257"/>
              <a:gd name="connsiteX4-27" fmla="*/ 1856669 w 1877718"/>
              <a:gd name="connsiteY4-28" fmla="*/ 1012456 h 1863257"/>
              <a:gd name="connsiteX5-29" fmla="*/ 1026891 w 1877718"/>
              <a:gd name="connsiteY5-30" fmla="*/ 1842233 h 1863257"/>
              <a:gd name="connsiteX6-31" fmla="*/ 865274 w 1877718"/>
              <a:gd name="connsiteY6-32" fmla="*/ 1842208 h 1863257"/>
              <a:gd name="connsiteX7-33" fmla="*/ 35496 w 1877718"/>
              <a:gd name="connsiteY7-34" fmla="*/ 1012430 h 1863257"/>
              <a:gd name="connsiteX8-35" fmla="*/ 35521 w 1877718"/>
              <a:gd name="connsiteY8-36" fmla="*/ 850813 h 1863257"/>
              <a:gd name="connsiteX0-37" fmla="*/ 35521 w 1877718"/>
              <a:gd name="connsiteY0-38" fmla="*/ 865273 h 1877717"/>
              <a:gd name="connsiteX1-39" fmla="*/ 865299 w 1877718"/>
              <a:gd name="connsiteY1-40" fmla="*/ 35495 h 1877717"/>
              <a:gd name="connsiteX2-41" fmla="*/ 1026916 w 1877718"/>
              <a:gd name="connsiteY2-42" fmla="*/ 35520 h 1877717"/>
              <a:gd name="connsiteX3-43" fmla="*/ 1856694 w 1877718"/>
              <a:gd name="connsiteY3-44" fmla="*/ 865298 h 1877717"/>
              <a:gd name="connsiteX4-45" fmla="*/ 1856669 w 1877718"/>
              <a:gd name="connsiteY4-46" fmla="*/ 1026916 h 1877717"/>
              <a:gd name="connsiteX5-47" fmla="*/ 1026891 w 1877718"/>
              <a:gd name="connsiteY5-48" fmla="*/ 1856693 h 1877717"/>
              <a:gd name="connsiteX6-49" fmla="*/ 865274 w 1877718"/>
              <a:gd name="connsiteY6-50" fmla="*/ 1856668 h 1877717"/>
              <a:gd name="connsiteX7-51" fmla="*/ 35496 w 1877718"/>
              <a:gd name="connsiteY7-52" fmla="*/ 1026890 h 1877717"/>
              <a:gd name="connsiteX8-53" fmla="*/ 35521 w 1877718"/>
              <a:gd name="connsiteY8-54" fmla="*/ 865273 h 1877717"/>
              <a:gd name="connsiteX0-55" fmla="*/ 35521 w 1877718"/>
              <a:gd name="connsiteY0-56" fmla="*/ 865273 h 1877717"/>
              <a:gd name="connsiteX1-57" fmla="*/ 865299 w 1877718"/>
              <a:gd name="connsiteY1-58" fmla="*/ 35495 h 1877717"/>
              <a:gd name="connsiteX2-59" fmla="*/ 1026916 w 1877718"/>
              <a:gd name="connsiteY2-60" fmla="*/ 35520 h 1877717"/>
              <a:gd name="connsiteX3-61" fmla="*/ 1856694 w 1877718"/>
              <a:gd name="connsiteY3-62" fmla="*/ 865298 h 1877717"/>
              <a:gd name="connsiteX4-63" fmla="*/ 1856669 w 1877718"/>
              <a:gd name="connsiteY4-64" fmla="*/ 1026916 h 1877717"/>
              <a:gd name="connsiteX5-65" fmla="*/ 1026891 w 1877718"/>
              <a:gd name="connsiteY5-66" fmla="*/ 1856693 h 1877717"/>
              <a:gd name="connsiteX6-67" fmla="*/ 865274 w 1877718"/>
              <a:gd name="connsiteY6-68" fmla="*/ 1856668 h 1877717"/>
              <a:gd name="connsiteX7-69" fmla="*/ 35496 w 1877718"/>
              <a:gd name="connsiteY7-70" fmla="*/ 1026890 h 1877717"/>
              <a:gd name="connsiteX8-71" fmla="*/ 35521 w 1877718"/>
              <a:gd name="connsiteY8-72" fmla="*/ 865273 h 1877717"/>
              <a:gd name="connsiteX0-73" fmla="*/ 35521 w 1877718"/>
              <a:gd name="connsiteY0-74" fmla="*/ 865273 h 1877717"/>
              <a:gd name="connsiteX1-75" fmla="*/ 865299 w 1877718"/>
              <a:gd name="connsiteY1-76" fmla="*/ 35495 h 1877717"/>
              <a:gd name="connsiteX2-77" fmla="*/ 1026916 w 1877718"/>
              <a:gd name="connsiteY2-78" fmla="*/ 35520 h 1877717"/>
              <a:gd name="connsiteX3-79" fmla="*/ 1856694 w 1877718"/>
              <a:gd name="connsiteY3-80" fmla="*/ 865298 h 1877717"/>
              <a:gd name="connsiteX4-81" fmla="*/ 1856669 w 1877718"/>
              <a:gd name="connsiteY4-82" fmla="*/ 1026916 h 1877717"/>
              <a:gd name="connsiteX5-83" fmla="*/ 1026891 w 1877718"/>
              <a:gd name="connsiteY5-84" fmla="*/ 1856693 h 1877717"/>
              <a:gd name="connsiteX6-85" fmla="*/ 865274 w 1877718"/>
              <a:gd name="connsiteY6-86" fmla="*/ 1856668 h 1877717"/>
              <a:gd name="connsiteX7-87" fmla="*/ 35496 w 1877718"/>
              <a:gd name="connsiteY7-88" fmla="*/ 1026890 h 1877717"/>
              <a:gd name="connsiteX8-89" fmla="*/ 35521 w 1877718"/>
              <a:gd name="connsiteY8-90" fmla="*/ 865273 h 1877717"/>
              <a:gd name="connsiteX0-91" fmla="*/ 35521 w 1877729"/>
              <a:gd name="connsiteY0-92" fmla="*/ 865273 h 1877717"/>
              <a:gd name="connsiteX1-93" fmla="*/ 865299 w 1877729"/>
              <a:gd name="connsiteY1-94" fmla="*/ 35495 h 1877717"/>
              <a:gd name="connsiteX2-95" fmla="*/ 1026916 w 1877729"/>
              <a:gd name="connsiteY2-96" fmla="*/ 35520 h 1877717"/>
              <a:gd name="connsiteX3-97" fmla="*/ 1856694 w 1877729"/>
              <a:gd name="connsiteY3-98" fmla="*/ 865298 h 1877717"/>
              <a:gd name="connsiteX4-99" fmla="*/ 1856669 w 1877729"/>
              <a:gd name="connsiteY4-100" fmla="*/ 1026916 h 1877717"/>
              <a:gd name="connsiteX5-101" fmla="*/ 1026891 w 1877729"/>
              <a:gd name="connsiteY5-102" fmla="*/ 1856693 h 1877717"/>
              <a:gd name="connsiteX6-103" fmla="*/ 865274 w 1877729"/>
              <a:gd name="connsiteY6-104" fmla="*/ 1856668 h 1877717"/>
              <a:gd name="connsiteX7-105" fmla="*/ 35496 w 1877729"/>
              <a:gd name="connsiteY7-106" fmla="*/ 1026890 h 1877717"/>
              <a:gd name="connsiteX8-107" fmla="*/ 35521 w 1877729"/>
              <a:gd name="connsiteY8-108" fmla="*/ 865273 h 1877717"/>
              <a:gd name="connsiteX0-109" fmla="*/ 35521 w 1892189"/>
              <a:gd name="connsiteY0-110" fmla="*/ 865273 h 1877717"/>
              <a:gd name="connsiteX1-111" fmla="*/ 865299 w 1892189"/>
              <a:gd name="connsiteY1-112" fmla="*/ 35495 h 1877717"/>
              <a:gd name="connsiteX2-113" fmla="*/ 1026916 w 1892189"/>
              <a:gd name="connsiteY2-114" fmla="*/ 35520 h 1877717"/>
              <a:gd name="connsiteX3-115" fmla="*/ 1856694 w 1892189"/>
              <a:gd name="connsiteY3-116" fmla="*/ 865298 h 1877717"/>
              <a:gd name="connsiteX4-117" fmla="*/ 1856669 w 1892189"/>
              <a:gd name="connsiteY4-118" fmla="*/ 1026916 h 1877717"/>
              <a:gd name="connsiteX5-119" fmla="*/ 1026891 w 1892189"/>
              <a:gd name="connsiteY5-120" fmla="*/ 1856693 h 1877717"/>
              <a:gd name="connsiteX6-121" fmla="*/ 865274 w 1892189"/>
              <a:gd name="connsiteY6-122" fmla="*/ 1856668 h 1877717"/>
              <a:gd name="connsiteX7-123" fmla="*/ 35496 w 1892189"/>
              <a:gd name="connsiteY7-124" fmla="*/ 1026890 h 1877717"/>
              <a:gd name="connsiteX8-125" fmla="*/ 35521 w 1892189"/>
              <a:gd name="connsiteY8-126" fmla="*/ 865273 h 1877717"/>
              <a:gd name="connsiteX0-127" fmla="*/ 35521 w 1892189"/>
              <a:gd name="connsiteY0-128" fmla="*/ 865273 h 1877717"/>
              <a:gd name="connsiteX1-129" fmla="*/ 865299 w 1892189"/>
              <a:gd name="connsiteY1-130" fmla="*/ 35495 h 1877717"/>
              <a:gd name="connsiteX2-131" fmla="*/ 1026916 w 1892189"/>
              <a:gd name="connsiteY2-132" fmla="*/ 35520 h 1877717"/>
              <a:gd name="connsiteX3-133" fmla="*/ 1856694 w 1892189"/>
              <a:gd name="connsiteY3-134" fmla="*/ 865298 h 1877717"/>
              <a:gd name="connsiteX4-135" fmla="*/ 1856669 w 1892189"/>
              <a:gd name="connsiteY4-136" fmla="*/ 1026916 h 1877717"/>
              <a:gd name="connsiteX5-137" fmla="*/ 1026891 w 1892189"/>
              <a:gd name="connsiteY5-138" fmla="*/ 1856693 h 1877717"/>
              <a:gd name="connsiteX6-139" fmla="*/ 865274 w 1892189"/>
              <a:gd name="connsiteY6-140" fmla="*/ 1856668 h 1877717"/>
              <a:gd name="connsiteX7-141" fmla="*/ 35496 w 1892189"/>
              <a:gd name="connsiteY7-142" fmla="*/ 1026890 h 1877717"/>
              <a:gd name="connsiteX8-143" fmla="*/ 35521 w 1892189"/>
              <a:gd name="connsiteY8-144" fmla="*/ 865273 h 1877717"/>
              <a:gd name="connsiteX0-145" fmla="*/ 35521 w 1892189"/>
              <a:gd name="connsiteY0-146" fmla="*/ 865273 h 1877717"/>
              <a:gd name="connsiteX1-147" fmla="*/ 865299 w 1892189"/>
              <a:gd name="connsiteY1-148" fmla="*/ 35495 h 1877717"/>
              <a:gd name="connsiteX2-149" fmla="*/ 1026916 w 1892189"/>
              <a:gd name="connsiteY2-150" fmla="*/ 35520 h 1877717"/>
              <a:gd name="connsiteX3-151" fmla="*/ 1856694 w 1892189"/>
              <a:gd name="connsiteY3-152" fmla="*/ 865298 h 1877717"/>
              <a:gd name="connsiteX4-153" fmla="*/ 1856669 w 1892189"/>
              <a:gd name="connsiteY4-154" fmla="*/ 1026916 h 1877717"/>
              <a:gd name="connsiteX5-155" fmla="*/ 1026891 w 1892189"/>
              <a:gd name="connsiteY5-156" fmla="*/ 1856693 h 1877717"/>
              <a:gd name="connsiteX6-157" fmla="*/ 865274 w 1892189"/>
              <a:gd name="connsiteY6-158" fmla="*/ 1856668 h 1877717"/>
              <a:gd name="connsiteX7-159" fmla="*/ 35496 w 1892189"/>
              <a:gd name="connsiteY7-160" fmla="*/ 1026890 h 1877717"/>
              <a:gd name="connsiteX8-161" fmla="*/ 35521 w 1892189"/>
              <a:gd name="connsiteY8-162" fmla="*/ 865273 h 1877717"/>
              <a:gd name="connsiteX0-163" fmla="*/ 35521 w 1892189"/>
              <a:gd name="connsiteY0-164" fmla="*/ 865273 h 1877728"/>
              <a:gd name="connsiteX1-165" fmla="*/ 865299 w 1892189"/>
              <a:gd name="connsiteY1-166" fmla="*/ 35495 h 1877728"/>
              <a:gd name="connsiteX2-167" fmla="*/ 1026916 w 1892189"/>
              <a:gd name="connsiteY2-168" fmla="*/ 35520 h 1877728"/>
              <a:gd name="connsiteX3-169" fmla="*/ 1856694 w 1892189"/>
              <a:gd name="connsiteY3-170" fmla="*/ 865298 h 1877728"/>
              <a:gd name="connsiteX4-171" fmla="*/ 1856669 w 1892189"/>
              <a:gd name="connsiteY4-172" fmla="*/ 1026916 h 1877728"/>
              <a:gd name="connsiteX5-173" fmla="*/ 1026891 w 1892189"/>
              <a:gd name="connsiteY5-174" fmla="*/ 1856693 h 1877728"/>
              <a:gd name="connsiteX6-175" fmla="*/ 865274 w 1892189"/>
              <a:gd name="connsiteY6-176" fmla="*/ 1856668 h 1877728"/>
              <a:gd name="connsiteX7-177" fmla="*/ 35496 w 1892189"/>
              <a:gd name="connsiteY7-178" fmla="*/ 1026890 h 1877728"/>
              <a:gd name="connsiteX8-179" fmla="*/ 35521 w 1892189"/>
              <a:gd name="connsiteY8-180" fmla="*/ 865273 h 1877728"/>
              <a:gd name="connsiteX0-181" fmla="*/ 35521 w 1892189"/>
              <a:gd name="connsiteY0-182" fmla="*/ 865273 h 1892188"/>
              <a:gd name="connsiteX1-183" fmla="*/ 865299 w 1892189"/>
              <a:gd name="connsiteY1-184" fmla="*/ 35495 h 1892188"/>
              <a:gd name="connsiteX2-185" fmla="*/ 1026916 w 1892189"/>
              <a:gd name="connsiteY2-186" fmla="*/ 35520 h 1892188"/>
              <a:gd name="connsiteX3-187" fmla="*/ 1856694 w 1892189"/>
              <a:gd name="connsiteY3-188" fmla="*/ 865298 h 1892188"/>
              <a:gd name="connsiteX4-189" fmla="*/ 1856669 w 1892189"/>
              <a:gd name="connsiteY4-190" fmla="*/ 1026916 h 1892188"/>
              <a:gd name="connsiteX5-191" fmla="*/ 1026891 w 1892189"/>
              <a:gd name="connsiteY5-192" fmla="*/ 1856693 h 1892188"/>
              <a:gd name="connsiteX6-193" fmla="*/ 865274 w 1892189"/>
              <a:gd name="connsiteY6-194" fmla="*/ 1856668 h 1892188"/>
              <a:gd name="connsiteX7-195" fmla="*/ 35496 w 1892189"/>
              <a:gd name="connsiteY7-196" fmla="*/ 1026890 h 1892188"/>
              <a:gd name="connsiteX8-197" fmla="*/ 35521 w 1892189"/>
              <a:gd name="connsiteY8-198" fmla="*/ 865273 h 1892188"/>
              <a:gd name="connsiteX0-199" fmla="*/ 35521 w 1892189"/>
              <a:gd name="connsiteY0-200" fmla="*/ 865273 h 1892188"/>
              <a:gd name="connsiteX1-201" fmla="*/ 865299 w 1892189"/>
              <a:gd name="connsiteY1-202" fmla="*/ 35495 h 1892188"/>
              <a:gd name="connsiteX2-203" fmla="*/ 1026916 w 1892189"/>
              <a:gd name="connsiteY2-204" fmla="*/ 35520 h 1892188"/>
              <a:gd name="connsiteX3-205" fmla="*/ 1856694 w 1892189"/>
              <a:gd name="connsiteY3-206" fmla="*/ 865298 h 1892188"/>
              <a:gd name="connsiteX4-207" fmla="*/ 1856669 w 1892189"/>
              <a:gd name="connsiteY4-208" fmla="*/ 1026916 h 1892188"/>
              <a:gd name="connsiteX5-209" fmla="*/ 1026891 w 1892189"/>
              <a:gd name="connsiteY5-210" fmla="*/ 1856693 h 1892188"/>
              <a:gd name="connsiteX6-211" fmla="*/ 865274 w 1892189"/>
              <a:gd name="connsiteY6-212" fmla="*/ 1856668 h 1892188"/>
              <a:gd name="connsiteX7-213" fmla="*/ 35496 w 1892189"/>
              <a:gd name="connsiteY7-214" fmla="*/ 1026890 h 1892188"/>
              <a:gd name="connsiteX8-215" fmla="*/ 35521 w 1892189"/>
              <a:gd name="connsiteY8-216" fmla="*/ 865273 h 1892188"/>
              <a:gd name="connsiteX0-217" fmla="*/ 35521 w 1892189"/>
              <a:gd name="connsiteY0-218" fmla="*/ 865273 h 1892188"/>
              <a:gd name="connsiteX1-219" fmla="*/ 865299 w 1892189"/>
              <a:gd name="connsiteY1-220" fmla="*/ 35495 h 1892188"/>
              <a:gd name="connsiteX2-221" fmla="*/ 1026916 w 1892189"/>
              <a:gd name="connsiteY2-222" fmla="*/ 35520 h 1892188"/>
              <a:gd name="connsiteX3-223" fmla="*/ 1856694 w 1892189"/>
              <a:gd name="connsiteY3-224" fmla="*/ 865298 h 1892188"/>
              <a:gd name="connsiteX4-225" fmla="*/ 1856669 w 1892189"/>
              <a:gd name="connsiteY4-226" fmla="*/ 1026916 h 1892188"/>
              <a:gd name="connsiteX5-227" fmla="*/ 1026891 w 1892189"/>
              <a:gd name="connsiteY5-228" fmla="*/ 1856693 h 1892188"/>
              <a:gd name="connsiteX6-229" fmla="*/ 865274 w 1892189"/>
              <a:gd name="connsiteY6-230" fmla="*/ 1856668 h 1892188"/>
              <a:gd name="connsiteX7-231" fmla="*/ 35496 w 1892189"/>
              <a:gd name="connsiteY7-232" fmla="*/ 1026890 h 1892188"/>
              <a:gd name="connsiteX8-233" fmla="*/ 35521 w 1892189"/>
              <a:gd name="connsiteY8-234" fmla="*/ 865273 h 1892188"/>
              <a:gd name="connsiteX0-235" fmla="*/ 35521 w 1892189"/>
              <a:gd name="connsiteY0-236" fmla="*/ 865273 h 1892188"/>
              <a:gd name="connsiteX1-237" fmla="*/ 865299 w 1892189"/>
              <a:gd name="connsiteY1-238" fmla="*/ 35495 h 1892188"/>
              <a:gd name="connsiteX2-239" fmla="*/ 1026916 w 1892189"/>
              <a:gd name="connsiteY2-240" fmla="*/ 35520 h 1892188"/>
              <a:gd name="connsiteX3-241" fmla="*/ 1856694 w 1892189"/>
              <a:gd name="connsiteY3-242" fmla="*/ 865298 h 1892188"/>
              <a:gd name="connsiteX4-243" fmla="*/ 1856669 w 1892189"/>
              <a:gd name="connsiteY4-244" fmla="*/ 1026916 h 1892188"/>
              <a:gd name="connsiteX5-245" fmla="*/ 1026891 w 1892189"/>
              <a:gd name="connsiteY5-246" fmla="*/ 1856693 h 1892188"/>
              <a:gd name="connsiteX6-247" fmla="*/ 865274 w 1892189"/>
              <a:gd name="connsiteY6-248" fmla="*/ 1856668 h 1892188"/>
              <a:gd name="connsiteX7-249" fmla="*/ 35496 w 1892189"/>
              <a:gd name="connsiteY7-250" fmla="*/ 1026890 h 1892188"/>
              <a:gd name="connsiteX8-251" fmla="*/ 35521 w 1892189"/>
              <a:gd name="connsiteY8-252" fmla="*/ 865273 h 189218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1892189" h="1892188">
                <a:moveTo>
                  <a:pt x="35521" y="865273"/>
                </a:moveTo>
                <a:cubicBezTo>
                  <a:pt x="35521" y="865273"/>
                  <a:pt x="865299" y="35495"/>
                  <a:pt x="865299" y="35495"/>
                </a:cubicBezTo>
                <a:cubicBezTo>
                  <a:pt x="912643" y="-11849"/>
                  <a:pt x="979572" y="-11824"/>
                  <a:pt x="1026916" y="35520"/>
                </a:cubicBezTo>
                <a:cubicBezTo>
                  <a:pt x="1026916" y="35520"/>
                  <a:pt x="1856694" y="865298"/>
                  <a:pt x="1856694" y="865298"/>
                </a:cubicBezTo>
                <a:cubicBezTo>
                  <a:pt x="1904038" y="912642"/>
                  <a:pt x="1904013" y="979572"/>
                  <a:pt x="1856669" y="1026916"/>
                </a:cubicBezTo>
                <a:cubicBezTo>
                  <a:pt x="1856669" y="1026916"/>
                  <a:pt x="1026891" y="1856693"/>
                  <a:pt x="1026891" y="1856693"/>
                </a:cubicBezTo>
                <a:cubicBezTo>
                  <a:pt x="979547" y="1904037"/>
                  <a:pt x="912618" y="1904011"/>
                  <a:pt x="865274" y="1856668"/>
                </a:cubicBezTo>
                <a:cubicBezTo>
                  <a:pt x="865274" y="1856667"/>
                  <a:pt x="35496" y="1026889"/>
                  <a:pt x="35496" y="1026890"/>
                </a:cubicBezTo>
                <a:cubicBezTo>
                  <a:pt x="-11848" y="979545"/>
                  <a:pt x="-11823" y="912617"/>
                  <a:pt x="35521" y="865273"/>
                </a:cubicBezTo>
                <a:close/>
              </a:path>
            </a:pathLst>
          </a:custGeom>
          <a:solidFill>
            <a:schemeClr val="accent1">
              <a:lumMod val="40000"/>
              <a:lumOff val="60000"/>
              <a:alpha val="26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zh-CN" altLang="en-US">
              <a:sym typeface="+mn-ea"/>
            </a:endParaRPr>
          </a:p>
        </p:txBody>
      </p:sp>
      <p:cxnSp>
        <p:nvCxnSpPr>
          <p:cNvPr id="3" name="直接连接符 2"/>
          <p:cNvCxnSpPr/>
          <p:nvPr>
            <p:custDataLst>
              <p:tags r:id="rId7"/>
            </p:custDataLst>
          </p:nvPr>
        </p:nvCxnSpPr>
        <p:spPr>
          <a:xfrm>
            <a:off x="11346815" y="5031105"/>
            <a:ext cx="0" cy="1152525"/>
          </a:xfrm>
          <a:prstGeom prst="line">
            <a:avLst/>
          </a:prstGeom>
          <a:ln w="9525" cap="rnd">
            <a:solidFill>
              <a:schemeClr val="accent1">
                <a:alpha val="35000"/>
              </a:schemeClr>
            </a:solidFill>
            <a:round/>
          </a:ln>
        </p:spPr>
        <p:style>
          <a:lnRef idx="2">
            <a:schemeClr val="accent1"/>
          </a:lnRef>
          <a:fillRef idx="0">
            <a:srgbClr val="FFFFFF"/>
          </a:fillRef>
          <a:effectRef idx="0">
            <a:srgbClr val="FFFFFF"/>
          </a:effectRef>
          <a:fontRef idx="minor">
            <a:schemeClr val="tx1"/>
          </a:fontRef>
        </p:style>
      </p:cxnSp>
      <p:pic>
        <p:nvPicPr>
          <p:cNvPr id="5" name="图片 4">
            <a:extLst>
              <a:ext uri="{FF2B5EF4-FFF2-40B4-BE49-F238E27FC236}">
                <a16:creationId xmlns:a16="http://schemas.microsoft.com/office/drawing/2014/main" id="{5AE89F3F-FC7F-4250-ACE2-33C548D39E73}"/>
              </a:ext>
            </a:extLst>
          </p:cNvPr>
          <p:cNvPicPr>
            <a:picLocks noChangeAspect="1"/>
          </p:cNvPicPr>
          <p:nvPr/>
        </p:nvPicPr>
        <p:blipFill rotWithShape="1">
          <a:blip r:embed="rId9"/>
          <a:srcRect t="2863"/>
          <a:stretch/>
        </p:blipFill>
        <p:spPr>
          <a:xfrm>
            <a:off x="1516063" y="1021027"/>
            <a:ext cx="9599613" cy="4794303"/>
          </a:xfrm>
          <a:prstGeom prst="rect">
            <a:avLst/>
          </a:prstGeom>
        </p:spPr>
      </p:pic>
    </p:spTree>
    <p:custDataLst>
      <p:tags r:id="rId1"/>
    </p:custDataLst>
    <p:extLst>
      <p:ext uri="{BB962C8B-B14F-4D97-AF65-F5344CB8AC3E}">
        <p14:creationId xmlns:p14="http://schemas.microsoft.com/office/powerpoint/2010/main" val="1871592162"/>
      </p:ext>
    </p:extLst>
  </p:cSld>
  <p:clrMapOvr>
    <a:masterClrMapping/>
  </p:clrMapOvr>
  <p:transition>
    <p:fade/>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ustDataLst>
      <p:tags r:id="rId1"/>
    </p:custDataLst>
  </p:cSld>
  <p:clrMapOvr>
    <a:masterClrMapping/>
  </p:clrMapOvr>
  <p:transition>
    <p:fade/>
  </p:transition>
</p:sld>
</file>

<file path=ppt/tags/tag1.xml><?xml version="1.0" encoding="utf-8"?>
<p:tagLst xmlns:a="http://schemas.openxmlformats.org/drawingml/2006/main" xmlns:r="http://schemas.openxmlformats.org/officeDocument/2006/relationships" xmlns:p="http://schemas.openxmlformats.org/presentationml/2006/main">
  <p:tag name="KSO_WM_PRESENTATION_SOURCE" val="WPPAIGeneratePPT"/>
</p:tagLst>
</file>

<file path=ppt/tags/tag2.xml><?xml version="1.0" encoding="utf-8"?>
<p:tagLst xmlns:a="http://schemas.openxmlformats.org/drawingml/2006/main" xmlns:r="http://schemas.openxmlformats.org/officeDocument/2006/relationships" xmlns:p="http://schemas.openxmlformats.org/presentationml/2006/main">
  <p:tag name="KSO_WM_AITEMPLATE_STYLE_ID" val="0"/>
</p:tagLst>
</file>

<file path=ppt/tags/tag3.xml><?xml version="1.0" encoding="utf-8"?>
<p:tagLst xmlns:a="http://schemas.openxmlformats.org/drawingml/2006/main" xmlns:r="http://schemas.openxmlformats.org/officeDocument/2006/relationships" xmlns:p="http://schemas.openxmlformats.org/presentationml/2006/main">
  <p:tag name="KSO_WM_UNIT_TYPE" val="i"/>
  <p:tag name="KSO_WM_UNIT_INDEX" val="1"/>
  <p:tag name="KSO_WM_BEAUTIFY_FLAG" val="#wm#"/>
  <p:tag name="KSO_WM_TAG_VERSION" val="3.0"/>
  <p:tag name="KSO_WM_UNIT_ID" val="_0*i*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4.xml><?xml version="1.0" encoding="utf-8"?>
<p:tagLst xmlns:a="http://schemas.openxmlformats.org/drawingml/2006/main" xmlns:r="http://schemas.openxmlformats.org/officeDocument/2006/relationships" xmlns:p="http://schemas.openxmlformats.org/presentationml/2006/main">
  <p:tag name="KSO_WM_UNIT_TYPE" val="i"/>
  <p:tag name="KSO_WM_UNIT_INDEX" val="2"/>
  <p:tag name="KSO_WM_BEAUTIFY_FLAG" val="#wm#"/>
  <p:tag name="KSO_WM_TAG_VERSION" val="3.0"/>
  <p:tag name="KSO_WM_UNIT_ID" val="_0*i*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5.xml><?xml version="1.0" encoding="utf-8"?>
<p:tagLst xmlns:a="http://schemas.openxmlformats.org/drawingml/2006/main" xmlns:r="http://schemas.openxmlformats.org/officeDocument/2006/relationships" xmlns:p="http://schemas.openxmlformats.org/presentationml/2006/main">
  <p:tag name="KSO_WM_UNIT_TYPE" val="i"/>
  <p:tag name="KSO_WM_UNIT_INDEX" val="3"/>
  <p:tag name="KSO_WM_BEAUTIFY_FLAG" val="#wm#"/>
  <p:tag name="KSO_WM_TAG_VERSION" val="3.0"/>
  <p:tag name="KSO_WM_UNIT_ID" val="_0*i*3"/>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6.xml><?xml version="1.0" encoding="utf-8"?>
<p:tagLst xmlns:a="http://schemas.openxmlformats.org/drawingml/2006/main" xmlns:r="http://schemas.openxmlformats.org/officeDocument/2006/relationships" xmlns:p="http://schemas.openxmlformats.org/presentationml/2006/main">
  <p:tag name="KSO_WM_UNIT_ID" val="_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7.xml><?xml version="1.0" encoding="utf-8"?>
<p:tagLst xmlns:a="http://schemas.openxmlformats.org/drawingml/2006/main" xmlns:r="http://schemas.openxmlformats.org/officeDocument/2006/relationships" xmlns:p="http://schemas.openxmlformats.org/presentationml/2006/main">
  <p:tag name="KSO_WM_UNIT_ID" val="_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8.xml><?xml version="1.0" encoding="utf-8"?>
<p:tagLst xmlns:a="http://schemas.openxmlformats.org/drawingml/2006/main" xmlns:r="http://schemas.openxmlformats.org/officeDocument/2006/relationships" xmlns:p="http://schemas.openxmlformats.org/presentationml/2006/main">
  <p:tag name="KSO_WM_UNIT_ID" val="_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9.xml><?xml version="1.0" encoding="utf-8"?>
<p:tagLst xmlns:a="http://schemas.openxmlformats.org/drawingml/2006/main" xmlns:r="http://schemas.openxmlformats.org/officeDocument/2006/relationships"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0*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TEMPLATE_CATEGORY" val="custom"/>
  <p:tag name="KSO_WM_TEMPLATE_INDEX" val="7"/>
</p:tagLst>
</file>

<file path=ppt/tags/tag10.xml><?xml version="1.0" encoding="utf-8"?>
<p:tagLst xmlns:a="http://schemas.openxmlformats.org/drawingml/2006/main" xmlns:r="http://schemas.openxmlformats.org/officeDocument/2006/relationships" xmlns:p="http://schemas.openxmlformats.org/presentationml/2006/main">
  <p:tag name="KSO_WM_UNIT_TYPE" val="f"/>
  <p:tag name="KSO_WM_UNIT_SUBTYPE" val="a"/>
  <p:tag name="KSO_WM_UNIT_INDEX" val="1"/>
  <p:tag name="KSO_WM_BEAUTIFY_FLAG" val="#wm#"/>
  <p:tag name="KSO_WM_TAG_VERSION" val="3.0"/>
  <p:tag name="KSO_WM_UNIT_PRESET_TEXT" val="单击此处编辑母版文本样式&#10;第二级&#10;第三级&#10;第四级&#10;第五级"/>
  <p:tag name="KSO_WM_UNIT_ID" val="_0*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11.xml><?xml version="1.0" encoding="utf-8"?>
<p:tagLst xmlns:a="http://schemas.openxmlformats.org/drawingml/2006/main" xmlns:r="http://schemas.openxmlformats.org/officeDocument/2006/relationships" xmlns:p="http://schemas.openxmlformats.org/presentationml/2006/main">
  <p:tag name="KSO_WM_TEMPLATE_SUBCATEGORY" val="29"/>
  <p:tag name="KSO_WM_BEAUTIFY_FLAG" val="#wm#"/>
  <p:tag name="KSO_WM_TEMPLATE_SLIDE_ID" val="slide_d799d37ec7ee1a76"/>
  <p:tag name="KSO_WM_TEMPLATE_THUMBS_INDEX" val="1、9"/>
  <p:tag name="KSO_WM_TEMPLATE_INDEX" val="7"/>
  <p:tag name="KSO_WM_TEMPLATE_CATEGORY" val="custom"/>
  <p:tag name="KSO_WM_TEMPLATE_MASTER_TYPE" val="0"/>
  <p:tag name="KSO_WM_TAG_VERSION" val="3.0"/>
  <p:tag name="KSO_WM_UNIT_ID" val="_0**"/>
  <p:tag name="KSO_WM_UNIT_LAYERLEVEL" val="1"/>
</p:tagLst>
</file>

<file path=ppt/tags/tag12.xml><?xml version="1.0" encoding="utf-8"?>
<p:tagLst xmlns:a="http://schemas.openxmlformats.org/drawingml/2006/main" xmlns:r="http://schemas.openxmlformats.org/officeDocument/2006/relationships" xmlns:p="http://schemas.openxmlformats.org/presentationml/2006/main">
  <p:tag name="KSO_WM_UNIT_ID" val="_19**"/>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13.xml><?xml version="1.0" encoding="utf-8"?>
<p:tagLst xmlns:a="http://schemas.openxmlformats.org/drawingml/2006/main" xmlns:r="http://schemas.openxmlformats.org/officeDocument/2006/relationships" xmlns:p="http://schemas.openxmlformats.org/presentationml/2006/main">
  <p:tag name="KSO_WM_UNIT_ID" val="_19**"/>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14.xml><?xml version="1.0" encoding="utf-8"?>
<p:tagLst xmlns:a="http://schemas.openxmlformats.org/drawingml/2006/main" xmlns:r="http://schemas.openxmlformats.org/officeDocument/2006/relationships" xmlns:p="http://schemas.openxmlformats.org/presentationml/2006/main">
  <p:tag name="KSO_WM_UNIT_ID" val="_19**"/>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15.xml><?xml version="1.0" encoding="utf-8"?>
<p:tagLst xmlns:a="http://schemas.openxmlformats.org/drawingml/2006/main" xmlns:r="http://schemas.openxmlformats.org/officeDocument/2006/relationships" xmlns:p="http://schemas.openxmlformats.org/presentationml/2006/main">
  <p:tag name="KSO_WM_FIGMA_DECORATION_INDEX" val="18"/>
  <p:tag name="$PH_EXT" val="2"/>
  <p:tag name="KSO_WM_BEAUTIFY_FLAG" val="#fgm#"/>
  <p:tag name="KSO_WM_DIAGRAM_GROUP_CODE" val="1"/>
  <p:tag name="KSO_WM_FIGMA_FLAG" val="#fgm#"/>
  <p:tag name="KSO_WM_SHAPE_BGTYPE" val="lt2"/>
  <p:tag name="KSO_WM_SHAPE_BRIGHT_DATA" val="[{&quot;dk1&quot;:-60,&quot;dk2&quot;:-50,&quot;lt1&quot;:90,&quot;lt2&quot;:100},{&quot;dk1&quot;:-60,&quot;dk2&quot;:-50,&quot;lt1&quot;:90,&quot;lt2&quot;:100}]"/>
  <p:tag name="KSO_WM_SHAPE_UPDATE_BRIGHT" val="1"/>
  <p:tag name="KSO_WM_SYNC_SLIDE_TEXT" val="1"/>
  <p:tag name="KSO_WM_UNIT_INDEX" val="1_1_1"/>
  <p:tag name="KSO_WM_UNIT_TYPE" val="l_h_i"/>
</p:tagLst>
</file>

<file path=ppt/tags/tag16.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a"/>
  <p:tag name="KSO_WM_LAYOUT_CHECK_HASH" val="a808133975f80e98263db4fdfa21c1501cde6309"/>
  <p:tag name="KSO_WM_NEWLAYOUT_GROUP_ID" val="layout_2"/>
  <p:tag name="KSO_WM_NEWLAYOUT_ID" val="slide_b1cc77b2a84ed970"/>
</p:tagLst>
</file>

<file path=ppt/tags/tag17.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d"/>
</p:tagLst>
</file>

<file path=ppt/tags/tag18.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a"/>
</p:tagLst>
</file>

<file path=ppt/tags/tag19.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f"/>
</p:tagLst>
</file>

<file path=ppt/tags/tag20.xml><?xml version="1.0" encoding="utf-8"?>
<p:tagLst xmlns:a="http://schemas.openxmlformats.org/drawingml/2006/main" xmlns:r="http://schemas.openxmlformats.org/officeDocument/2006/relationships" xmlns:p="http://schemas.openxmlformats.org/presentationml/2006/main">
  <p:tag name="KSO_WM_FIGMA_DECORATION_INDEX" val="17"/>
  <p:tag name="$PH_EXT" val="2"/>
  <p:tag name="KSO_WM_BEAUTIFY_FLAG" val="#fgm#"/>
  <p:tag name="KSO_WM_DIAGRAM_GROUP_CODE" val="1"/>
  <p:tag name="KSO_WM_FIGMA_FLAG" val="#fgm#"/>
  <p:tag name="KSO_WM_SYNC_SLIDE_TEXT" val="1"/>
  <p:tag name="KSO_WM_UNIT_INDEX" val="1_2_1"/>
  <p:tag name="KSO_WM_UNIT_TYPE" val="l_h_i"/>
</p:tagLst>
</file>

<file path=ppt/tags/tag21.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d"/>
</p:tagLst>
</file>

<file path=ppt/tags/tag22.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a"/>
</p:tagLst>
</file>

<file path=ppt/tags/tag23.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f"/>
</p:tagLst>
</file>

<file path=ppt/tags/tag24.xml><?xml version="1.0" encoding="utf-8"?>
<p:tagLst xmlns:a="http://schemas.openxmlformats.org/drawingml/2006/main" xmlns:r="http://schemas.openxmlformats.org/officeDocument/2006/relationships" xmlns:p="http://schemas.openxmlformats.org/presentationml/2006/main">
  <p:tag name="KSO_WM_UNIT_ID" val="_19**"/>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25.xml><?xml version="1.0" encoding="utf-8"?>
<p:tagLst xmlns:a="http://schemas.openxmlformats.org/drawingml/2006/main" xmlns:r="http://schemas.openxmlformats.org/officeDocument/2006/relationships" xmlns:p="http://schemas.openxmlformats.org/presentationml/2006/main">
  <p:tag name="KSO_WM_UNIT_ID" val="_19**"/>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26.xml><?xml version="1.0" encoding="utf-8"?>
<p:tagLst xmlns:a="http://schemas.openxmlformats.org/drawingml/2006/main" xmlns:r="http://schemas.openxmlformats.org/officeDocument/2006/relationships" xmlns:p="http://schemas.openxmlformats.org/presentationml/2006/main">
  <p:tag name="KSO_WM_UNIT_ID" val="_19**"/>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27.xml><?xml version="1.0" encoding="utf-8"?>
<p:tagLst xmlns:a="http://schemas.openxmlformats.org/drawingml/2006/main" xmlns:r="http://schemas.openxmlformats.org/officeDocument/2006/relationships" xmlns:p="http://schemas.openxmlformats.org/presentationml/2006/main">
  <p:tag name="KSO_WM_FIGMA_DECORATION_INDEX" val="18"/>
  <p:tag name="$PH_EXT" val="2"/>
  <p:tag name="KSO_WM_BEAUTIFY_FLAG" val="#fgm#"/>
  <p:tag name="KSO_WM_DIAGRAM_GROUP_CODE" val="1"/>
  <p:tag name="KSO_WM_FIGMA_FLAG" val="#fgm#"/>
  <p:tag name="KSO_WM_SHAPE_BGTYPE" val="lt2"/>
  <p:tag name="KSO_WM_SHAPE_BRIGHT_DATA" val="[{&quot;dk1&quot;:-60,&quot;dk2&quot;:-50,&quot;lt1&quot;:90,&quot;lt2&quot;:100},{&quot;dk1&quot;:-60,&quot;dk2&quot;:-50,&quot;lt1&quot;:90,&quot;lt2&quot;:100}]"/>
  <p:tag name="KSO_WM_SHAPE_UPDATE_BRIGHT" val="1"/>
  <p:tag name="KSO_WM_SYNC_SLIDE_TEXT" val="1"/>
  <p:tag name="KSO_WM_UNIT_INDEX" val="1_1_1"/>
  <p:tag name="KSO_WM_UNIT_TYPE" val="l_h_i"/>
</p:tagLst>
</file>

<file path=ppt/tags/tag28.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a"/>
  <p:tag name="KSO_WM_LAYOUT_CHECK_HASH" val="614c8ba54872abf831bafee13a5f5ff6211c0b8b"/>
  <p:tag name="KSO_WM_NEWLAYOUT_GROUP_ID" val="layout_53"/>
  <p:tag name="KSO_WM_NEWLAYOUT_ID" val="slide_d25e2dc535b7d148"/>
</p:tagLst>
</file>

<file path=ppt/tags/tag29.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d"/>
</p:tagLst>
</file>

<file path=ppt/tags/tag30.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a"/>
</p:tagLst>
</file>

<file path=ppt/tags/tag31.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f"/>
</p:tagLst>
</file>

<file path=ppt/tags/tag32.xml><?xml version="1.0" encoding="utf-8"?>
<p:tagLst xmlns:a="http://schemas.openxmlformats.org/drawingml/2006/main" xmlns:r="http://schemas.openxmlformats.org/officeDocument/2006/relationships" xmlns:p="http://schemas.openxmlformats.org/presentationml/2006/main">
  <p:tag name="KSO_WM_FIGMA_DECORATION_INDEX" val="18"/>
  <p:tag name="$PH_EXT" val="2"/>
  <p:tag name="KSO_WM_BEAUTIFY_FLAG" val="#fgm#"/>
  <p:tag name="KSO_WM_DIAGRAM_GROUP_CODE" val="1"/>
  <p:tag name="KSO_WM_FIGMA_FLAG" val="#fgm#"/>
  <p:tag name="KSO_WM_SHAPE_BGTYPE" val="lt2"/>
  <p:tag name="KSO_WM_SHAPE_BRIGHT_DATA" val="[{&quot;dk1&quot;:-60,&quot;dk2&quot;:-50,&quot;lt1&quot;:90,&quot;lt2&quot;:100},{&quot;dk1&quot;:-60,&quot;dk2&quot;:-50,&quot;lt1&quot;:90,&quot;lt2&quot;:100}]"/>
  <p:tag name="KSO_WM_SHAPE_UPDATE_BRIGHT" val="1"/>
  <p:tag name="KSO_WM_SYNC_SLIDE_TEXT" val="1"/>
  <p:tag name="KSO_WM_UNIT_INDEX" val="1_2_1"/>
  <p:tag name="KSO_WM_UNIT_TYPE" val="l_h_i"/>
</p:tagLst>
</file>

<file path=ppt/tags/tag33.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d"/>
</p:tagLst>
</file>

<file path=ppt/tags/tag34.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a"/>
</p:tagLst>
</file>

<file path=ppt/tags/tag35.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f"/>
</p:tagLst>
</file>

<file path=ppt/tags/tag36.xml><?xml version="1.0" encoding="utf-8"?>
<p:tagLst xmlns:a="http://schemas.openxmlformats.org/drawingml/2006/main" xmlns:r="http://schemas.openxmlformats.org/officeDocument/2006/relationships" xmlns:p="http://schemas.openxmlformats.org/presentationml/2006/main">
  <p:tag name="KSO_WM_UNIT_ID" val="_19**"/>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37.xml><?xml version="1.0" encoding="utf-8"?>
<p:tagLst xmlns:a="http://schemas.openxmlformats.org/drawingml/2006/main" xmlns:r="http://schemas.openxmlformats.org/officeDocument/2006/relationships" xmlns:p="http://schemas.openxmlformats.org/presentationml/2006/main">
  <p:tag name="KSO_WM_UNIT_ID" val="_19**"/>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38.xml><?xml version="1.0" encoding="utf-8"?>
<p:tagLst xmlns:a="http://schemas.openxmlformats.org/drawingml/2006/main" xmlns:r="http://schemas.openxmlformats.org/officeDocument/2006/relationships" xmlns:p="http://schemas.openxmlformats.org/presentationml/2006/main">
  <p:tag name="KSO_WM_UNIT_ID" val="_19**"/>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39.xml><?xml version="1.0" encoding="utf-8"?>
<p:tagLst xmlns:a="http://schemas.openxmlformats.org/drawingml/2006/main" xmlns:r="http://schemas.openxmlformats.org/officeDocument/2006/relationships" xmlns:p="http://schemas.openxmlformats.org/presentationml/2006/main">
  <p:tag name="KSO_WM_FIGMA_DECORATION_INDEX" val="17"/>
  <p:tag name="$PH_EXT" val="2"/>
  <p:tag name="KSO_WM_BEAUTIFY_FLAG" val="#fgm#"/>
  <p:tag name="KSO_WM_DIAGRAM_GROUP_CODE" val="1"/>
  <p:tag name="KSO_WM_FIGMA_FLAG" val="#fgm#"/>
  <p:tag name="KSO_WM_SYNC_SLIDE_TEXT" val="1"/>
  <p:tag name="KSO_WM_UNIT_INDEX" val="1_1_1"/>
  <p:tag name="KSO_WM_UNIT_TYPE" val="l_h_i"/>
</p:tagLst>
</file>

<file path=ppt/tags/tag40.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a"/>
  <p:tag name="KSO_WM_LAYOUT_CHECK_HASH" val="44fe4de844cbeb98a6ce45df663bcf7b1d54ecd1"/>
  <p:tag name="KSO_WM_NEWLAYOUT_GROUP_ID" val="layout_57"/>
  <p:tag name="KSO_WM_NEWLAYOUT_ID" val="slide_17ace9d630c0772a"/>
</p:tagLst>
</file>

<file path=ppt/tags/tag41.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d"/>
</p:tagLst>
</file>

<file path=ppt/tags/tag42.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a"/>
</p:tagLst>
</file>

<file path=ppt/tags/tag43.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f"/>
</p:tagLst>
</file>

<file path=ppt/tags/tag44.xml><?xml version="1.0" encoding="utf-8"?>
<p:tagLst xmlns:a="http://schemas.openxmlformats.org/drawingml/2006/main" xmlns:r="http://schemas.openxmlformats.org/officeDocument/2006/relationships" xmlns:p="http://schemas.openxmlformats.org/presentationml/2006/main">
  <p:tag name="KSO_WM_FIGMA_DECORATION_INDEX" val="17"/>
  <p:tag name="$PH_EXT" val="2"/>
  <p:tag name="KSO_WM_BEAUTIFY_FLAG" val="#fgm#"/>
  <p:tag name="KSO_WM_DIAGRAM_GROUP_CODE" val="1"/>
  <p:tag name="KSO_WM_FIGMA_FLAG" val="#fgm#"/>
  <p:tag name="KSO_WM_SYNC_SLIDE_TEXT" val="1"/>
  <p:tag name="KSO_WM_UNIT_INDEX" val="1_2_1"/>
  <p:tag name="KSO_WM_UNIT_TYPE" val="l_h_i"/>
</p:tagLst>
</file>

<file path=ppt/tags/tag45.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d"/>
</p:tagLst>
</file>

<file path=ppt/tags/tag46.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a"/>
</p:tagLst>
</file>

<file path=ppt/tags/tag47.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f"/>
</p:tagLst>
</file>

<file path=ppt/tags/tag48.xml><?xml version="1.0" encoding="utf-8"?>
<p:tagLst xmlns:a="http://schemas.openxmlformats.org/drawingml/2006/main" xmlns:r="http://schemas.openxmlformats.org/officeDocument/2006/relationships" xmlns:p="http://schemas.openxmlformats.org/presentationml/2006/main">
  <p:tag name="KSO_WM_FIGMA_DECORATION_INDEX" val="17"/>
  <p:tag name="$PH_EXT" val="2"/>
  <p:tag name="KSO_WM_BEAUTIFY_FLAG" val="#fgm#"/>
  <p:tag name="KSO_WM_DIAGRAM_GROUP_CODE" val="1"/>
  <p:tag name="KSO_WM_FIGMA_FLAG" val="#fgm#"/>
  <p:tag name="KSO_WM_SYNC_SLIDE_TEXT" val="1"/>
  <p:tag name="KSO_WM_UNIT_INDEX" val="1_3_1"/>
  <p:tag name="KSO_WM_UNIT_TYPE" val="l_h_i"/>
</p:tagLst>
</file>

<file path=ppt/tags/tag49.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d"/>
</p:tagLst>
</file>

<file path=ppt/tags/tag50.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a"/>
</p:tagLst>
</file>

<file path=ppt/tags/tag51.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f"/>
</p:tagLst>
</file>

<file path=ppt/tags/tag52.xml><?xml version="1.0" encoding="utf-8"?>
<p:tagLst xmlns:a="http://schemas.openxmlformats.org/drawingml/2006/main" xmlns:r="http://schemas.openxmlformats.org/officeDocument/2006/relationships" xmlns:p="http://schemas.openxmlformats.org/presentationml/2006/main">
  <p:tag name="KSO_WM_FIGMA_DECORATION_INDEX" val="17"/>
  <p:tag name="$PH_EXT" val="2"/>
  <p:tag name="KSO_WM_BEAUTIFY_FLAG" val="#fgm#"/>
  <p:tag name="KSO_WM_DIAGRAM_GROUP_CODE" val="1"/>
  <p:tag name="KSO_WM_FIGMA_FLAG" val="#fgm#"/>
  <p:tag name="KSO_WM_SYNC_SLIDE_TEXT" val="1"/>
  <p:tag name="KSO_WM_UNIT_INDEX" val="1_4_1"/>
  <p:tag name="KSO_WM_UNIT_TYPE" val="l_h_i"/>
</p:tagLst>
</file>

<file path=ppt/tags/tag53.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4_1"/>
  <p:tag name="KSO_WM_UNIT_TYPE" val="l_h_d"/>
</p:tagLst>
</file>

<file path=ppt/tags/tag54.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4_1"/>
  <p:tag name="KSO_WM_UNIT_TYPE" val="l_h_a"/>
</p:tagLst>
</file>

<file path=ppt/tags/tag55.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4_1"/>
  <p:tag name="KSO_WM_UNIT_TYPE" val="l_h_f"/>
</p:tagLst>
</file>

<file path=ppt/tags/tag56.xml><?xml version="1.0" encoding="utf-8"?>
<p:tagLst xmlns:a="http://schemas.openxmlformats.org/drawingml/2006/main" xmlns:r="http://schemas.openxmlformats.org/officeDocument/2006/relationships" xmlns:p="http://schemas.openxmlformats.org/presentationml/2006/main">
  <p:tag name="KSO_WM_UNIT_ID" val="_19**"/>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57.xml><?xml version="1.0" encoding="utf-8"?>
<p:tagLst xmlns:a="http://schemas.openxmlformats.org/drawingml/2006/main" xmlns:r="http://schemas.openxmlformats.org/officeDocument/2006/relationships" xmlns:p="http://schemas.openxmlformats.org/presentationml/2006/main">
  <p:tag name="KSO_WM_UNIT_ID" val="_19**"/>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58.xml><?xml version="1.0" encoding="utf-8"?>
<p:tagLst xmlns:a="http://schemas.openxmlformats.org/drawingml/2006/main" xmlns:r="http://schemas.openxmlformats.org/officeDocument/2006/relationships" xmlns:p="http://schemas.openxmlformats.org/presentationml/2006/main">
  <p:tag name="KSO_WM_UNIT_ID" val="_19**"/>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59.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a"/>
</p:tagLst>
</file>

<file path=ppt/tags/tag60.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a"/>
  <p:tag name="KSO_WM_LAYOUT_CHECK_HASH" val="4e8fa9e91daae26b789a32636f4f5b01373a1e8e"/>
  <p:tag name="KSO_WM_NEWLAYOUT_GROUP_ID" val="layout_10003"/>
  <p:tag name="KSO_WM_NEWLAYOUT_ID" val="slide_4612159399148207"/>
</p:tagLst>
</file>

<file path=ppt/tags/tag61.xml><?xml version="1.0" encoding="utf-8"?>
<p:tagLst xmlns:a="http://schemas.openxmlformats.org/drawingml/2006/main" xmlns:r="http://schemas.openxmlformats.org/officeDocument/2006/relationships" xmlns:p="http://schemas.openxmlformats.org/presentationml/2006/main">
  <p:tag name="KSO_WM_FIGMA_DECORATION_INDEX" val="18"/>
  <p:tag name="$PH_EXT" val="2"/>
  <p:tag name="KSO_WM_BEAUTIFY_FLAG" val="#fgm#"/>
  <p:tag name="KSO_WM_DIAGRAM_GROUP_CODE" val="1"/>
  <p:tag name="KSO_WM_FIGMA_FLAG" val="#fgm#"/>
  <p:tag name="KSO_WM_SHAPE_BGTYPE" val="lt2"/>
  <p:tag name="KSO_WM_SHAPE_BRIGHT_DATA" val="[{&quot;dk1&quot;:-60,&quot;dk2&quot;:-50,&quot;lt1&quot;:90,&quot;lt2&quot;:100},{&quot;dk1&quot;:-60,&quot;dk2&quot;:-50,&quot;lt1&quot;:90,&quot;lt2&quot;:100}]"/>
  <p:tag name="KSO_WM_SHAPE_UPDATE_BRIGHT" val="1"/>
  <p:tag name="KSO_WM_SYNC_SLIDE_TEXT" val="1"/>
  <p:tag name="KSO_WM_UNIT_INDEX" val="1_1_1"/>
  <p:tag name="KSO_WM_UNIT_TYPE" val="l_h_i"/>
</p:tagLst>
</file>

<file path=ppt/tags/tag62.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f"/>
</p:tagLst>
</file>

<file path=ppt/tags/tag63.xml><?xml version="1.0" encoding="utf-8"?>
<p:tagLst xmlns:a="http://schemas.openxmlformats.org/drawingml/2006/main" xmlns:r="http://schemas.openxmlformats.org/officeDocument/2006/relationships" xmlns:p="http://schemas.openxmlformats.org/presentationml/2006/main">
  <p:tag name="KSO_WM_UNIT_ID" val="_19**"/>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64.xml><?xml version="1.0" encoding="utf-8"?>
<p:tagLst xmlns:a="http://schemas.openxmlformats.org/drawingml/2006/main" xmlns:r="http://schemas.openxmlformats.org/officeDocument/2006/relationships" xmlns:p="http://schemas.openxmlformats.org/presentationml/2006/main">
  <p:tag name="KSO_WM_UNIT_ID" val="_19**"/>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65.xml><?xml version="1.0" encoding="utf-8"?>
<p:tagLst xmlns:a="http://schemas.openxmlformats.org/drawingml/2006/main" xmlns:r="http://schemas.openxmlformats.org/officeDocument/2006/relationships" xmlns:p="http://schemas.openxmlformats.org/presentationml/2006/main">
  <p:tag name="KSO_WM_UNIT_ID" val="_19**"/>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66.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d"/>
</p:tagLst>
</file>

<file path=ppt/tags/tag67.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a"/>
  <p:tag name="KSO_WM_LAYOUT_CHECK_HASH" val="f5956d113cb667ff7e9f5ffcbde9ebdde5c41174"/>
  <p:tag name="KSO_WM_NEWLAYOUT_GROUP_ID" val="layout_10014"/>
  <p:tag name="KSO_WM_NEWLAYOUT_ID" val="slide_7531d66211daa599"/>
</p:tagLst>
</file>

<file path=ppt/tags/tag68.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a"/>
</p:tagLst>
</file>

<file path=ppt/tags/tag69.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f"/>
</p:tagLst>
</file>

<file path=ppt/tags/tag70.xml><?xml version="1.0" encoding="utf-8"?>
<p:tagLst xmlns:a="http://schemas.openxmlformats.org/drawingml/2006/main" xmlns:r="http://schemas.openxmlformats.org/officeDocument/2006/relationships" xmlns:p="http://schemas.openxmlformats.org/presentationml/2006/main">
  <p:tag name="KSO_WM_UNIT_ID" val="_19**"/>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71.xml><?xml version="1.0" encoding="utf-8"?>
<p:tagLst xmlns:a="http://schemas.openxmlformats.org/drawingml/2006/main" xmlns:r="http://schemas.openxmlformats.org/officeDocument/2006/relationships" xmlns:p="http://schemas.openxmlformats.org/presentationml/2006/main">
  <p:tag name="KSO_WM_UNIT_ID" val="_19**"/>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72.xml><?xml version="1.0" encoding="utf-8"?>
<p:tagLst xmlns:a="http://schemas.openxmlformats.org/drawingml/2006/main" xmlns:r="http://schemas.openxmlformats.org/officeDocument/2006/relationships" xmlns:p="http://schemas.openxmlformats.org/presentationml/2006/main">
  <p:tag name="KSO_WM_UNIT_ID" val="_19**"/>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73.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d"/>
</p:tagLst>
</file>

<file path=ppt/tags/tag74.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a"/>
  <p:tag name="KSO_WM_LAYOUT_CHECK_HASH" val="a3ab9d2068d13b6a16d9c6b612ee9fa2e2c1e9e7"/>
  <p:tag name="KSO_WM_NEWLAYOUT_GROUP_ID" val="layout_60"/>
  <p:tag name="KSO_WM_NEWLAYOUT_ID" val="slide_c2683f29fead9073"/>
</p:tagLst>
</file>

<file path=ppt/tags/tag75.xml><?xml version="1.0" encoding="utf-8"?>
<p:tagLst xmlns:a="http://schemas.openxmlformats.org/drawingml/2006/main" xmlns:r="http://schemas.openxmlformats.org/officeDocument/2006/relationships" xmlns:p="http://schemas.openxmlformats.org/presentationml/2006/main">
  <p:tag name="KSO_WM_FIGMA_DECORATION_INDEX" val="18_contentModel"/>
  <p:tag name="$PH_EXT" val="2"/>
  <p:tag name="KSO_WM_BEAUTIFY_FLAG" val="#fgm#"/>
  <p:tag name="KSO_WM_FIGMA_FLAG" val="#fgm#"/>
  <p:tag name="KSO_WM_SHAPE_BGTYPE" val="lt2"/>
  <p:tag name="KSO_WM_SHAPE_BRIGHT_DATA" val="[{&quot;dk1&quot;:-60,&quot;dk2&quot;:-50,&quot;lt1&quot;:90,&quot;lt2&quot;:100},{&quot;dk1&quot;:-60,&quot;dk2&quot;:-50,&quot;lt1&quot;:90,&quot;lt2&quot;:100}]"/>
  <p:tag name="KSO_WM_SHAPE_UPDATE_BRIGHT" val="1"/>
  <p:tag name="KSO_WM_SYNC_SLIDE_TEXT" val="1"/>
  <p:tag name="KSO_WM_UNIT_INDEX" val="1_1"/>
  <p:tag name="KSO_WM_UNIT_TYPE" val="l_i"/>
</p:tagLst>
</file>

<file path=ppt/tags/tag76.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a"/>
</p:tagLst>
</file>

<file path=ppt/tags/tag77.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f"/>
</p:tagLst>
</file>

<file path=ppt/tags/tag78.xml><?xml version="1.0" encoding="utf-8"?>
<p:tagLst xmlns:a="http://schemas.openxmlformats.org/drawingml/2006/main" xmlns:r="http://schemas.openxmlformats.org/officeDocument/2006/relationships" xmlns:p="http://schemas.openxmlformats.org/presentationml/2006/main">
  <p:tag name="KSO_WM_UNIT_ID" val="_19**"/>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79.xml><?xml version="1.0" encoding="utf-8"?>
<p:tagLst xmlns:a="http://schemas.openxmlformats.org/drawingml/2006/main" xmlns:r="http://schemas.openxmlformats.org/officeDocument/2006/relationships" xmlns:p="http://schemas.openxmlformats.org/presentationml/2006/main">
  <p:tag name="KSO_WM_UNIT_ID" val="_19**"/>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80.xml><?xml version="1.0" encoding="utf-8"?>
<p:tagLst xmlns:a="http://schemas.openxmlformats.org/drawingml/2006/main" xmlns:r="http://schemas.openxmlformats.org/officeDocument/2006/relationships" xmlns:p="http://schemas.openxmlformats.org/presentationml/2006/main">
  <p:tag name="KSO_WM_UNIT_ID" val="_19**"/>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81.xml><?xml version="1.0" encoding="utf-8"?>
<p:tagLst xmlns:a="http://schemas.openxmlformats.org/drawingml/2006/main" xmlns:r="http://schemas.openxmlformats.org/officeDocument/2006/relationships" xmlns:p="http://schemas.openxmlformats.org/presentationml/2006/main">
  <p:tag name="KSO_WM_FIGMA_DECORATION_INDEX" val="18"/>
  <p:tag name="$PH_EXT" val="2"/>
  <p:tag name="KSO_WM_BEAUTIFY_FLAG" val="#fgm#"/>
  <p:tag name="KSO_WM_DIAGRAM_GROUP_CODE" val="1"/>
  <p:tag name="KSO_WM_FIGMA_FLAG" val="#fgm#"/>
  <p:tag name="KSO_WM_SHAPE_BGTYPE" val="lt2"/>
  <p:tag name="KSO_WM_SHAPE_BRIGHT_DATA" val="[{&quot;dk1&quot;:-60,&quot;dk2&quot;:-50,&quot;lt1&quot;:90,&quot;lt2&quot;:100},{&quot;dk1&quot;:-60,&quot;dk2&quot;:-50,&quot;lt1&quot;:90,&quot;lt2&quot;:100}]"/>
  <p:tag name="KSO_WM_SHAPE_UPDATE_BRIGHT" val="1"/>
  <p:tag name="KSO_WM_SYNC_SLIDE_TEXT" val="1"/>
  <p:tag name="KSO_WM_UNIT_INDEX" val="1_1_1"/>
  <p:tag name="KSO_WM_UNIT_TYPE" val="l_h_i"/>
</p:tagLst>
</file>

<file path=ppt/tags/tag82.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a"/>
  <p:tag name="KSO_WM_LAYOUT_CHECK_HASH" val="2564b7c72e14530f788ac65c6c5a13d541b05e07"/>
  <p:tag name="KSO_WM_NEWLAYOUT_GROUP_ID" val="layout_38"/>
  <p:tag name="KSO_WM_NEWLAYOUT_ID" val="slide_c59a1ac626ab7140"/>
</p:tagLst>
</file>

<file path=ppt/tags/tag83.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d"/>
</p:tagLst>
</file>

<file path=ppt/tags/tag84.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a"/>
</p:tagLst>
</file>

<file path=ppt/tags/tag85.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f"/>
</p:tagLst>
</file>

<file path=ppt/tags/tag86.xml><?xml version="1.0" encoding="utf-8"?>
<p:tagLst xmlns:a="http://schemas.openxmlformats.org/drawingml/2006/main" xmlns:r="http://schemas.openxmlformats.org/officeDocument/2006/relationships" xmlns:p="http://schemas.openxmlformats.org/presentationml/2006/main">
  <p:tag name="KSO_WM_FIGMA_DECORATION_INDEX" val="18"/>
  <p:tag name="$PH_EXT" val="2"/>
  <p:tag name="KSO_WM_BEAUTIFY_FLAG" val="#fgm#"/>
  <p:tag name="KSO_WM_DIAGRAM_GROUP_CODE" val="1"/>
  <p:tag name="KSO_WM_FIGMA_FLAG" val="#fgm#"/>
  <p:tag name="KSO_WM_SHAPE_BGTYPE" val="lt2"/>
  <p:tag name="KSO_WM_SHAPE_BRIGHT_DATA" val="[{&quot;dk1&quot;:-60,&quot;dk2&quot;:-50,&quot;lt1&quot;:90,&quot;lt2&quot;:100},{&quot;dk1&quot;:-60,&quot;dk2&quot;:-50,&quot;lt1&quot;:90,&quot;lt2&quot;:100}]"/>
  <p:tag name="KSO_WM_SHAPE_UPDATE_BRIGHT" val="1"/>
  <p:tag name="KSO_WM_SYNC_SLIDE_TEXT" val="1"/>
  <p:tag name="KSO_WM_UNIT_INDEX" val="1_2_1"/>
  <p:tag name="KSO_WM_UNIT_TYPE" val="l_h_i"/>
</p:tagLst>
</file>

<file path=ppt/tags/tag87.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d"/>
</p:tagLst>
</file>

<file path=ppt/tags/tag88.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a"/>
</p:tagLst>
</file>

<file path=ppt/tags/tag89.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f"/>
</p:tagLst>
</file>

<file path=ppt/tags/tag90.xml><?xml version="1.0" encoding="utf-8"?>
<p:tagLst xmlns:a="http://schemas.openxmlformats.org/drawingml/2006/main" xmlns:r="http://schemas.openxmlformats.org/officeDocument/2006/relationships" xmlns:p="http://schemas.openxmlformats.org/presentationml/2006/main">
  <p:tag name="KSO_WM_UNIT_ID" val="_19**"/>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91.xml><?xml version="1.0" encoding="utf-8"?>
<p:tagLst xmlns:a="http://schemas.openxmlformats.org/drawingml/2006/main" xmlns:r="http://schemas.openxmlformats.org/officeDocument/2006/relationships" xmlns:p="http://schemas.openxmlformats.org/presentationml/2006/main">
  <p:tag name="KSO_WM_UNIT_ID" val="_19**"/>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92.xml><?xml version="1.0" encoding="utf-8"?>
<p:tagLst xmlns:a="http://schemas.openxmlformats.org/drawingml/2006/main" xmlns:r="http://schemas.openxmlformats.org/officeDocument/2006/relationships" xmlns:p="http://schemas.openxmlformats.org/presentationml/2006/main">
  <p:tag name="KSO_WM_UNIT_ID" val="_19**"/>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93.xml><?xml version="1.0" encoding="utf-8"?>
<p:tagLst xmlns:a="http://schemas.openxmlformats.org/drawingml/2006/main" xmlns:r="http://schemas.openxmlformats.org/officeDocument/2006/relationships" xmlns:p="http://schemas.openxmlformats.org/presentationml/2006/main">
  <p:tag name="KSO_WM_FIGMA_DECORATION_INDEX" val="14"/>
  <p:tag name="$PH_EXT" val="2"/>
  <p:tag name="KSO_WM_BEAUTIFY_FLAG" val="#fgm#"/>
  <p:tag name="KSO_WM_DIAGRAM_GROUP_CODE" val="1"/>
  <p:tag name="KSO_WM_FIGMA_FLAG" val="#fgm#"/>
  <p:tag name="KSO_WM_SYNC_SLIDE_TEXT" val="1"/>
  <p:tag name="KSO_WM_UNIT_INDEX" val="1_1_1"/>
  <p:tag name="KSO_WM_UNIT_TYPE" val="l_h_i"/>
</p:tagLst>
</file>

<file path=ppt/tags/tag94.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a"/>
  <p:tag name="KSO_WM_LAYOUT_CHECK_HASH" val="9a5a3be3d48da55a1c1edec3d6bcb0f2bb0aebe4"/>
  <p:tag name="KSO_WM_NEWLAYOUT_GROUP_ID" val="layout_49"/>
  <p:tag name="KSO_WM_NEWLAYOUT_ID" val="slide_718363e902793971"/>
</p:tagLst>
</file>

<file path=ppt/tags/tag95.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2"/>
  <p:tag name="KSO_WM_UNIT_SUBTYPE" val="d"/>
  <p:tag name="KSO_WM_UNIT_TYPE" val="l_h_i"/>
</p:tagLst>
</file>

<file path=ppt/tags/tag96.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a"/>
</p:tagLst>
</file>

<file path=ppt/tags/tag97.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f"/>
</p:tagLst>
</file>

<file path=ppt/tags/tag98.xml><?xml version="1.0" encoding="utf-8"?>
<p:tagLst xmlns:a="http://schemas.openxmlformats.org/drawingml/2006/main" xmlns:r="http://schemas.openxmlformats.org/officeDocument/2006/relationships" xmlns:p="http://schemas.openxmlformats.org/presentationml/2006/main">
  <p:tag name="KSO_WM_FIGMA_DECORATION_INDEX" val="14"/>
  <p:tag name="$PH_EXT" val="2"/>
  <p:tag name="KSO_WM_BEAUTIFY_FLAG" val="#fgm#"/>
  <p:tag name="KSO_WM_DIAGRAM_GROUP_CODE" val="1"/>
  <p:tag name="KSO_WM_FIGMA_FLAG" val="#fgm#"/>
  <p:tag name="KSO_WM_SYNC_SLIDE_TEXT" val="1"/>
  <p:tag name="KSO_WM_UNIT_INDEX" val="1_2_1"/>
  <p:tag name="KSO_WM_UNIT_TYPE" val="l_h_i"/>
</p:tagLst>
</file>

<file path=ppt/tags/tag99.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2"/>
  <p:tag name="KSO_WM_UNIT_SUBTYPE" val="d"/>
  <p:tag name="KSO_WM_UNIT_TYPE" val="l_h_i"/>
</p:tagLst>
</file>

<file path=ppt/tags/tag100.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a"/>
</p:tagLst>
</file>

<file path=ppt/tags/tag101.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f"/>
</p:tagLst>
</file>

<file path=ppt/tags/tag102.xml><?xml version="1.0" encoding="utf-8"?>
<p:tagLst xmlns:a="http://schemas.openxmlformats.org/drawingml/2006/main" xmlns:r="http://schemas.openxmlformats.org/officeDocument/2006/relationships" xmlns:p="http://schemas.openxmlformats.org/presentationml/2006/main">
  <p:tag name="KSO_WM_FIGMA_DECORATION_INDEX" val="14"/>
  <p:tag name="$PH_EXT" val="2"/>
  <p:tag name="KSO_WM_BEAUTIFY_FLAG" val="#fgm#"/>
  <p:tag name="KSO_WM_DIAGRAM_GROUP_CODE" val="1"/>
  <p:tag name="KSO_WM_FIGMA_FLAG" val="#fgm#"/>
  <p:tag name="KSO_WM_SYNC_SLIDE_TEXT" val="1"/>
  <p:tag name="KSO_WM_UNIT_INDEX" val="1_3_1"/>
  <p:tag name="KSO_WM_UNIT_TYPE" val="l_h_i"/>
</p:tagLst>
</file>

<file path=ppt/tags/tag103.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2"/>
  <p:tag name="KSO_WM_UNIT_SUBTYPE" val="d"/>
  <p:tag name="KSO_WM_UNIT_TYPE" val="l_h_i"/>
</p:tagLst>
</file>

<file path=ppt/tags/tag104.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a"/>
</p:tagLst>
</file>

<file path=ppt/tags/tag105.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f"/>
</p:tagLst>
</file>

<file path=ppt/tags/tag106.xml><?xml version="1.0" encoding="utf-8"?>
<p:tagLst xmlns:a="http://schemas.openxmlformats.org/drawingml/2006/main" xmlns:r="http://schemas.openxmlformats.org/officeDocument/2006/relationships" xmlns:p="http://schemas.openxmlformats.org/presentationml/2006/main">
  <p:tag name="KSO_WM_UNIT_ID" val="_19**"/>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107.xml><?xml version="1.0" encoding="utf-8"?>
<p:tagLst xmlns:a="http://schemas.openxmlformats.org/drawingml/2006/main" xmlns:r="http://schemas.openxmlformats.org/officeDocument/2006/relationships" xmlns:p="http://schemas.openxmlformats.org/presentationml/2006/main">
  <p:tag name="KSO_WM_UNIT_ID" val="_19**"/>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108.xml><?xml version="1.0" encoding="utf-8"?>
<p:tagLst xmlns:a="http://schemas.openxmlformats.org/drawingml/2006/main" xmlns:r="http://schemas.openxmlformats.org/officeDocument/2006/relationships" xmlns:p="http://schemas.openxmlformats.org/presentationml/2006/main">
  <p:tag name="KSO_WM_UNIT_ID" val="_19**"/>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109.xml><?xml version="1.0" encoding="utf-8"?>
<p:tagLst xmlns:a="http://schemas.openxmlformats.org/drawingml/2006/main" xmlns:r="http://schemas.openxmlformats.org/officeDocument/2006/relationships" xmlns:p="http://schemas.openxmlformats.org/presentationml/2006/main">
  <p:tag name="KSO_WM_FIGMA_DECORATION_INDEX" val="18"/>
  <p:tag name="$PH_EXT" val="2"/>
  <p:tag name="KSO_WM_BEAUTIFY_FLAG" val="#fgm#"/>
  <p:tag name="KSO_WM_DIAGRAM_GROUP_CODE" val="1"/>
  <p:tag name="KSO_WM_FIGMA_FLAG" val="#fgm#"/>
  <p:tag name="KSO_WM_SHAPE_BGTYPE" val="lt2"/>
  <p:tag name="KSO_WM_SHAPE_BRIGHT_DATA" val="[{&quot;dk1&quot;:-60,&quot;dk2&quot;:-50,&quot;lt1&quot;:90,&quot;lt2&quot;:100},{&quot;dk1&quot;:-60,&quot;dk2&quot;:-50,&quot;lt1&quot;:90,&quot;lt2&quot;:100}]"/>
  <p:tag name="KSO_WM_SHAPE_UPDATE_BRIGHT" val="1"/>
  <p:tag name="KSO_WM_SYNC_SLIDE_TEXT" val="1"/>
  <p:tag name="KSO_WM_UNIT_INDEX" val="1_1_1"/>
  <p:tag name="KSO_WM_UNIT_TYPE" val="l_h_i"/>
</p:tagLst>
</file>

<file path=ppt/tags/tag110.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a"/>
  <p:tag name="KSO_WM_LAYOUT_CHECK_HASH" val="d33aa42fbc5ec25a08e8c1729e1bae76acdc4005"/>
  <p:tag name="KSO_WM_NEWLAYOUT_GROUP_ID" val="layout_31"/>
  <p:tag name="KSO_WM_NEWLAYOUT_ID" val="slide_d93b05b1f9cb24ce"/>
</p:tagLst>
</file>

<file path=ppt/tags/tag111.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d"/>
</p:tagLst>
</file>

<file path=ppt/tags/tag112.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a"/>
</p:tagLst>
</file>

<file path=ppt/tags/tag113.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f"/>
</p:tagLst>
</file>

<file path=ppt/tags/tag114.xml><?xml version="1.0" encoding="utf-8"?>
<p:tagLst xmlns:a="http://schemas.openxmlformats.org/drawingml/2006/main" xmlns:r="http://schemas.openxmlformats.org/officeDocument/2006/relationships" xmlns:p="http://schemas.openxmlformats.org/presentationml/2006/main">
  <p:tag name="KSO_WM_FIGMA_DECORATION_INDEX" val="18"/>
  <p:tag name="$PH_EXT" val="2"/>
  <p:tag name="KSO_WM_BEAUTIFY_FLAG" val="#fgm#"/>
  <p:tag name="KSO_WM_DIAGRAM_GROUP_CODE" val="1"/>
  <p:tag name="KSO_WM_FIGMA_FLAG" val="#fgm#"/>
  <p:tag name="KSO_WM_SHAPE_BGTYPE" val="lt2"/>
  <p:tag name="KSO_WM_SHAPE_BRIGHT_DATA" val="[{&quot;dk1&quot;:-60,&quot;dk2&quot;:-50,&quot;lt1&quot;:90,&quot;lt2&quot;:100},{&quot;dk1&quot;:-60,&quot;dk2&quot;:-50,&quot;lt1&quot;:90,&quot;lt2&quot;:100}]"/>
  <p:tag name="KSO_WM_SHAPE_UPDATE_BRIGHT" val="1"/>
  <p:tag name="KSO_WM_SYNC_SLIDE_TEXT" val="1"/>
  <p:tag name="KSO_WM_UNIT_INDEX" val="1_2_1"/>
  <p:tag name="KSO_WM_UNIT_TYPE" val="l_h_i"/>
</p:tagLst>
</file>

<file path=ppt/tags/tag115.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d"/>
</p:tagLst>
</file>

<file path=ppt/tags/tag116.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a"/>
</p:tagLst>
</file>

<file path=ppt/tags/tag117.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f"/>
</p:tagLst>
</file>

<file path=ppt/tags/tag118.xml><?xml version="1.0" encoding="utf-8"?>
<p:tagLst xmlns:a="http://schemas.openxmlformats.org/drawingml/2006/main" xmlns:r="http://schemas.openxmlformats.org/officeDocument/2006/relationships" xmlns:p="http://schemas.openxmlformats.org/presentationml/2006/main">
  <p:tag name="KSO_WM_FIGMA_DECORATION_INDEX" val="18"/>
  <p:tag name="$PH_EXT" val="2"/>
  <p:tag name="KSO_WM_BEAUTIFY_FLAG" val="#fgm#"/>
  <p:tag name="KSO_WM_DIAGRAM_GROUP_CODE" val="1"/>
  <p:tag name="KSO_WM_FIGMA_FLAG" val="#fgm#"/>
  <p:tag name="KSO_WM_SHAPE_BGTYPE" val="lt2"/>
  <p:tag name="KSO_WM_SHAPE_BRIGHT_DATA" val="[{&quot;dk1&quot;:-60,&quot;dk2&quot;:-50,&quot;lt1&quot;:90,&quot;lt2&quot;:100},{&quot;dk1&quot;:-60,&quot;dk2&quot;:-50,&quot;lt1&quot;:90,&quot;lt2&quot;:100}]"/>
  <p:tag name="KSO_WM_SHAPE_UPDATE_BRIGHT" val="1"/>
  <p:tag name="KSO_WM_SYNC_SLIDE_TEXT" val="1"/>
  <p:tag name="KSO_WM_UNIT_INDEX" val="1_3_1"/>
  <p:tag name="KSO_WM_UNIT_TYPE" val="l_h_i"/>
</p:tagLst>
</file>

<file path=ppt/tags/tag119.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d"/>
</p:tagLst>
</file>

<file path=ppt/tags/tag120.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a"/>
</p:tagLst>
</file>

<file path=ppt/tags/tag121.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f"/>
</p:tagLst>
</file>

<file path=ppt/tags/tag122.xml><?xml version="1.0" encoding="utf-8"?>
<p:tagLst xmlns:a="http://schemas.openxmlformats.org/drawingml/2006/main" xmlns:r="http://schemas.openxmlformats.org/officeDocument/2006/relationships" xmlns:p="http://schemas.openxmlformats.org/presentationml/2006/main">
  <p:tag name="KSO_WM_FIGMA_DECORATION_INDEX" val="18"/>
  <p:tag name="$PH_EXT" val="2"/>
  <p:tag name="KSO_WM_BEAUTIFY_FLAG" val="#fgm#"/>
  <p:tag name="KSO_WM_DIAGRAM_GROUP_CODE" val="1"/>
  <p:tag name="KSO_WM_FIGMA_FLAG" val="#fgm#"/>
  <p:tag name="KSO_WM_SHAPE_BGTYPE" val="lt2"/>
  <p:tag name="KSO_WM_SHAPE_BRIGHT_DATA" val="[{&quot;dk1&quot;:-60,&quot;dk2&quot;:-50,&quot;lt1&quot;:90,&quot;lt2&quot;:100},{&quot;dk1&quot;:-60,&quot;dk2&quot;:-50,&quot;lt1&quot;:90,&quot;lt2&quot;:100}]"/>
  <p:tag name="KSO_WM_SHAPE_UPDATE_BRIGHT" val="1"/>
  <p:tag name="KSO_WM_SYNC_SLIDE_TEXT" val="1"/>
  <p:tag name="KSO_WM_UNIT_INDEX" val="1_4_1"/>
  <p:tag name="KSO_WM_UNIT_TYPE" val="l_h_i"/>
</p:tagLst>
</file>

<file path=ppt/tags/tag123.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4_1"/>
  <p:tag name="KSO_WM_UNIT_TYPE" val="l_h_d"/>
</p:tagLst>
</file>

<file path=ppt/tags/tag124.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4_1"/>
  <p:tag name="KSO_WM_UNIT_TYPE" val="l_h_a"/>
</p:tagLst>
</file>

<file path=ppt/tags/tag125.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4_1"/>
  <p:tag name="KSO_WM_UNIT_TYPE" val="l_h_f"/>
</p:tagLst>
</file>

<file path=ppt/tags/tag126.xml><?xml version="1.0" encoding="utf-8"?>
<p:tagLst xmlns:a="http://schemas.openxmlformats.org/drawingml/2006/main" xmlns:r="http://schemas.openxmlformats.org/officeDocument/2006/relationships" xmlns:p="http://schemas.openxmlformats.org/presentationml/2006/main">
  <p:tag name="KSO_WM_UNIT_ID" val="_19**"/>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127.xml><?xml version="1.0" encoding="utf-8"?>
<p:tagLst xmlns:a="http://schemas.openxmlformats.org/drawingml/2006/main" xmlns:r="http://schemas.openxmlformats.org/officeDocument/2006/relationships" xmlns:p="http://schemas.openxmlformats.org/presentationml/2006/main">
  <p:tag name="KSO_WM_UNIT_ID" val="_19**"/>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128.xml><?xml version="1.0" encoding="utf-8"?>
<p:tagLst xmlns:a="http://schemas.openxmlformats.org/drawingml/2006/main" xmlns:r="http://schemas.openxmlformats.org/officeDocument/2006/relationships" xmlns:p="http://schemas.openxmlformats.org/presentationml/2006/main">
  <p:tag name="KSO_WM_UNIT_ID" val="_19**"/>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129.xml><?xml version="1.0" encoding="utf-8"?>
<p:tagLst xmlns:a="http://schemas.openxmlformats.org/drawingml/2006/main" xmlns:r="http://schemas.openxmlformats.org/officeDocument/2006/relationships" xmlns:p="http://schemas.openxmlformats.org/presentationml/2006/main">
  <p:tag name="KSO_WM_FIGMA_DECORATION_INDEX" val="18"/>
  <p:tag name="$PH_EXT" val="2"/>
  <p:tag name="KSO_WM_BEAUTIFY_FLAG" val="#fgm#"/>
  <p:tag name="KSO_WM_DIAGRAM_GROUP_CODE" val="1"/>
  <p:tag name="KSO_WM_FIGMA_FLAG" val="#fgm#"/>
  <p:tag name="KSO_WM_SHAPE_BGTYPE" val="lt2"/>
  <p:tag name="KSO_WM_SHAPE_BRIGHT_DATA" val="[{&quot;dk1&quot;:-60,&quot;dk2&quot;:-50,&quot;lt1&quot;:90,&quot;lt2&quot;:100},{&quot;dk1&quot;:-60,&quot;dk2&quot;:-50,&quot;lt1&quot;:90,&quot;lt2&quot;:100}]"/>
  <p:tag name="KSO_WM_SHAPE_UPDATE_BRIGHT" val="1"/>
  <p:tag name="KSO_WM_SYNC_SLIDE_TEXT" val="1"/>
  <p:tag name="KSO_WM_UNIT_INDEX" val="1_1_1"/>
  <p:tag name="KSO_WM_UNIT_TYPE" val="l_h_i"/>
</p:tagLst>
</file>

<file path=ppt/tags/tag130.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a"/>
  <p:tag name="KSO_WM_LAYOUT_CHECK_HASH" val="da46d45b5a75b8c2851053ee9d0a5d64b150fb94"/>
  <p:tag name="KSO_WM_NEWLAYOUT_GROUP_ID" val="layout_26"/>
  <p:tag name="KSO_WM_NEWLAYOUT_ID" val="slide_fc90b598f485bb94"/>
</p:tagLst>
</file>

<file path=ppt/tags/tag131.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d"/>
</p:tagLst>
</file>

<file path=ppt/tags/tag132.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a"/>
</p:tagLst>
</file>

<file path=ppt/tags/tag133.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f"/>
</p:tagLst>
</file>

<file path=ppt/tags/tag134.xml><?xml version="1.0" encoding="utf-8"?>
<p:tagLst xmlns:a="http://schemas.openxmlformats.org/drawingml/2006/main" xmlns:r="http://schemas.openxmlformats.org/officeDocument/2006/relationships" xmlns:p="http://schemas.openxmlformats.org/presentationml/2006/main">
  <p:tag name="KSO_WM_FIGMA_DECORATION_INDEX" val="18"/>
  <p:tag name="$PH_EXT" val="2"/>
  <p:tag name="KSO_WM_BEAUTIFY_FLAG" val="#fgm#"/>
  <p:tag name="KSO_WM_DIAGRAM_GROUP_CODE" val="1"/>
  <p:tag name="KSO_WM_FIGMA_FLAG" val="#fgm#"/>
  <p:tag name="KSO_WM_SHAPE_BGTYPE" val="lt2"/>
  <p:tag name="KSO_WM_SHAPE_BRIGHT_DATA" val="[{&quot;dk1&quot;:-60,&quot;dk2&quot;:-50,&quot;lt1&quot;:90,&quot;lt2&quot;:100},{&quot;dk1&quot;:-60,&quot;dk2&quot;:-50,&quot;lt1&quot;:90,&quot;lt2&quot;:100}]"/>
  <p:tag name="KSO_WM_SHAPE_UPDATE_BRIGHT" val="1"/>
  <p:tag name="KSO_WM_SYNC_SLIDE_TEXT" val="1"/>
  <p:tag name="KSO_WM_UNIT_INDEX" val="1_2_1"/>
  <p:tag name="KSO_WM_UNIT_TYPE" val="l_h_i"/>
</p:tagLst>
</file>

<file path=ppt/tags/tag135.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d"/>
</p:tagLst>
</file>

<file path=ppt/tags/tag136.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a"/>
</p:tagLst>
</file>

<file path=ppt/tags/tag137.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f"/>
</p:tagLst>
</file>

<file path=ppt/tags/tag138.xml><?xml version="1.0" encoding="utf-8"?>
<p:tagLst xmlns:a="http://schemas.openxmlformats.org/drawingml/2006/main" xmlns:r="http://schemas.openxmlformats.org/officeDocument/2006/relationships" xmlns:p="http://schemas.openxmlformats.org/presentationml/2006/main">
  <p:tag name="KSO_WM_FIGMA_DECORATION_INDEX" val="18"/>
  <p:tag name="$PH_EXT" val="2"/>
  <p:tag name="KSO_WM_BEAUTIFY_FLAG" val="#fgm#"/>
  <p:tag name="KSO_WM_DIAGRAM_GROUP_CODE" val="1"/>
  <p:tag name="KSO_WM_FIGMA_FLAG" val="#fgm#"/>
  <p:tag name="KSO_WM_SHAPE_BGTYPE" val="lt2"/>
  <p:tag name="KSO_WM_SHAPE_BRIGHT_DATA" val="[{&quot;dk1&quot;:-60,&quot;dk2&quot;:-50,&quot;lt1&quot;:90,&quot;lt2&quot;:100},{&quot;dk1&quot;:-60,&quot;dk2&quot;:-50,&quot;lt1&quot;:90,&quot;lt2&quot;:100}]"/>
  <p:tag name="KSO_WM_SHAPE_UPDATE_BRIGHT" val="1"/>
  <p:tag name="KSO_WM_SYNC_SLIDE_TEXT" val="1"/>
  <p:tag name="KSO_WM_UNIT_INDEX" val="1_3_1"/>
  <p:tag name="KSO_WM_UNIT_TYPE" val="l_h_i"/>
</p:tagLst>
</file>

<file path=ppt/tags/tag139.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d"/>
</p:tagLst>
</file>

<file path=ppt/tags/tag140.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a"/>
</p:tagLst>
</file>

<file path=ppt/tags/tag141.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f"/>
</p:tagLst>
</file>

<file path=ppt/tags/tag142.xml><?xml version="1.0" encoding="utf-8"?>
<p:tagLst xmlns:a="http://schemas.openxmlformats.org/drawingml/2006/main" xmlns:r="http://schemas.openxmlformats.org/officeDocument/2006/relationships" xmlns:p="http://schemas.openxmlformats.org/presentationml/2006/main">
  <p:tag name="KSO_WM_FIGMA_DECORATION_INDEX" val="18"/>
  <p:tag name="$PH_EXT" val="2"/>
  <p:tag name="KSO_WM_BEAUTIFY_FLAG" val="#fgm#"/>
  <p:tag name="KSO_WM_DIAGRAM_GROUP_CODE" val="1"/>
  <p:tag name="KSO_WM_FIGMA_FLAG" val="#fgm#"/>
  <p:tag name="KSO_WM_SHAPE_BGTYPE" val="lt2"/>
  <p:tag name="KSO_WM_SHAPE_BRIGHT_DATA" val="[{&quot;dk1&quot;:-60,&quot;dk2&quot;:-50,&quot;lt1&quot;:90,&quot;lt2&quot;:100},{&quot;dk1&quot;:-60,&quot;dk2&quot;:-50,&quot;lt1&quot;:90,&quot;lt2&quot;:100}]"/>
  <p:tag name="KSO_WM_SHAPE_UPDATE_BRIGHT" val="1"/>
  <p:tag name="KSO_WM_SYNC_SLIDE_TEXT" val="1"/>
  <p:tag name="KSO_WM_UNIT_INDEX" val="1_4_1"/>
  <p:tag name="KSO_WM_UNIT_TYPE" val="l_h_i"/>
</p:tagLst>
</file>

<file path=ppt/tags/tag143.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4_1"/>
  <p:tag name="KSO_WM_UNIT_TYPE" val="l_h_d"/>
</p:tagLst>
</file>

<file path=ppt/tags/tag144.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4_1"/>
  <p:tag name="KSO_WM_UNIT_TYPE" val="l_h_a"/>
</p:tagLst>
</file>

<file path=ppt/tags/tag145.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4_1"/>
  <p:tag name="KSO_WM_UNIT_TYPE" val="l_h_f"/>
</p:tagLst>
</file>

<file path=ppt/tags/tag146.xml><?xml version="1.0" encoding="utf-8"?>
<p:tagLst xmlns:a="http://schemas.openxmlformats.org/drawingml/2006/main" xmlns:r="http://schemas.openxmlformats.org/officeDocument/2006/relationships" xmlns:p="http://schemas.openxmlformats.org/presentationml/2006/main">
  <p:tag name="KSO_WM_UNIT_ID" val="_19**"/>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147.xml><?xml version="1.0" encoding="utf-8"?>
<p:tagLst xmlns:a="http://schemas.openxmlformats.org/drawingml/2006/main" xmlns:r="http://schemas.openxmlformats.org/officeDocument/2006/relationships" xmlns:p="http://schemas.openxmlformats.org/presentationml/2006/main">
  <p:tag name="KSO_WM_UNIT_ID" val="_19**"/>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148.xml><?xml version="1.0" encoding="utf-8"?>
<p:tagLst xmlns:a="http://schemas.openxmlformats.org/drawingml/2006/main" xmlns:r="http://schemas.openxmlformats.org/officeDocument/2006/relationships" xmlns:p="http://schemas.openxmlformats.org/presentationml/2006/main">
  <p:tag name="KSO_WM_UNIT_ID" val="_19**"/>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149.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d"/>
</p:tagLst>
</file>

<file path=ppt/tags/tag150.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a"/>
  <p:tag name="KSO_WM_LAYOUT_CHECK_HASH" val="bad71b89ccbf0f8f401b4dd2756ae74f644c410d"/>
  <p:tag name="KSO_WM_NEWLAYOUT_GROUP_ID" val="layout_61"/>
  <p:tag name="KSO_WM_NEWLAYOUT_ID" val="slide_e0a8dc1c60121344"/>
</p:tagLst>
</file>

<file path=ppt/tags/tag151.xml><?xml version="1.0" encoding="utf-8"?>
<p:tagLst xmlns:a="http://schemas.openxmlformats.org/drawingml/2006/main" xmlns:r="http://schemas.openxmlformats.org/officeDocument/2006/relationships" xmlns:p="http://schemas.openxmlformats.org/presentationml/2006/main">
  <p:tag name="KSO_WM_FIGMA_DECORATION_INDEX" val="17_contentModel"/>
  <p:tag name="$PH_EXT" val="2"/>
  <p:tag name="KSO_WM_BEAUTIFY_FLAG" val="#fgm#"/>
  <p:tag name="KSO_WM_FIGMA_FLAG" val="#fgm#"/>
  <p:tag name="KSO_WM_SYNC_SLIDE_TEXT" val="1"/>
  <p:tag name="KSO_WM_UNIT_INDEX" val="1_1"/>
  <p:tag name="KSO_WM_UNIT_TYPE" val="l_i"/>
</p:tagLst>
</file>

<file path=ppt/tags/tag152.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a"/>
</p:tagLst>
</file>

<file path=ppt/tags/tag153.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f"/>
</p:tagLst>
</file>

<file path=ppt/tags/tag154.xml><?xml version="1.0" encoding="utf-8"?>
<p:tagLst xmlns:a="http://schemas.openxmlformats.org/drawingml/2006/main" xmlns:r="http://schemas.openxmlformats.org/officeDocument/2006/relationships" xmlns:p="http://schemas.openxmlformats.org/presentationml/2006/main">
  <p:tag name="KSO_WM_UNIT_ID" val="_19**"/>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155.xml><?xml version="1.0" encoding="utf-8"?>
<p:tagLst xmlns:a="http://schemas.openxmlformats.org/drawingml/2006/main" xmlns:r="http://schemas.openxmlformats.org/officeDocument/2006/relationships" xmlns:p="http://schemas.openxmlformats.org/presentationml/2006/main">
  <p:tag name="KSO_WM_UNIT_ID" val="_19**"/>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156.xml><?xml version="1.0" encoding="utf-8"?>
<p:tagLst xmlns:a="http://schemas.openxmlformats.org/drawingml/2006/main" xmlns:r="http://schemas.openxmlformats.org/officeDocument/2006/relationships" xmlns:p="http://schemas.openxmlformats.org/presentationml/2006/main">
  <p:tag name="KSO_WM_UNIT_ID" val="_19**"/>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157.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d"/>
</p:tagLst>
</file>

<file path=ppt/tags/tag158.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a"/>
  <p:tag name="KSO_WM_LAYOUT_CHECK_HASH" val="6977295489e4442bb674c9d1035e5d768128495e"/>
  <p:tag name="KSO_WM_NEWLAYOUT_GROUP_ID" val="layout_59"/>
  <p:tag name="KSO_WM_NEWLAYOUT_ID" val="slide_d1f7eafcffada5ab"/>
</p:tagLst>
</file>

<file path=ppt/tags/tag159.xml><?xml version="1.0" encoding="utf-8"?>
<p:tagLst xmlns:a="http://schemas.openxmlformats.org/drawingml/2006/main" xmlns:r="http://schemas.openxmlformats.org/officeDocument/2006/relationships" xmlns:p="http://schemas.openxmlformats.org/presentationml/2006/main">
  <p:tag name="KSO_WM_FIGMA_DECORATION_INDEX" val="19"/>
  <p:tag name="$PH_EXT" val="2"/>
  <p:tag name="KSO_WM_BEAUTIFY_FLAG" val="#fgm#"/>
  <p:tag name="KSO_WM_DIAGRAM_GROUP_CODE" val="1"/>
  <p:tag name="KSO_WM_FIGMA_FLAG" val="#fgm#"/>
  <p:tag name="KSO_WM_SYNC_SLIDE_TEXT" val="1"/>
  <p:tag name="KSO_WM_UNIT_INDEX" val="1_1_1"/>
  <p:tag name="KSO_WM_UNIT_TYPE" val="l_h_i"/>
</p:tagLst>
</file>

<file path=ppt/tags/tag160.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a"/>
</p:tagLst>
</file>

<file path=ppt/tags/tag161.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f"/>
</p:tagLst>
</file>

<file path=ppt/tags/tag162.xml><?xml version="1.0" encoding="utf-8"?>
<p:tagLst xmlns:a="http://schemas.openxmlformats.org/drawingml/2006/main" xmlns:r="http://schemas.openxmlformats.org/officeDocument/2006/relationships" xmlns:p="http://schemas.openxmlformats.org/presentationml/2006/main">
  <p:tag name="KSO_WM_FIGMA_DECORATION_INDEX" val="19"/>
  <p:tag name="$PH_EXT" val="2"/>
  <p:tag name="KSO_WM_BEAUTIFY_FLAG" val="#fgm#"/>
  <p:tag name="KSO_WM_DIAGRAM_GROUP_CODE" val="1"/>
  <p:tag name="KSO_WM_FIGMA_FLAG" val="#fgm#"/>
  <p:tag name="KSO_WM_SYNC_SLIDE_TEXT" val="1"/>
  <p:tag name="KSO_WM_UNIT_INDEX" val="1_2_1"/>
  <p:tag name="KSO_WM_UNIT_TYPE" val="l_h_i"/>
</p:tagLst>
</file>

<file path=ppt/tags/tag163.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a"/>
</p:tagLst>
</file>

<file path=ppt/tags/tag164.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f"/>
</p:tagLst>
</file>

<file path=ppt/tags/tag165.xml><?xml version="1.0" encoding="utf-8"?>
<p:tagLst xmlns:a="http://schemas.openxmlformats.org/drawingml/2006/main" xmlns:r="http://schemas.openxmlformats.org/officeDocument/2006/relationships" xmlns:p="http://schemas.openxmlformats.org/presentationml/2006/main">
  <p:tag name="KSO_WM_UNIT_ID" val="_19**"/>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166.xml><?xml version="1.0" encoding="utf-8"?>
<p:tagLst xmlns:a="http://schemas.openxmlformats.org/drawingml/2006/main" xmlns:r="http://schemas.openxmlformats.org/officeDocument/2006/relationships" xmlns:p="http://schemas.openxmlformats.org/presentationml/2006/main">
  <p:tag name="KSO_WM_UNIT_ID" val="_19**"/>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167.xml><?xml version="1.0" encoding="utf-8"?>
<p:tagLst xmlns:a="http://schemas.openxmlformats.org/drawingml/2006/main" xmlns:r="http://schemas.openxmlformats.org/officeDocument/2006/relationships" xmlns:p="http://schemas.openxmlformats.org/presentationml/2006/main">
  <p:tag name="KSO_WM_UNIT_ID" val="_19**"/>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168.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d"/>
</p:tagLst>
</file>

<file path=ppt/tags/tag169.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a"/>
  <p:tag name="KSO_WM_LAYOUT_CHECK_HASH" val="bc9a64bbaed9e2dc1d351ef7b13fb0f3c29bf173"/>
  <p:tag name="KSO_WM_NEWLAYOUT_GROUP_ID" val="layout_42"/>
  <p:tag name="KSO_WM_NEWLAYOUT_ID" val="slide_5a87d91ece4523d8"/>
</p:tagLst>
</file>

<file path=ppt/tags/tag170.xml><?xml version="1.0" encoding="utf-8"?>
<p:tagLst xmlns:a="http://schemas.openxmlformats.org/drawingml/2006/main" xmlns:r="http://schemas.openxmlformats.org/officeDocument/2006/relationships" xmlns:p="http://schemas.openxmlformats.org/presentationml/2006/main">
  <p:tag name="KSO_WM_FIGMA_DECORATION_INDEX" val="19"/>
  <p:tag name="$PH_EXT" val="2"/>
  <p:tag name="KSO_WM_BEAUTIFY_FLAG" val="#fgm#"/>
  <p:tag name="KSO_WM_DIAGRAM_GROUP_CODE" val="1"/>
  <p:tag name="KSO_WM_FIGMA_FLAG" val="#fgm#"/>
  <p:tag name="KSO_WM_SYNC_SLIDE_TEXT" val="1"/>
  <p:tag name="KSO_WM_UNIT_INDEX" val="1_1_1"/>
  <p:tag name="KSO_WM_UNIT_TYPE" val="l_h_i"/>
</p:tagLst>
</file>

<file path=ppt/tags/tag171.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a"/>
</p:tagLst>
</file>

<file path=ppt/tags/tag172.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f"/>
</p:tagLst>
</file>

<file path=ppt/tags/tag173.xml><?xml version="1.0" encoding="utf-8"?>
<p:tagLst xmlns:a="http://schemas.openxmlformats.org/drawingml/2006/main" xmlns:r="http://schemas.openxmlformats.org/officeDocument/2006/relationships" xmlns:p="http://schemas.openxmlformats.org/presentationml/2006/main">
  <p:tag name="KSO_WM_UNIT_ID" val="_19**"/>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174.xml><?xml version="1.0" encoding="utf-8"?>
<p:tagLst xmlns:a="http://schemas.openxmlformats.org/drawingml/2006/main" xmlns:r="http://schemas.openxmlformats.org/officeDocument/2006/relationships" xmlns:p="http://schemas.openxmlformats.org/presentationml/2006/main">
  <p:tag name="KSO_WM_UNIT_ID" val="_19**"/>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175.xml><?xml version="1.0" encoding="utf-8"?>
<p:tagLst xmlns:a="http://schemas.openxmlformats.org/drawingml/2006/main" xmlns:r="http://schemas.openxmlformats.org/officeDocument/2006/relationships" xmlns:p="http://schemas.openxmlformats.org/presentationml/2006/main">
  <p:tag name="KSO_WM_UNIT_ID" val="_19**"/>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176.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a"/>
</p:tagLst>
</file>

<file path=ppt/tags/tag177.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a"/>
  <p:tag name="KSO_WM_LAYOUT_CHECK_HASH" val="04dbad79f3350edd317e725e19d983f2a9602bc3"/>
  <p:tag name="KSO_WM_NEWLAYOUT_GROUP_ID" val="layout_10003"/>
  <p:tag name="KSO_WM_NEWLAYOUT_ID" val="slide_9f5748403830d2c3"/>
</p:tagLst>
</file>

<file path=ppt/tags/tag178.xml><?xml version="1.0" encoding="utf-8"?>
<p:tagLst xmlns:a="http://schemas.openxmlformats.org/drawingml/2006/main" xmlns:r="http://schemas.openxmlformats.org/officeDocument/2006/relationships" xmlns:p="http://schemas.openxmlformats.org/presentationml/2006/main">
  <p:tag name="KSO_WM_FIGMA_DECORATION_INDEX" val="18"/>
  <p:tag name="$PH_EXT" val="2"/>
  <p:tag name="KSO_WM_BEAUTIFY_FLAG" val="#fgm#"/>
  <p:tag name="KSO_WM_DIAGRAM_GROUP_CODE" val="1"/>
  <p:tag name="KSO_WM_FIGMA_FLAG" val="#fgm#"/>
  <p:tag name="KSO_WM_SHAPE_BGTYPE" val="lt2"/>
  <p:tag name="KSO_WM_SHAPE_BRIGHT_DATA" val="[{&quot;dk1&quot;:-60,&quot;dk2&quot;:-50,&quot;lt1&quot;:90,&quot;lt2&quot;:100},{&quot;dk1&quot;:-60,&quot;dk2&quot;:-50,&quot;lt1&quot;:90,&quot;lt2&quot;:100}]"/>
  <p:tag name="KSO_WM_SHAPE_UPDATE_BRIGHT" val="1"/>
  <p:tag name="KSO_WM_SYNC_SLIDE_TEXT" val="1"/>
  <p:tag name="KSO_WM_UNIT_INDEX" val="1_1_1"/>
  <p:tag name="KSO_WM_UNIT_TYPE" val="l_h_i"/>
</p:tagLst>
</file>

<file path=ppt/tags/tag179.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f"/>
</p:tagLst>
</file>

<file path=ppt/tags/tag180.xml><?xml version="1.0" encoding="utf-8"?>
<p:tagLst xmlns:a="http://schemas.openxmlformats.org/drawingml/2006/main" xmlns:r="http://schemas.openxmlformats.org/officeDocument/2006/relationships" xmlns:p="http://schemas.openxmlformats.org/presentationml/2006/main">
  <p:tag name="KSO_WM_UNIT_ID" val="_19**"/>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181.xml><?xml version="1.0" encoding="utf-8"?>
<p:tagLst xmlns:a="http://schemas.openxmlformats.org/drawingml/2006/main" xmlns:r="http://schemas.openxmlformats.org/officeDocument/2006/relationships" xmlns:p="http://schemas.openxmlformats.org/presentationml/2006/main">
  <p:tag name="KSO_WM_UNIT_ID" val="_19**"/>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182.xml><?xml version="1.0" encoding="utf-8"?>
<p:tagLst xmlns:a="http://schemas.openxmlformats.org/drawingml/2006/main" xmlns:r="http://schemas.openxmlformats.org/officeDocument/2006/relationships" xmlns:p="http://schemas.openxmlformats.org/presentationml/2006/main">
  <p:tag name="KSO_WM_UNIT_ID" val="_19**"/>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183.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d"/>
</p:tagLst>
</file>

<file path=ppt/tags/tag184.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a"/>
  <p:tag name="KSO_WM_LAYOUT_CHECK_HASH" val="d3961f261ca9df51e9117e07e652eba5558bffee"/>
  <p:tag name="KSO_WM_NEWLAYOUT_GROUP_ID" val="layout_10013"/>
  <p:tag name="KSO_WM_NEWLAYOUT_ID" val="slide_179815d3acbe59e8"/>
</p:tagLst>
</file>

<file path=ppt/tags/tag185.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a"/>
</p:tagLst>
</file>

<file path=ppt/tags/tag186.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f"/>
</p:tagLst>
</file>

<file path=ppt/tags/tag187.xml><?xml version="1.0" encoding="utf-8"?>
<p:tagLst xmlns:a="http://schemas.openxmlformats.org/drawingml/2006/main" xmlns:r="http://schemas.openxmlformats.org/officeDocument/2006/relationships" xmlns:p="http://schemas.openxmlformats.org/presentationml/2006/main">
  <p:tag name="KSO_WM_UNIT_ID" val="_19**"/>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188.xml><?xml version="1.0" encoding="utf-8"?>
<p:tagLst xmlns:a="http://schemas.openxmlformats.org/drawingml/2006/main" xmlns:r="http://schemas.openxmlformats.org/officeDocument/2006/relationships" xmlns:p="http://schemas.openxmlformats.org/presentationml/2006/main">
  <p:tag name="KSO_WM_UNIT_ID" val="_19**"/>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189.xml><?xml version="1.0" encoding="utf-8"?>
<p:tagLst xmlns:a="http://schemas.openxmlformats.org/drawingml/2006/main" xmlns:r="http://schemas.openxmlformats.org/officeDocument/2006/relationships" xmlns:p="http://schemas.openxmlformats.org/presentationml/2006/main">
  <p:tag name="KSO_WM_UNIT_ID" val="_19**"/>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190.xml><?xml version="1.0" encoding="utf-8"?>
<p:tagLst xmlns:a="http://schemas.openxmlformats.org/drawingml/2006/main" xmlns:r="http://schemas.openxmlformats.org/officeDocument/2006/relationships" xmlns:p="http://schemas.openxmlformats.org/presentationml/2006/main">
  <p:tag name="KSO_WM_FIGMA_DECORATION_INDEX" val="18"/>
  <p:tag name="$PH_EXT" val="2"/>
  <p:tag name="KSO_WM_BEAUTIFY_FLAG" val="#fgm#"/>
  <p:tag name="KSO_WM_DIAGRAM_GROUP_CODE" val="1"/>
  <p:tag name="KSO_WM_FIGMA_FLAG" val="#fgm#"/>
  <p:tag name="KSO_WM_SHAPE_BGTYPE" val="lt2"/>
  <p:tag name="KSO_WM_SHAPE_BRIGHT_DATA" val="[{&quot;dk1&quot;:-60,&quot;dk2&quot;:-50,&quot;lt1&quot;:90,&quot;lt2&quot;:100},{&quot;dk1&quot;:-60,&quot;dk2&quot;:-50,&quot;lt1&quot;:90,&quot;lt2&quot;:100}]"/>
  <p:tag name="KSO_WM_SHAPE_UPDATE_BRIGHT" val="1"/>
  <p:tag name="KSO_WM_SYNC_SLIDE_TEXT" val="1"/>
  <p:tag name="KSO_WM_UNIT_INDEX" val="1_1_1"/>
  <p:tag name="KSO_WM_UNIT_TYPE" val="l_h_i"/>
</p:tagLst>
</file>

<file path=ppt/tags/tag191.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a"/>
  <p:tag name="KSO_WM_LAYOUT_CHECK_HASH" val="0192f424c13457df1c4d38a66aaafcc71142a845"/>
  <p:tag name="KSO_WM_NEWLAYOUT_GROUP_ID" val="layout_54"/>
  <p:tag name="KSO_WM_NEWLAYOUT_ID" val="slide_dbc27af0a185d427"/>
</p:tagLst>
</file>

<file path=ppt/tags/tag192.xml><?xml version="1.0" encoding="utf-8"?>
<p:tagLst xmlns:a="http://schemas.openxmlformats.org/drawingml/2006/main" xmlns:r="http://schemas.openxmlformats.org/officeDocument/2006/relationships" xmlns:p="http://schemas.openxmlformats.org/presentationml/2006/main">
  <p:tag name="KSO_WM_FIGMA_DECORATION_INDEX" val="16"/>
  <p:tag name="$PH_EXT" val="2"/>
  <p:tag name="KSO_WM_BEAUTIFY_FLAG" val="#fgm#"/>
  <p:tag name="KSO_WM_DIAGRAM_GROUP_CODE" val="1"/>
  <p:tag name="KSO_WM_FIGMA_FLAG" val="#fgm#"/>
  <p:tag name="KSO_WM_SYNC_SLIDE_TEXT" val="1"/>
  <p:tag name="KSO_WM_UNIT_INDEX" val="1_1_2"/>
  <p:tag name="KSO_WM_UNIT_TYPE" val="l_h_i"/>
</p:tagLst>
</file>

<file path=ppt/tags/tag193.xml><?xml version="1.0" encoding="utf-8"?>
<p:tagLst xmlns:a="http://schemas.openxmlformats.org/drawingml/2006/main" xmlns:r="http://schemas.openxmlformats.org/officeDocument/2006/relationships" xmlns:p="http://schemas.openxmlformats.org/presentationml/2006/main">
  <p:tag name="KSO_WM_FIGMA_DECORATION_INDEX" val="7"/>
  <p:tag name="$PH_EXT" val="1"/>
  <p:tag name="KSO_WM_BEAUTIFY_FLAG" val="#fgm#"/>
  <p:tag name="KSO_WM_DIAGRAM_GROUP_CODE" val="1"/>
  <p:tag name="KSO_WM_FIGMA_FLAG" val="#fgm#"/>
  <p:tag name="KSO_WM_UNIT_INDEX" val="1_1_1"/>
  <p:tag name="KSO_WM_UNIT_TYPE" val="l_h_x"/>
</p:tagLst>
</file>

<file path=ppt/tags/tag194.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a"/>
</p:tagLst>
</file>

<file path=ppt/tags/tag195.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f"/>
</p:tagLst>
</file>

<file path=ppt/tags/tag196.xml><?xml version="1.0" encoding="utf-8"?>
<p:tagLst xmlns:a="http://schemas.openxmlformats.org/drawingml/2006/main" xmlns:r="http://schemas.openxmlformats.org/officeDocument/2006/relationships" xmlns:p="http://schemas.openxmlformats.org/presentationml/2006/main">
  <p:tag name="KSO_WM_FIGMA_DECORATION_INDEX" val="18"/>
  <p:tag name="$PH_EXT" val="2"/>
  <p:tag name="KSO_WM_BEAUTIFY_FLAG" val="#fgm#"/>
  <p:tag name="KSO_WM_DIAGRAM_GROUP_CODE" val="1"/>
  <p:tag name="KSO_WM_FIGMA_FLAG" val="#fgm#"/>
  <p:tag name="KSO_WM_SHAPE_BGTYPE" val="lt2"/>
  <p:tag name="KSO_WM_SHAPE_BRIGHT_DATA" val="[{&quot;dk1&quot;:-60,&quot;dk2&quot;:-50,&quot;lt1&quot;:90,&quot;lt2&quot;:100},{&quot;dk1&quot;:-60,&quot;dk2&quot;:-50,&quot;lt1&quot;:90,&quot;lt2&quot;:100}]"/>
  <p:tag name="KSO_WM_SHAPE_UPDATE_BRIGHT" val="1"/>
  <p:tag name="KSO_WM_SYNC_SLIDE_TEXT" val="1"/>
  <p:tag name="KSO_WM_UNIT_INDEX" val="1_2_1"/>
  <p:tag name="KSO_WM_UNIT_TYPE" val="l_h_i"/>
</p:tagLst>
</file>

<file path=ppt/tags/tag197.xml><?xml version="1.0" encoding="utf-8"?>
<p:tagLst xmlns:a="http://schemas.openxmlformats.org/drawingml/2006/main" xmlns:r="http://schemas.openxmlformats.org/officeDocument/2006/relationships" xmlns:p="http://schemas.openxmlformats.org/presentationml/2006/main">
  <p:tag name="KSO_WM_FIGMA_DECORATION_INDEX" val="16"/>
  <p:tag name="$PH_EXT" val="2"/>
  <p:tag name="KSO_WM_BEAUTIFY_FLAG" val="#fgm#"/>
  <p:tag name="KSO_WM_DIAGRAM_GROUP_CODE" val="1"/>
  <p:tag name="KSO_WM_FIGMA_FLAG" val="#fgm#"/>
  <p:tag name="KSO_WM_SYNC_SLIDE_TEXT" val="1"/>
  <p:tag name="KSO_WM_UNIT_INDEX" val="1_2_2"/>
  <p:tag name="KSO_WM_UNIT_TYPE" val="l_h_i"/>
</p:tagLst>
</file>

<file path=ppt/tags/tag198.xml><?xml version="1.0" encoding="utf-8"?>
<p:tagLst xmlns:a="http://schemas.openxmlformats.org/drawingml/2006/main" xmlns:r="http://schemas.openxmlformats.org/officeDocument/2006/relationships" xmlns:p="http://schemas.openxmlformats.org/presentationml/2006/main">
  <p:tag name="KSO_WM_FIGMA_DECORATION_INDEX" val="8"/>
  <p:tag name="$PH_EXT" val="1"/>
  <p:tag name="KSO_WM_BEAUTIFY_FLAG" val="#fgm#"/>
  <p:tag name="KSO_WM_DIAGRAM_GROUP_CODE" val="1"/>
  <p:tag name="KSO_WM_FIGMA_FLAG" val="#fgm#"/>
  <p:tag name="KSO_WM_UNIT_INDEX" val="1_2_1"/>
  <p:tag name="KSO_WM_UNIT_TYPE" val="l_h_x"/>
</p:tagLst>
</file>

<file path=ppt/tags/tag199.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a"/>
</p:tagLst>
</file>

<file path=ppt/tags/tag200.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f"/>
</p:tagLst>
</file>

<file path=ppt/tags/tag201.xml><?xml version="1.0" encoding="utf-8"?>
<p:tagLst xmlns:a="http://schemas.openxmlformats.org/drawingml/2006/main" xmlns:r="http://schemas.openxmlformats.org/officeDocument/2006/relationships" xmlns:p="http://schemas.openxmlformats.org/presentationml/2006/main">
  <p:tag name="KSO_WM_FIGMA_DECORATION_INDEX" val="18"/>
  <p:tag name="$PH_EXT" val="2"/>
  <p:tag name="KSO_WM_BEAUTIFY_FLAG" val="#fgm#"/>
  <p:tag name="KSO_WM_DIAGRAM_GROUP_CODE" val="1"/>
  <p:tag name="KSO_WM_FIGMA_FLAG" val="#fgm#"/>
  <p:tag name="KSO_WM_SHAPE_BGTYPE" val="lt2"/>
  <p:tag name="KSO_WM_SHAPE_BRIGHT_DATA" val="[{&quot;dk1&quot;:-60,&quot;dk2&quot;:-50,&quot;lt1&quot;:90,&quot;lt2&quot;:100},{&quot;dk1&quot;:-60,&quot;dk2&quot;:-50,&quot;lt1&quot;:90,&quot;lt2&quot;:100}]"/>
  <p:tag name="KSO_WM_SHAPE_UPDATE_BRIGHT" val="1"/>
  <p:tag name="KSO_WM_SYNC_SLIDE_TEXT" val="1"/>
  <p:tag name="KSO_WM_UNIT_INDEX" val="1_3_1"/>
  <p:tag name="KSO_WM_UNIT_TYPE" val="l_h_i"/>
</p:tagLst>
</file>

<file path=ppt/tags/tag202.xml><?xml version="1.0" encoding="utf-8"?>
<p:tagLst xmlns:a="http://schemas.openxmlformats.org/drawingml/2006/main" xmlns:r="http://schemas.openxmlformats.org/officeDocument/2006/relationships" xmlns:p="http://schemas.openxmlformats.org/presentationml/2006/main">
  <p:tag name="KSO_WM_FIGMA_DECORATION_INDEX" val="16"/>
  <p:tag name="$PH_EXT" val="2"/>
  <p:tag name="KSO_WM_BEAUTIFY_FLAG" val="#fgm#"/>
  <p:tag name="KSO_WM_DIAGRAM_GROUP_CODE" val="1"/>
  <p:tag name="KSO_WM_FIGMA_FLAG" val="#fgm#"/>
  <p:tag name="KSO_WM_SYNC_SLIDE_TEXT" val="1"/>
  <p:tag name="KSO_WM_UNIT_INDEX" val="1_3_2"/>
  <p:tag name="KSO_WM_UNIT_TYPE" val="l_h_i"/>
</p:tagLst>
</file>

<file path=ppt/tags/tag203.xml><?xml version="1.0" encoding="utf-8"?>
<p:tagLst xmlns:a="http://schemas.openxmlformats.org/drawingml/2006/main" xmlns:r="http://schemas.openxmlformats.org/officeDocument/2006/relationships" xmlns:p="http://schemas.openxmlformats.org/presentationml/2006/main">
  <p:tag name="KSO_WM_FIGMA_DECORATION_INDEX" val="9"/>
  <p:tag name="$PH_EXT" val="1"/>
  <p:tag name="KSO_WM_BEAUTIFY_FLAG" val="#fgm#"/>
  <p:tag name="KSO_WM_DIAGRAM_GROUP_CODE" val="1"/>
  <p:tag name="KSO_WM_FIGMA_FLAG" val="#fgm#"/>
  <p:tag name="KSO_WM_UNIT_INDEX" val="1_3_1"/>
  <p:tag name="KSO_WM_UNIT_TYPE" val="l_h_x"/>
</p:tagLst>
</file>

<file path=ppt/tags/tag204.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a"/>
</p:tagLst>
</file>

<file path=ppt/tags/tag205.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f"/>
</p:tagLst>
</file>

<file path=ppt/tags/tag206.xml><?xml version="1.0" encoding="utf-8"?>
<p:tagLst xmlns:a="http://schemas.openxmlformats.org/drawingml/2006/main" xmlns:r="http://schemas.openxmlformats.org/officeDocument/2006/relationships" xmlns:p="http://schemas.openxmlformats.org/presentationml/2006/main">
  <p:tag name="KSO_WM_FIGMA_DECORATION_INDEX" val="18"/>
  <p:tag name="$PH_EXT" val="2"/>
  <p:tag name="KSO_WM_BEAUTIFY_FLAG" val="#fgm#"/>
  <p:tag name="KSO_WM_DIAGRAM_GROUP_CODE" val="1"/>
  <p:tag name="KSO_WM_FIGMA_FLAG" val="#fgm#"/>
  <p:tag name="KSO_WM_SHAPE_BGTYPE" val="lt2"/>
  <p:tag name="KSO_WM_SHAPE_BRIGHT_DATA" val="[{&quot;dk1&quot;:-60,&quot;dk2&quot;:-50,&quot;lt1&quot;:90,&quot;lt2&quot;:100},{&quot;dk1&quot;:-60,&quot;dk2&quot;:-50,&quot;lt1&quot;:90,&quot;lt2&quot;:100}]"/>
  <p:tag name="KSO_WM_SHAPE_UPDATE_BRIGHT" val="1"/>
  <p:tag name="KSO_WM_SYNC_SLIDE_TEXT" val="1"/>
  <p:tag name="KSO_WM_UNIT_INDEX" val="1_4_1"/>
  <p:tag name="KSO_WM_UNIT_TYPE" val="l_h_i"/>
</p:tagLst>
</file>

<file path=ppt/tags/tag207.xml><?xml version="1.0" encoding="utf-8"?>
<p:tagLst xmlns:a="http://schemas.openxmlformats.org/drawingml/2006/main" xmlns:r="http://schemas.openxmlformats.org/officeDocument/2006/relationships" xmlns:p="http://schemas.openxmlformats.org/presentationml/2006/main">
  <p:tag name="KSO_WM_FIGMA_DECORATION_INDEX" val="16"/>
  <p:tag name="$PH_EXT" val="2"/>
  <p:tag name="KSO_WM_BEAUTIFY_FLAG" val="#fgm#"/>
  <p:tag name="KSO_WM_DIAGRAM_GROUP_CODE" val="1"/>
  <p:tag name="KSO_WM_FIGMA_FLAG" val="#fgm#"/>
  <p:tag name="KSO_WM_SYNC_SLIDE_TEXT" val="1"/>
  <p:tag name="KSO_WM_UNIT_INDEX" val="1_4_2"/>
  <p:tag name="KSO_WM_UNIT_TYPE" val="l_h_i"/>
</p:tagLst>
</file>

<file path=ppt/tags/tag208.xml><?xml version="1.0" encoding="utf-8"?>
<p:tagLst xmlns:a="http://schemas.openxmlformats.org/drawingml/2006/main" xmlns:r="http://schemas.openxmlformats.org/officeDocument/2006/relationships" xmlns:p="http://schemas.openxmlformats.org/presentationml/2006/main">
  <p:tag name="KSO_WM_FIGMA_DECORATION_INDEX" val="10"/>
  <p:tag name="$PH_EXT" val="1"/>
  <p:tag name="KSO_WM_BEAUTIFY_FLAG" val="#fgm#"/>
  <p:tag name="KSO_WM_DIAGRAM_GROUP_CODE" val="1"/>
  <p:tag name="KSO_WM_FIGMA_FLAG" val="#fgm#"/>
  <p:tag name="KSO_WM_UNIT_INDEX" val="1_4_1"/>
  <p:tag name="KSO_WM_UNIT_TYPE" val="l_h_x"/>
</p:tagLst>
</file>

<file path=ppt/tags/tag209.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4_1"/>
  <p:tag name="KSO_WM_UNIT_TYPE" val="l_h_a"/>
</p:tagLst>
</file>

<file path=ppt/tags/tag210.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4_1"/>
  <p:tag name="KSO_WM_UNIT_TYPE" val="l_h_f"/>
</p:tagLst>
</file>

<file path=ppt/tags/tag211.xml><?xml version="1.0" encoding="utf-8"?>
<p:tagLst xmlns:a="http://schemas.openxmlformats.org/drawingml/2006/main" xmlns:r="http://schemas.openxmlformats.org/officeDocument/2006/relationships" xmlns:p="http://schemas.openxmlformats.org/presentationml/2006/main">
  <p:tag name="KSO_WM_UNIT_ID" val="_19**"/>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212.xml><?xml version="1.0" encoding="utf-8"?>
<p:tagLst xmlns:a="http://schemas.openxmlformats.org/drawingml/2006/main" xmlns:r="http://schemas.openxmlformats.org/officeDocument/2006/relationships" xmlns:p="http://schemas.openxmlformats.org/presentationml/2006/main">
  <p:tag name="KSO_WM_UNIT_ID" val="_19**"/>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213.xml><?xml version="1.0" encoding="utf-8"?>
<p:tagLst xmlns:a="http://schemas.openxmlformats.org/drawingml/2006/main" xmlns:r="http://schemas.openxmlformats.org/officeDocument/2006/relationships" xmlns:p="http://schemas.openxmlformats.org/presentationml/2006/main">
  <p:tag name="KSO_WM_UNIT_ID" val="_19**"/>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214.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f"/>
</p:tagLst>
</file>

<file path=ppt/tags/tag215.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a"/>
  <p:tag name="KSO_WM_LAYOUT_CHECK_HASH" val="e5b6204c7391137a5701e32d122f146f1acee0cf"/>
  <p:tag name="KSO_WM_NEWLAYOUT_GROUP_ID" val="layout_56"/>
  <p:tag name="KSO_WM_NEWLAYOUT_ID" val="slide_cfad7fc21798e54c"/>
</p:tagLst>
</file>

<file path=ppt/tags/tag216.xml><?xml version="1.0" encoding="utf-8"?>
<p:tagLst xmlns:a="http://schemas.openxmlformats.org/drawingml/2006/main" xmlns:r="http://schemas.openxmlformats.org/officeDocument/2006/relationships" xmlns:p="http://schemas.openxmlformats.org/presentationml/2006/main">
  <p:tag name="KSO_WM_FIGMA_DECORATION_INDEX" val="16"/>
  <p:tag name="$PH_EXT" val="2"/>
  <p:tag name="KSO_WM_BEAUTIFY_FLAG" val="#fgm#"/>
  <p:tag name="KSO_WM_DIAGRAM_GROUP_CODE" val="1"/>
  <p:tag name="KSO_WM_FIGMA_FLAG" val="#fgm#"/>
  <p:tag name="KSO_WM_SYNC_SLIDE_TEXT" val="1"/>
  <p:tag name="KSO_WM_UNIT_INDEX" val="1_1_1"/>
  <p:tag name="KSO_WM_UNIT_TYPE" val="l_h_i"/>
</p:tagLst>
</file>

<file path=ppt/tags/tag217.xml><?xml version="1.0" encoding="utf-8"?>
<p:tagLst xmlns:a="http://schemas.openxmlformats.org/drawingml/2006/main" xmlns:r="http://schemas.openxmlformats.org/officeDocument/2006/relationships" xmlns:p="http://schemas.openxmlformats.org/presentationml/2006/main">
  <p:tag name="KSO_WM_FIGMA_DECORATION_INDEX" val="7"/>
  <p:tag name="$PH_EXT" val="1"/>
  <p:tag name="KSO_WM_BEAUTIFY_FLAG" val="#fgm#"/>
  <p:tag name="KSO_WM_DIAGRAM_GROUP_CODE" val="1"/>
  <p:tag name="KSO_WM_FIGMA_FLAG" val="#fgm#"/>
  <p:tag name="KSO_WM_UNIT_INDEX" val="1_1_1"/>
  <p:tag name="KSO_WM_UNIT_TYPE" val="l_h_x"/>
</p:tagLst>
</file>

<file path=ppt/tags/tag218.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a"/>
</p:tagLst>
</file>

<file path=ppt/tags/tag219.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f"/>
</p:tagLst>
</file>

<file path=ppt/tags/tag220.xml><?xml version="1.0" encoding="utf-8"?>
<p:tagLst xmlns:a="http://schemas.openxmlformats.org/drawingml/2006/main" xmlns:r="http://schemas.openxmlformats.org/officeDocument/2006/relationships" xmlns:p="http://schemas.openxmlformats.org/presentationml/2006/main">
  <p:tag name="KSO_WM_FIGMA_DECORATION_INDEX" val="16"/>
  <p:tag name="$PH_EXT" val="2"/>
  <p:tag name="KSO_WM_BEAUTIFY_FLAG" val="#fgm#"/>
  <p:tag name="KSO_WM_DIAGRAM_GROUP_CODE" val="1"/>
  <p:tag name="KSO_WM_FIGMA_FLAG" val="#fgm#"/>
  <p:tag name="KSO_WM_SYNC_SLIDE_TEXT" val="1"/>
  <p:tag name="KSO_WM_UNIT_INDEX" val="1_2_1"/>
  <p:tag name="KSO_WM_UNIT_TYPE" val="l_h_i"/>
</p:tagLst>
</file>

<file path=ppt/tags/tag221.xml><?xml version="1.0" encoding="utf-8"?>
<p:tagLst xmlns:a="http://schemas.openxmlformats.org/drawingml/2006/main" xmlns:r="http://schemas.openxmlformats.org/officeDocument/2006/relationships" xmlns:p="http://schemas.openxmlformats.org/presentationml/2006/main">
  <p:tag name="KSO_WM_FIGMA_DECORATION_INDEX" val="8"/>
  <p:tag name="$PH_EXT" val="1"/>
  <p:tag name="KSO_WM_BEAUTIFY_FLAG" val="#fgm#"/>
  <p:tag name="KSO_WM_DIAGRAM_GROUP_CODE" val="1"/>
  <p:tag name="KSO_WM_FIGMA_FLAG" val="#fgm#"/>
  <p:tag name="KSO_WM_UNIT_INDEX" val="1_2_1"/>
  <p:tag name="KSO_WM_UNIT_TYPE" val="l_h_x"/>
</p:tagLst>
</file>

<file path=ppt/tags/tag222.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a"/>
</p:tagLst>
</file>

<file path=ppt/tags/tag223.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f"/>
</p:tagLst>
</file>

<file path=ppt/tags/tag224.xml><?xml version="1.0" encoding="utf-8"?>
<p:tagLst xmlns:a="http://schemas.openxmlformats.org/drawingml/2006/main" xmlns:r="http://schemas.openxmlformats.org/officeDocument/2006/relationships" xmlns:p="http://schemas.openxmlformats.org/presentationml/2006/main">
  <p:tag name="KSO_WM_FIGMA_DECORATION_INDEX" val="16"/>
  <p:tag name="$PH_EXT" val="2"/>
  <p:tag name="KSO_WM_BEAUTIFY_FLAG" val="#fgm#"/>
  <p:tag name="KSO_WM_DIAGRAM_GROUP_CODE" val="1"/>
  <p:tag name="KSO_WM_FIGMA_FLAG" val="#fgm#"/>
  <p:tag name="KSO_WM_SYNC_SLIDE_TEXT" val="1"/>
  <p:tag name="KSO_WM_UNIT_INDEX" val="1_3_1"/>
  <p:tag name="KSO_WM_UNIT_TYPE" val="l_h_i"/>
</p:tagLst>
</file>

<file path=ppt/tags/tag225.xml><?xml version="1.0" encoding="utf-8"?>
<p:tagLst xmlns:a="http://schemas.openxmlformats.org/drawingml/2006/main" xmlns:r="http://schemas.openxmlformats.org/officeDocument/2006/relationships" xmlns:p="http://schemas.openxmlformats.org/presentationml/2006/main">
  <p:tag name="KSO_WM_FIGMA_DECORATION_INDEX" val="9"/>
  <p:tag name="$PH_EXT" val="1"/>
  <p:tag name="KSO_WM_BEAUTIFY_FLAG" val="#fgm#"/>
  <p:tag name="KSO_WM_DIAGRAM_GROUP_CODE" val="1"/>
  <p:tag name="KSO_WM_FIGMA_FLAG" val="#fgm#"/>
  <p:tag name="KSO_WM_UNIT_INDEX" val="1_3_1"/>
  <p:tag name="KSO_WM_UNIT_TYPE" val="l_h_x"/>
</p:tagLst>
</file>

<file path=ppt/tags/tag226.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a"/>
</p:tagLst>
</file>

<file path=ppt/tags/tag227.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f"/>
</p:tagLst>
</file>

<file path=ppt/tags/tag228.xml><?xml version="1.0" encoding="utf-8"?>
<p:tagLst xmlns:a="http://schemas.openxmlformats.org/drawingml/2006/main" xmlns:r="http://schemas.openxmlformats.org/officeDocument/2006/relationships" xmlns:p="http://schemas.openxmlformats.org/presentationml/2006/main">
  <p:tag name="KSO_WM_FIGMA_DECORATION_INDEX" val="16"/>
  <p:tag name="$PH_EXT" val="2"/>
  <p:tag name="KSO_WM_BEAUTIFY_FLAG" val="#fgm#"/>
  <p:tag name="KSO_WM_DIAGRAM_GROUP_CODE" val="1"/>
  <p:tag name="KSO_WM_FIGMA_FLAG" val="#fgm#"/>
  <p:tag name="KSO_WM_SYNC_SLIDE_TEXT" val="1"/>
  <p:tag name="KSO_WM_UNIT_INDEX" val="1_4_1"/>
  <p:tag name="KSO_WM_UNIT_TYPE" val="l_h_i"/>
</p:tagLst>
</file>

<file path=ppt/tags/tag229.xml><?xml version="1.0" encoding="utf-8"?>
<p:tagLst xmlns:a="http://schemas.openxmlformats.org/drawingml/2006/main" xmlns:r="http://schemas.openxmlformats.org/officeDocument/2006/relationships" xmlns:p="http://schemas.openxmlformats.org/presentationml/2006/main">
  <p:tag name="KSO_WM_FIGMA_DECORATION_INDEX" val="10"/>
  <p:tag name="$PH_EXT" val="1"/>
  <p:tag name="KSO_WM_BEAUTIFY_FLAG" val="#fgm#"/>
  <p:tag name="KSO_WM_DIAGRAM_GROUP_CODE" val="1"/>
  <p:tag name="KSO_WM_FIGMA_FLAG" val="#fgm#"/>
  <p:tag name="KSO_WM_UNIT_INDEX" val="1_4_1"/>
  <p:tag name="KSO_WM_UNIT_TYPE" val="l_h_x"/>
</p:tagLst>
</file>

<file path=ppt/tags/tag230.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4_1"/>
  <p:tag name="KSO_WM_UNIT_TYPE" val="l_h_a"/>
</p:tagLst>
</file>

<file path=ppt/tags/tag231.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4_1"/>
  <p:tag name="KSO_WM_UNIT_TYPE" val="l_h_f"/>
</p:tagLst>
</file>

<file path=ppt/tags/tag232.xml><?xml version="1.0" encoding="utf-8"?>
<p:tagLst xmlns:a="http://schemas.openxmlformats.org/drawingml/2006/main" xmlns:r="http://schemas.openxmlformats.org/officeDocument/2006/relationships" xmlns:p="http://schemas.openxmlformats.org/presentationml/2006/main">
  <p:tag name="KSO_WM_FIGMA_DECORATION_INDEX" val="16"/>
  <p:tag name="$PH_EXT" val="2"/>
  <p:tag name="KSO_WM_BEAUTIFY_FLAG" val="#fgm#"/>
  <p:tag name="KSO_WM_DIAGRAM_GROUP_CODE" val="1"/>
  <p:tag name="KSO_WM_FIGMA_FLAG" val="#fgm#"/>
  <p:tag name="KSO_WM_SYNC_SLIDE_TEXT" val="1"/>
  <p:tag name="KSO_WM_UNIT_INDEX" val="1_5_1"/>
  <p:tag name="KSO_WM_UNIT_TYPE" val="l_h_i"/>
</p:tagLst>
</file>

<file path=ppt/tags/tag233.xml><?xml version="1.0" encoding="utf-8"?>
<p:tagLst xmlns:a="http://schemas.openxmlformats.org/drawingml/2006/main" xmlns:r="http://schemas.openxmlformats.org/officeDocument/2006/relationships" xmlns:p="http://schemas.openxmlformats.org/presentationml/2006/main">
  <p:tag name="KSO_WM_FIGMA_DECORATION_INDEX" val="11"/>
  <p:tag name="$PH_EXT" val="1"/>
  <p:tag name="KSO_WM_BEAUTIFY_FLAG" val="#fgm#"/>
  <p:tag name="KSO_WM_DIAGRAM_GROUP_CODE" val="1"/>
  <p:tag name="KSO_WM_FIGMA_FLAG" val="#fgm#"/>
  <p:tag name="KSO_WM_UNIT_INDEX" val="1_5_1"/>
  <p:tag name="KSO_WM_UNIT_TYPE" val="l_h_x"/>
</p:tagLst>
</file>

<file path=ppt/tags/tag234.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5_1"/>
  <p:tag name="KSO_WM_UNIT_TYPE" val="l_h_a"/>
</p:tagLst>
</file>

<file path=ppt/tags/tag235.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5_1"/>
  <p:tag name="KSO_WM_UNIT_TYPE" val="l_h_f"/>
</p:tagLst>
</file>

<file path=ppt/tags/tag236.xml><?xml version="1.0" encoding="utf-8"?>
<p:tagLst xmlns:a="http://schemas.openxmlformats.org/drawingml/2006/main" xmlns:r="http://schemas.openxmlformats.org/officeDocument/2006/relationships" xmlns:p="http://schemas.openxmlformats.org/presentationml/2006/main">
  <p:tag name="KSO_WM_UNIT_ID" val="_19**"/>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237.xml><?xml version="1.0" encoding="utf-8"?>
<p:tagLst xmlns:a="http://schemas.openxmlformats.org/drawingml/2006/main" xmlns:r="http://schemas.openxmlformats.org/officeDocument/2006/relationships" xmlns:p="http://schemas.openxmlformats.org/presentationml/2006/main">
  <p:tag name="KSO_WM_UNIT_ID" val="_19**"/>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238.xml><?xml version="1.0" encoding="utf-8"?>
<p:tagLst xmlns:a="http://schemas.openxmlformats.org/drawingml/2006/main" xmlns:r="http://schemas.openxmlformats.org/officeDocument/2006/relationships" xmlns:p="http://schemas.openxmlformats.org/presentationml/2006/main">
  <p:tag name="KSO_WM_UNIT_ID" val="_19**"/>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239.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d"/>
</p:tagLst>
</file>

<file path=ppt/tags/tag240.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a"/>
  <p:tag name="KSO_WM_LAYOUT_CHECK_HASH" val="cf2ef8a813929c06a5e79cacd3fd23b2faf17a96"/>
  <p:tag name="KSO_WM_NEWLAYOUT_GROUP_ID" val="layout_60"/>
  <p:tag name="KSO_WM_NEWLAYOUT_ID" val="slide_2e2dbdde591b2dc4"/>
</p:tagLst>
</file>

<file path=ppt/tags/tag241.xml><?xml version="1.0" encoding="utf-8"?>
<p:tagLst xmlns:a="http://schemas.openxmlformats.org/drawingml/2006/main" xmlns:r="http://schemas.openxmlformats.org/officeDocument/2006/relationships" xmlns:p="http://schemas.openxmlformats.org/presentationml/2006/main">
  <p:tag name="KSO_WM_FIGMA_DECORATION_INDEX" val="18_contentModel"/>
  <p:tag name="$PH_EXT" val="2"/>
  <p:tag name="KSO_WM_BEAUTIFY_FLAG" val="#fgm#"/>
  <p:tag name="KSO_WM_FIGMA_FLAG" val="#fgm#"/>
  <p:tag name="KSO_WM_SHAPE_BGTYPE" val="lt2"/>
  <p:tag name="KSO_WM_SHAPE_BRIGHT_DATA" val="[{&quot;dk1&quot;:-60,&quot;dk2&quot;:-50,&quot;lt1&quot;:90,&quot;lt2&quot;:100},{&quot;dk1&quot;:-60,&quot;dk2&quot;:-50,&quot;lt1&quot;:90,&quot;lt2&quot;:100}]"/>
  <p:tag name="KSO_WM_SHAPE_UPDATE_BRIGHT" val="1"/>
  <p:tag name="KSO_WM_SYNC_SLIDE_TEXT" val="1"/>
  <p:tag name="KSO_WM_UNIT_INDEX" val="1_1"/>
  <p:tag name="KSO_WM_UNIT_TYPE" val="l_i"/>
</p:tagLst>
</file>

<file path=ppt/tags/tag242.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a"/>
</p:tagLst>
</file>

<file path=ppt/tags/tag243.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f"/>
</p:tagLst>
</file>

<file path=ppt/tags/tag244.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a"/>
</p:tagLst>
</file>

<file path=ppt/tags/tag245.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f"/>
</p:tagLst>
</file>

<file path=ppt/tags/tag246.xml><?xml version="1.0" encoding="utf-8"?>
<p:tagLst xmlns:a="http://schemas.openxmlformats.org/drawingml/2006/main" xmlns:r="http://schemas.openxmlformats.org/officeDocument/2006/relationships" xmlns:p="http://schemas.openxmlformats.org/presentationml/2006/main">
  <p:tag name="KSO_WM_UNIT_ID" val="_19**"/>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247.xml><?xml version="1.0" encoding="utf-8"?>
<p:tagLst xmlns:a="http://schemas.openxmlformats.org/drawingml/2006/main" xmlns:r="http://schemas.openxmlformats.org/officeDocument/2006/relationships" xmlns:p="http://schemas.openxmlformats.org/presentationml/2006/main">
  <p:tag name="KSO_WM_UNIT_ID" val="_19**"/>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248.xml><?xml version="1.0" encoding="utf-8"?>
<p:tagLst xmlns:a="http://schemas.openxmlformats.org/drawingml/2006/main" xmlns:r="http://schemas.openxmlformats.org/officeDocument/2006/relationships" xmlns:p="http://schemas.openxmlformats.org/presentationml/2006/main">
  <p:tag name="KSO_WM_UNIT_ID" val="_19**"/>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249.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a"/>
</p:tagLst>
</file>

<file path=ppt/tags/tag250.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a"/>
  <p:tag name="KSO_WM_LAYOUT_CHECK_HASH" val="85268f7086aaf5ef9b72f5391a77496e907e6208"/>
  <p:tag name="KSO_WM_NEWLAYOUT_GROUP_ID" val="layout_10007"/>
  <p:tag name="KSO_WM_NEWLAYOUT_ID" val="slide_905b45f25cb76984"/>
</p:tagLst>
</file>

<file path=ppt/tags/tag251.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f"/>
</p:tagLst>
</file>

<file path=ppt/tags/tag252.xml><?xml version="1.0" encoding="utf-8"?>
<p:tagLst xmlns:a="http://schemas.openxmlformats.org/drawingml/2006/main" xmlns:r="http://schemas.openxmlformats.org/officeDocument/2006/relationships" xmlns:p="http://schemas.openxmlformats.org/presentationml/2006/main">
  <p:tag name="KSO_WM_UNIT_ID" val="_19**"/>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253.xml><?xml version="1.0" encoding="utf-8"?>
<p:tagLst xmlns:a="http://schemas.openxmlformats.org/drawingml/2006/main" xmlns:r="http://schemas.openxmlformats.org/officeDocument/2006/relationships" xmlns:p="http://schemas.openxmlformats.org/presentationml/2006/main">
  <p:tag name="KSO_WM_UNIT_ID" val="_19**"/>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254.xml><?xml version="1.0" encoding="utf-8"?>
<p:tagLst xmlns:a="http://schemas.openxmlformats.org/drawingml/2006/main" xmlns:r="http://schemas.openxmlformats.org/officeDocument/2006/relationships" xmlns:p="http://schemas.openxmlformats.org/presentationml/2006/main">
  <p:tag name="KSO_WM_UNIT_ID" val="_19**"/>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255.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d"/>
</p:tagLst>
</file>

<file path=ppt/tags/tag256.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a"/>
  <p:tag name="KSO_WM_LAYOUT_CHECK_HASH" val="a280d296856f9a99aefc6ab99d1c9e16be08799e"/>
  <p:tag name="KSO_WM_NEWLAYOUT_GROUP_ID" val="layout_61"/>
  <p:tag name="KSO_WM_NEWLAYOUT_ID" val="slide_e1d1abaaf739d42e"/>
</p:tagLst>
</file>

<file path=ppt/tags/tag257.xml><?xml version="1.0" encoding="utf-8"?>
<p:tagLst xmlns:a="http://schemas.openxmlformats.org/drawingml/2006/main" xmlns:r="http://schemas.openxmlformats.org/officeDocument/2006/relationships" xmlns:p="http://schemas.openxmlformats.org/presentationml/2006/main">
  <p:tag name="KSO_WM_FIGMA_DECORATION_INDEX" val="17_contentModel"/>
  <p:tag name="$PH_EXT" val="2"/>
  <p:tag name="KSO_WM_BEAUTIFY_FLAG" val="#fgm#"/>
  <p:tag name="KSO_WM_FIGMA_FLAG" val="#fgm#"/>
  <p:tag name="KSO_WM_SYNC_SLIDE_TEXT" val="1"/>
  <p:tag name="KSO_WM_UNIT_INDEX" val="1_1"/>
  <p:tag name="KSO_WM_UNIT_TYPE" val="l_i"/>
</p:tagLst>
</file>

<file path=ppt/tags/tag258.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a"/>
</p:tagLst>
</file>

<file path=ppt/tags/tag259.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f"/>
</p:tagLst>
</file>

<file path=ppt/tags/tag260.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a"/>
</p:tagLst>
</file>

<file path=ppt/tags/tag261.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f"/>
</p:tagLst>
</file>

<file path=ppt/tags/tag262.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a"/>
</p:tagLst>
</file>

<file path=ppt/tags/tag263.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f"/>
</p:tagLst>
</file>

<file path=ppt/tags/tag264.xml><?xml version="1.0" encoding="utf-8"?>
<p:tagLst xmlns:a="http://schemas.openxmlformats.org/drawingml/2006/main" xmlns:r="http://schemas.openxmlformats.org/officeDocument/2006/relationships" xmlns:p="http://schemas.openxmlformats.org/presentationml/2006/main">
  <p:tag name="KSO_WM_UNIT_ID" val="_19**"/>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265.xml><?xml version="1.0" encoding="utf-8"?>
<p:tagLst xmlns:a="http://schemas.openxmlformats.org/drawingml/2006/main" xmlns:r="http://schemas.openxmlformats.org/officeDocument/2006/relationships" xmlns:p="http://schemas.openxmlformats.org/presentationml/2006/main">
  <p:tag name="KSO_WM_UNIT_ID" val="_19**"/>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266.xml><?xml version="1.0" encoding="utf-8"?>
<p:tagLst xmlns:a="http://schemas.openxmlformats.org/drawingml/2006/main" xmlns:r="http://schemas.openxmlformats.org/officeDocument/2006/relationships" xmlns:p="http://schemas.openxmlformats.org/presentationml/2006/main">
  <p:tag name="KSO_WM_UNIT_ID" val="_19**"/>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267.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d"/>
</p:tagLst>
</file>

<file path=ppt/tags/tag268.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a"/>
  <p:tag name="KSO_WM_LAYOUT_CHECK_HASH" val="9b02e3c947686908550b373ff653cd90eaaec72f"/>
  <p:tag name="KSO_WM_NEWLAYOUT_GROUP_ID" val="layout_34"/>
  <p:tag name="KSO_WM_NEWLAYOUT_ID" val="slide_3833bd97a87af417"/>
</p:tagLst>
</file>

<file path=ppt/tags/tag269.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a"/>
</p:tagLst>
</file>

<file path=ppt/tags/tag270.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f"/>
</p:tagLst>
</file>

<file path=ppt/tags/tag271.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d"/>
</p:tagLst>
</file>

<file path=ppt/tags/tag272.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a"/>
</p:tagLst>
</file>

<file path=ppt/tags/tag273.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f"/>
</p:tagLst>
</file>

<file path=ppt/tags/tag274.xml><?xml version="1.0" encoding="utf-8"?>
<p:tagLst xmlns:a="http://schemas.openxmlformats.org/drawingml/2006/main" xmlns:r="http://schemas.openxmlformats.org/officeDocument/2006/relationships" xmlns:p="http://schemas.openxmlformats.org/presentationml/2006/main">
  <p:tag name="KSO_WM_UNIT_ID" val="_19**"/>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275.xml><?xml version="1.0" encoding="utf-8"?>
<p:tagLst xmlns:a="http://schemas.openxmlformats.org/drawingml/2006/main" xmlns:r="http://schemas.openxmlformats.org/officeDocument/2006/relationships" xmlns:p="http://schemas.openxmlformats.org/presentationml/2006/main">
  <p:tag name="KSO_WM_UNIT_ID" val="_19**"/>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276.xml><?xml version="1.0" encoding="utf-8"?>
<p:tagLst xmlns:a="http://schemas.openxmlformats.org/drawingml/2006/main" xmlns:r="http://schemas.openxmlformats.org/officeDocument/2006/relationships" xmlns:p="http://schemas.openxmlformats.org/presentationml/2006/main">
  <p:tag name="KSO_WM_UNIT_ID" val="_19**"/>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277.xml><?xml version="1.0" encoding="utf-8"?>
<p:tagLst xmlns:a="http://schemas.openxmlformats.org/drawingml/2006/main" xmlns:r="http://schemas.openxmlformats.org/officeDocument/2006/relationships" xmlns:p="http://schemas.openxmlformats.org/presentationml/2006/main">
  <p:tag name="KSO_WM_FIGMA_DECORATION_INDEX" val="18"/>
  <p:tag name="$PH_EXT" val="2"/>
  <p:tag name="KSO_WM_BEAUTIFY_FLAG" val="#fgm#"/>
  <p:tag name="KSO_WM_DIAGRAM_GROUP_CODE" val="1"/>
  <p:tag name="KSO_WM_FIGMA_FLAG" val="#fgm#"/>
  <p:tag name="KSO_WM_SHAPE_BGTYPE" val="lt2"/>
  <p:tag name="KSO_WM_SHAPE_BRIGHT_DATA" val="[{&quot;dk1&quot;:-60,&quot;dk2&quot;:-50,&quot;lt1&quot;:90,&quot;lt2&quot;:100},{&quot;dk1&quot;:-60,&quot;dk2&quot;:-50,&quot;lt1&quot;:90,&quot;lt2&quot;:100}]"/>
  <p:tag name="KSO_WM_SHAPE_UPDATE_BRIGHT" val="1"/>
  <p:tag name="KSO_WM_SYNC_SLIDE_TEXT" val="1"/>
  <p:tag name="KSO_WM_UNIT_INDEX" val="1_1_1"/>
  <p:tag name="KSO_WM_UNIT_TYPE" val="l_h_i"/>
</p:tagLst>
</file>

<file path=ppt/tags/tag278.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a"/>
  <p:tag name="KSO_WM_LAYOUT_CHECK_HASH" val="e5d77bcd6d0b132e532b83ba3f3fe9d75b30181d"/>
  <p:tag name="KSO_WM_NEWLAYOUT_GROUP_ID" val="layout_48"/>
  <p:tag name="KSO_WM_NEWLAYOUT_ID" val="slide_b9a0c9803ad3f3ca"/>
</p:tagLst>
</file>

<file path=ppt/tags/tag279.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d"/>
</p:tagLst>
</file>

<file path=ppt/tags/tag280.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a"/>
</p:tagLst>
</file>

<file path=ppt/tags/tag281.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f"/>
</p:tagLst>
</file>

<file path=ppt/tags/tag282.xml><?xml version="1.0" encoding="utf-8"?>
<p:tagLst xmlns:a="http://schemas.openxmlformats.org/drawingml/2006/main" xmlns:r="http://schemas.openxmlformats.org/officeDocument/2006/relationships" xmlns:p="http://schemas.openxmlformats.org/presentationml/2006/main">
  <p:tag name="KSO_WM_FIGMA_DECORATION_INDEX" val="18"/>
  <p:tag name="$PH_EXT" val="2"/>
  <p:tag name="KSO_WM_BEAUTIFY_FLAG" val="#fgm#"/>
  <p:tag name="KSO_WM_DIAGRAM_GROUP_CODE" val="1"/>
  <p:tag name="KSO_WM_FIGMA_FLAG" val="#fgm#"/>
  <p:tag name="KSO_WM_SHAPE_BGTYPE" val="lt2"/>
  <p:tag name="KSO_WM_SHAPE_BRIGHT_DATA" val="[{&quot;dk1&quot;:-60,&quot;dk2&quot;:-50,&quot;lt1&quot;:90,&quot;lt2&quot;:100},{&quot;dk1&quot;:-60,&quot;dk2&quot;:-50,&quot;lt1&quot;:90,&quot;lt2&quot;:100}]"/>
  <p:tag name="KSO_WM_SHAPE_UPDATE_BRIGHT" val="1"/>
  <p:tag name="KSO_WM_SYNC_SLIDE_TEXT" val="1"/>
  <p:tag name="KSO_WM_UNIT_INDEX" val="1_2_1"/>
  <p:tag name="KSO_WM_UNIT_TYPE" val="l_h_i"/>
</p:tagLst>
</file>

<file path=ppt/tags/tag283.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d"/>
</p:tagLst>
</file>

<file path=ppt/tags/tag284.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a"/>
</p:tagLst>
</file>

<file path=ppt/tags/tag285.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f"/>
</p:tagLst>
</file>

<file path=ppt/tags/tag286.xml><?xml version="1.0" encoding="utf-8"?>
<p:tagLst xmlns:a="http://schemas.openxmlformats.org/drawingml/2006/main" xmlns:r="http://schemas.openxmlformats.org/officeDocument/2006/relationships" xmlns:p="http://schemas.openxmlformats.org/presentationml/2006/main">
  <p:tag name="KSO_WM_FIGMA_DECORATION_INDEX" val="18"/>
  <p:tag name="$PH_EXT" val="2"/>
  <p:tag name="KSO_WM_BEAUTIFY_FLAG" val="#fgm#"/>
  <p:tag name="KSO_WM_DIAGRAM_GROUP_CODE" val="1"/>
  <p:tag name="KSO_WM_FIGMA_FLAG" val="#fgm#"/>
  <p:tag name="KSO_WM_SHAPE_BGTYPE" val="lt2"/>
  <p:tag name="KSO_WM_SHAPE_BRIGHT_DATA" val="[{&quot;dk1&quot;:-60,&quot;dk2&quot;:-50,&quot;lt1&quot;:90,&quot;lt2&quot;:100},{&quot;dk1&quot;:-60,&quot;dk2&quot;:-50,&quot;lt1&quot;:90,&quot;lt2&quot;:100}]"/>
  <p:tag name="KSO_WM_SHAPE_UPDATE_BRIGHT" val="1"/>
  <p:tag name="KSO_WM_SYNC_SLIDE_TEXT" val="1"/>
  <p:tag name="KSO_WM_UNIT_INDEX" val="1_3_1"/>
  <p:tag name="KSO_WM_UNIT_TYPE" val="l_h_i"/>
</p:tagLst>
</file>

<file path=ppt/tags/tag287.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d"/>
</p:tagLst>
</file>

<file path=ppt/tags/tag288.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a"/>
</p:tagLst>
</file>

<file path=ppt/tags/tag289.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f"/>
</p:tagLst>
</file>

<file path=ppt/tags/tag290.xml><?xml version="1.0" encoding="utf-8"?>
<p:tagLst xmlns:a="http://schemas.openxmlformats.org/drawingml/2006/main" xmlns:r="http://schemas.openxmlformats.org/officeDocument/2006/relationships" xmlns:p="http://schemas.openxmlformats.org/presentationml/2006/main">
  <p:tag name="KSO_WM_FIGMA_DECORATION_INDEX" val="18"/>
  <p:tag name="$PH_EXT" val="2"/>
  <p:tag name="KSO_WM_BEAUTIFY_FLAG" val="#fgm#"/>
  <p:tag name="KSO_WM_DIAGRAM_GROUP_CODE" val="1"/>
  <p:tag name="KSO_WM_FIGMA_FLAG" val="#fgm#"/>
  <p:tag name="KSO_WM_SHAPE_BGTYPE" val="lt2"/>
  <p:tag name="KSO_WM_SHAPE_BRIGHT_DATA" val="[{&quot;dk1&quot;:-60,&quot;dk2&quot;:-50,&quot;lt1&quot;:90,&quot;lt2&quot;:100},{&quot;dk1&quot;:-60,&quot;dk2&quot;:-50,&quot;lt1&quot;:90,&quot;lt2&quot;:100}]"/>
  <p:tag name="KSO_WM_SHAPE_UPDATE_BRIGHT" val="1"/>
  <p:tag name="KSO_WM_SYNC_SLIDE_TEXT" val="1"/>
  <p:tag name="KSO_WM_UNIT_INDEX" val="1_4_1"/>
  <p:tag name="KSO_WM_UNIT_TYPE" val="l_h_i"/>
</p:tagLst>
</file>

<file path=ppt/tags/tag291.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4_1"/>
  <p:tag name="KSO_WM_UNIT_TYPE" val="l_h_d"/>
</p:tagLst>
</file>

<file path=ppt/tags/tag292.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4_1"/>
  <p:tag name="KSO_WM_UNIT_TYPE" val="l_h_a"/>
</p:tagLst>
</file>

<file path=ppt/tags/tag293.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4_1"/>
  <p:tag name="KSO_WM_UNIT_TYPE" val="l_h_f"/>
</p:tagLst>
</file>

<file path=ppt/tags/tag294.xml><?xml version="1.0" encoding="utf-8"?>
<p:tagLst xmlns:a="http://schemas.openxmlformats.org/drawingml/2006/main" xmlns:r="http://schemas.openxmlformats.org/officeDocument/2006/relationships" xmlns:p="http://schemas.openxmlformats.org/presentationml/2006/main">
  <p:tag name="KSO_WM_UNIT_ID" val="_19**"/>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295.xml><?xml version="1.0" encoding="utf-8"?>
<p:tagLst xmlns:a="http://schemas.openxmlformats.org/drawingml/2006/main" xmlns:r="http://schemas.openxmlformats.org/officeDocument/2006/relationships" xmlns:p="http://schemas.openxmlformats.org/presentationml/2006/main">
  <p:tag name="KSO_WM_UNIT_ID" val="_19**"/>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296.xml><?xml version="1.0" encoding="utf-8"?>
<p:tagLst xmlns:a="http://schemas.openxmlformats.org/drawingml/2006/main" xmlns:r="http://schemas.openxmlformats.org/officeDocument/2006/relationships" xmlns:p="http://schemas.openxmlformats.org/presentationml/2006/main">
  <p:tag name="KSO_WM_UNIT_ID" val="_19**"/>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297.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2"/>
  <p:tag name="KSO_WM_UNIT_SUBTYPE" val="d"/>
  <p:tag name="KSO_WM_UNIT_TYPE" val="l_h_i"/>
</p:tagLst>
</file>

<file path=ppt/tags/tag298.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a"/>
  <p:tag name="KSO_WM_LAYOUT_CHECK_HASH" val="6c9167087d8ace9db9be746209b834e96209bac7"/>
  <p:tag name="KSO_WM_NEWLAYOUT_GROUP_ID" val="layout_35"/>
  <p:tag name="KSO_WM_NEWLAYOUT_ID" val="slide_b58b498f57b421c2"/>
</p:tagLst>
</file>

<file path=ppt/tags/tag299.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a"/>
</p:tagLst>
</file>

<file path=ppt/tags/tag300.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f"/>
</p:tagLst>
</file>

<file path=ppt/tags/tag301.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2"/>
  <p:tag name="KSO_WM_UNIT_SUBTYPE" val="d"/>
  <p:tag name="KSO_WM_UNIT_TYPE" val="l_h_i"/>
</p:tagLst>
</file>

<file path=ppt/tags/tag302.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a"/>
</p:tagLst>
</file>

<file path=ppt/tags/tag303.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f"/>
</p:tagLst>
</file>

<file path=ppt/tags/tag304.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2"/>
  <p:tag name="KSO_WM_UNIT_SUBTYPE" val="d"/>
  <p:tag name="KSO_WM_UNIT_TYPE" val="l_h_i"/>
</p:tagLst>
</file>

<file path=ppt/tags/tag305.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a"/>
</p:tagLst>
</file>

<file path=ppt/tags/tag306.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f"/>
</p:tagLst>
</file>

<file path=ppt/tags/tag307.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4_2"/>
  <p:tag name="KSO_WM_UNIT_SUBTYPE" val="d"/>
  <p:tag name="KSO_WM_UNIT_TYPE" val="l_h_i"/>
</p:tagLst>
</file>

<file path=ppt/tags/tag308.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4_1"/>
  <p:tag name="KSO_WM_UNIT_TYPE" val="l_h_a"/>
</p:tagLst>
</file>

<file path=ppt/tags/tag309.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4_1"/>
  <p:tag name="KSO_WM_UNIT_TYPE" val="l_h_f"/>
</p:tagLst>
</file>

<file path=ppt/tags/tag310.xml><?xml version="1.0" encoding="utf-8"?>
<p:tagLst xmlns:a="http://schemas.openxmlformats.org/drawingml/2006/main" xmlns:r="http://schemas.openxmlformats.org/officeDocument/2006/relationships" xmlns:p="http://schemas.openxmlformats.org/presentationml/2006/main">
  <p:tag name="KSO_WM_UNIT_ID" val="_19**"/>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311.xml><?xml version="1.0" encoding="utf-8"?>
<p:tagLst xmlns:a="http://schemas.openxmlformats.org/drawingml/2006/main" xmlns:r="http://schemas.openxmlformats.org/officeDocument/2006/relationships" xmlns:p="http://schemas.openxmlformats.org/presentationml/2006/main">
  <p:tag name="KSO_WM_UNIT_ID" val="_19**"/>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312.xml><?xml version="1.0" encoding="utf-8"?>
<p:tagLst xmlns:a="http://schemas.openxmlformats.org/drawingml/2006/main" xmlns:r="http://schemas.openxmlformats.org/officeDocument/2006/relationships" xmlns:p="http://schemas.openxmlformats.org/presentationml/2006/main">
  <p:tag name="KSO_WM_UNIT_ID" val="_19**"/>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313.xml><?xml version="1.0" encoding="utf-8"?>
<p:tagLst xmlns:a="http://schemas.openxmlformats.org/drawingml/2006/main" xmlns:r="http://schemas.openxmlformats.org/officeDocument/2006/relationships" xmlns:p="http://schemas.openxmlformats.org/presentationml/2006/main">
  <p:tag name="KSO_WM_FIGMA_DECORATION_INDEX" val="1"/>
  <p:tag name="$PH_EXT" val="1"/>
  <p:tag name="KSO_WM_BEAUTIFY_FLAG" val="#fgm#"/>
  <p:tag name="KSO_WM_DIAGRAM_GROUP_CODE" val="1"/>
  <p:tag name="KSO_WM_FIGMA_FLAG" val="#fgm#"/>
  <p:tag name="KSO_WM_UNIT_INDEX" val="1_1_1"/>
  <p:tag name="KSO_WM_UNIT_TYPE" val="l_h_x"/>
</p:tagLst>
</file>

<file path=ppt/tags/tag314.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a"/>
  <p:tag name="KSO_WM_LAYOUT_CHECK_HASH" val="9a76df69506a38bef762a9522ce80908c8735b26"/>
  <p:tag name="KSO_WM_NEWLAYOUT_GROUP_ID" val="layout_10008"/>
  <p:tag name="KSO_WM_NEWLAYOUT_ID" val="slide_f7726d35623045bd"/>
</p:tagLst>
</file>

<file path=ppt/tags/tag315.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a"/>
</p:tagLst>
</file>

<file path=ppt/tags/tag316.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f"/>
</p:tagLst>
</file>

<file path=ppt/tags/tag317.xml><?xml version="1.0" encoding="utf-8"?>
<p:tagLst xmlns:a="http://schemas.openxmlformats.org/drawingml/2006/main" xmlns:r="http://schemas.openxmlformats.org/officeDocument/2006/relationships" xmlns:p="http://schemas.openxmlformats.org/presentationml/2006/main">
  <p:tag name="KSO_WM_FIGMA_DECORATION_INDEX" val="2"/>
  <p:tag name="$PH_EXT" val="1"/>
  <p:tag name="KSO_WM_BEAUTIFY_FLAG" val="#fgm#"/>
  <p:tag name="KSO_WM_DIAGRAM_GROUP_CODE" val="1"/>
  <p:tag name="KSO_WM_FIGMA_FLAG" val="#fgm#"/>
  <p:tag name="KSO_WM_UNIT_INDEX" val="1_2_1"/>
  <p:tag name="KSO_WM_UNIT_TYPE" val="l_h_x"/>
</p:tagLst>
</file>

<file path=ppt/tags/tag318.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a"/>
</p:tagLst>
</file>

<file path=ppt/tags/tag319.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f"/>
</p:tagLst>
</file>

<file path=ppt/tags/tag320.xml><?xml version="1.0" encoding="utf-8"?>
<p:tagLst xmlns:a="http://schemas.openxmlformats.org/drawingml/2006/main" xmlns:r="http://schemas.openxmlformats.org/officeDocument/2006/relationships" xmlns:p="http://schemas.openxmlformats.org/presentationml/2006/main">
  <p:tag name="KSO_WM_FIGMA_DECORATION_INDEX" val="3"/>
  <p:tag name="$PH_EXT" val="1"/>
  <p:tag name="KSO_WM_BEAUTIFY_FLAG" val="#fgm#"/>
  <p:tag name="KSO_WM_DIAGRAM_GROUP_CODE" val="1"/>
  <p:tag name="KSO_WM_FIGMA_FLAG" val="#fgm#"/>
  <p:tag name="KSO_WM_UNIT_INDEX" val="1_3_1"/>
  <p:tag name="KSO_WM_UNIT_TYPE" val="l_h_x"/>
</p:tagLst>
</file>

<file path=ppt/tags/tag321.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a"/>
</p:tagLst>
</file>

<file path=ppt/tags/tag322.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f"/>
</p:tagLst>
</file>

<file path=ppt/tags/tag323.xml><?xml version="1.0" encoding="utf-8"?>
<p:tagLst xmlns:a="http://schemas.openxmlformats.org/drawingml/2006/main" xmlns:r="http://schemas.openxmlformats.org/officeDocument/2006/relationships" xmlns:p="http://schemas.openxmlformats.org/presentationml/2006/main">
  <p:tag name="KSO_WM_FIGMA_DECORATION_INDEX" val="4"/>
  <p:tag name="$PH_EXT" val="1"/>
  <p:tag name="KSO_WM_BEAUTIFY_FLAG" val="#fgm#"/>
  <p:tag name="KSO_WM_DIAGRAM_GROUP_CODE" val="1"/>
  <p:tag name="KSO_WM_FIGMA_FLAG" val="#fgm#"/>
  <p:tag name="KSO_WM_UNIT_INDEX" val="1_4_1"/>
  <p:tag name="KSO_WM_UNIT_TYPE" val="l_h_x"/>
</p:tagLst>
</file>

<file path=ppt/tags/tag324.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4_1"/>
  <p:tag name="KSO_WM_UNIT_TYPE" val="l_h_a"/>
</p:tagLst>
</file>

<file path=ppt/tags/tag325.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4_1"/>
  <p:tag name="KSO_WM_UNIT_TYPE" val="l_h_f"/>
</p:tagLst>
</file>

<file path=ppt/tags/tag326.xml><?xml version="1.0" encoding="utf-8"?>
<p:tagLst xmlns:a="http://schemas.openxmlformats.org/drawingml/2006/main" xmlns:r="http://schemas.openxmlformats.org/officeDocument/2006/relationships" xmlns:p="http://schemas.openxmlformats.org/presentationml/2006/main">
  <p:tag name="KSO_WM_FIGMA_DECORATION_INDEX" val="5"/>
  <p:tag name="$PH_EXT" val="1"/>
  <p:tag name="KSO_WM_BEAUTIFY_FLAG" val="#fgm#"/>
  <p:tag name="KSO_WM_DIAGRAM_GROUP_CODE" val="1"/>
  <p:tag name="KSO_WM_FIGMA_FLAG" val="#fgm#"/>
  <p:tag name="KSO_WM_UNIT_INDEX" val="1_5_1"/>
  <p:tag name="KSO_WM_UNIT_TYPE" val="l_h_x"/>
</p:tagLst>
</file>

<file path=ppt/tags/tag327.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5_1"/>
  <p:tag name="KSO_WM_UNIT_TYPE" val="l_h_a"/>
</p:tagLst>
</file>

<file path=ppt/tags/tag328.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5_1"/>
  <p:tag name="KSO_WM_UNIT_TYPE" val="l_h_f"/>
</p:tagLst>
</file>

<file path=ppt/tags/tag329.xml><?xml version="1.0" encoding="utf-8"?>
<p:tagLst xmlns:a="http://schemas.openxmlformats.org/drawingml/2006/main" xmlns:r="http://schemas.openxmlformats.org/officeDocument/2006/relationships" xmlns:p="http://schemas.openxmlformats.org/presentationml/2006/main">
  <p:tag name="KSO_WM_UNIT_ID" val="_19**"/>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330.xml><?xml version="1.0" encoding="utf-8"?>
<p:tagLst xmlns:a="http://schemas.openxmlformats.org/drawingml/2006/main" xmlns:r="http://schemas.openxmlformats.org/officeDocument/2006/relationships" xmlns:p="http://schemas.openxmlformats.org/presentationml/2006/main">
  <p:tag name="KSO_WM_UNIT_ID" val="_19**"/>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331.xml><?xml version="1.0" encoding="utf-8"?>
<p:tagLst xmlns:a="http://schemas.openxmlformats.org/drawingml/2006/main" xmlns:r="http://schemas.openxmlformats.org/officeDocument/2006/relationships" xmlns:p="http://schemas.openxmlformats.org/presentationml/2006/main">
  <p:tag name="KSO_WM_UNIT_ID" val="_19**"/>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332.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d"/>
</p:tagLst>
</file>

<file path=ppt/tags/tag333.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a"/>
  <p:tag name="KSO_WM_LAYOUT_CHECK_HASH" val="8b9e8f8de788285ae6981822c5dcd8736da234a4"/>
  <p:tag name="KSO_WM_NEWLAYOUT_GROUP_ID" val="layout_10009"/>
  <p:tag name="KSO_WM_NEWLAYOUT_ID" val="slide_5c3899e33f322f8b"/>
</p:tagLst>
</file>

<file path=ppt/tags/tag334.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a"/>
</p:tagLst>
</file>

<file path=ppt/tags/tag335.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f"/>
</p:tagLst>
</file>

<file path=ppt/tags/tag336.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d"/>
</p:tagLst>
</file>

<file path=ppt/tags/tag337.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a"/>
</p:tagLst>
</file>

<file path=ppt/tags/tag338.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f"/>
</p:tagLst>
</file>

<file path=ppt/tags/tag339.xml><?xml version="1.0" encoding="utf-8"?>
<p:tagLst xmlns:a="http://schemas.openxmlformats.org/drawingml/2006/main" xmlns:r="http://schemas.openxmlformats.org/officeDocument/2006/relationships" xmlns:p="http://schemas.openxmlformats.org/presentationml/2006/main">
  <p:tag name="KSO_WM_UNIT_ID" val="_19**"/>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340.xml><?xml version="1.0" encoding="utf-8"?>
<p:tagLst xmlns:a="http://schemas.openxmlformats.org/drawingml/2006/main" xmlns:r="http://schemas.openxmlformats.org/officeDocument/2006/relationships" xmlns:p="http://schemas.openxmlformats.org/presentationml/2006/main">
  <p:tag name="KSO_WM_UNIT_ID" val="_19**"/>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341.xml><?xml version="1.0" encoding="utf-8"?>
<p:tagLst xmlns:a="http://schemas.openxmlformats.org/drawingml/2006/main" xmlns:r="http://schemas.openxmlformats.org/officeDocument/2006/relationships" xmlns:p="http://schemas.openxmlformats.org/presentationml/2006/main">
  <p:tag name="KSO_WM_UNIT_ID" val="_19**"/>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342.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d"/>
</p:tagLst>
</file>

<file path=ppt/tags/tag343.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a"/>
  <p:tag name="KSO_WM_LAYOUT_CHECK_HASH" val="a8c5ce80be4cdf1e87cb89acd4e572683a7dcd91"/>
  <p:tag name="KSO_WM_NEWLAYOUT_GROUP_ID" val="layout_59"/>
  <p:tag name="KSO_WM_NEWLAYOUT_ID" val="slide_79a6e287972545b5"/>
</p:tagLst>
</file>

<file path=ppt/tags/tag344.xml><?xml version="1.0" encoding="utf-8"?>
<p:tagLst xmlns:a="http://schemas.openxmlformats.org/drawingml/2006/main" xmlns:r="http://schemas.openxmlformats.org/officeDocument/2006/relationships" xmlns:p="http://schemas.openxmlformats.org/presentationml/2006/main">
  <p:tag name="KSO_WM_FIGMA_DECORATION_INDEX" val="18"/>
  <p:tag name="$PH_EXT" val="2"/>
  <p:tag name="KSO_WM_BEAUTIFY_FLAG" val="#fgm#"/>
  <p:tag name="KSO_WM_DIAGRAM_GROUP_CODE" val="1"/>
  <p:tag name="KSO_WM_FIGMA_FLAG" val="#fgm#"/>
  <p:tag name="KSO_WM_SHAPE_BGTYPE" val="lt2"/>
  <p:tag name="KSO_WM_SHAPE_BRIGHT_DATA" val="[{&quot;dk1&quot;:-60,&quot;dk2&quot;:-50,&quot;lt1&quot;:90,&quot;lt2&quot;:100},{&quot;dk1&quot;:-60,&quot;dk2&quot;:-50,&quot;lt1&quot;:90,&quot;lt2&quot;:100}]"/>
  <p:tag name="KSO_WM_SHAPE_UPDATE_BRIGHT" val="1"/>
  <p:tag name="KSO_WM_SYNC_SLIDE_TEXT" val="1"/>
  <p:tag name="KSO_WM_UNIT_INDEX" val="1_1_1"/>
  <p:tag name="KSO_WM_UNIT_TYPE" val="l_h_i"/>
</p:tagLst>
</file>

<file path=ppt/tags/tag345.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a"/>
</p:tagLst>
</file>

<file path=ppt/tags/tag346.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f"/>
</p:tagLst>
</file>

<file path=ppt/tags/tag347.xml><?xml version="1.0" encoding="utf-8"?>
<p:tagLst xmlns:a="http://schemas.openxmlformats.org/drawingml/2006/main" xmlns:r="http://schemas.openxmlformats.org/officeDocument/2006/relationships" xmlns:p="http://schemas.openxmlformats.org/presentationml/2006/main">
  <p:tag name="KSO_WM_FIGMA_DECORATION_INDEX" val="18"/>
  <p:tag name="$PH_EXT" val="2"/>
  <p:tag name="KSO_WM_BEAUTIFY_FLAG" val="#fgm#"/>
  <p:tag name="KSO_WM_DIAGRAM_GROUP_CODE" val="1"/>
  <p:tag name="KSO_WM_FIGMA_FLAG" val="#fgm#"/>
  <p:tag name="KSO_WM_SHAPE_BGTYPE" val="lt2"/>
  <p:tag name="KSO_WM_SHAPE_BRIGHT_DATA" val="[{&quot;dk1&quot;:-60,&quot;dk2&quot;:-50,&quot;lt1&quot;:90,&quot;lt2&quot;:100},{&quot;dk1&quot;:-60,&quot;dk2&quot;:-50,&quot;lt1&quot;:90,&quot;lt2&quot;:100}]"/>
  <p:tag name="KSO_WM_SHAPE_UPDATE_BRIGHT" val="1"/>
  <p:tag name="KSO_WM_SYNC_SLIDE_TEXT" val="1"/>
  <p:tag name="KSO_WM_UNIT_INDEX" val="1_2_1"/>
  <p:tag name="KSO_WM_UNIT_TYPE" val="l_h_i"/>
</p:tagLst>
</file>

<file path=ppt/tags/tag348.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a"/>
</p:tagLst>
</file>

<file path=ppt/tags/tag349.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f"/>
</p:tagLst>
</file>

<file path=ppt/tags/tag350.xml><?xml version="1.0" encoding="utf-8"?>
<p:tagLst xmlns:a="http://schemas.openxmlformats.org/drawingml/2006/main" xmlns:r="http://schemas.openxmlformats.org/officeDocument/2006/relationships" xmlns:p="http://schemas.openxmlformats.org/presentationml/2006/main">
  <p:tag name="KSO_WM_UNIT_ID" val="_19**"/>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351.xml><?xml version="1.0" encoding="utf-8"?>
<p:tagLst xmlns:a="http://schemas.openxmlformats.org/drawingml/2006/main" xmlns:r="http://schemas.openxmlformats.org/officeDocument/2006/relationships" xmlns:p="http://schemas.openxmlformats.org/presentationml/2006/main">
  <p:tag name="KSO_WM_UNIT_ID" val="_19**"/>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352.xml><?xml version="1.0" encoding="utf-8"?>
<p:tagLst xmlns:a="http://schemas.openxmlformats.org/drawingml/2006/main" xmlns:r="http://schemas.openxmlformats.org/officeDocument/2006/relationships" xmlns:p="http://schemas.openxmlformats.org/presentationml/2006/main">
  <p:tag name="KSO_WM_UNIT_ID" val="_19**"/>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353.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f"/>
</p:tagLst>
</file>

<file path=ppt/tags/tag354.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a"/>
  <p:tag name="KSO_WM_LAYOUT_CHECK_HASH" val="776343f43591d2835420ae174abccc47e465e241"/>
  <p:tag name="KSO_WM_NEWLAYOUT_GROUP_ID" val="layout_56"/>
  <p:tag name="KSO_WM_NEWLAYOUT_ID" val="slide_cc402a8209630ebf"/>
</p:tagLst>
</file>

<file path=ppt/tags/tag355.xml><?xml version="1.0" encoding="utf-8"?>
<p:tagLst xmlns:a="http://schemas.openxmlformats.org/drawingml/2006/main" xmlns:r="http://schemas.openxmlformats.org/officeDocument/2006/relationships" xmlns:p="http://schemas.openxmlformats.org/presentationml/2006/main">
  <p:tag name="KSO_WM_FIGMA_DECORATION_INDEX" val="16"/>
  <p:tag name="$PH_EXT" val="2"/>
  <p:tag name="KSO_WM_BEAUTIFY_FLAG" val="#fgm#"/>
  <p:tag name="KSO_WM_DIAGRAM_GROUP_CODE" val="1"/>
  <p:tag name="KSO_WM_FIGMA_FLAG" val="#fgm#"/>
  <p:tag name="KSO_WM_SYNC_SLIDE_TEXT" val="1"/>
  <p:tag name="KSO_WM_UNIT_INDEX" val="1_1_1"/>
  <p:tag name="KSO_WM_UNIT_TYPE" val="l_h_i"/>
</p:tagLst>
</file>

<file path=ppt/tags/tag356.xml><?xml version="1.0" encoding="utf-8"?>
<p:tagLst xmlns:a="http://schemas.openxmlformats.org/drawingml/2006/main" xmlns:r="http://schemas.openxmlformats.org/officeDocument/2006/relationships" xmlns:p="http://schemas.openxmlformats.org/presentationml/2006/main">
  <p:tag name="KSO_WM_FIGMA_DECORATION_INDEX" val="7"/>
  <p:tag name="$PH_EXT" val="1"/>
  <p:tag name="KSO_WM_BEAUTIFY_FLAG" val="#fgm#"/>
  <p:tag name="KSO_WM_DIAGRAM_GROUP_CODE" val="1"/>
  <p:tag name="KSO_WM_FIGMA_FLAG" val="#fgm#"/>
  <p:tag name="KSO_WM_UNIT_INDEX" val="1_1_1"/>
  <p:tag name="KSO_WM_UNIT_TYPE" val="l_h_x"/>
</p:tagLst>
</file>

<file path=ppt/tags/tag357.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a"/>
</p:tagLst>
</file>

<file path=ppt/tags/tag358.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f"/>
</p:tagLst>
</file>

<file path=ppt/tags/tag359.xml><?xml version="1.0" encoding="utf-8"?>
<p:tagLst xmlns:a="http://schemas.openxmlformats.org/drawingml/2006/main" xmlns:r="http://schemas.openxmlformats.org/officeDocument/2006/relationships" xmlns:p="http://schemas.openxmlformats.org/presentationml/2006/main">
  <p:tag name="KSO_WM_FIGMA_DECORATION_INDEX" val="16"/>
  <p:tag name="$PH_EXT" val="2"/>
  <p:tag name="KSO_WM_BEAUTIFY_FLAG" val="#fgm#"/>
  <p:tag name="KSO_WM_DIAGRAM_GROUP_CODE" val="1"/>
  <p:tag name="KSO_WM_FIGMA_FLAG" val="#fgm#"/>
  <p:tag name="KSO_WM_SYNC_SLIDE_TEXT" val="1"/>
  <p:tag name="KSO_WM_UNIT_INDEX" val="1_2_1"/>
  <p:tag name="KSO_WM_UNIT_TYPE" val="l_h_i"/>
</p:tagLst>
</file>

<file path=ppt/tags/tag360.xml><?xml version="1.0" encoding="utf-8"?>
<p:tagLst xmlns:a="http://schemas.openxmlformats.org/drawingml/2006/main" xmlns:r="http://schemas.openxmlformats.org/officeDocument/2006/relationships" xmlns:p="http://schemas.openxmlformats.org/presentationml/2006/main">
  <p:tag name="KSO_WM_FIGMA_DECORATION_INDEX" val="8"/>
  <p:tag name="$PH_EXT" val="1"/>
  <p:tag name="KSO_WM_BEAUTIFY_FLAG" val="#fgm#"/>
  <p:tag name="KSO_WM_DIAGRAM_GROUP_CODE" val="1"/>
  <p:tag name="KSO_WM_FIGMA_FLAG" val="#fgm#"/>
  <p:tag name="KSO_WM_UNIT_INDEX" val="1_2_1"/>
  <p:tag name="KSO_WM_UNIT_TYPE" val="l_h_x"/>
</p:tagLst>
</file>

<file path=ppt/tags/tag361.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a"/>
</p:tagLst>
</file>

<file path=ppt/tags/tag362.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f"/>
</p:tagLst>
</file>

<file path=ppt/tags/tag363.xml><?xml version="1.0" encoding="utf-8"?>
<p:tagLst xmlns:a="http://schemas.openxmlformats.org/drawingml/2006/main" xmlns:r="http://schemas.openxmlformats.org/officeDocument/2006/relationships" xmlns:p="http://schemas.openxmlformats.org/presentationml/2006/main">
  <p:tag name="KSO_WM_FIGMA_DECORATION_INDEX" val="16"/>
  <p:tag name="$PH_EXT" val="2"/>
  <p:tag name="KSO_WM_BEAUTIFY_FLAG" val="#fgm#"/>
  <p:tag name="KSO_WM_DIAGRAM_GROUP_CODE" val="1"/>
  <p:tag name="KSO_WM_FIGMA_FLAG" val="#fgm#"/>
  <p:tag name="KSO_WM_SYNC_SLIDE_TEXT" val="1"/>
  <p:tag name="KSO_WM_UNIT_INDEX" val="1_3_1"/>
  <p:tag name="KSO_WM_UNIT_TYPE" val="l_h_i"/>
</p:tagLst>
</file>

<file path=ppt/tags/tag364.xml><?xml version="1.0" encoding="utf-8"?>
<p:tagLst xmlns:a="http://schemas.openxmlformats.org/drawingml/2006/main" xmlns:r="http://schemas.openxmlformats.org/officeDocument/2006/relationships" xmlns:p="http://schemas.openxmlformats.org/presentationml/2006/main">
  <p:tag name="KSO_WM_FIGMA_DECORATION_INDEX" val="9"/>
  <p:tag name="$PH_EXT" val="1"/>
  <p:tag name="KSO_WM_BEAUTIFY_FLAG" val="#fgm#"/>
  <p:tag name="KSO_WM_DIAGRAM_GROUP_CODE" val="1"/>
  <p:tag name="KSO_WM_FIGMA_FLAG" val="#fgm#"/>
  <p:tag name="KSO_WM_UNIT_INDEX" val="1_3_1"/>
  <p:tag name="KSO_WM_UNIT_TYPE" val="l_h_x"/>
</p:tagLst>
</file>

<file path=ppt/tags/tag365.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a"/>
</p:tagLst>
</file>

<file path=ppt/tags/tag366.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f"/>
</p:tagLst>
</file>

<file path=ppt/tags/tag367.xml><?xml version="1.0" encoding="utf-8"?>
<p:tagLst xmlns:a="http://schemas.openxmlformats.org/drawingml/2006/main" xmlns:r="http://schemas.openxmlformats.org/officeDocument/2006/relationships" xmlns:p="http://schemas.openxmlformats.org/presentationml/2006/main">
  <p:tag name="KSO_WM_FIGMA_DECORATION_INDEX" val="16"/>
  <p:tag name="$PH_EXT" val="2"/>
  <p:tag name="KSO_WM_BEAUTIFY_FLAG" val="#fgm#"/>
  <p:tag name="KSO_WM_DIAGRAM_GROUP_CODE" val="1"/>
  <p:tag name="KSO_WM_FIGMA_FLAG" val="#fgm#"/>
  <p:tag name="KSO_WM_SYNC_SLIDE_TEXT" val="1"/>
  <p:tag name="KSO_WM_UNIT_INDEX" val="1_4_1"/>
  <p:tag name="KSO_WM_UNIT_TYPE" val="l_h_i"/>
</p:tagLst>
</file>

<file path=ppt/tags/tag368.xml><?xml version="1.0" encoding="utf-8"?>
<p:tagLst xmlns:a="http://schemas.openxmlformats.org/drawingml/2006/main" xmlns:r="http://schemas.openxmlformats.org/officeDocument/2006/relationships" xmlns:p="http://schemas.openxmlformats.org/presentationml/2006/main">
  <p:tag name="KSO_WM_FIGMA_DECORATION_INDEX" val="10"/>
  <p:tag name="$PH_EXT" val="1"/>
  <p:tag name="KSO_WM_BEAUTIFY_FLAG" val="#fgm#"/>
  <p:tag name="KSO_WM_DIAGRAM_GROUP_CODE" val="1"/>
  <p:tag name="KSO_WM_FIGMA_FLAG" val="#fgm#"/>
  <p:tag name="KSO_WM_UNIT_INDEX" val="1_4_1"/>
  <p:tag name="KSO_WM_UNIT_TYPE" val="l_h_x"/>
</p:tagLst>
</file>

<file path=ppt/tags/tag369.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4_1"/>
  <p:tag name="KSO_WM_UNIT_TYPE" val="l_h_a"/>
</p:tagLst>
</file>

<file path=ppt/tags/tag370.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4_1"/>
  <p:tag name="KSO_WM_UNIT_TYPE" val="l_h_f"/>
</p:tagLst>
</file>

<file path=ppt/tags/tag371.xml><?xml version="1.0" encoding="utf-8"?>
<p:tagLst xmlns:a="http://schemas.openxmlformats.org/drawingml/2006/main" xmlns:r="http://schemas.openxmlformats.org/officeDocument/2006/relationships" xmlns:p="http://schemas.openxmlformats.org/presentationml/2006/main">
  <p:tag name="KSO_WM_FIGMA_DECORATION_INDEX" val="16"/>
  <p:tag name="$PH_EXT" val="2"/>
  <p:tag name="KSO_WM_BEAUTIFY_FLAG" val="#fgm#"/>
  <p:tag name="KSO_WM_DIAGRAM_GROUP_CODE" val="1"/>
  <p:tag name="KSO_WM_FIGMA_FLAG" val="#fgm#"/>
  <p:tag name="KSO_WM_SYNC_SLIDE_TEXT" val="1"/>
  <p:tag name="KSO_WM_UNIT_INDEX" val="1_5_1"/>
  <p:tag name="KSO_WM_UNIT_TYPE" val="l_h_i"/>
</p:tagLst>
</file>

<file path=ppt/tags/tag372.xml><?xml version="1.0" encoding="utf-8"?>
<p:tagLst xmlns:a="http://schemas.openxmlformats.org/drawingml/2006/main" xmlns:r="http://schemas.openxmlformats.org/officeDocument/2006/relationships" xmlns:p="http://schemas.openxmlformats.org/presentationml/2006/main">
  <p:tag name="KSO_WM_FIGMA_DECORATION_INDEX" val="11"/>
  <p:tag name="$PH_EXT" val="1"/>
  <p:tag name="KSO_WM_BEAUTIFY_FLAG" val="#fgm#"/>
  <p:tag name="KSO_WM_DIAGRAM_GROUP_CODE" val="1"/>
  <p:tag name="KSO_WM_FIGMA_FLAG" val="#fgm#"/>
  <p:tag name="KSO_WM_UNIT_INDEX" val="1_5_1"/>
  <p:tag name="KSO_WM_UNIT_TYPE" val="l_h_x"/>
</p:tagLst>
</file>

<file path=ppt/tags/tag373.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5_1"/>
  <p:tag name="KSO_WM_UNIT_TYPE" val="l_h_a"/>
</p:tagLst>
</file>

<file path=ppt/tags/tag374.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5_1"/>
  <p:tag name="KSO_WM_UNIT_TYPE" val="l_h_f"/>
</p:tagLst>
</file>

<file path=ppt/tags/tag375.xml><?xml version="1.0" encoding="utf-8"?>
<p:tagLst xmlns:a="http://schemas.openxmlformats.org/drawingml/2006/main" xmlns:r="http://schemas.openxmlformats.org/officeDocument/2006/relationships" xmlns:p="http://schemas.openxmlformats.org/presentationml/2006/main">
  <p:tag name="KSO_WM_UNIT_ID" val="_19**"/>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376.xml><?xml version="1.0" encoding="utf-8"?>
<p:tagLst xmlns:a="http://schemas.openxmlformats.org/drawingml/2006/main" xmlns:r="http://schemas.openxmlformats.org/officeDocument/2006/relationships" xmlns:p="http://schemas.openxmlformats.org/presentationml/2006/main">
  <p:tag name="KSO_WM_UNIT_ID" val="_19**"/>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377.xml><?xml version="1.0" encoding="utf-8"?>
<p:tagLst xmlns:a="http://schemas.openxmlformats.org/drawingml/2006/main" xmlns:r="http://schemas.openxmlformats.org/officeDocument/2006/relationships" xmlns:p="http://schemas.openxmlformats.org/presentationml/2006/main">
  <p:tag name="KSO_WM_UNIT_ID" val="_19**"/>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378.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d"/>
</p:tagLst>
</file>

<file path=ppt/tags/tag379.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a"/>
  <p:tag name="KSO_WM_LAYOUT_CHECK_HASH" val="ce765bba0f2d07682300e612fe97d94e3708e360"/>
  <p:tag name="KSO_WM_NEWLAYOUT_GROUP_ID" val="layout_10013"/>
  <p:tag name="KSO_WM_NEWLAYOUT_ID" val="slide_c60fea93c381646b"/>
</p:tagLst>
</file>

<file path=ppt/tags/tag380.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a"/>
</p:tagLst>
</file>

<file path=ppt/tags/tag381.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f"/>
</p:tagLst>
</file>

<file path=ppt/tags/tag382.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a"/>
</p:tagLst>
</file>

<file path=ppt/tags/tag383.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f"/>
</p:tagLst>
</file>

<file path=ppt/tags/tag384.xml><?xml version="1.0" encoding="utf-8"?>
<p:tagLst xmlns:a="http://schemas.openxmlformats.org/drawingml/2006/main" xmlns:r="http://schemas.openxmlformats.org/officeDocument/2006/relationships" xmlns:p="http://schemas.openxmlformats.org/presentationml/2006/main">
  <p:tag name="KSO_WM_UNIT_ID" val="_19**"/>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385.xml><?xml version="1.0" encoding="utf-8"?>
<p:tagLst xmlns:a="http://schemas.openxmlformats.org/drawingml/2006/main" xmlns:r="http://schemas.openxmlformats.org/officeDocument/2006/relationships" xmlns:p="http://schemas.openxmlformats.org/presentationml/2006/main">
  <p:tag name="KSO_WM_UNIT_ID" val="_19**"/>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386.xml><?xml version="1.0" encoding="utf-8"?>
<p:tagLst xmlns:a="http://schemas.openxmlformats.org/drawingml/2006/main" xmlns:r="http://schemas.openxmlformats.org/officeDocument/2006/relationships" xmlns:p="http://schemas.openxmlformats.org/presentationml/2006/main">
  <p:tag name="KSO_WM_UNIT_ID" val="_19**"/>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387.xml><?xml version="1.0" encoding="utf-8"?>
<p:tagLst xmlns:a="http://schemas.openxmlformats.org/drawingml/2006/main" xmlns:r="http://schemas.openxmlformats.org/officeDocument/2006/relationships" xmlns:p="http://schemas.openxmlformats.org/presentationml/2006/main">
  <p:tag name="KSO_WM_FIGMA_DECORATION_INDEX" val="18"/>
  <p:tag name="$PH_EXT" val="2"/>
  <p:tag name="KSO_WM_BEAUTIFY_FLAG" val="#fgm#"/>
  <p:tag name="KSO_WM_DIAGRAM_GROUP_CODE" val="1"/>
  <p:tag name="KSO_WM_FIGMA_FLAG" val="#fgm#"/>
  <p:tag name="KSO_WM_SHAPE_BGTYPE" val="lt2"/>
  <p:tag name="KSO_WM_SHAPE_BRIGHT_DATA" val="[{&quot;dk1&quot;:-60,&quot;dk2&quot;:-50,&quot;lt1&quot;:90,&quot;lt2&quot;:100},{&quot;dk1&quot;:-60,&quot;dk2&quot;:-50,&quot;lt1&quot;:90,&quot;lt2&quot;:100}]"/>
  <p:tag name="KSO_WM_SHAPE_UPDATE_BRIGHT" val="1"/>
  <p:tag name="KSO_WM_SYNC_SLIDE_TEXT" val="1"/>
  <p:tag name="KSO_WM_UNIT_INDEX" val="1_1_1"/>
  <p:tag name="KSO_WM_UNIT_TYPE" val="l_h_i"/>
</p:tagLst>
</file>

<file path=ppt/tags/tag388.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a"/>
  <p:tag name="KSO_WM_LAYOUT_CHECK_HASH" val="3c0f5d5d74ca3e011369dd1ac37ee9585cfb4c14"/>
  <p:tag name="KSO_WM_NEWLAYOUT_GROUP_ID" val="layout_39"/>
  <p:tag name="KSO_WM_NEWLAYOUT_ID" val="slide_08cd1d244d55f5c2"/>
</p:tagLst>
</file>

<file path=ppt/tags/tag389.xml><?xml version="1.0" encoding="utf-8"?>
<p:tagLst xmlns:a="http://schemas.openxmlformats.org/drawingml/2006/main" xmlns:r="http://schemas.openxmlformats.org/officeDocument/2006/relationships" xmlns:p="http://schemas.openxmlformats.org/presentationml/2006/main">
  <p:tag name="KSO_WM_FIGMA_DECORATION_INDEX" val="1"/>
  <p:tag name="$PH_EXT" val="1"/>
  <p:tag name="KSO_WM_BEAUTIFY_FLAG" val="#fgm#"/>
  <p:tag name="KSO_WM_DIAGRAM_GROUP_CODE" val="1"/>
  <p:tag name="KSO_WM_FIGMA_FLAG" val="#fgm#"/>
  <p:tag name="KSO_WM_UNIT_INDEX" val="1_1_1"/>
  <p:tag name="KSO_WM_UNIT_TYPE" val="l_h_x"/>
</p:tagLst>
</file>

<file path=ppt/tags/tag390.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a"/>
</p:tagLst>
</file>

<file path=ppt/tags/tag391.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f"/>
</p:tagLst>
</file>

<file path=ppt/tags/tag392.xml><?xml version="1.0" encoding="utf-8"?>
<p:tagLst xmlns:a="http://schemas.openxmlformats.org/drawingml/2006/main" xmlns:r="http://schemas.openxmlformats.org/officeDocument/2006/relationships" xmlns:p="http://schemas.openxmlformats.org/presentationml/2006/main">
  <p:tag name="KSO_WM_FIGMA_DECORATION_INDEX" val="18"/>
  <p:tag name="$PH_EXT" val="2"/>
  <p:tag name="KSO_WM_BEAUTIFY_FLAG" val="#fgm#"/>
  <p:tag name="KSO_WM_DIAGRAM_GROUP_CODE" val="1"/>
  <p:tag name="KSO_WM_FIGMA_FLAG" val="#fgm#"/>
  <p:tag name="KSO_WM_SHAPE_BGTYPE" val="lt2"/>
  <p:tag name="KSO_WM_SHAPE_BRIGHT_DATA" val="[{&quot;dk1&quot;:-60,&quot;dk2&quot;:-50,&quot;lt1&quot;:90,&quot;lt2&quot;:100},{&quot;dk1&quot;:-60,&quot;dk2&quot;:-50,&quot;lt1&quot;:90,&quot;lt2&quot;:100}]"/>
  <p:tag name="KSO_WM_SHAPE_UPDATE_BRIGHT" val="1"/>
  <p:tag name="KSO_WM_SYNC_SLIDE_TEXT" val="1"/>
  <p:tag name="KSO_WM_UNIT_INDEX" val="1_2_1"/>
  <p:tag name="KSO_WM_UNIT_TYPE" val="l_h_i"/>
</p:tagLst>
</file>

<file path=ppt/tags/tag393.xml><?xml version="1.0" encoding="utf-8"?>
<p:tagLst xmlns:a="http://schemas.openxmlformats.org/drawingml/2006/main" xmlns:r="http://schemas.openxmlformats.org/officeDocument/2006/relationships" xmlns:p="http://schemas.openxmlformats.org/presentationml/2006/main">
  <p:tag name="KSO_WM_FIGMA_DECORATION_INDEX" val="2"/>
  <p:tag name="$PH_EXT" val="1"/>
  <p:tag name="KSO_WM_BEAUTIFY_FLAG" val="#fgm#"/>
  <p:tag name="KSO_WM_DIAGRAM_GROUP_CODE" val="1"/>
  <p:tag name="KSO_WM_FIGMA_FLAG" val="#fgm#"/>
  <p:tag name="KSO_WM_UNIT_INDEX" val="1_2_1"/>
  <p:tag name="KSO_WM_UNIT_TYPE" val="l_h_x"/>
</p:tagLst>
</file>

<file path=ppt/tags/tag394.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a"/>
</p:tagLst>
</file>

<file path=ppt/tags/tag395.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f"/>
</p:tagLst>
</file>

<file path=ppt/tags/tag396.xml><?xml version="1.0" encoding="utf-8"?>
<p:tagLst xmlns:a="http://schemas.openxmlformats.org/drawingml/2006/main" xmlns:r="http://schemas.openxmlformats.org/officeDocument/2006/relationships" xmlns:p="http://schemas.openxmlformats.org/presentationml/2006/main">
  <p:tag name="KSO_WM_FIGMA_DECORATION_INDEX" val="18"/>
  <p:tag name="$PH_EXT" val="2"/>
  <p:tag name="KSO_WM_BEAUTIFY_FLAG" val="#fgm#"/>
  <p:tag name="KSO_WM_DIAGRAM_GROUP_CODE" val="1"/>
  <p:tag name="KSO_WM_FIGMA_FLAG" val="#fgm#"/>
  <p:tag name="KSO_WM_SHAPE_BGTYPE" val="lt2"/>
  <p:tag name="KSO_WM_SHAPE_BRIGHT_DATA" val="[{&quot;dk1&quot;:-60,&quot;dk2&quot;:-50,&quot;lt1&quot;:90,&quot;lt2&quot;:100},{&quot;dk1&quot;:-60,&quot;dk2&quot;:-50,&quot;lt1&quot;:90,&quot;lt2&quot;:100}]"/>
  <p:tag name="KSO_WM_SHAPE_UPDATE_BRIGHT" val="1"/>
  <p:tag name="KSO_WM_SYNC_SLIDE_TEXT" val="1"/>
  <p:tag name="KSO_WM_UNIT_INDEX" val="1_3_1"/>
  <p:tag name="KSO_WM_UNIT_TYPE" val="l_h_i"/>
</p:tagLst>
</file>

<file path=ppt/tags/tag397.xml><?xml version="1.0" encoding="utf-8"?>
<p:tagLst xmlns:a="http://schemas.openxmlformats.org/drawingml/2006/main" xmlns:r="http://schemas.openxmlformats.org/officeDocument/2006/relationships" xmlns:p="http://schemas.openxmlformats.org/presentationml/2006/main">
  <p:tag name="KSO_WM_FIGMA_DECORATION_INDEX" val="3"/>
  <p:tag name="$PH_EXT" val="1"/>
  <p:tag name="KSO_WM_BEAUTIFY_FLAG" val="#fgm#"/>
  <p:tag name="KSO_WM_DIAGRAM_GROUP_CODE" val="1"/>
  <p:tag name="KSO_WM_FIGMA_FLAG" val="#fgm#"/>
  <p:tag name="KSO_WM_UNIT_INDEX" val="1_3_1"/>
  <p:tag name="KSO_WM_UNIT_TYPE" val="l_h_x"/>
</p:tagLst>
</file>

<file path=ppt/tags/tag398.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a"/>
</p:tagLst>
</file>

<file path=ppt/tags/tag399.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f"/>
</p:tagLst>
</file>

<file path=ppt/tags/tag400.xml><?xml version="1.0" encoding="utf-8"?>
<p:tagLst xmlns:a="http://schemas.openxmlformats.org/drawingml/2006/main" xmlns:r="http://schemas.openxmlformats.org/officeDocument/2006/relationships" xmlns:p="http://schemas.openxmlformats.org/presentationml/2006/main">
  <p:tag name="KSO_WM_UNIT_ID" val="_19**"/>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401.xml><?xml version="1.0" encoding="utf-8"?>
<p:tagLst xmlns:a="http://schemas.openxmlformats.org/drawingml/2006/main" xmlns:r="http://schemas.openxmlformats.org/officeDocument/2006/relationships" xmlns:p="http://schemas.openxmlformats.org/presentationml/2006/main">
  <p:tag name="KSO_WM_UNIT_ID" val="_19**"/>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402.xml><?xml version="1.0" encoding="utf-8"?>
<p:tagLst xmlns:a="http://schemas.openxmlformats.org/drawingml/2006/main" xmlns:r="http://schemas.openxmlformats.org/officeDocument/2006/relationships" xmlns:p="http://schemas.openxmlformats.org/presentationml/2006/main">
  <p:tag name="KSO_WM_UNIT_ID" val="_19**"/>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403.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d"/>
</p:tagLst>
</file>

<file path=ppt/tags/tag404.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a"/>
  <p:tag name="KSO_WM_LAYOUT_CHECK_HASH" val="d955bdc120af7c1a76f8357eb3bf19a5ad46e6ac"/>
  <p:tag name="KSO_WM_NEWLAYOUT_GROUP_ID" val="layout_42"/>
  <p:tag name="KSO_WM_NEWLAYOUT_ID" val="slide_c4bdf70b1228b8b8"/>
</p:tagLst>
</file>

<file path=ppt/tags/tag405.xml><?xml version="1.0" encoding="utf-8"?>
<p:tagLst xmlns:a="http://schemas.openxmlformats.org/drawingml/2006/main" xmlns:r="http://schemas.openxmlformats.org/officeDocument/2006/relationships" xmlns:p="http://schemas.openxmlformats.org/presentationml/2006/main">
  <p:tag name="KSO_WM_FIGMA_DECORATION_INDEX" val="19"/>
  <p:tag name="$PH_EXT" val="2"/>
  <p:tag name="KSO_WM_BEAUTIFY_FLAG" val="#fgm#"/>
  <p:tag name="KSO_WM_DIAGRAM_GROUP_CODE" val="1"/>
  <p:tag name="KSO_WM_FIGMA_FLAG" val="#fgm#"/>
  <p:tag name="KSO_WM_SYNC_SLIDE_TEXT" val="1"/>
  <p:tag name="KSO_WM_UNIT_INDEX" val="1_1_1"/>
  <p:tag name="KSO_WM_UNIT_TYPE" val="l_h_i"/>
</p:tagLst>
</file>

<file path=ppt/tags/tag406.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a"/>
</p:tagLst>
</file>

<file path=ppt/tags/tag407.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f"/>
</p:tagLst>
</file>

<file path=ppt/tags/tag408.xml><?xml version="1.0" encoding="utf-8"?>
<p:tagLst xmlns:a="http://schemas.openxmlformats.org/drawingml/2006/main" xmlns:r="http://schemas.openxmlformats.org/officeDocument/2006/relationships" xmlns:p="http://schemas.openxmlformats.org/presentationml/2006/main">
  <p:tag name="KSO_WM_FIGMA_DECORATION_INDEX" val="19"/>
  <p:tag name="$PH_EXT" val="2"/>
  <p:tag name="KSO_WM_BEAUTIFY_FLAG" val="#fgm#"/>
  <p:tag name="KSO_WM_DIAGRAM_GROUP_CODE" val="1"/>
  <p:tag name="KSO_WM_FIGMA_FLAG" val="#fgm#"/>
  <p:tag name="KSO_WM_SYNC_SLIDE_TEXT" val="1"/>
  <p:tag name="KSO_WM_UNIT_INDEX" val="1_2_1"/>
  <p:tag name="KSO_WM_UNIT_TYPE" val="l_h_i"/>
</p:tagLst>
</file>

<file path=ppt/tags/tag409.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a"/>
</p:tagLst>
</file>

<file path=ppt/tags/tag410.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f"/>
</p:tagLst>
</file>

<file path=ppt/tags/tag411.xml><?xml version="1.0" encoding="utf-8"?>
<p:tagLst xmlns:a="http://schemas.openxmlformats.org/drawingml/2006/main" xmlns:r="http://schemas.openxmlformats.org/officeDocument/2006/relationships" xmlns:p="http://schemas.openxmlformats.org/presentationml/2006/main">
  <p:tag name="KSO_WM_UNIT_ID" val="_19**"/>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412.xml><?xml version="1.0" encoding="utf-8"?>
<p:tagLst xmlns:a="http://schemas.openxmlformats.org/drawingml/2006/main" xmlns:r="http://schemas.openxmlformats.org/officeDocument/2006/relationships" xmlns:p="http://schemas.openxmlformats.org/presentationml/2006/main">
  <p:tag name="KSO_WM_UNIT_ID" val="_19**"/>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413.xml><?xml version="1.0" encoding="utf-8"?>
<p:tagLst xmlns:a="http://schemas.openxmlformats.org/drawingml/2006/main" xmlns:r="http://schemas.openxmlformats.org/officeDocument/2006/relationships" xmlns:p="http://schemas.openxmlformats.org/presentationml/2006/main">
  <p:tag name="KSO_WM_UNIT_ID" val="_19**"/>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414.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a"/>
</p:tagLst>
</file>

<file path=ppt/tags/tag415.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a"/>
  <p:tag name="KSO_WM_LAYOUT_CHECK_HASH" val="44eae3724f531cffc709918803a0a3f0475682a8"/>
  <p:tag name="KSO_WM_NEWLAYOUT_GROUP_ID" val="layout_10003"/>
  <p:tag name="KSO_WM_NEWLAYOUT_ID" val="slide_4e5d78b2efef294f"/>
</p:tagLst>
</file>

<file path=ppt/tags/tag416.xml><?xml version="1.0" encoding="utf-8"?>
<p:tagLst xmlns:a="http://schemas.openxmlformats.org/drawingml/2006/main" xmlns:r="http://schemas.openxmlformats.org/officeDocument/2006/relationships" xmlns:p="http://schemas.openxmlformats.org/presentationml/2006/main">
  <p:tag name="KSO_WM_FIGMA_DECORATION_INDEX" val="18"/>
  <p:tag name="$PH_EXT" val="2"/>
  <p:tag name="KSO_WM_BEAUTIFY_FLAG" val="#fgm#"/>
  <p:tag name="KSO_WM_DIAGRAM_GROUP_CODE" val="1"/>
  <p:tag name="KSO_WM_FIGMA_FLAG" val="#fgm#"/>
  <p:tag name="KSO_WM_SHAPE_BGTYPE" val="lt2"/>
  <p:tag name="KSO_WM_SHAPE_BRIGHT_DATA" val="[{&quot;dk1&quot;:-60,&quot;dk2&quot;:-50,&quot;lt1&quot;:90,&quot;lt2&quot;:100},{&quot;dk1&quot;:-60,&quot;dk2&quot;:-50,&quot;lt1&quot;:90,&quot;lt2&quot;:100}]"/>
  <p:tag name="KSO_WM_SHAPE_UPDATE_BRIGHT" val="1"/>
  <p:tag name="KSO_WM_SYNC_SLIDE_TEXT" val="1"/>
  <p:tag name="KSO_WM_UNIT_INDEX" val="1_1_1"/>
  <p:tag name="KSO_WM_UNIT_TYPE" val="l_h_i"/>
</p:tagLst>
</file>

<file path=ppt/tags/tag417.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f"/>
</p:tagLst>
</file>

<file path=ppt/tags/tag418.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a"/>
</p:tagLst>
</file>

<file path=ppt/tags/tag419.xml><?xml version="1.0" encoding="utf-8"?>
<p:tagLst xmlns:a="http://schemas.openxmlformats.org/drawingml/2006/main" xmlns:r="http://schemas.openxmlformats.org/officeDocument/2006/relationships" xmlns:p="http://schemas.openxmlformats.org/presentationml/2006/main">
  <p:tag name="KSO_WM_FIGMA_DECORATION_INDEX" val="18"/>
  <p:tag name="$PH_EXT" val="2"/>
  <p:tag name="KSO_WM_BEAUTIFY_FLAG" val="#fgm#"/>
  <p:tag name="KSO_WM_DIAGRAM_GROUP_CODE" val="1"/>
  <p:tag name="KSO_WM_FIGMA_FLAG" val="#fgm#"/>
  <p:tag name="KSO_WM_SHAPE_BGTYPE" val="lt2"/>
  <p:tag name="KSO_WM_SHAPE_BRIGHT_DATA" val="[{&quot;dk1&quot;:-60,&quot;dk2&quot;:-50,&quot;lt1&quot;:90,&quot;lt2&quot;:100},{&quot;dk1&quot;:-60,&quot;dk2&quot;:-50,&quot;lt1&quot;:90,&quot;lt2&quot;:100}]"/>
  <p:tag name="KSO_WM_SHAPE_UPDATE_BRIGHT" val="1"/>
  <p:tag name="KSO_WM_SYNC_SLIDE_TEXT" val="1"/>
  <p:tag name="KSO_WM_UNIT_INDEX" val="1_2_1"/>
  <p:tag name="KSO_WM_UNIT_TYPE" val="l_h_i"/>
</p:tagLst>
</file>

<file path=ppt/tags/tag420.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f"/>
</p:tagLst>
</file>

<file path=ppt/tags/tag421.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a"/>
</p:tagLst>
</file>

<file path=ppt/tags/tag422.xml><?xml version="1.0" encoding="utf-8"?>
<p:tagLst xmlns:a="http://schemas.openxmlformats.org/drawingml/2006/main" xmlns:r="http://schemas.openxmlformats.org/officeDocument/2006/relationships" xmlns:p="http://schemas.openxmlformats.org/presentationml/2006/main">
  <p:tag name="KSO_WM_FIGMA_DECORATION_INDEX" val="18"/>
  <p:tag name="$PH_EXT" val="2"/>
  <p:tag name="KSO_WM_BEAUTIFY_FLAG" val="#fgm#"/>
  <p:tag name="KSO_WM_DIAGRAM_GROUP_CODE" val="1"/>
  <p:tag name="KSO_WM_FIGMA_FLAG" val="#fgm#"/>
  <p:tag name="KSO_WM_SHAPE_BGTYPE" val="lt2"/>
  <p:tag name="KSO_WM_SHAPE_BRIGHT_DATA" val="[{&quot;dk1&quot;:-60,&quot;dk2&quot;:-50,&quot;lt1&quot;:90,&quot;lt2&quot;:100},{&quot;dk1&quot;:-60,&quot;dk2&quot;:-50,&quot;lt1&quot;:90,&quot;lt2&quot;:100}]"/>
  <p:tag name="KSO_WM_SHAPE_UPDATE_BRIGHT" val="1"/>
  <p:tag name="KSO_WM_SYNC_SLIDE_TEXT" val="1"/>
  <p:tag name="KSO_WM_UNIT_INDEX" val="1_3_1"/>
  <p:tag name="KSO_WM_UNIT_TYPE" val="l_h_i"/>
</p:tagLst>
</file>

<file path=ppt/tags/tag423.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f"/>
</p:tagLst>
</file>

<file path=ppt/tags/tag424.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4_1"/>
  <p:tag name="KSO_WM_UNIT_TYPE" val="l_h_a"/>
</p:tagLst>
</file>

<file path=ppt/tags/tag425.xml><?xml version="1.0" encoding="utf-8"?>
<p:tagLst xmlns:a="http://schemas.openxmlformats.org/drawingml/2006/main" xmlns:r="http://schemas.openxmlformats.org/officeDocument/2006/relationships" xmlns:p="http://schemas.openxmlformats.org/presentationml/2006/main">
  <p:tag name="KSO_WM_FIGMA_DECORATION_INDEX" val="18"/>
  <p:tag name="$PH_EXT" val="2"/>
  <p:tag name="KSO_WM_BEAUTIFY_FLAG" val="#fgm#"/>
  <p:tag name="KSO_WM_DIAGRAM_GROUP_CODE" val="1"/>
  <p:tag name="KSO_WM_FIGMA_FLAG" val="#fgm#"/>
  <p:tag name="KSO_WM_SHAPE_BGTYPE" val="lt2"/>
  <p:tag name="KSO_WM_SHAPE_BRIGHT_DATA" val="[{&quot;dk1&quot;:-60,&quot;dk2&quot;:-50,&quot;lt1&quot;:90,&quot;lt2&quot;:100},{&quot;dk1&quot;:-60,&quot;dk2&quot;:-50,&quot;lt1&quot;:90,&quot;lt2&quot;:100}]"/>
  <p:tag name="KSO_WM_SHAPE_UPDATE_BRIGHT" val="1"/>
  <p:tag name="KSO_WM_SYNC_SLIDE_TEXT" val="1"/>
  <p:tag name="KSO_WM_UNIT_INDEX" val="1_4_1"/>
  <p:tag name="KSO_WM_UNIT_TYPE" val="l_h_i"/>
</p:tagLst>
</file>

<file path=ppt/tags/tag426.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4_1"/>
  <p:tag name="KSO_WM_UNIT_TYPE" val="l_h_f"/>
</p:tagLst>
</file>

<file path=ppt/tags/tag427.xml><?xml version="1.0" encoding="utf-8"?>
<p:tagLst xmlns:a="http://schemas.openxmlformats.org/drawingml/2006/main" xmlns:r="http://schemas.openxmlformats.org/officeDocument/2006/relationships" xmlns:p="http://schemas.openxmlformats.org/presentationml/2006/main">
  <p:tag name="KSO_WM_UNIT_ID" val="_19**"/>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428.xml><?xml version="1.0" encoding="utf-8"?>
<p:tagLst xmlns:a="http://schemas.openxmlformats.org/drawingml/2006/main" xmlns:r="http://schemas.openxmlformats.org/officeDocument/2006/relationships" xmlns:p="http://schemas.openxmlformats.org/presentationml/2006/main">
  <p:tag name="KSO_WM_UNIT_ID" val="_19**"/>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429.xml><?xml version="1.0" encoding="utf-8"?>
<p:tagLst xmlns:a="http://schemas.openxmlformats.org/drawingml/2006/main" xmlns:r="http://schemas.openxmlformats.org/officeDocument/2006/relationships" xmlns:p="http://schemas.openxmlformats.org/presentationml/2006/main">
  <p:tag name="KSO_WM_UNIT_ID" val="_19**"/>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430.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d"/>
</p:tagLst>
</file>

<file path=ppt/tags/tag431.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a"/>
  <p:tag name="KSO_WM_LAYOUT_CHECK_HASH" val="3c21cf4606bd3d0daf42ea31e28a1009281636a8"/>
  <p:tag name="KSO_WM_NEWLAYOUT_GROUP_ID" val="layout_10014"/>
  <p:tag name="KSO_WM_NEWLAYOUT_ID" val="slide_603db9749418b09f"/>
</p:tagLst>
</file>

<file path=ppt/tags/tag432.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a"/>
</p:tagLst>
</file>

<file path=ppt/tags/tag433.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f"/>
</p:tagLst>
</file>

<file path=ppt/tags/tag434.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d"/>
</p:tagLst>
</file>

<file path=ppt/tags/tag435.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a"/>
</p:tagLst>
</file>

<file path=ppt/tags/tag436.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f"/>
</p:tagLst>
</file>

<file path=ppt/tags/tag437.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d"/>
</p:tagLst>
</file>

<file path=ppt/tags/tag438.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a"/>
</p:tagLst>
</file>

<file path=ppt/tags/tag439.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f"/>
</p:tagLst>
</file>

<file path=ppt/tags/tag440.xml><?xml version="1.0" encoding="utf-8"?>
<p:tagLst xmlns:a="http://schemas.openxmlformats.org/drawingml/2006/main" xmlns:r="http://schemas.openxmlformats.org/officeDocument/2006/relationships" xmlns:p="http://schemas.openxmlformats.org/presentationml/2006/main">
  <p:tag name="KSO_WM_UNIT_ID" val="_19**"/>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441.xml><?xml version="1.0" encoding="utf-8"?>
<p:tagLst xmlns:a="http://schemas.openxmlformats.org/drawingml/2006/main" xmlns:r="http://schemas.openxmlformats.org/officeDocument/2006/relationships" xmlns:p="http://schemas.openxmlformats.org/presentationml/2006/main">
  <p:tag name="KSO_WM_UNIT_ID" val="_19**"/>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442.xml><?xml version="1.0" encoding="utf-8"?>
<p:tagLst xmlns:a="http://schemas.openxmlformats.org/drawingml/2006/main" xmlns:r="http://schemas.openxmlformats.org/officeDocument/2006/relationships" xmlns:p="http://schemas.openxmlformats.org/presentationml/2006/main">
  <p:tag name="KSO_WM_UNIT_ID" val="_19**"/>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443.xml><?xml version="1.0" encoding="utf-8"?>
<p:tagLst xmlns:a="http://schemas.openxmlformats.org/drawingml/2006/main" xmlns:r="http://schemas.openxmlformats.org/officeDocument/2006/relationships" xmlns:p="http://schemas.openxmlformats.org/presentationml/2006/main">
  <p:tag name="KSO_WM_FIGMA_DECORATION_INDEX" val="18"/>
  <p:tag name="$PH_EXT" val="2"/>
  <p:tag name="KSO_WM_BEAUTIFY_FLAG" val="#fgm#"/>
  <p:tag name="KSO_WM_DIAGRAM_GROUP_CODE" val="1"/>
  <p:tag name="KSO_WM_FIGMA_FLAG" val="#fgm#"/>
  <p:tag name="KSO_WM_SHAPE_BGTYPE" val="lt2"/>
  <p:tag name="KSO_WM_SHAPE_BRIGHT_DATA" val="[{&quot;dk1&quot;:-60,&quot;dk2&quot;:-50,&quot;lt1&quot;:90,&quot;lt2&quot;:100},{&quot;dk1&quot;:-60,&quot;dk2&quot;:-50,&quot;lt1&quot;:90,&quot;lt2&quot;:100}]"/>
  <p:tag name="KSO_WM_SHAPE_UPDATE_BRIGHT" val="1"/>
  <p:tag name="KSO_WM_SYNC_SLIDE_TEXT" val="1"/>
  <p:tag name="KSO_WM_UNIT_INDEX" val="1_1_1"/>
  <p:tag name="KSO_WM_UNIT_TYPE" val="l_h_i"/>
</p:tagLst>
</file>

<file path=ppt/tags/tag444.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a"/>
  <p:tag name="KSO_WM_LAYOUT_CHECK_HASH" val="b00b3de4692e91e1db9ee98c0945bf4f03db0d60"/>
  <p:tag name="KSO_WM_NEWLAYOUT_GROUP_ID" val="layout_32"/>
  <p:tag name="KSO_WM_NEWLAYOUT_ID" val="slide_4ace595f2b1c6f4b"/>
</p:tagLst>
</file>

<file path=ppt/tags/tag445.xml><?xml version="1.0" encoding="utf-8"?>
<p:tagLst xmlns:a="http://schemas.openxmlformats.org/drawingml/2006/main" xmlns:r="http://schemas.openxmlformats.org/officeDocument/2006/relationships" xmlns:p="http://schemas.openxmlformats.org/presentationml/2006/main">
  <p:tag name="KSO_WM_FIGMA_DECORATION_INDEX" val="16"/>
  <p:tag name="$PH_EXT" val="2"/>
  <p:tag name="KSO_WM_BEAUTIFY_FLAG" val="#fgm#"/>
  <p:tag name="KSO_WM_DIAGRAM_GROUP_CODE" val="1"/>
  <p:tag name="KSO_WM_FIGMA_FLAG" val="#fgm#"/>
  <p:tag name="KSO_WM_SYNC_SLIDE_TEXT" val="1"/>
  <p:tag name="KSO_WM_UNIT_INDEX" val="1_1_2"/>
  <p:tag name="KSO_WM_UNIT_TYPE" val="l_h_i"/>
</p:tagLst>
</file>

<file path=ppt/tags/tag446.xml><?xml version="1.0" encoding="utf-8"?>
<p:tagLst xmlns:a="http://schemas.openxmlformats.org/drawingml/2006/main" xmlns:r="http://schemas.openxmlformats.org/officeDocument/2006/relationships" xmlns:p="http://schemas.openxmlformats.org/presentationml/2006/main">
  <p:tag name="KSO_WM_FIGMA_DECORATION_INDEX" val="7"/>
  <p:tag name="$PH_EXT" val="1"/>
  <p:tag name="KSO_WM_BEAUTIFY_FLAG" val="#fgm#"/>
  <p:tag name="KSO_WM_DIAGRAM_GROUP_CODE" val="1"/>
  <p:tag name="KSO_WM_FIGMA_FLAG" val="#fgm#"/>
  <p:tag name="KSO_WM_UNIT_INDEX" val="1_1_1"/>
  <p:tag name="KSO_WM_UNIT_TYPE" val="l_h_x"/>
</p:tagLst>
</file>

<file path=ppt/tags/tag447.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a"/>
</p:tagLst>
</file>

<file path=ppt/tags/tag448.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f"/>
</p:tagLst>
</file>

<file path=ppt/tags/tag449.xml><?xml version="1.0" encoding="utf-8"?>
<p:tagLst xmlns:a="http://schemas.openxmlformats.org/drawingml/2006/main" xmlns:r="http://schemas.openxmlformats.org/officeDocument/2006/relationships" xmlns:p="http://schemas.openxmlformats.org/presentationml/2006/main">
  <p:tag name="KSO_WM_FIGMA_DECORATION_INDEX" val="17"/>
  <p:tag name="$PH_EXT" val="2"/>
  <p:tag name="KSO_WM_BEAUTIFY_FLAG" val="#fgm#"/>
  <p:tag name="KSO_WM_DIAGRAM_GROUP_CODE" val="1"/>
  <p:tag name="KSO_WM_FIGMA_FLAG" val="#fgm#"/>
  <p:tag name="KSO_WM_SYNC_SLIDE_TEXT" val="1"/>
  <p:tag name="KSO_WM_UNIT_INDEX" val="1_2_1"/>
  <p:tag name="KSO_WM_UNIT_TYPE" val="l_h_i"/>
</p:tagLst>
</file>

<file path=ppt/tags/tag450.xml><?xml version="1.0" encoding="utf-8"?>
<p:tagLst xmlns:a="http://schemas.openxmlformats.org/drawingml/2006/main" xmlns:r="http://schemas.openxmlformats.org/officeDocument/2006/relationships" xmlns:p="http://schemas.openxmlformats.org/presentationml/2006/main">
  <p:tag name="KSO_WM_FIGMA_DECORATION_INDEX" val="15"/>
  <p:tag name="$PH_EXT" val="2"/>
  <p:tag name="KSO_WM_BEAUTIFY_FLAG" val="#fgm#"/>
  <p:tag name="KSO_WM_DIAGRAM_GROUP_CODE" val="1"/>
  <p:tag name="KSO_WM_FIGMA_FLAG" val="#fgm#"/>
  <p:tag name="KSO_WM_SYNC_SLIDE_TEXT" val="1"/>
  <p:tag name="KSO_WM_UNIT_INDEX" val="1_2_2"/>
  <p:tag name="KSO_WM_UNIT_TYPE" val="l_h_i"/>
</p:tagLst>
</file>

<file path=ppt/tags/tag451.xml><?xml version="1.0" encoding="utf-8"?>
<p:tagLst xmlns:a="http://schemas.openxmlformats.org/drawingml/2006/main" xmlns:r="http://schemas.openxmlformats.org/officeDocument/2006/relationships" xmlns:p="http://schemas.openxmlformats.org/presentationml/2006/main">
  <p:tag name="KSO_WM_FIGMA_DECORATION_INDEX" val="2"/>
  <p:tag name="$PH_EXT" val="1"/>
  <p:tag name="KSO_WM_BEAUTIFY_FLAG" val="#fgm#"/>
  <p:tag name="KSO_WM_DIAGRAM_GROUP_CODE" val="1"/>
  <p:tag name="KSO_WM_FIGMA_FLAG" val="#fgm#"/>
  <p:tag name="KSO_WM_UNIT_INDEX" val="1_2_1"/>
  <p:tag name="KSO_WM_UNIT_TYPE" val="l_h_x"/>
</p:tagLst>
</file>

<file path=ppt/tags/tag452.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a"/>
</p:tagLst>
</file>

<file path=ppt/tags/tag453.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f"/>
</p:tagLst>
</file>

<file path=ppt/tags/tag454.xml><?xml version="1.0" encoding="utf-8"?>
<p:tagLst xmlns:a="http://schemas.openxmlformats.org/drawingml/2006/main" xmlns:r="http://schemas.openxmlformats.org/officeDocument/2006/relationships" xmlns:p="http://schemas.openxmlformats.org/presentationml/2006/main">
  <p:tag name="KSO_WM_UNIT_ID" val="_19**"/>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455.xml><?xml version="1.0" encoding="utf-8"?>
<p:tagLst xmlns:a="http://schemas.openxmlformats.org/drawingml/2006/main" xmlns:r="http://schemas.openxmlformats.org/officeDocument/2006/relationships" xmlns:p="http://schemas.openxmlformats.org/presentationml/2006/main">
  <p:tag name="KSO_WM_UNIT_ID" val="_19**"/>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456.xml><?xml version="1.0" encoding="utf-8"?>
<p:tagLst xmlns:a="http://schemas.openxmlformats.org/drawingml/2006/main" xmlns:r="http://schemas.openxmlformats.org/officeDocument/2006/relationships" xmlns:p="http://schemas.openxmlformats.org/presentationml/2006/main">
  <p:tag name="KSO_WM_UNIT_ID" val="_19**"/>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457.xml><?xml version="1.0" encoding="utf-8"?>
<p:tagLst xmlns:a="http://schemas.openxmlformats.org/drawingml/2006/main" xmlns:r="http://schemas.openxmlformats.org/officeDocument/2006/relationships" xmlns:p="http://schemas.openxmlformats.org/presentationml/2006/main">
  <p:tag name="KSO_WM_FIGMA_DECORATION_INDEX" val="18"/>
  <p:tag name="$PH_EXT" val="2"/>
  <p:tag name="KSO_WM_BEAUTIFY_FLAG" val="#fgm#"/>
  <p:tag name="KSO_WM_DIAGRAM_GROUP_CODE" val="1"/>
  <p:tag name="KSO_WM_FIGMA_FLAG" val="#fgm#"/>
  <p:tag name="KSO_WM_SHAPE_BGTYPE" val="lt2"/>
  <p:tag name="KSO_WM_SHAPE_BRIGHT_DATA" val="[{&quot;dk1&quot;:-60,&quot;dk2&quot;:-50,&quot;lt1&quot;:90,&quot;lt2&quot;:100},{&quot;dk1&quot;:-60,&quot;dk2&quot;:-50,&quot;lt1&quot;:90,&quot;lt2&quot;:100}]"/>
  <p:tag name="KSO_WM_SHAPE_UPDATE_BRIGHT" val="1"/>
  <p:tag name="KSO_WM_SYNC_SLIDE_TEXT" val="1"/>
  <p:tag name="KSO_WM_UNIT_INDEX" val="1_1_1"/>
  <p:tag name="KSO_WM_UNIT_TYPE" val="l_h_i"/>
</p:tagLst>
</file>

<file path=ppt/tags/tag458.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a"/>
  <p:tag name="KSO_WM_LAYOUT_CHECK_HASH" val="8bbf8011bcec766a786f99819e5461c3be4d05bd"/>
  <p:tag name="KSO_WM_NEWLAYOUT_GROUP_ID" val="layout_53"/>
  <p:tag name="KSO_WM_NEWLAYOUT_ID" val="slide_5243c459b85cdfba"/>
</p:tagLst>
</file>

<file path=ppt/tags/tag459.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d"/>
</p:tagLst>
</file>

<file path=ppt/tags/tag460.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a"/>
</p:tagLst>
</file>

<file path=ppt/tags/tag461.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f"/>
</p:tagLst>
</file>

<file path=ppt/tags/tag462.xml><?xml version="1.0" encoding="utf-8"?>
<p:tagLst xmlns:a="http://schemas.openxmlformats.org/drawingml/2006/main" xmlns:r="http://schemas.openxmlformats.org/officeDocument/2006/relationships" xmlns:p="http://schemas.openxmlformats.org/presentationml/2006/main">
  <p:tag name="KSO_WM_FIGMA_DECORATION_INDEX" val="18"/>
  <p:tag name="$PH_EXT" val="2"/>
  <p:tag name="KSO_WM_BEAUTIFY_FLAG" val="#fgm#"/>
  <p:tag name="KSO_WM_DIAGRAM_GROUP_CODE" val="1"/>
  <p:tag name="KSO_WM_FIGMA_FLAG" val="#fgm#"/>
  <p:tag name="KSO_WM_SHAPE_BGTYPE" val="lt2"/>
  <p:tag name="KSO_WM_SHAPE_BRIGHT_DATA" val="[{&quot;dk1&quot;:-60,&quot;dk2&quot;:-50,&quot;lt1&quot;:90,&quot;lt2&quot;:100},{&quot;dk1&quot;:-60,&quot;dk2&quot;:-50,&quot;lt1&quot;:90,&quot;lt2&quot;:100}]"/>
  <p:tag name="KSO_WM_SHAPE_UPDATE_BRIGHT" val="1"/>
  <p:tag name="KSO_WM_SYNC_SLIDE_TEXT" val="1"/>
  <p:tag name="KSO_WM_UNIT_INDEX" val="1_2_1"/>
  <p:tag name="KSO_WM_UNIT_TYPE" val="l_h_i"/>
</p:tagLst>
</file>

<file path=ppt/tags/tag463.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d"/>
</p:tagLst>
</file>

<file path=ppt/tags/tag464.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a"/>
</p:tagLst>
</file>

<file path=ppt/tags/tag465.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f"/>
</p:tagLst>
</file>

<file path=ppt/tags/tag466.xml><?xml version="1.0" encoding="utf-8"?>
<p:tagLst xmlns:a="http://schemas.openxmlformats.org/drawingml/2006/main" xmlns:r="http://schemas.openxmlformats.org/officeDocument/2006/relationships" xmlns:p="http://schemas.openxmlformats.org/presentationml/2006/main">
  <p:tag name="KSO_WM_UNIT_ID" val="_19**"/>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467.xml><?xml version="1.0" encoding="utf-8"?>
<p:tagLst xmlns:a="http://schemas.openxmlformats.org/drawingml/2006/main" xmlns:r="http://schemas.openxmlformats.org/officeDocument/2006/relationships" xmlns:p="http://schemas.openxmlformats.org/presentationml/2006/main">
  <p:tag name="KSO_WM_UNIT_ID" val="_19**"/>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468.xml><?xml version="1.0" encoding="utf-8"?>
<p:tagLst xmlns:a="http://schemas.openxmlformats.org/drawingml/2006/main" xmlns:r="http://schemas.openxmlformats.org/officeDocument/2006/relationships" xmlns:p="http://schemas.openxmlformats.org/presentationml/2006/main">
  <p:tag name="KSO_WM_UNIT_ID" val="_19**"/>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469.xml><?xml version="1.0" encoding="utf-8"?>
<p:tagLst xmlns:a="http://schemas.openxmlformats.org/drawingml/2006/main" xmlns:r="http://schemas.openxmlformats.org/officeDocument/2006/relationships" xmlns:p="http://schemas.openxmlformats.org/presentationml/2006/main">
  <p:tag name="KSO_WM_FIGMA_DECORATION_INDEX" val="17"/>
  <p:tag name="$PH_EXT" val="2"/>
  <p:tag name="KSO_WM_BEAUTIFY_FLAG" val="#fgm#"/>
  <p:tag name="KSO_WM_DIAGRAM_GROUP_CODE" val="1"/>
  <p:tag name="KSO_WM_FIGMA_FLAG" val="#fgm#"/>
  <p:tag name="KSO_WM_SYNC_SLIDE_TEXT" val="1"/>
  <p:tag name="KSO_WM_UNIT_INDEX" val="1_1_1"/>
  <p:tag name="KSO_WM_UNIT_TYPE" val="l_h_i"/>
</p:tagLst>
</file>

<file path=ppt/tags/tag470.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a"/>
  <p:tag name="KSO_WM_LAYOUT_CHECK_HASH" val="144267f1f5ef29bbf854bfca3128fdbb121c31c1"/>
  <p:tag name="KSO_WM_NEWLAYOUT_GROUP_ID" val="layout_57"/>
  <p:tag name="KSO_WM_NEWLAYOUT_ID" val="slide_d4395abd047177c1"/>
</p:tagLst>
</file>

<file path=ppt/tags/tag471.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d"/>
</p:tagLst>
</file>

<file path=ppt/tags/tag472.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a"/>
</p:tagLst>
</file>

<file path=ppt/tags/tag473.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f"/>
</p:tagLst>
</file>

<file path=ppt/tags/tag474.xml><?xml version="1.0" encoding="utf-8"?>
<p:tagLst xmlns:a="http://schemas.openxmlformats.org/drawingml/2006/main" xmlns:r="http://schemas.openxmlformats.org/officeDocument/2006/relationships" xmlns:p="http://schemas.openxmlformats.org/presentationml/2006/main">
  <p:tag name="KSO_WM_FIGMA_DECORATION_INDEX" val="17"/>
  <p:tag name="$PH_EXT" val="2"/>
  <p:tag name="KSO_WM_BEAUTIFY_FLAG" val="#fgm#"/>
  <p:tag name="KSO_WM_DIAGRAM_GROUP_CODE" val="1"/>
  <p:tag name="KSO_WM_FIGMA_FLAG" val="#fgm#"/>
  <p:tag name="KSO_WM_SYNC_SLIDE_TEXT" val="1"/>
  <p:tag name="KSO_WM_UNIT_INDEX" val="1_2_1"/>
  <p:tag name="KSO_WM_UNIT_TYPE" val="l_h_i"/>
</p:tagLst>
</file>

<file path=ppt/tags/tag475.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d"/>
</p:tagLst>
</file>

<file path=ppt/tags/tag476.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a"/>
</p:tagLst>
</file>

<file path=ppt/tags/tag477.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f"/>
</p:tagLst>
</file>

<file path=ppt/tags/tag478.xml><?xml version="1.0" encoding="utf-8"?>
<p:tagLst xmlns:a="http://schemas.openxmlformats.org/drawingml/2006/main" xmlns:r="http://schemas.openxmlformats.org/officeDocument/2006/relationships" xmlns:p="http://schemas.openxmlformats.org/presentationml/2006/main">
  <p:tag name="KSO_WM_FIGMA_DECORATION_INDEX" val="17"/>
  <p:tag name="$PH_EXT" val="2"/>
  <p:tag name="KSO_WM_BEAUTIFY_FLAG" val="#fgm#"/>
  <p:tag name="KSO_WM_DIAGRAM_GROUP_CODE" val="1"/>
  <p:tag name="KSO_WM_FIGMA_FLAG" val="#fgm#"/>
  <p:tag name="KSO_WM_SYNC_SLIDE_TEXT" val="1"/>
  <p:tag name="KSO_WM_UNIT_INDEX" val="1_3_1"/>
  <p:tag name="KSO_WM_UNIT_TYPE" val="l_h_i"/>
</p:tagLst>
</file>

<file path=ppt/tags/tag479.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d"/>
</p:tagLst>
</file>

<file path=ppt/tags/tag480.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a"/>
</p:tagLst>
</file>

<file path=ppt/tags/tag481.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f"/>
</p:tagLst>
</file>

<file path=ppt/tags/tag482.xml><?xml version="1.0" encoding="utf-8"?>
<p:tagLst xmlns:a="http://schemas.openxmlformats.org/drawingml/2006/main" xmlns:r="http://schemas.openxmlformats.org/officeDocument/2006/relationships" xmlns:p="http://schemas.openxmlformats.org/presentationml/2006/main">
  <p:tag name="KSO_WM_FIGMA_DECORATION_INDEX" val="17"/>
  <p:tag name="$PH_EXT" val="2"/>
  <p:tag name="KSO_WM_BEAUTIFY_FLAG" val="#fgm#"/>
  <p:tag name="KSO_WM_DIAGRAM_GROUP_CODE" val="1"/>
  <p:tag name="KSO_WM_FIGMA_FLAG" val="#fgm#"/>
  <p:tag name="KSO_WM_SYNC_SLIDE_TEXT" val="1"/>
  <p:tag name="KSO_WM_UNIT_INDEX" val="1_4_1"/>
  <p:tag name="KSO_WM_UNIT_TYPE" val="l_h_i"/>
</p:tagLst>
</file>

<file path=ppt/tags/tag483.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4_1"/>
  <p:tag name="KSO_WM_UNIT_TYPE" val="l_h_d"/>
</p:tagLst>
</file>

<file path=ppt/tags/tag484.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4_1"/>
  <p:tag name="KSO_WM_UNIT_TYPE" val="l_h_a"/>
</p:tagLst>
</file>

<file path=ppt/tags/tag485.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4_1"/>
  <p:tag name="KSO_WM_UNIT_TYPE" val="l_h_f"/>
</p:tagLst>
</file>

<file path=ppt/tags/tag486.xml><?xml version="1.0" encoding="utf-8"?>
<p:tagLst xmlns:a="http://schemas.openxmlformats.org/drawingml/2006/main" xmlns:r="http://schemas.openxmlformats.org/officeDocument/2006/relationships" xmlns:p="http://schemas.openxmlformats.org/presentationml/2006/main">
  <p:tag name="KSO_WM_UNIT_ID" val="_19**"/>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487.xml><?xml version="1.0" encoding="utf-8"?>
<p:tagLst xmlns:a="http://schemas.openxmlformats.org/drawingml/2006/main" xmlns:r="http://schemas.openxmlformats.org/officeDocument/2006/relationships" xmlns:p="http://schemas.openxmlformats.org/presentationml/2006/main">
  <p:tag name="KSO_WM_UNIT_ID" val="_19**"/>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488.xml><?xml version="1.0" encoding="utf-8"?>
<p:tagLst xmlns:a="http://schemas.openxmlformats.org/drawingml/2006/main" xmlns:r="http://schemas.openxmlformats.org/officeDocument/2006/relationships" xmlns:p="http://schemas.openxmlformats.org/presentationml/2006/main">
  <p:tag name="KSO_WM_UNIT_ID" val="_19**"/>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489.xml><?xml version="1.0" encoding="utf-8"?>
<p:tagLst xmlns:a="http://schemas.openxmlformats.org/drawingml/2006/main" xmlns:r="http://schemas.openxmlformats.org/officeDocument/2006/relationships" xmlns:p="http://schemas.openxmlformats.org/presentationml/2006/main">
  <p:tag name="KSO_WM_FIGMA_DECORATION_INDEX" val="18"/>
  <p:tag name="$PH_EXT" val="2"/>
  <p:tag name="KSO_WM_BEAUTIFY_FLAG" val="#fgm#"/>
  <p:tag name="KSO_WM_DIAGRAM_GROUP_CODE" val="1"/>
  <p:tag name="KSO_WM_FIGMA_FLAG" val="#fgm#"/>
  <p:tag name="KSO_WM_SHAPE_BGTYPE" val="lt2"/>
  <p:tag name="KSO_WM_SHAPE_BRIGHT_DATA" val="[{&quot;dk1&quot;:-60,&quot;dk2&quot;:-50,&quot;lt1&quot;:90,&quot;lt2&quot;:100},{&quot;dk1&quot;:-60,&quot;dk2&quot;:-50,&quot;lt1&quot;:90,&quot;lt2&quot;:100}]"/>
  <p:tag name="KSO_WM_SHAPE_UPDATE_BRIGHT" val="1"/>
  <p:tag name="KSO_WM_SYNC_SLIDE_TEXT" val="1"/>
  <p:tag name="KSO_WM_UNIT_INDEX" val="1_1_1"/>
  <p:tag name="KSO_WM_UNIT_TYPE" val="l_h_i"/>
</p:tagLst>
</file>

<file path=ppt/tags/tag490.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a"/>
  <p:tag name="KSO_WM_LAYOUT_CHECK_HASH" val="2ad19b19b729e78e045f883d07d5c1de07296b09"/>
  <p:tag name="KSO_WM_NEWLAYOUT_GROUP_ID" val="layout_10004"/>
  <p:tag name="KSO_WM_NEWLAYOUT_ID" val="slide_aec818c1bcb6d7c7"/>
</p:tagLst>
</file>

<file path=ppt/tags/tag491.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a"/>
</p:tagLst>
</file>

<file path=ppt/tags/tag492.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f"/>
</p:tagLst>
</file>

<file path=ppt/tags/tag493.xml><?xml version="1.0" encoding="utf-8"?>
<p:tagLst xmlns:a="http://schemas.openxmlformats.org/drawingml/2006/main" xmlns:r="http://schemas.openxmlformats.org/officeDocument/2006/relationships" xmlns:p="http://schemas.openxmlformats.org/presentationml/2006/main">
  <p:tag name="KSO_WM_UNIT_ID" val="_19**"/>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494.xml><?xml version="1.0" encoding="utf-8"?>
<p:tagLst xmlns:a="http://schemas.openxmlformats.org/drawingml/2006/main" xmlns:r="http://schemas.openxmlformats.org/officeDocument/2006/relationships" xmlns:p="http://schemas.openxmlformats.org/presentationml/2006/main">
  <p:tag name="KSO_WM_UNIT_ID" val="_19**"/>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495.xml><?xml version="1.0" encoding="utf-8"?>
<p:tagLst xmlns:a="http://schemas.openxmlformats.org/drawingml/2006/main" xmlns:r="http://schemas.openxmlformats.org/officeDocument/2006/relationships" xmlns:p="http://schemas.openxmlformats.org/presentationml/2006/main">
  <p:tag name="KSO_WM_UNIT_ID" val="_19**"/>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496.xml><?xml version="1.0" encoding="utf-8"?>
<p:tagLst xmlns:a="http://schemas.openxmlformats.org/drawingml/2006/main" xmlns:r="http://schemas.openxmlformats.org/officeDocument/2006/relationships" xmlns:p="http://schemas.openxmlformats.org/presentationml/2006/main">
  <p:tag name="KSO_WM_FIGMA_DECORATION_INDEX" val="16"/>
  <p:tag name="$PH_EXT" val="2"/>
  <p:tag name="KSO_WM_BEAUTIFY_FLAG" val="#fgm#"/>
  <p:tag name="KSO_WM_DIAGRAM_GROUP_CODE" val="1"/>
  <p:tag name="KSO_WM_FIGMA_FLAG" val="#fgm#"/>
  <p:tag name="KSO_WM_SYNC_SLIDE_TEXT" val="1"/>
  <p:tag name="KSO_WM_UNIT_INDEX" val="1_1_1"/>
  <p:tag name="KSO_WM_UNIT_TYPE" val="l_h_i"/>
</p:tagLst>
</file>

<file path=ppt/tags/tag497.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a"/>
  <p:tag name="KSO_WM_LAYOUT_CHECK_HASH" val="0bd369587dacf31117d215667b3f07891e23d64f"/>
  <p:tag name="KSO_WM_NEWLAYOUT_GROUP_ID" val="layout_3"/>
  <p:tag name="KSO_WM_NEWLAYOUT_ID" val="slide_0237f1834dd0fed3"/>
</p:tagLst>
</file>

<file path=ppt/tags/tag498.xml><?xml version="1.0" encoding="utf-8"?>
<p:tagLst xmlns:a="http://schemas.openxmlformats.org/drawingml/2006/main" xmlns:r="http://schemas.openxmlformats.org/officeDocument/2006/relationships" xmlns:p="http://schemas.openxmlformats.org/presentationml/2006/main">
  <p:tag name="KSO_WM_FIGMA_DECORATION_INDEX" val="7"/>
  <p:tag name="$PH_EXT" val="1"/>
  <p:tag name="KSO_WM_BEAUTIFY_FLAG" val="#fgm#"/>
  <p:tag name="KSO_WM_DIAGRAM_GROUP_CODE" val="1"/>
  <p:tag name="KSO_WM_FIGMA_FLAG" val="#fgm#"/>
  <p:tag name="KSO_WM_UNIT_INDEX" val="1_1_1"/>
  <p:tag name="KSO_WM_UNIT_TYPE" val="l_h_x"/>
</p:tagLst>
</file>

<file path=ppt/tags/tag499.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a"/>
</p:tagLst>
</file>

<file path=ppt/tags/tag500.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f"/>
</p:tagLst>
</file>

<file path=ppt/tags/tag501.xml><?xml version="1.0" encoding="utf-8"?>
<p:tagLst xmlns:a="http://schemas.openxmlformats.org/drawingml/2006/main" xmlns:r="http://schemas.openxmlformats.org/officeDocument/2006/relationships" xmlns:p="http://schemas.openxmlformats.org/presentationml/2006/main">
  <p:tag name="KSO_WM_FIGMA_DECORATION_INDEX" val="16"/>
  <p:tag name="$PH_EXT" val="2"/>
  <p:tag name="KSO_WM_BEAUTIFY_FLAG" val="#fgm#"/>
  <p:tag name="KSO_WM_DIAGRAM_GROUP_CODE" val="1"/>
  <p:tag name="KSO_WM_FIGMA_FLAG" val="#fgm#"/>
  <p:tag name="KSO_WM_SYNC_SLIDE_TEXT" val="1"/>
  <p:tag name="KSO_WM_UNIT_INDEX" val="1_2_1"/>
  <p:tag name="KSO_WM_UNIT_TYPE" val="l_h_i"/>
</p:tagLst>
</file>

<file path=ppt/tags/tag502.xml><?xml version="1.0" encoding="utf-8"?>
<p:tagLst xmlns:a="http://schemas.openxmlformats.org/drawingml/2006/main" xmlns:r="http://schemas.openxmlformats.org/officeDocument/2006/relationships" xmlns:p="http://schemas.openxmlformats.org/presentationml/2006/main">
  <p:tag name="KSO_WM_FIGMA_DECORATION_INDEX" val="8"/>
  <p:tag name="$PH_EXT" val="1"/>
  <p:tag name="KSO_WM_BEAUTIFY_FLAG" val="#fgm#"/>
  <p:tag name="KSO_WM_DIAGRAM_GROUP_CODE" val="1"/>
  <p:tag name="KSO_WM_FIGMA_FLAG" val="#fgm#"/>
  <p:tag name="KSO_WM_UNIT_INDEX" val="1_2_1"/>
  <p:tag name="KSO_WM_UNIT_TYPE" val="l_h_x"/>
</p:tagLst>
</file>

<file path=ppt/tags/tag503.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a"/>
</p:tagLst>
</file>

<file path=ppt/tags/tag504.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f"/>
</p:tagLst>
</file>

<file path=ppt/tags/tag505.xml><?xml version="1.0" encoding="utf-8"?>
<p:tagLst xmlns:a="http://schemas.openxmlformats.org/drawingml/2006/main" xmlns:r="http://schemas.openxmlformats.org/officeDocument/2006/relationships" xmlns:p="http://schemas.openxmlformats.org/presentationml/2006/main">
  <p:tag name="KSO_WM_FIGMA_DECORATION_INDEX" val="16"/>
  <p:tag name="$PH_EXT" val="2"/>
  <p:tag name="KSO_WM_BEAUTIFY_FLAG" val="#fgm#"/>
  <p:tag name="KSO_WM_DIAGRAM_GROUP_CODE" val="1"/>
  <p:tag name="KSO_WM_FIGMA_FLAG" val="#fgm#"/>
  <p:tag name="KSO_WM_SYNC_SLIDE_TEXT" val="1"/>
  <p:tag name="KSO_WM_UNIT_INDEX" val="1_3_1"/>
  <p:tag name="KSO_WM_UNIT_TYPE" val="l_h_i"/>
</p:tagLst>
</file>

<file path=ppt/tags/tag506.xml><?xml version="1.0" encoding="utf-8"?>
<p:tagLst xmlns:a="http://schemas.openxmlformats.org/drawingml/2006/main" xmlns:r="http://schemas.openxmlformats.org/officeDocument/2006/relationships" xmlns:p="http://schemas.openxmlformats.org/presentationml/2006/main">
  <p:tag name="KSO_WM_FIGMA_DECORATION_INDEX" val="9"/>
  <p:tag name="$PH_EXT" val="1"/>
  <p:tag name="KSO_WM_BEAUTIFY_FLAG" val="#fgm#"/>
  <p:tag name="KSO_WM_DIAGRAM_GROUP_CODE" val="1"/>
  <p:tag name="KSO_WM_FIGMA_FLAG" val="#fgm#"/>
  <p:tag name="KSO_WM_UNIT_INDEX" val="1_3_1"/>
  <p:tag name="KSO_WM_UNIT_TYPE" val="l_h_x"/>
</p:tagLst>
</file>

<file path=ppt/tags/tag507.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a"/>
</p:tagLst>
</file>

<file path=ppt/tags/tag508.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f"/>
</p:tagLst>
</file>

<file path=ppt/tags/tag509.xml><?xml version="1.0" encoding="utf-8"?>
<p:tagLst xmlns:a="http://schemas.openxmlformats.org/drawingml/2006/main" xmlns:r="http://schemas.openxmlformats.org/officeDocument/2006/relationships" xmlns:p="http://schemas.openxmlformats.org/presentationml/2006/main">
  <p:tag name="KSO_WM_FIGMA_DECORATION_INDEX" val="16"/>
  <p:tag name="$PH_EXT" val="2"/>
  <p:tag name="KSO_WM_BEAUTIFY_FLAG" val="#fgm#"/>
  <p:tag name="KSO_WM_DIAGRAM_GROUP_CODE" val="1"/>
  <p:tag name="KSO_WM_FIGMA_FLAG" val="#fgm#"/>
  <p:tag name="KSO_WM_SYNC_SLIDE_TEXT" val="1"/>
  <p:tag name="KSO_WM_UNIT_INDEX" val="1_4_1"/>
  <p:tag name="KSO_WM_UNIT_TYPE" val="l_h_i"/>
</p:tagLst>
</file>

<file path=ppt/tags/tag510.xml><?xml version="1.0" encoding="utf-8"?>
<p:tagLst xmlns:a="http://schemas.openxmlformats.org/drawingml/2006/main" xmlns:r="http://schemas.openxmlformats.org/officeDocument/2006/relationships" xmlns:p="http://schemas.openxmlformats.org/presentationml/2006/main">
  <p:tag name="KSO_WM_FIGMA_DECORATION_INDEX" val="10"/>
  <p:tag name="$PH_EXT" val="1"/>
  <p:tag name="KSO_WM_BEAUTIFY_FLAG" val="#fgm#"/>
  <p:tag name="KSO_WM_DIAGRAM_GROUP_CODE" val="1"/>
  <p:tag name="KSO_WM_FIGMA_FLAG" val="#fgm#"/>
  <p:tag name="KSO_WM_UNIT_INDEX" val="1_4_1"/>
  <p:tag name="KSO_WM_UNIT_TYPE" val="l_h_x"/>
</p:tagLst>
</file>

<file path=ppt/tags/tag511.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4_1"/>
  <p:tag name="KSO_WM_UNIT_TYPE" val="l_h_a"/>
</p:tagLst>
</file>

<file path=ppt/tags/tag512.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4_1"/>
  <p:tag name="KSO_WM_UNIT_TYPE" val="l_h_f"/>
</p:tagLst>
</file>

<file path=ppt/tags/tag513.xml><?xml version="1.0" encoding="utf-8"?>
<p:tagLst xmlns:a="http://schemas.openxmlformats.org/drawingml/2006/main" xmlns:r="http://schemas.openxmlformats.org/officeDocument/2006/relationships" xmlns:p="http://schemas.openxmlformats.org/presentationml/2006/main">
  <p:tag name="KSO_WM_UNIT_ID" val="_19**"/>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514.xml><?xml version="1.0" encoding="utf-8"?>
<p:tagLst xmlns:a="http://schemas.openxmlformats.org/drawingml/2006/main" xmlns:r="http://schemas.openxmlformats.org/officeDocument/2006/relationships" xmlns:p="http://schemas.openxmlformats.org/presentationml/2006/main">
  <p:tag name="KSO_WM_UNIT_ID" val="_19**"/>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515.xml><?xml version="1.0" encoding="utf-8"?>
<p:tagLst xmlns:a="http://schemas.openxmlformats.org/drawingml/2006/main" xmlns:r="http://schemas.openxmlformats.org/officeDocument/2006/relationships" xmlns:p="http://schemas.openxmlformats.org/presentationml/2006/main">
  <p:tag name="KSO_WM_UNIT_ID" val="_19**"/>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516.xml><?xml version="1.0" encoding="utf-8"?>
<p:tagLst xmlns:a="http://schemas.openxmlformats.org/drawingml/2006/main" xmlns:r="http://schemas.openxmlformats.org/officeDocument/2006/relationships" xmlns:p="http://schemas.openxmlformats.org/presentationml/2006/main">
  <p:tag name="KSO_WM_FIGMA_DECORATION_INDEX" val="17"/>
  <p:tag name="$PH_EXT" val="2"/>
  <p:tag name="KSO_WM_BEAUTIFY_FLAG" val="#fgm#"/>
  <p:tag name="KSO_WM_DIAGRAM_GROUP_CODE" val="1"/>
  <p:tag name="KSO_WM_FIGMA_FLAG" val="#fgm#"/>
  <p:tag name="KSO_WM_SYNC_SLIDE_TEXT" val="1"/>
  <p:tag name="KSO_WM_UNIT_INDEX" val="1_1_1"/>
  <p:tag name="KSO_WM_UNIT_TYPE" val="l_h_i"/>
</p:tagLst>
</file>

<file path=ppt/tags/tag517.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a"/>
  <p:tag name="KSO_WM_LAYOUT_CHECK_HASH" val="60de1554c2fddcbdc38fe25602ee199fb5a7d63f"/>
  <p:tag name="KSO_WM_NEWLAYOUT_GROUP_ID" val="layout_2"/>
  <p:tag name="KSO_WM_NEWLAYOUT_ID" val="slide_d665d6f003d2fe82"/>
</p:tagLst>
</file>

<file path=ppt/tags/tag518.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d"/>
</p:tagLst>
</file>

<file path=ppt/tags/tag519.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a"/>
</p:tagLst>
</file>

<file path=ppt/tags/tag520.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f"/>
</p:tagLst>
</file>

<file path=ppt/tags/tag521.xml><?xml version="1.0" encoding="utf-8"?>
<p:tagLst xmlns:a="http://schemas.openxmlformats.org/drawingml/2006/main" xmlns:r="http://schemas.openxmlformats.org/officeDocument/2006/relationships" xmlns:p="http://schemas.openxmlformats.org/presentationml/2006/main">
  <p:tag name="KSO_WM_FIGMA_DECORATION_INDEX" val="18"/>
  <p:tag name="$PH_EXT" val="2"/>
  <p:tag name="KSO_WM_BEAUTIFY_FLAG" val="#fgm#"/>
  <p:tag name="KSO_WM_DIAGRAM_GROUP_CODE" val="1"/>
  <p:tag name="KSO_WM_FIGMA_FLAG" val="#fgm#"/>
  <p:tag name="KSO_WM_SHAPE_BGTYPE" val="lt2"/>
  <p:tag name="KSO_WM_SHAPE_BRIGHT_DATA" val="[{&quot;dk1&quot;:-60,&quot;dk2&quot;:-50,&quot;lt1&quot;:90,&quot;lt2&quot;:100},{&quot;dk1&quot;:-60,&quot;dk2&quot;:-50,&quot;lt1&quot;:90,&quot;lt2&quot;:100}]"/>
  <p:tag name="KSO_WM_SHAPE_UPDATE_BRIGHT" val="1"/>
  <p:tag name="KSO_WM_SYNC_SLIDE_TEXT" val="1"/>
  <p:tag name="KSO_WM_UNIT_INDEX" val="1_2_1"/>
  <p:tag name="KSO_WM_UNIT_TYPE" val="l_h_i"/>
</p:tagLst>
</file>

<file path=ppt/tags/tag522.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d"/>
</p:tagLst>
</file>

<file path=ppt/tags/tag523.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a"/>
</p:tagLst>
</file>

<file path=ppt/tags/tag524.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f"/>
</p:tagLst>
</file>

<file path=ppt/tags/tag525.xml><?xml version="1.0" encoding="utf-8"?>
<p:tagLst xmlns:a="http://schemas.openxmlformats.org/drawingml/2006/main" xmlns:r="http://schemas.openxmlformats.org/officeDocument/2006/relationships" xmlns:p="http://schemas.openxmlformats.org/presentationml/2006/main">
  <p:tag name="KSO_WM_FIGMA_DECORATION_INDEX" val="17"/>
  <p:tag name="$PH_EXT" val="2"/>
  <p:tag name="KSO_WM_BEAUTIFY_FLAG" val="#fgm#"/>
  <p:tag name="KSO_WM_DIAGRAM_GROUP_CODE" val="1"/>
  <p:tag name="KSO_WM_FIGMA_FLAG" val="#fgm#"/>
  <p:tag name="KSO_WM_SYNC_SLIDE_TEXT" val="1"/>
  <p:tag name="KSO_WM_UNIT_INDEX" val="1_3_1"/>
  <p:tag name="KSO_WM_UNIT_TYPE" val="l_h_i"/>
</p:tagLst>
</file>

<file path=ppt/tags/tag526.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d"/>
</p:tagLst>
</file>

<file path=ppt/tags/tag527.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a"/>
</p:tagLst>
</file>

<file path=ppt/tags/tag528.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f"/>
</p:tagLst>
</file>

<file path=ppt/tags/tag529.xml><?xml version="1.0" encoding="utf-8"?>
<p:tagLst xmlns:a="http://schemas.openxmlformats.org/drawingml/2006/main" xmlns:r="http://schemas.openxmlformats.org/officeDocument/2006/relationships" xmlns:p="http://schemas.openxmlformats.org/presentationml/2006/main">
  <p:tag name="KSO_WM_UNIT_ID" val="_19**"/>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530.xml><?xml version="1.0" encoding="utf-8"?>
<p:tagLst xmlns:a="http://schemas.openxmlformats.org/drawingml/2006/main" xmlns:r="http://schemas.openxmlformats.org/officeDocument/2006/relationships" xmlns:p="http://schemas.openxmlformats.org/presentationml/2006/main">
  <p:tag name="KSO_WM_UNIT_ID" val="_19**"/>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531.xml><?xml version="1.0" encoding="utf-8"?>
<p:tagLst xmlns:a="http://schemas.openxmlformats.org/drawingml/2006/main" xmlns:r="http://schemas.openxmlformats.org/officeDocument/2006/relationships" xmlns:p="http://schemas.openxmlformats.org/presentationml/2006/main">
  <p:tag name="KSO_WM_UNIT_ID" val="_19**"/>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532.xml><?xml version="1.0" encoding="utf-8"?>
<p:tagLst xmlns:a="http://schemas.openxmlformats.org/drawingml/2006/main" xmlns:r="http://schemas.openxmlformats.org/officeDocument/2006/relationships" xmlns:p="http://schemas.openxmlformats.org/presentationml/2006/main">
  <p:tag name="KSO_WM_FIGMA_DECORATION_INDEX" val="18"/>
  <p:tag name="$PH_EXT" val="2"/>
  <p:tag name="KSO_WM_BEAUTIFY_FLAG" val="#fgm#"/>
  <p:tag name="KSO_WM_DIAGRAM_GROUP_CODE" val="1"/>
  <p:tag name="KSO_WM_FIGMA_FLAG" val="#fgm#"/>
  <p:tag name="KSO_WM_SHAPE_BGTYPE" val="lt2"/>
  <p:tag name="KSO_WM_SHAPE_BRIGHT_DATA" val="[{&quot;dk1&quot;:-60,&quot;dk2&quot;:-50,&quot;lt1&quot;:90,&quot;lt2&quot;:100},{&quot;dk1&quot;:-60,&quot;dk2&quot;:-50,&quot;lt1&quot;:90,&quot;lt2&quot;:100}]"/>
  <p:tag name="KSO_WM_SHAPE_UPDATE_BRIGHT" val="1"/>
  <p:tag name="KSO_WM_SYNC_SLIDE_TEXT" val="1"/>
  <p:tag name="KSO_WM_UNIT_INDEX" val="1_1_1"/>
  <p:tag name="KSO_WM_UNIT_TYPE" val="l_h_i"/>
</p:tagLst>
</file>

<file path=ppt/tags/tag533.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a"/>
  <p:tag name="KSO_WM_LAYOUT_CHECK_HASH" val="0dd810ebe6f10ebadfe8770468e4054535c42c83"/>
  <p:tag name="KSO_WM_NEWLAYOUT_GROUP_ID" val="layout_26"/>
  <p:tag name="KSO_WM_NEWLAYOUT_ID" val="slide_b529fd4d3bc968ad"/>
</p:tagLst>
</file>

<file path=ppt/tags/tag534.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d"/>
</p:tagLst>
</file>

<file path=ppt/tags/tag535.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a"/>
</p:tagLst>
</file>

<file path=ppt/tags/tag536.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f"/>
</p:tagLst>
</file>

<file path=ppt/tags/tag537.xml><?xml version="1.0" encoding="utf-8"?>
<p:tagLst xmlns:a="http://schemas.openxmlformats.org/drawingml/2006/main" xmlns:r="http://schemas.openxmlformats.org/officeDocument/2006/relationships" xmlns:p="http://schemas.openxmlformats.org/presentationml/2006/main">
  <p:tag name="KSO_WM_FIGMA_DECORATION_INDEX" val="18"/>
  <p:tag name="$PH_EXT" val="2"/>
  <p:tag name="KSO_WM_BEAUTIFY_FLAG" val="#fgm#"/>
  <p:tag name="KSO_WM_DIAGRAM_GROUP_CODE" val="1"/>
  <p:tag name="KSO_WM_FIGMA_FLAG" val="#fgm#"/>
  <p:tag name="KSO_WM_SHAPE_BGTYPE" val="lt2"/>
  <p:tag name="KSO_WM_SHAPE_BRIGHT_DATA" val="[{&quot;dk1&quot;:-60,&quot;dk2&quot;:-50,&quot;lt1&quot;:90,&quot;lt2&quot;:100},{&quot;dk1&quot;:-60,&quot;dk2&quot;:-50,&quot;lt1&quot;:90,&quot;lt2&quot;:100}]"/>
  <p:tag name="KSO_WM_SHAPE_UPDATE_BRIGHT" val="1"/>
  <p:tag name="KSO_WM_SYNC_SLIDE_TEXT" val="1"/>
  <p:tag name="KSO_WM_UNIT_INDEX" val="1_2_1"/>
  <p:tag name="KSO_WM_UNIT_TYPE" val="l_h_i"/>
</p:tagLst>
</file>

<file path=ppt/tags/tag538.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d"/>
</p:tagLst>
</file>

<file path=ppt/tags/tag539.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a"/>
</p:tagLst>
</file>

<file path=ppt/tags/tag540.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f"/>
</p:tagLst>
</file>

<file path=ppt/tags/tag541.xml><?xml version="1.0" encoding="utf-8"?>
<p:tagLst xmlns:a="http://schemas.openxmlformats.org/drawingml/2006/main" xmlns:r="http://schemas.openxmlformats.org/officeDocument/2006/relationships" xmlns:p="http://schemas.openxmlformats.org/presentationml/2006/main">
  <p:tag name="KSO_WM_FIGMA_DECORATION_INDEX" val="18"/>
  <p:tag name="$PH_EXT" val="2"/>
  <p:tag name="KSO_WM_BEAUTIFY_FLAG" val="#fgm#"/>
  <p:tag name="KSO_WM_DIAGRAM_GROUP_CODE" val="1"/>
  <p:tag name="KSO_WM_FIGMA_FLAG" val="#fgm#"/>
  <p:tag name="KSO_WM_SHAPE_BGTYPE" val="lt2"/>
  <p:tag name="KSO_WM_SHAPE_BRIGHT_DATA" val="[{&quot;dk1&quot;:-60,&quot;dk2&quot;:-50,&quot;lt1&quot;:90,&quot;lt2&quot;:100},{&quot;dk1&quot;:-60,&quot;dk2&quot;:-50,&quot;lt1&quot;:90,&quot;lt2&quot;:100}]"/>
  <p:tag name="KSO_WM_SHAPE_UPDATE_BRIGHT" val="1"/>
  <p:tag name="KSO_WM_SYNC_SLIDE_TEXT" val="1"/>
  <p:tag name="KSO_WM_UNIT_INDEX" val="1_3_1"/>
  <p:tag name="KSO_WM_UNIT_TYPE" val="l_h_i"/>
</p:tagLst>
</file>

<file path=ppt/tags/tag542.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d"/>
</p:tagLst>
</file>

<file path=ppt/tags/tag543.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a"/>
</p:tagLst>
</file>

<file path=ppt/tags/tag544.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f"/>
</p:tagLst>
</file>

<file path=ppt/tags/tag545.xml><?xml version="1.0" encoding="utf-8"?>
<p:tagLst xmlns:a="http://schemas.openxmlformats.org/drawingml/2006/main" xmlns:r="http://schemas.openxmlformats.org/officeDocument/2006/relationships" xmlns:p="http://schemas.openxmlformats.org/presentationml/2006/main">
  <p:tag name="KSO_WM_FIGMA_DECORATION_INDEX" val="18"/>
  <p:tag name="$PH_EXT" val="2"/>
  <p:tag name="KSO_WM_BEAUTIFY_FLAG" val="#fgm#"/>
  <p:tag name="KSO_WM_DIAGRAM_GROUP_CODE" val="1"/>
  <p:tag name="KSO_WM_FIGMA_FLAG" val="#fgm#"/>
  <p:tag name="KSO_WM_SHAPE_BGTYPE" val="lt2"/>
  <p:tag name="KSO_WM_SHAPE_BRIGHT_DATA" val="[{&quot;dk1&quot;:-60,&quot;dk2&quot;:-50,&quot;lt1&quot;:90,&quot;lt2&quot;:100},{&quot;dk1&quot;:-60,&quot;dk2&quot;:-50,&quot;lt1&quot;:90,&quot;lt2&quot;:100}]"/>
  <p:tag name="KSO_WM_SHAPE_UPDATE_BRIGHT" val="1"/>
  <p:tag name="KSO_WM_SYNC_SLIDE_TEXT" val="1"/>
  <p:tag name="KSO_WM_UNIT_INDEX" val="1_4_1"/>
  <p:tag name="KSO_WM_UNIT_TYPE" val="l_h_i"/>
</p:tagLst>
</file>

<file path=ppt/tags/tag546.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4_1"/>
  <p:tag name="KSO_WM_UNIT_TYPE" val="l_h_d"/>
</p:tagLst>
</file>

<file path=ppt/tags/tag547.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4_1"/>
  <p:tag name="KSO_WM_UNIT_TYPE" val="l_h_a"/>
</p:tagLst>
</file>

<file path=ppt/tags/tag548.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4_1"/>
  <p:tag name="KSO_WM_UNIT_TYPE" val="l_h_f"/>
</p:tagLst>
</file>

<file path=ppt/tags/tag549.xml><?xml version="1.0" encoding="utf-8"?>
<p:tagLst xmlns:a="http://schemas.openxmlformats.org/drawingml/2006/main" xmlns:r="http://schemas.openxmlformats.org/officeDocument/2006/relationships" xmlns:p="http://schemas.openxmlformats.org/presentationml/2006/main">
  <p:tag name="KSO_WM_UNIT_ID" val="_19**"/>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550.xml><?xml version="1.0" encoding="utf-8"?>
<p:tagLst xmlns:a="http://schemas.openxmlformats.org/drawingml/2006/main" xmlns:r="http://schemas.openxmlformats.org/officeDocument/2006/relationships" xmlns:p="http://schemas.openxmlformats.org/presentationml/2006/main">
  <p:tag name="KSO_WM_UNIT_ID" val="_19**"/>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551.xml><?xml version="1.0" encoding="utf-8"?>
<p:tagLst xmlns:a="http://schemas.openxmlformats.org/drawingml/2006/main" xmlns:r="http://schemas.openxmlformats.org/officeDocument/2006/relationships" xmlns:p="http://schemas.openxmlformats.org/presentationml/2006/main">
  <p:tag name="KSO_WM_UNIT_ID" val="_19**"/>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552.xml><?xml version="1.0" encoding="utf-8"?>
<p:tagLst xmlns:a="http://schemas.openxmlformats.org/drawingml/2006/main" xmlns:r="http://schemas.openxmlformats.org/officeDocument/2006/relationships" xmlns:p="http://schemas.openxmlformats.org/presentationml/2006/main">
  <p:tag name="KSO_WM_FIGMA_DECORATION_INDEX" val="18"/>
  <p:tag name="$PH_EXT" val="2"/>
  <p:tag name="KSO_WM_BEAUTIFY_FLAG" val="#fgm#"/>
  <p:tag name="KSO_WM_DIAGRAM_GROUP_CODE" val="1"/>
  <p:tag name="KSO_WM_FIGMA_FLAG" val="#fgm#"/>
  <p:tag name="KSO_WM_SHAPE_BGTYPE" val="lt2"/>
  <p:tag name="KSO_WM_SHAPE_BRIGHT_DATA" val="[{&quot;dk1&quot;:-60,&quot;dk2&quot;:-50,&quot;lt1&quot;:90,&quot;lt2&quot;:100},{&quot;dk1&quot;:-60,&quot;dk2&quot;:-50,&quot;lt1&quot;:90,&quot;lt2&quot;:100}]"/>
  <p:tag name="KSO_WM_SHAPE_UPDATE_BRIGHT" val="1"/>
  <p:tag name="KSO_WM_SYNC_SLIDE_TEXT" val="1"/>
  <p:tag name="KSO_WM_UNIT_INDEX" val="1_1_1"/>
  <p:tag name="KSO_WM_UNIT_TYPE" val="l_h_i"/>
</p:tagLst>
</file>

<file path=ppt/tags/tag553.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a"/>
  <p:tag name="KSO_WM_LAYOUT_CHECK_HASH" val="777ac090c4f6aed6d2c84441f26fd29be35af412"/>
  <p:tag name="KSO_WM_NEWLAYOUT_GROUP_ID" val="layout_31"/>
  <p:tag name="KSO_WM_NEWLAYOUT_ID" val="slide_d326cc5a9d07c076"/>
</p:tagLst>
</file>

<file path=ppt/tags/tag554.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d"/>
</p:tagLst>
</file>

<file path=ppt/tags/tag555.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a"/>
</p:tagLst>
</file>

<file path=ppt/tags/tag556.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f"/>
</p:tagLst>
</file>

<file path=ppt/tags/tag557.xml><?xml version="1.0" encoding="utf-8"?>
<p:tagLst xmlns:a="http://schemas.openxmlformats.org/drawingml/2006/main" xmlns:r="http://schemas.openxmlformats.org/officeDocument/2006/relationships" xmlns:p="http://schemas.openxmlformats.org/presentationml/2006/main">
  <p:tag name="KSO_WM_FIGMA_DECORATION_INDEX" val="18"/>
  <p:tag name="$PH_EXT" val="2"/>
  <p:tag name="KSO_WM_BEAUTIFY_FLAG" val="#fgm#"/>
  <p:tag name="KSO_WM_DIAGRAM_GROUP_CODE" val="1"/>
  <p:tag name="KSO_WM_FIGMA_FLAG" val="#fgm#"/>
  <p:tag name="KSO_WM_SHAPE_BGTYPE" val="lt2"/>
  <p:tag name="KSO_WM_SHAPE_BRIGHT_DATA" val="[{&quot;dk1&quot;:-60,&quot;dk2&quot;:-50,&quot;lt1&quot;:90,&quot;lt2&quot;:100},{&quot;dk1&quot;:-60,&quot;dk2&quot;:-50,&quot;lt1&quot;:90,&quot;lt2&quot;:100}]"/>
  <p:tag name="KSO_WM_SHAPE_UPDATE_BRIGHT" val="1"/>
  <p:tag name="KSO_WM_SYNC_SLIDE_TEXT" val="1"/>
  <p:tag name="KSO_WM_UNIT_INDEX" val="1_2_1"/>
  <p:tag name="KSO_WM_UNIT_TYPE" val="l_h_i"/>
</p:tagLst>
</file>

<file path=ppt/tags/tag558.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d"/>
</p:tagLst>
</file>

<file path=ppt/tags/tag559.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a"/>
</p:tagLst>
</file>

<file path=ppt/tags/tag560.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f"/>
</p:tagLst>
</file>

<file path=ppt/tags/tag561.xml><?xml version="1.0" encoding="utf-8"?>
<p:tagLst xmlns:a="http://schemas.openxmlformats.org/drawingml/2006/main" xmlns:r="http://schemas.openxmlformats.org/officeDocument/2006/relationships" xmlns:p="http://schemas.openxmlformats.org/presentationml/2006/main">
  <p:tag name="KSO_WM_UNIT_ID" val="_19**"/>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562.xml><?xml version="1.0" encoding="utf-8"?>
<p:tagLst xmlns:a="http://schemas.openxmlformats.org/drawingml/2006/main" xmlns:r="http://schemas.openxmlformats.org/officeDocument/2006/relationships" xmlns:p="http://schemas.openxmlformats.org/presentationml/2006/main">
  <p:tag name="KSO_WM_UNIT_ID" val="_19**"/>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563.xml><?xml version="1.0" encoding="utf-8"?>
<p:tagLst xmlns:a="http://schemas.openxmlformats.org/drawingml/2006/main" xmlns:r="http://schemas.openxmlformats.org/officeDocument/2006/relationships" xmlns:p="http://schemas.openxmlformats.org/presentationml/2006/main">
  <p:tag name="KSO_WM_UNIT_ID" val="_19**"/>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564.xml><?xml version="1.0" encoding="utf-8"?>
<p:tagLst xmlns:a="http://schemas.openxmlformats.org/drawingml/2006/main" xmlns:r="http://schemas.openxmlformats.org/officeDocument/2006/relationships" xmlns:p="http://schemas.openxmlformats.org/presentationml/2006/main">
  <p:tag name="KSO_WM_FIGMA_DECORATION_INDEX" val="18"/>
  <p:tag name="$PH_EXT" val="2"/>
  <p:tag name="KSO_WM_BEAUTIFY_FLAG" val="#fgm#"/>
  <p:tag name="KSO_WM_DIAGRAM_GROUP_CODE" val="1"/>
  <p:tag name="KSO_WM_FIGMA_FLAG" val="#fgm#"/>
  <p:tag name="KSO_WM_SHAPE_BGTYPE" val="lt2"/>
  <p:tag name="KSO_WM_SHAPE_BRIGHT_DATA" val="[{&quot;dk1&quot;:-60,&quot;dk2&quot;:-50,&quot;lt1&quot;:90,&quot;lt2&quot;:100},{&quot;dk1&quot;:-60,&quot;dk2&quot;:-50,&quot;lt1&quot;:90,&quot;lt2&quot;:100}]"/>
  <p:tag name="KSO_WM_SHAPE_UPDATE_BRIGHT" val="1"/>
  <p:tag name="KSO_WM_SYNC_SLIDE_TEXT" val="1"/>
  <p:tag name="KSO_WM_UNIT_INDEX" val="1_1_1"/>
  <p:tag name="KSO_WM_UNIT_TYPE" val="l_h_i"/>
</p:tagLst>
</file>

<file path=ppt/tags/tag565.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a"/>
  <p:tag name="KSO_WM_LAYOUT_CHECK_HASH" val="830b0fc7c47b9dd9a7f95fb4bd02747c0fb2343c"/>
  <p:tag name="KSO_WM_NEWLAYOUT_GROUP_ID" val="layout_38"/>
  <p:tag name="KSO_WM_NEWLAYOUT_ID" val="slide_602d535931c36a5c"/>
</p:tagLst>
</file>

<file path=ppt/tags/tag566.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d"/>
</p:tagLst>
</file>

<file path=ppt/tags/tag567.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a"/>
</p:tagLst>
</file>

<file path=ppt/tags/tag568.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f"/>
</p:tagLst>
</file>

<file path=ppt/tags/tag569.xml><?xml version="1.0" encoding="utf-8"?>
<p:tagLst xmlns:a="http://schemas.openxmlformats.org/drawingml/2006/main" xmlns:r="http://schemas.openxmlformats.org/officeDocument/2006/relationships" xmlns:p="http://schemas.openxmlformats.org/presentationml/2006/main">
  <p:tag name="KSO_WM_FIGMA_DECORATION_INDEX" val="18"/>
  <p:tag name="$PH_EXT" val="2"/>
  <p:tag name="KSO_WM_BEAUTIFY_FLAG" val="#fgm#"/>
  <p:tag name="KSO_WM_DIAGRAM_GROUP_CODE" val="1"/>
  <p:tag name="KSO_WM_FIGMA_FLAG" val="#fgm#"/>
  <p:tag name="KSO_WM_SHAPE_BGTYPE" val="lt2"/>
  <p:tag name="KSO_WM_SHAPE_BRIGHT_DATA" val="[{&quot;dk1&quot;:-60,&quot;dk2&quot;:-50,&quot;lt1&quot;:90,&quot;lt2&quot;:100},{&quot;dk1&quot;:-60,&quot;dk2&quot;:-50,&quot;lt1&quot;:90,&quot;lt2&quot;:100}]"/>
  <p:tag name="KSO_WM_SHAPE_UPDATE_BRIGHT" val="1"/>
  <p:tag name="KSO_WM_SYNC_SLIDE_TEXT" val="1"/>
  <p:tag name="KSO_WM_UNIT_INDEX" val="1_2_1"/>
  <p:tag name="KSO_WM_UNIT_TYPE" val="l_h_i"/>
</p:tagLst>
</file>

<file path=ppt/tags/tag570.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d"/>
</p:tagLst>
</file>

<file path=ppt/tags/tag571.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a"/>
</p:tagLst>
</file>

<file path=ppt/tags/tag572.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f"/>
</p:tagLst>
</file>

<file path=ppt/tags/tag573.xml><?xml version="1.0" encoding="utf-8"?>
<p:tagLst xmlns:a="http://schemas.openxmlformats.org/drawingml/2006/main" xmlns:r="http://schemas.openxmlformats.org/officeDocument/2006/relationships" xmlns:p="http://schemas.openxmlformats.org/presentationml/2006/main">
  <p:tag name="KSO_WM_FIGMA_DECORATION_INDEX" val="18"/>
  <p:tag name="$PH_EXT" val="2"/>
  <p:tag name="KSO_WM_BEAUTIFY_FLAG" val="#fgm#"/>
  <p:tag name="KSO_WM_DIAGRAM_GROUP_CODE" val="1"/>
  <p:tag name="KSO_WM_FIGMA_FLAG" val="#fgm#"/>
  <p:tag name="KSO_WM_SHAPE_BGTYPE" val="lt2"/>
  <p:tag name="KSO_WM_SHAPE_BRIGHT_DATA" val="[{&quot;dk1&quot;:-60,&quot;dk2&quot;:-50,&quot;lt1&quot;:90,&quot;lt2&quot;:100},{&quot;dk1&quot;:-60,&quot;dk2&quot;:-50,&quot;lt1&quot;:90,&quot;lt2&quot;:100}]"/>
  <p:tag name="KSO_WM_SHAPE_UPDATE_BRIGHT" val="1"/>
  <p:tag name="KSO_WM_SYNC_SLIDE_TEXT" val="1"/>
  <p:tag name="KSO_WM_UNIT_INDEX" val="1_3_1"/>
  <p:tag name="KSO_WM_UNIT_TYPE" val="l_h_i"/>
</p:tagLst>
</file>

<file path=ppt/tags/tag574.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d"/>
</p:tagLst>
</file>

<file path=ppt/tags/tag575.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a"/>
</p:tagLst>
</file>

<file path=ppt/tags/tag576.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f"/>
</p:tagLst>
</file>

<file path=ppt/tags/tag577.xml><?xml version="1.0" encoding="utf-8"?>
<p:tagLst xmlns:a="http://schemas.openxmlformats.org/drawingml/2006/main" xmlns:r="http://schemas.openxmlformats.org/officeDocument/2006/relationships" xmlns:p="http://schemas.openxmlformats.org/presentationml/2006/main">
  <p:tag name="KSO_WM_UNIT_ID" val="_19**"/>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578.xml><?xml version="1.0" encoding="utf-8"?>
<p:tagLst xmlns:a="http://schemas.openxmlformats.org/drawingml/2006/main" xmlns:r="http://schemas.openxmlformats.org/officeDocument/2006/relationships" xmlns:p="http://schemas.openxmlformats.org/presentationml/2006/main">
  <p:tag name="KSO_WM_UNIT_ID" val="_19**"/>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579.xml><?xml version="1.0" encoding="utf-8"?>
<p:tagLst xmlns:a="http://schemas.openxmlformats.org/drawingml/2006/main" xmlns:r="http://schemas.openxmlformats.org/officeDocument/2006/relationships" xmlns:p="http://schemas.openxmlformats.org/presentationml/2006/main">
  <p:tag name="KSO_WM_UNIT_ID" val="_19**"/>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580.xml><?xml version="1.0" encoding="utf-8"?>
<p:tagLst xmlns:a="http://schemas.openxmlformats.org/drawingml/2006/main" xmlns:r="http://schemas.openxmlformats.org/officeDocument/2006/relationships" xmlns:p="http://schemas.openxmlformats.org/presentationml/2006/main">
  <p:tag name="KSO_WM_FIGMA_DECORATION_INDEX" val="14"/>
  <p:tag name="$PH_EXT" val="2"/>
  <p:tag name="KSO_WM_BEAUTIFY_FLAG" val="#fgm#"/>
  <p:tag name="KSO_WM_DIAGRAM_GROUP_CODE" val="1"/>
  <p:tag name="KSO_WM_FIGMA_FLAG" val="#fgm#"/>
  <p:tag name="KSO_WM_SYNC_SLIDE_TEXT" val="1"/>
  <p:tag name="KSO_WM_UNIT_INDEX" val="1_1_1"/>
  <p:tag name="KSO_WM_UNIT_TYPE" val="l_h_i"/>
</p:tagLst>
</file>

<file path=ppt/tags/tag581.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a"/>
  <p:tag name="KSO_WM_LAYOUT_CHECK_HASH" val="288f91b1320d7e70414a72899324d6cd56ecb4a5"/>
  <p:tag name="KSO_WM_NEWLAYOUT_GROUP_ID" val="layout_27"/>
  <p:tag name="KSO_WM_NEWLAYOUT_ID" val="slide_8613f3f4e979a73f"/>
</p:tagLst>
</file>

<file path=ppt/tags/tag582.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2"/>
  <p:tag name="KSO_WM_UNIT_SUBTYPE" val="d"/>
  <p:tag name="KSO_WM_UNIT_TYPE" val="l_h_i"/>
</p:tagLst>
</file>

<file path=ppt/tags/tag583.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a"/>
</p:tagLst>
</file>

<file path=ppt/tags/tag584.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f"/>
</p:tagLst>
</file>

<file path=ppt/tags/tag585.xml><?xml version="1.0" encoding="utf-8"?>
<p:tagLst xmlns:a="http://schemas.openxmlformats.org/drawingml/2006/main" xmlns:r="http://schemas.openxmlformats.org/officeDocument/2006/relationships" xmlns:p="http://schemas.openxmlformats.org/presentationml/2006/main">
  <p:tag name="KSO_WM_FIGMA_DECORATION_INDEX" val="14"/>
  <p:tag name="$PH_EXT" val="2"/>
  <p:tag name="KSO_WM_BEAUTIFY_FLAG" val="#fgm#"/>
  <p:tag name="KSO_WM_DIAGRAM_GROUP_CODE" val="1"/>
  <p:tag name="KSO_WM_FIGMA_FLAG" val="#fgm#"/>
  <p:tag name="KSO_WM_SYNC_SLIDE_TEXT" val="1"/>
  <p:tag name="KSO_WM_UNIT_INDEX" val="1_2_1"/>
  <p:tag name="KSO_WM_UNIT_TYPE" val="l_h_i"/>
</p:tagLst>
</file>

<file path=ppt/tags/tag586.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2"/>
  <p:tag name="KSO_WM_UNIT_SUBTYPE" val="d"/>
  <p:tag name="KSO_WM_UNIT_TYPE" val="l_h_i"/>
</p:tagLst>
</file>

<file path=ppt/tags/tag587.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a"/>
</p:tagLst>
</file>

<file path=ppt/tags/tag588.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f"/>
</p:tagLst>
</file>

<file path=ppt/tags/tag589.xml><?xml version="1.0" encoding="utf-8"?>
<p:tagLst xmlns:a="http://schemas.openxmlformats.org/drawingml/2006/main" xmlns:r="http://schemas.openxmlformats.org/officeDocument/2006/relationships" xmlns:p="http://schemas.openxmlformats.org/presentationml/2006/main">
  <p:tag name="KSO_WM_FIGMA_DECORATION_INDEX" val="14"/>
  <p:tag name="$PH_EXT" val="2"/>
  <p:tag name="KSO_WM_BEAUTIFY_FLAG" val="#fgm#"/>
  <p:tag name="KSO_WM_DIAGRAM_GROUP_CODE" val="1"/>
  <p:tag name="KSO_WM_FIGMA_FLAG" val="#fgm#"/>
  <p:tag name="KSO_WM_SYNC_SLIDE_TEXT" val="1"/>
  <p:tag name="KSO_WM_UNIT_INDEX" val="1_3_1"/>
  <p:tag name="KSO_WM_UNIT_TYPE" val="l_h_i"/>
</p:tagLst>
</file>

<file path=ppt/tags/tag590.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2"/>
  <p:tag name="KSO_WM_UNIT_SUBTYPE" val="d"/>
  <p:tag name="KSO_WM_UNIT_TYPE" val="l_h_i"/>
</p:tagLst>
</file>

<file path=ppt/tags/tag591.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a"/>
</p:tagLst>
</file>

<file path=ppt/tags/tag592.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f"/>
</p:tagLst>
</file>

<file path=ppt/tags/tag593.xml><?xml version="1.0" encoding="utf-8"?>
<p:tagLst xmlns:a="http://schemas.openxmlformats.org/drawingml/2006/main" xmlns:r="http://schemas.openxmlformats.org/officeDocument/2006/relationships" xmlns:p="http://schemas.openxmlformats.org/presentationml/2006/main">
  <p:tag name="KSO_WM_FIGMA_DECORATION_INDEX" val="14"/>
  <p:tag name="$PH_EXT" val="2"/>
  <p:tag name="KSO_WM_BEAUTIFY_FLAG" val="#fgm#"/>
  <p:tag name="KSO_WM_DIAGRAM_GROUP_CODE" val="1"/>
  <p:tag name="KSO_WM_FIGMA_FLAG" val="#fgm#"/>
  <p:tag name="KSO_WM_SYNC_SLIDE_TEXT" val="1"/>
  <p:tag name="KSO_WM_UNIT_INDEX" val="1_4_1"/>
  <p:tag name="KSO_WM_UNIT_TYPE" val="l_h_i"/>
</p:tagLst>
</file>

<file path=ppt/tags/tag594.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4_2"/>
  <p:tag name="KSO_WM_UNIT_SUBTYPE" val="d"/>
  <p:tag name="KSO_WM_UNIT_TYPE" val="l_h_i"/>
</p:tagLst>
</file>

<file path=ppt/tags/tag595.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4_1"/>
  <p:tag name="KSO_WM_UNIT_TYPE" val="l_h_a"/>
</p:tagLst>
</file>

<file path=ppt/tags/tag596.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4_1"/>
  <p:tag name="KSO_WM_UNIT_TYPE" val="l_h_f"/>
</p:tagLst>
</file>

<file path=ppt/tags/tag597.xml><?xml version="1.0" encoding="utf-8"?>
<p:tagLst xmlns:a="http://schemas.openxmlformats.org/drawingml/2006/main" xmlns:r="http://schemas.openxmlformats.org/officeDocument/2006/relationships" xmlns:p="http://schemas.openxmlformats.org/presentationml/2006/main">
  <p:tag name="KSO_WM_UNIT_ID" val="_19**"/>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598.xml><?xml version="1.0" encoding="utf-8"?>
<p:tagLst xmlns:a="http://schemas.openxmlformats.org/drawingml/2006/main" xmlns:r="http://schemas.openxmlformats.org/officeDocument/2006/relationships" xmlns:p="http://schemas.openxmlformats.org/presentationml/2006/main">
  <p:tag name="KSO_WM_UNIT_ID" val="_19**"/>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599.xml><?xml version="1.0" encoding="utf-8"?>
<p:tagLst xmlns:a="http://schemas.openxmlformats.org/drawingml/2006/main" xmlns:r="http://schemas.openxmlformats.org/officeDocument/2006/relationships" xmlns:p="http://schemas.openxmlformats.org/presentationml/2006/main">
  <p:tag name="KSO_WM_UNIT_ID" val="_19**"/>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600.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d"/>
</p:tagLst>
</file>

<file path=ppt/tags/tag601.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a"/>
  <p:tag name="KSO_WM_LAYOUT_CHECK_HASH" val="8a9e61c1180e41b9dd4b483fb5d22a167a34e90c"/>
  <p:tag name="KSO_WM_NEWLAYOUT_GROUP_ID" val="layout_59"/>
  <p:tag name="KSO_WM_NEWLAYOUT_ID" val="slide_31dbeeed601a3e99"/>
</p:tagLst>
</file>

<file path=ppt/tags/tag602.xml><?xml version="1.0" encoding="utf-8"?>
<p:tagLst xmlns:a="http://schemas.openxmlformats.org/drawingml/2006/main" xmlns:r="http://schemas.openxmlformats.org/officeDocument/2006/relationships" xmlns:p="http://schemas.openxmlformats.org/presentationml/2006/main">
  <p:tag name="KSO_WM_FIGMA_DECORATION_INDEX" val="19"/>
  <p:tag name="$PH_EXT" val="2"/>
  <p:tag name="KSO_WM_BEAUTIFY_FLAG" val="#fgm#"/>
  <p:tag name="KSO_WM_DIAGRAM_GROUP_CODE" val="1"/>
  <p:tag name="KSO_WM_FIGMA_FLAG" val="#fgm#"/>
  <p:tag name="KSO_WM_SYNC_SLIDE_TEXT" val="1"/>
  <p:tag name="KSO_WM_UNIT_INDEX" val="1_1_1"/>
  <p:tag name="KSO_WM_UNIT_TYPE" val="l_h_i"/>
</p:tagLst>
</file>

<file path=ppt/tags/tag603.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a"/>
</p:tagLst>
</file>

<file path=ppt/tags/tag604.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f"/>
</p:tagLst>
</file>

<file path=ppt/tags/tag605.xml><?xml version="1.0" encoding="utf-8"?>
<p:tagLst xmlns:a="http://schemas.openxmlformats.org/drawingml/2006/main" xmlns:r="http://schemas.openxmlformats.org/officeDocument/2006/relationships" xmlns:p="http://schemas.openxmlformats.org/presentationml/2006/main">
  <p:tag name="KSO_WM_FIGMA_DECORATION_INDEX" val="19"/>
  <p:tag name="$PH_EXT" val="2"/>
  <p:tag name="KSO_WM_BEAUTIFY_FLAG" val="#fgm#"/>
  <p:tag name="KSO_WM_DIAGRAM_GROUP_CODE" val="1"/>
  <p:tag name="KSO_WM_FIGMA_FLAG" val="#fgm#"/>
  <p:tag name="KSO_WM_SYNC_SLIDE_TEXT" val="1"/>
  <p:tag name="KSO_WM_UNIT_INDEX" val="1_2_1"/>
  <p:tag name="KSO_WM_UNIT_TYPE" val="l_h_i"/>
</p:tagLst>
</file>

<file path=ppt/tags/tag606.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a"/>
</p:tagLst>
</file>

<file path=ppt/tags/tag607.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f"/>
</p:tagLst>
</file>

<file path=ppt/tags/tag608.xml><?xml version="1.0" encoding="utf-8"?>
<p:tagLst xmlns:a="http://schemas.openxmlformats.org/drawingml/2006/main" xmlns:r="http://schemas.openxmlformats.org/officeDocument/2006/relationships" xmlns:p="http://schemas.openxmlformats.org/presentationml/2006/main">
  <p:tag name="KSO_WM_FIGMA_DECORATION_INDEX" val="19"/>
  <p:tag name="$PH_EXT" val="2"/>
  <p:tag name="KSO_WM_BEAUTIFY_FLAG" val="#fgm#"/>
  <p:tag name="KSO_WM_DIAGRAM_GROUP_CODE" val="1"/>
  <p:tag name="KSO_WM_FIGMA_FLAG" val="#fgm#"/>
  <p:tag name="KSO_WM_SYNC_SLIDE_TEXT" val="1"/>
  <p:tag name="KSO_WM_UNIT_INDEX" val="1_3_1"/>
  <p:tag name="KSO_WM_UNIT_TYPE" val="l_h_i"/>
</p:tagLst>
</file>

<file path=ppt/tags/tag609.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a"/>
</p:tagLst>
</file>

<file path=ppt/tags/tag610.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f"/>
</p:tagLst>
</file>

<file path=ppt/tags/tag611.xml><?xml version="1.0" encoding="utf-8"?>
<p:tagLst xmlns:a="http://schemas.openxmlformats.org/drawingml/2006/main" xmlns:r="http://schemas.openxmlformats.org/officeDocument/2006/relationships" xmlns:p="http://schemas.openxmlformats.org/presentationml/2006/main">
  <p:tag name="KSO_WM_UNIT_ID" val="_19**"/>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612.xml><?xml version="1.0" encoding="utf-8"?>
<p:tagLst xmlns:a="http://schemas.openxmlformats.org/drawingml/2006/main" xmlns:r="http://schemas.openxmlformats.org/officeDocument/2006/relationships" xmlns:p="http://schemas.openxmlformats.org/presentationml/2006/main">
  <p:tag name="KSO_WM_UNIT_ID" val="_19**"/>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613.xml><?xml version="1.0" encoding="utf-8"?>
<p:tagLst xmlns:a="http://schemas.openxmlformats.org/drawingml/2006/main" xmlns:r="http://schemas.openxmlformats.org/officeDocument/2006/relationships" xmlns:p="http://schemas.openxmlformats.org/presentationml/2006/main">
  <p:tag name="KSO_WM_UNIT_ID" val="_19**"/>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614.xml><?xml version="1.0" encoding="utf-8"?>
<p:tagLst xmlns:a="http://schemas.openxmlformats.org/drawingml/2006/main" xmlns:r="http://schemas.openxmlformats.org/officeDocument/2006/relationships" xmlns:p="http://schemas.openxmlformats.org/presentationml/2006/main">
  <p:tag name="KSO_WM_FIGMA_DECORATION_INDEX" val="14"/>
  <p:tag name="$PH_EXT" val="2"/>
  <p:tag name="KSO_WM_BEAUTIFY_FLAG" val="#fgm#"/>
  <p:tag name="KSO_WM_DIAGRAM_GROUP_CODE" val="1"/>
  <p:tag name="KSO_WM_FIGMA_FLAG" val="#fgm#"/>
  <p:tag name="KSO_WM_SYNC_SLIDE_TEXT" val="1"/>
  <p:tag name="KSO_WM_UNIT_INDEX" val="1_1_1"/>
  <p:tag name="KSO_WM_UNIT_TYPE" val="l_h_i"/>
</p:tagLst>
</file>

<file path=ppt/tags/tag615.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a"/>
  <p:tag name="KSO_WM_LAYOUT_CHECK_HASH" val="e4516383c90d23845c46fdc9826c1afbfcec6864"/>
  <p:tag name="KSO_WM_NEWLAYOUT_GROUP_ID" val="layout_49"/>
  <p:tag name="KSO_WM_NEWLAYOUT_ID" val="slide_ae2691e5dbf106f5"/>
</p:tagLst>
</file>

<file path=ppt/tags/tag616.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2"/>
  <p:tag name="KSO_WM_UNIT_SUBTYPE" val="d"/>
  <p:tag name="KSO_WM_UNIT_TYPE" val="l_h_i"/>
</p:tagLst>
</file>

<file path=ppt/tags/tag617.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a"/>
</p:tagLst>
</file>

<file path=ppt/tags/tag618.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f"/>
</p:tagLst>
</file>

<file path=ppt/tags/tag619.xml><?xml version="1.0" encoding="utf-8"?>
<p:tagLst xmlns:a="http://schemas.openxmlformats.org/drawingml/2006/main" xmlns:r="http://schemas.openxmlformats.org/officeDocument/2006/relationships" xmlns:p="http://schemas.openxmlformats.org/presentationml/2006/main">
  <p:tag name="KSO_WM_FIGMA_DECORATION_INDEX" val="14"/>
  <p:tag name="$PH_EXT" val="2"/>
  <p:tag name="KSO_WM_BEAUTIFY_FLAG" val="#fgm#"/>
  <p:tag name="KSO_WM_DIAGRAM_GROUP_CODE" val="1"/>
  <p:tag name="KSO_WM_FIGMA_FLAG" val="#fgm#"/>
  <p:tag name="KSO_WM_SYNC_SLIDE_TEXT" val="1"/>
  <p:tag name="KSO_WM_UNIT_INDEX" val="1_2_1"/>
  <p:tag name="KSO_WM_UNIT_TYPE" val="l_h_i"/>
</p:tagLst>
</file>

<file path=ppt/tags/tag620.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2"/>
  <p:tag name="KSO_WM_UNIT_SUBTYPE" val="d"/>
  <p:tag name="KSO_WM_UNIT_TYPE" val="l_h_i"/>
</p:tagLst>
</file>

<file path=ppt/tags/tag621.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a"/>
</p:tagLst>
</file>

<file path=ppt/tags/tag622.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f"/>
</p:tagLst>
</file>

<file path=ppt/tags/tag623.xml><?xml version="1.0" encoding="utf-8"?>
<p:tagLst xmlns:a="http://schemas.openxmlformats.org/drawingml/2006/main" xmlns:r="http://schemas.openxmlformats.org/officeDocument/2006/relationships" xmlns:p="http://schemas.openxmlformats.org/presentationml/2006/main">
  <p:tag name="KSO_WM_FIGMA_DECORATION_INDEX" val="14"/>
  <p:tag name="$PH_EXT" val="2"/>
  <p:tag name="KSO_WM_BEAUTIFY_FLAG" val="#fgm#"/>
  <p:tag name="KSO_WM_DIAGRAM_GROUP_CODE" val="1"/>
  <p:tag name="KSO_WM_FIGMA_FLAG" val="#fgm#"/>
  <p:tag name="KSO_WM_SYNC_SLIDE_TEXT" val="1"/>
  <p:tag name="KSO_WM_UNIT_INDEX" val="1_3_1"/>
  <p:tag name="KSO_WM_UNIT_TYPE" val="l_h_i"/>
</p:tagLst>
</file>

<file path=ppt/tags/tag624.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2"/>
  <p:tag name="KSO_WM_UNIT_SUBTYPE" val="d"/>
  <p:tag name="KSO_WM_UNIT_TYPE" val="l_h_i"/>
</p:tagLst>
</file>

<file path=ppt/tags/tag625.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a"/>
</p:tagLst>
</file>

<file path=ppt/tags/tag626.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f"/>
</p:tagLst>
</file>

<file path=ppt/tags/tag627.xml><?xml version="1.0" encoding="utf-8"?>
<p:tagLst xmlns:a="http://schemas.openxmlformats.org/drawingml/2006/main" xmlns:r="http://schemas.openxmlformats.org/officeDocument/2006/relationships" xmlns:p="http://schemas.openxmlformats.org/presentationml/2006/main">
  <p:tag name="KSO_WM_UNIT_ID" val="_19**"/>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628.xml><?xml version="1.0" encoding="utf-8"?>
<p:tagLst xmlns:a="http://schemas.openxmlformats.org/drawingml/2006/main" xmlns:r="http://schemas.openxmlformats.org/officeDocument/2006/relationships" xmlns:p="http://schemas.openxmlformats.org/presentationml/2006/main">
  <p:tag name="KSO_WM_UNIT_ID" val="_19**"/>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629.xml><?xml version="1.0" encoding="utf-8"?>
<p:tagLst xmlns:a="http://schemas.openxmlformats.org/drawingml/2006/main" xmlns:r="http://schemas.openxmlformats.org/officeDocument/2006/relationships" xmlns:p="http://schemas.openxmlformats.org/presentationml/2006/main">
  <p:tag name="KSO_WM_UNIT_ID" val="_19**"/>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630.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d"/>
</p:tagLst>
</file>

<file path=ppt/tags/tag631.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a"/>
  <p:tag name="KSO_WM_LAYOUT_CHECK_HASH" val="a0c25915668a80ca582f2a0836a9fd72db02b1d9"/>
  <p:tag name="KSO_WM_NEWLAYOUT_GROUP_ID" val="layout_60"/>
  <p:tag name="KSO_WM_NEWLAYOUT_ID" val="slide_302b626862fe8ef3"/>
</p:tagLst>
</file>

<file path=ppt/tags/tag632.xml><?xml version="1.0" encoding="utf-8"?>
<p:tagLst xmlns:a="http://schemas.openxmlformats.org/drawingml/2006/main" xmlns:r="http://schemas.openxmlformats.org/officeDocument/2006/relationships" xmlns:p="http://schemas.openxmlformats.org/presentationml/2006/main">
  <p:tag name="KSO_WM_FIGMA_DECORATION_INDEX" val="18_contentModel"/>
  <p:tag name="$PH_EXT" val="2"/>
  <p:tag name="KSO_WM_BEAUTIFY_FLAG" val="#fgm#"/>
  <p:tag name="KSO_WM_FIGMA_FLAG" val="#fgm#"/>
  <p:tag name="KSO_WM_SHAPE_BGTYPE" val="lt2"/>
  <p:tag name="KSO_WM_SHAPE_BRIGHT_DATA" val="[{&quot;dk1&quot;:-60,&quot;dk2&quot;:-50,&quot;lt1&quot;:90,&quot;lt2&quot;:100},{&quot;dk1&quot;:-60,&quot;dk2&quot;:-50,&quot;lt1&quot;:90,&quot;lt2&quot;:100}]"/>
  <p:tag name="KSO_WM_SHAPE_UPDATE_BRIGHT" val="1"/>
  <p:tag name="KSO_WM_SYNC_SLIDE_TEXT" val="1"/>
  <p:tag name="KSO_WM_UNIT_INDEX" val="1_1"/>
  <p:tag name="KSO_WM_UNIT_TYPE" val="l_i"/>
</p:tagLst>
</file>

<file path=ppt/tags/tag633.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a"/>
</p:tagLst>
</file>

<file path=ppt/tags/tag634.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f"/>
</p:tagLst>
</file>

<file path=ppt/tags/tag635.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a"/>
</p:tagLst>
</file>

<file path=ppt/tags/tag636.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f"/>
</p:tagLst>
</file>

<file path=ppt/tags/tag637.xml><?xml version="1.0" encoding="utf-8"?>
<p:tagLst xmlns:a="http://schemas.openxmlformats.org/drawingml/2006/main" xmlns:r="http://schemas.openxmlformats.org/officeDocument/2006/relationships" xmlns:p="http://schemas.openxmlformats.org/presentationml/2006/main">
  <p:tag name="KSO_WM_UNIT_ID" val="_19**"/>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638.xml><?xml version="1.0" encoding="utf-8"?>
<p:tagLst xmlns:a="http://schemas.openxmlformats.org/drawingml/2006/main" xmlns:r="http://schemas.openxmlformats.org/officeDocument/2006/relationships" xmlns:p="http://schemas.openxmlformats.org/presentationml/2006/main">
  <p:tag name="KSO_WM_UNIT_ID" val="_19**"/>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639.xml><?xml version="1.0" encoding="utf-8"?>
<p:tagLst xmlns:a="http://schemas.openxmlformats.org/drawingml/2006/main" xmlns:r="http://schemas.openxmlformats.org/officeDocument/2006/relationships" xmlns:p="http://schemas.openxmlformats.org/presentationml/2006/main">
  <p:tag name="KSO_WM_UNIT_ID" val="_19**"/>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640.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f"/>
</p:tagLst>
</file>

<file path=ppt/tags/tag641.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a"/>
  <p:tag name="KSO_WM_LAYOUT_CHECK_HASH" val="58f1ee86db9fb2a51dbda7b3894524c9faa2f27c"/>
  <p:tag name="KSO_WM_NEWLAYOUT_GROUP_ID" val="layout_55"/>
  <p:tag name="KSO_WM_NEWLAYOUT_ID" val="slide_5c29e8b0c4e1f1d5"/>
</p:tagLst>
</file>

<file path=ppt/tags/tag642.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d"/>
</p:tagLst>
</file>

<file path=ppt/tags/tag643.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a"/>
</p:tagLst>
</file>

<file path=ppt/tags/tag644.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f"/>
</p:tagLst>
</file>

<file path=ppt/tags/tag645.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d"/>
</p:tagLst>
</file>

<file path=ppt/tags/tag646.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a"/>
</p:tagLst>
</file>

<file path=ppt/tags/tag647.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f"/>
</p:tagLst>
</file>

<file path=ppt/tags/tag648.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d"/>
</p:tagLst>
</file>

<file path=ppt/tags/tag649.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a"/>
</p:tagLst>
</file>

<file path=ppt/tags/tag650.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f"/>
</p:tagLst>
</file>

<file path=ppt/tags/tag651.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4_1"/>
  <p:tag name="KSO_WM_UNIT_TYPE" val="l_h_d"/>
</p:tagLst>
</file>

<file path=ppt/tags/tag652.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4_1"/>
  <p:tag name="KSO_WM_UNIT_TYPE" val="l_h_a"/>
</p:tagLst>
</file>

<file path=ppt/tags/tag653.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4_1"/>
  <p:tag name="KSO_WM_UNIT_TYPE" val="l_h_f"/>
</p:tagLst>
</file>

<file path=ppt/tags/tag654.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5_1"/>
  <p:tag name="KSO_WM_UNIT_TYPE" val="l_h_d"/>
</p:tagLst>
</file>

<file path=ppt/tags/tag655.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5_1"/>
  <p:tag name="KSO_WM_UNIT_TYPE" val="l_h_a"/>
</p:tagLst>
</file>

<file path=ppt/tags/tag656.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5_1"/>
  <p:tag name="KSO_WM_UNIT_TYPE" val="l_h_f"/>
</p:tagLst>
</file>

<file path=ppt/tags/tag657.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6_1"/>
  <p:tag name="KSO_WM_UNIT_TYPE" val="l_h_d"/>
</p:tagLst>
</file>

<file path=ppt/tags/tag658.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6_1"/>
  <p:tag name="KSO_WM_UNIT_TYPE" val="l_h_a"/>
</p:tagLst>
</file>

<file path=ppt/tags/tag659.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6_1"/>
  <p:tag name="KSO_WM_UNIT_TYPE" val="l_h_f"/>
</p:tagLst>
</file>

<file path=ppt/tags/tag660.xml><?xml version="1.0" encoding="utf-8"?>
<p:tagLst xmlns:a="http://schemas.openxmlformats.org/drawingml/2006/main" xmlns:r="http://schemas.openxmlformats.org/officeDocument/2006/relationships" xmlns:p="http://schemas.openxmlformats.org/presentationml/2006/main">
  <p:tag name="KSO_WM_UNIT_ID" val="_19**"/>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661.xml><?xml version="1.0" encoding="utf-8"?>
<p:tagLst xmlns:a="http://schemas.openxmlformats.org/drawingml/2006/main" xmlns:r="http://schemas.openxmlformats.org/officeDocument/2006/relationships" xmlns:p="http://schemas.openxmlformats.org/presentationml/2006/main">
  <p:tag name="KSO_WM_UNIT_ID" val="_19**"/>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662.xml><?xml version="1.0" encoding="utf-8"?>
<p:tagLst xmlns:a="http://schemas.openxmlformats.org/drawingml/2006/main" xmlns:r="http://schemas.openxmlformats.org/officeDocument/2006/relationships" xmlns:p="http://schemas.openxmlformats.org/presentationml/2006/main">
  <p:tag name="KSO_WM_UNIT_ID" val="_19**"/>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663.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a"/>
</p:tagLst>
</file>

<file path=ppt/tags/tag664.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a"/>
  <p:tag name="KSO_WM_LAYOUT_CHECK_HASH" val="cc4e1bdc1dbc48831b5466711f457166d8f6339e"/>
  <p:tag name="KSO_WM_NEWLAYOUT_GROUP_ID" val="layout_10007"/>
  <p:tag name="KSO_WM_NEWLAYOUT_ID" val="slide_8bbacdfc0b9c158c"/>
</p:tagLst>
</file>

<file path=ppt/tags/tag665.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f"/>
</p:tagLst>
</file>

<file path=ppt/tags/tag666.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a"/>
</p:tagLst>
</file>

<file path=ppt/tags/tag667.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f"/>
</p:tagLst>
</file>

<file path=ppt/tags/tag668.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a"/>
</p:tagLst>
</file>

<file path=ppt/tags/tag669.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f"/>
</p:tagLst>
</file>

<file path=ppt/tags/tag670.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4_1"/>
  <p:tag name="KSO_WM_UNIT_TYPE" val="l_h_a"/>
</p:tagLst>
</file>

<file path=ppt/tags/tag671.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4_1"/>
  <p:tag name="KSO_WM_UNIT_TYPE" val="l_h_f"/>
</p:tagLst>
</file>

<file path=ppt/tags/tag672.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5_1"/>
  <p:tag name="KSO_WM_UNIT_TYPE" val="l_h_a"/>
</p:tagLst>
</file>

<file path=ppt/tags/tag673.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5_1"/>
  <p:tag name="KSO_WM_UNIT_TYPE" val="l_h_f"/>
</p:tagLst>
</file>

<file path=ppt/tags/tag674.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6_1"/>
  <p:tag name="KSO_WM_UNIT_TYPE" val="l_h_a"/>
</p:tagLst>
</file>

<file path=ppt/tags/tag675.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6_1"/>
  <p:tag name="KSO_WM_UNIT_TYPE" val="l_h_f"/>
</p:tagLst>
</file>

<file path=ppt/tags/tag676.xml><?xml version="1.0" encoding="utf-8"?>
<p:tagLst xmlns:a="http://schemas.openxmlformats.org/drawingml/2006/main" xmlns:r="http://schemas.openxmlformats.org/officeDocument/2006/relationships" xmlns:p="http://schemas.openxmlformats.org/presentationml/2006/main">
  <p:tag name="KSO_WM_UNIT_ID" val="_19**"/>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677.xml><?xml version="1.0" encoding="utf-8"?>
<p:tagLst xmlns:a="http://schemas.openxmlformats.org/drawingml/2006/main" xmlns:r="http://schemas.openxmlformats.org/officeDocument/2006/relationships" xmlns:p="http://schemas.openxmlformats.org/presentationml/2006/main">
  <p:tag name="KSO_WM_UNIT_ID" val="_19**"/>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678.xml><?xml version="1.0" encoding="utf-8"?>
<p:tagLst xmlns:a="http://schemas.openxmlformats.org/drawingml/2006/main" xmlns:r="http://schemas.openxmlformats.org/officeDocument/2006/relationships" xmlns:p="http://schemas.openxmlformats.org/presentationml/2006/main">
  <p:tag name="KSO_WM_UNIT_ID" val="_19**"/>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679.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d"/>
</p:tagLst>
</file>

<file path=ppt/tags/tag680.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a"/>
  <p:tag name="KSO_WM_LAYOUT_CHECK_HASH" val="e71f80e6bf186eeaffe6afe0db100a313507222b"/>
  <p:tag name="KSO_WM_NEWLAYOUT_GROUP_ID" val="layout_20"/>
  <p:tag name="KSO_WM_NEWLAYOUT_ID" val="slide_52cda502e98f2cdc"/>
</p:tagLst>
</file>

<file path=ppt/tags/tag681.xml><?xml version="1.0" encoding="utf-8"?>
<p:tagLst xmlns:a="http://schemas.openxmlformats.org/drawingml/2006/main" xmlns:r="http://schemas.openxmlformats.org/officeDocument/2006/relationships" xmlns:p="http://schemas.openxmlformats.org/presentationml/2006/main">
  <p:tag name="KSO_WM_FIGMA_DECORATION_INDEX" val="17_contentModel"/>
  <p:tag name="$PH_EXT" val="2"/>
  <p:tag name="KSO_WM_BEAUTIFY_FLAG" val="#fgm#"/>
  <p:tag name="KSO_WM_FIGMA_FLAG" val="#fgm#"/>
  <p:tag name="KSO_WM_SYNC_SLIDE_TEXT" val="1"/>
  <p:tag name="KSO_WM_UNIT_INDEX" val="1_1"/>
  <p:tag name="KSO_WM_UNIT_TYPE" val="l_i"/>
</p:tagLst>
</file>

<file path=ppt/tags/tag682.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f"/>
</p:tagLst>
</file>

<file path=ppt/tags/tag683.xml><?xml version="1.0" encoding="utf-8"?>
<p:tagLst xmlns:a="http://schemas.openxmlformats.org/drawingml/2006/main" xmlns:r="http://schemas.openxmlformats.org/officeDocument/2006/relationships" xmlns:p="http://schemas.openxmlformats.org/presentationml/2006/main">
  <p:tag name="KSO_WM_UNIT_ID" val="_19**"/>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684.xml><?xml version="1.0" encoding="utf-8"?>
<p:tagLst xmlns:a="http://schemas.openxmlformats.org/drawingml/2006/main" xmlns:r="http://schemas.openxmlformats.org/officeDocument/2006/relationships" xmlns:p="http://schemas.openxmlformats.org/presentationml/2006/main">
  <p:tag name="KSO_WM_UNIT_ID" val="_19**"/>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685.xml><?xml version="1.0" encoding="utf-8"?>
<p:tagLst xmlns:a="http://schemas.openxmlformats.org/drawingml/2006/main" xmlns:r="http://schemas.openxmlformats.org/officeDocument/2006/relationships" xmlns:p="http://schemas.openxmlformats.org/presentationml/2006/main">
  <p:tag name="KSO_WM_UNIT_ID" val="_19**"/>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686.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d"/>
</p:tagLst>
</file>

<file path=ppt/tags/tag687.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a"/>
  <p:tag name="KSO_WM_LAYOUT_CHECK_HASH" val="d41345508f600555b34be3dd53e8e9bba8fb2e0b"/>
  <p:tag name="KSO_WM_NEWLAYOUT_GROUP_ID" val="layout_34"/>
  <p:tag name="KSO_WM_NEWLAYOUT_ID" val="slide_5aee67050536ed79"/>
</p:tagLst>
</file>

<file path=ppt/tags/tag688.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a"/>
</p:tagLst>
</file>

<file path=ppt/tags/tag689.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f"/>
</p:tagLst>
</file>

<file path=ppt/tags/tag690.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d"/>
</p:tagLst>
</file>

<file path=ppt/tags/tag691.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a"/>
</p:tagLst>
</file>

<file path=ppt/tags/tag692.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f"/>
</p:tagLst>
</file>

<file path=ppt/tags/tag693.xml><?xml version="1.0" encoding="utf-8"?>
<p:tagLst xmlns:a="http://schemas.openxmlformats.org/drawingml/2006/main" xmlns:r="http://schemas.openxmlformats.org/officeDocument/2006/relationships" xmlns:p="http://schemas.openxmlformats.org/presentationml/2006/main">
  <p:tag name="KSO_WM_UNIT_ID" val="_19**"/>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694.xml><?xml version="1.0" encoding="utf-8"?>
<p:tagLst xmlns:a="http://schemas.openxmlformats.org/drawingml/2006/main" xmlns:r="http://schemas.openxmlformats.org/officeDocument/2006/relationships" xmlns:p="http://schemas.openxmlformats.org/presentationml/2006/main">
  <p:tag name="KSO_WM_UNIT_ID" val="_19**"/>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695.xml><?xml version="1.0" encoding="utf-8"?>
<p:tagLst xmlns:a="http://schemas.openxmlformats.org/drawingml/2006/main" xmlns:r="http://schemas.openxmlformats.org/officeDocument/2006/relationships" xmlns:p="http://schemas.openxmlformats.org/presentationml/2006/main">
  <p:tag name="KSO_WM_UNIT_ID" val="_19**"/>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696.xml><?xml version="1.0" encoding="utf-8"?>
<p:tagLst xmlns:a="http://schemas.openxmlformats.org/drawingml/2006/main" xmlns:r="http://schemas.openxmlformats.org/officeDocument/2006/relationships" xmlns:p="http://schemas.openxmlformats.org/presentationml/2006/main">
  <p:tag name="KSO_WM_FIGMA_DECORATION_INDEX" val="18"/>
  <p:tag name="$PH_EXT" val="2"/>
  <p:tag name="KSO_WM_BEAUTIFY_FLAG" val="#fgm#"/>
  <p:tag name="KSO_WM_DIAGRAM_GROUP_CODE" val="1"/>
  <p:tag name="KSO_WM_FIGMA_FLAG" val="#fgm#"/>
  <p:tag name="KSO_WM_SHAPE_BGTYPE" val="lt2"/>
  <p:tag name="KSO_WM_SHAPE_BRIGHT_DATA" val="[{&quot;dk1&quot;:-60,&quot;dk2&quot;:-50,&quot;lt1&quot;:90,&quot;lt2&quot;:100},{&quot;dk1&quot;:-60,&quot;dk2&quot;:-50,&quot;lt1&quot;:90,&quot;lt2&quot;:100}]"/>
  <p:tag name="KSO_WM_SHAPE_UPDATE_BRIGHT" val="1"/>
  <p:tag name="KSO_WM_SYNC_SLIDE_TEXT" val="1"/>
  <p:tag name="KSO_WM_UNIT_INDEX" val="1_1_1"/>
  <p:tag name="KSO_WM_UNIT_TYPE" val="l_h_i"/>
</p:tagLst>
</file>

<file path=ppt/tags/tag697.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a"/>
  <p:tag name="KSO_WM_LAYOUT_CHECK_HASH" val="c8e0d7bba8a552d75db0c28d6e494f782cf3475f"/>
  <p:tag name="KSO_WM_NEWLAYOUT_GROUP_ID" val="layout_48"/>
  <p:tag name="KSO_WM_NEWLAYOUT_ID" val="slide_383df2dbb744d419"/>
</p:tagLst>
</file>

<file path=ppt/tags/tag698.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d"/>
</p:tagLst>
</file>

<file path=ppt/tags/tag699.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a"/>
</p:tagLst>
</file>

<file path=ppt/tags/tag700.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f"/>
</p:tagLst>
</file>

<file path=ppt/tags/tag701.xml><?xml version="1.0" encoding="utf-8"?>
<p:tagLst xmlns:a="http://schemas.openxmlformats.org/drawingml/2006/main" xmlns:r="http://schemas.openxmlformats.org/officeDocument/2006/relationships" xmlns:p="http://schemas.openxmlformats.org/presentationml/2006/main">
  <p:tag name="KSO_WM_FIGMA_DECORATION_INDEX" val="18"/>
  <p:tag name="$PH_EXT" val="2"/>
  <p:tag name="KSO_WM_BEAUTIFY_FLAG" val="#fgm#"/>
  <p:tag name="KSO_WM_DIAGRAM_GROUP_CODE" val="1"/>
  <p:tag name="KSO_WM_FIGMA_FLAG" val="#fgm#"/>
  <p:tag name="KSO_WM_SHAPE_BGTYPE" val="lt2"/>
  <p:tag name="KSO_WM_SHAPE_BRIGHT_DATA" val="[{&quot;dk1&quot;:-60,&quot;dk2&quot;:-50,&quot;lt1&quot;:90,&quot;lt2&quot;:100},{&quot;dk1&quot;:-60,&quot;dk2&quot;:-50,&quot;lt1&quot;:90,&quot;lt2&quot;:100}]"/>
  <p:tag name="KSO_WM_SHAPE_UPDATE_BRIGHT" val="1"/>
  <p:tag name="KSO_WM_SYNC_SLIDE_TEXT" val="1"/>
  <p:tag name="KSO_WM_UNIT_INDEX" val="1_2_1"/>
  <p:tag name="KSO_WM_UNIT_TYPE" val="l_h_i"/>
</p:tagLst>
</file>

<file path=ppt/tags/tag702.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d"/>
</p:tagLst>
</file>

<file path=ppt/tags/tag703.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a"/>
</p:tagLst>
</file>

<file path=ppt/tags/tag704.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f"/>
</p:tagLst>
</file>

<file path=ppt/tags/tag705.xml><?xml version="1.0" encoding="utf-8"?>
<p:tagLst xmlns:a="http://schemas.openxmlformats.org/drawingml/2006/main" xmlns:r="http://schemas.openxmlformats.org/officeDocument/2006/relationships" xmlns:p="http://schemas.openxmlformats.org/presentationml/2006/main">
  <p:tag name="KSO_WM_UNIT_ID" val="_19**"/>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706.xml><?xml version="1.0" encoding="utf-8"?>
<p:tagLst xmlns:a="http://schemas.openxmlformats.org/drawingml/2006/main" xmlns:r="http://schemas.openxmlformats.org/officeDocument/2006/relationships" xmlns:p="http://schemas.openxmlformats.org/presentationml/2006/main">
  <p:tag name="KSO_WM_UNIT_ID" val="_19**"/>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707.xml><?xml version="1.0" encoding="utf-8"?>
<p:tagLst xmlns:a="http://schemas.openxmlformats.org/drawingml/2006/main" xmlns:r="http://schemas.openxmlformats.org/officeDocument/2006/relationships" xmlns:p="http://schemas.openxmlformats.org/presentationml/2006/main">
  <p:tag name="KSO_WM_UNIT_ID" val="_19**"/>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708.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d"/>
</p:tagLst>
</file>

<file path=ppt/tags/tag709.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a"/>
  <p:tag name="KSO_WM_LAYOUT_CHECK_HASH" val="b10bf1a8c0b0ea853d2f6fd19d77a4c3f8328a2f"/>
  <p:tag name="KSO_WM_NEWLAYOUT_GROUP_ID" val="layout_61"/>
  <p:tag name="KSO_WM_NEWLAYOUT_ID" val="slide_8a189ba0821da065"/>
</p:tagLst>
</file>

<file path=ppt/tags/tag710.xml><?xml version="1.0" encoding="utf-8"?>
<p:tagLst xmlns:a="http://schemas.openxmlformats.org/drawingml/2006/main" xmlns:r="http://schemas.openxmlformats.org/officeDocument/2006/relationships" xmlns:p="http://schemas.openxmlformats.org/presentationml/2006/main">
  <p:tag name="KSO_WM_FIGMA_DECORATION_INDEX" val="17_contentModel"/>
  <p:tag name="$PH_EXT" val="2"/>
  <p:tag name="KSO_WM_BEAUTIFY_FLAG" val="#fgm#"/>
  <p:tag name="KSO_WM_FIGMA_FLAG" val="#fgm#"/>
  <p:tag name="KSO_WM_SYNC_SLIDE_TEXT" val="1"/>
  <p:tag name="KSO_WM_UNIT_INDEX" val="1_1"/>
  <p:tag name="KSO_WM_UNIT_TYPE" val="l_i"/>
</p:tagLst>
</file>

<file path=ppt/tags/tag711.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f"/>
</p:tagLst>
</file>

<file path=ppt/tags/tag712.xml><?xml version="1.0" encoding="utf-8"?>
<p:tagLst xmlns:a="http://schemas.openxmlformats.org/drawingml/2006/main" xmlns:r="http://schemas.openxmlformats.org/officeDocument/2006/relationships" xmlns:p="http://schemas.openxmlformats.org/presentationml/2006/main">
  <p:tag name="KSO_WM_UNIT_TYPE" val="i"/>
  <p:tag name="KSO_WM_UNIT_INDEX" val="1"/>
  <p:tag name="KSO_WM_BEAUTIFY_FLAG" val="#wm#"/>
  <p:tag name="KSO_WM_TAG_VERSION" val="3.0"/>
  <p:tag name="KSO_WM_UNIT_ID" val="_1*i*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713.xml><?xml version="1.0" encoding="utf-8"?>
<p:tagLst xmlns:a="http://schemas.openxmlformats.org/drawingml/2006/main" xmlns:r="http://schemas.openxmlformats.org/officeDocument/2006/relationships" xmlns:p="http://schemas.openxmlformats.org/presentationml/2006/main">
  <p:tag name="KSO_WM_UNIT_TYPE" val="i"/>
  <p:tag name="KSO_WM_UNIT_INDEX" val="14"/>
  <p:tag name="KSO_WM_BEAUTIFY_FLAG" val="#wm#"/>
  <p:tag name="KSO_WM_TAG_VERSION" val="3.0"/>
  <p:tag name="KSO_WM_UNIT_ID" val="_1*i*14"/>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714.xml><?xml version="1.0" encoding="utf-8"?>
<p:tagLst xmlns:a="http://schemas.openxmlformats.org/drawingml/2006/main" xmlns:r="http://schemas.openxmlformats.org/officeDocument/2006/relationships" xmlns:p="http://schemas.openxmlformats.org/presentationml/2006/main">
  <p:tag name="KSO_WM_UNIT_TYPE" val="i"/>
  <p:tag name="KSO_WM_UNIT_INDEX" val="2"/>
  <p:tag name="KSO_WM_BEAUTIFY_FLAG" val="#wm#"/>
  <p:tag name="KSO_WM_TAG_VERSION" val="3.0"/>
  <p:tag name="KSO_WM_UNIT_ID" val="_1*i*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715.xml><?xml version="1.0" encoding="utf-8"?>
<p:tagLst xmlns:a="http://schemas.openxmlformats.org/drawingml/2006/main" xmlns:r="http://schemas.openxmlformats.org/officeDocument/2006/relationships" xmlns:p="http://schemas.openxmlformats.org/presentationml/2006/main">
  <p:tag name="KSO_WM_UNIT_TYPE" val="i"/>
  <p:tag name="KSO_WM_UNIT_INDEX" val="4"/>
  <p:tag name="KSO_WM_BEAUTIFY_FLAG" val="#wm#"/>
  <p:tag name="KSO_WM_TAG_VERSION" val="3.0"/>
  <p:tag name="KSO_WM_UNIT_ID" val="_1*i*4"/>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716.xml><?xml version="1.0" encoding="utf-8"?>
<p:tagLst xmlns:a="http://schemas.openxmlformats.org/drawingml/2006/main" xmlns:r="http://schemas.openxmlformats.org/officeDocument/2006/relationships" xmlns:p="http://schemas.openxmlformats.org/presentationml/2006/main">
  <p:tag name="KSO_WM_UNIT_TYPE" val="i"/>
  <p:tag name="KSO_WM_UNIT_INDEX" val="6"/>
  <p:tag name="KSO_WM_BEAUTIFY_FLAG" val="#wm#"/>
  <p:tag name="KSO_WM_TAG_VERSION" val="3.0"/>
  <p:tag name="KSO_WM_UNIT_ID" val="_1*i*6"/>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717.xml><?xml version="1.0" encoding="utf-8"?>
<p:tagLst xmlns:a="http://schemas.openxmlformats.org/drawingml/2006/main" xmlns:r="http://schemas.openxmlformats.org/officeDocument/2006/relationships" xmlns:p="http://schemas.openxmlformats.org/presentationml/2006/main">
  <p:tag name="KSO_WM_UNIT_TYPE" val="i"/>
  <p:tag name="KSO_WM_UNIT_INDEX" val="9"/>
  <p:tag name="KSO_WM_BEAUTIFY_FLAG" val="#wm#"/>
  <p:tag name="KSO_WM_TAG_VERSION" val="3.0"/>
  <p:tag name="KSO_WM_UNIT_ID" val="_1*i*9"/>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718.xml><?xml version="1.0" encoding="utf-8"?>
<p:tagLst xmlns:a="http://schemas.openxmlformats.org/drawingml/2006/main" xmlns:r="http://schemas.openxmlformats.org/officeDocument/2006/relationships" xmlns:p="http://schemas.openxmlformats.org/presentationml/2006/main">
  <p:tag name="KSO_WM_UNIT_TYPE" val="i"/>
  <p:tag name="KSO_WM_UNIT_INDEX" val="10"/>
  <p:tag name="KSO_WM_BEAUTIFY_FLAG" val="#wm#"/>
  <p:tag name="KSO_WM_TAG_VERSION" val="3.0"/>
  <p:tag name="KSO_WM_UNIT_ID" val="_1*i*1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719.xml><?xml version="1.0" encoding="utf-8"?>
<p:tagLst xmlns:a="http://schemas.openxmlformats.org/drawingml/2006/main" xmlns:r="http://schemas.openxmlformats.org/officeDocument/2006/relationships" xmlns:p="http://schemas.openxmlformats.org/presentationml/2006/main">
  <p:tag name="KSO_WM_UNIT_TYPE" val="i"/>
  <p:tag name="KSO_WM_UNIT_INDEX" val="7"/>
  <p:tag name="KSO_WM_BEAUTIFY_FLAG" val="#wm#"/>
  <p:tag name="KSO_WM_TAG_VERSION" val="3.0"/>
  <p:tag name="KSO_WM_UNIT_ID" val="_1*i*7"/>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720.xml><?xml version="1.0" encoding="utf-8"?>
<p:tagLst xmlns:a="http://schemas.openxmlformats.org/drawingml/2006/main" xmlns:r="http://schemas.openxmlformats.org/officeDocument/2006/relationships" xmlns:p="http://schemas.openxmlformats.org/presentationml/2006/main">
  <p:tag name="KSO_WM_UNIT_TYPE" val="i"/>
  <p:tag name="KSO_WM_UNIT_INDEX" val="3"/>
  <p:tag name="KSO_WM_BEAUTIFY_FLAG" val="#wm#"/>
  <p:tag name="KSO_WM_TAG_VERSION" val="3.0"/>
  <p:tag name="KSO_WM_UNIT_ID" val="_1*i*3"/>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721.xml><?xml version="1.0" encoding="utf-8"?>
<p:tagLst xmlns:a="http://schemas.openxmlformats.org/drawingml/2006/main" xmlns:r="http://schemas.openxmlformats.org/officeDocument/2006/relationships" xmlns:p="http://schemas.openxmlformats.org/presentationml/2006/main">
  <p:tag name="KSO_WM_UNIT_TYPE" val="i"/>
  <p:tag name="KSO_WM_UNIT_INDEX" val="11"/>
  <p:tag name="KSO_WM_BEAUTIFY_FLAG" val="#wm#"/>
  <p:tag name="KSO_WM_TAG_VERSION" val="3.0"/>
  <p:tag name="KSO_WM_UNIT_ID" val="_1*i*1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722.xml><?xml version="1.0" encoding="utf-8"?>
<p:tagLst xmlns:a="http://schemas.openxmlformats.org/drawingml/2006/main" xmlns:r="http://schemas.openxmlformats.org/officeDocument/2006/relationships" xmlns:p="http://schemas.openxmlformats.org/presentationml/2006/main">
  <p:tag name="KSO_WM_UNIT_TYPE" val="i"/>
  <p:tag name="KSO_WM_UNIT_INDEX" val="13"/>
  <p:tag name="KSO_WM_BEAUTIFY_FLAG" val="#wm#"/>
  <p:tag name="KSO_WM_TAG_VERSION" val="3.0"/>
  <p:tag name="KSO_WM_UNIT_ID" val="_1*i*13"/>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723.xml><?xml version="1.0" encoding="utf-8"?>
<p:tagLst xmlns:a="http://schemas.openxmlformats.org/drawingml/2006/main" xmlns:r="http://schemas.openxmlformats.org/officeDocument/2006/relationships" xmlns:p="http://schemas.openxmlformats.org/presentationml/2006/main">
  <p:tag name="KSO_WM_UNIT_TYPE" val="i"/>
  <p:tag name="KSO_WM_UNIT_INDEX" val="15"/>
  <p:tag name="KSO_WM_BEAUTIFY_FLAG" val="#wm#"/>
  <p:tag name="KSO_WM_TAG_VERSION" val="3.0"/>
  <p:tag name="KSO_WM_UNIT_ID" val="_1*i*15"/>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724.xml><?xml version="1.0" encoding="utf-8"?>
<p:tagLst xmlns:a="http://schemas.openxmlformats.org/drawingml/2006/main" xmlns:r="http://schemas.openxmlformats.org/officeDocument/2006/relationships" xmlns:p="http://schemas.openxmlformats.org/presentationml/2006/main">
  <p:tag name="KSO_WM_UNIT_TYPE" val="i"/>
  <p:tag name="KSO_WM_UNIT_INDEX" val="16"/>
  <p:tag name="KSO_WM_BEAUTIFY_FLAG" val="#wm#"/>
  <p:tag name="KSO_WM_TAG_VERSION" val="3.0"/>
  <p:tag name="KSO_WM_UNIT_ID" val="_1*i*16"/>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725.xml><?xml version="1.0" encoding="utf-8"?>
<p:tagLst xmlns:a="http://schemas.openxmlformats.org/drawingml/2006/main" xmlns:r="http://schemas.openxmlformats.org/officeDocument/2006/relationships" xmlns:p="http://schemas.openxmlformats.org/presentationml/2006/main">
  <p:tag name="KSO_WM_BEAUTIFY_FLAG" val="#wm#"/>
  <p:tag name="KSO_WM_FIGMA_FLAG" val="#fgm#"/>
  <p:tag name="KSO_WM_UNIT_INDEX" val="1"/>
  <p:tag name="KSO_WM_UNIT_SUBTYPE" val="c"/>
  <p:tag name="KSO_WM_UNIT_TEXT_TYPE" val="1"/>
  <p:tag name="KSO_WM_UNIT_TYPE" val="f"/>
  <p:tag name="KSO_WM_UNIT_ID" val="_1*f*1"/>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726.xml><?xml version="1.0" encoding="utf-8"?>
<p:tagLst xmlns:a="http://schemas.openxmlformats.org/drawingml/2006/main" xmlns:r="http://schemas.openxmlformats.org/officeDocument/2006/relationships" xmlns:p="http://schemas.openxmlformats.org/presentationml/2006/main">
  <p:tag name="KSO_WM_UNIT_TYPE" val="a"/>
  <p:tag name="KSO_WM_BEAUTIFY_FLAG" val="#wm#"/>
  <p:tag name="KSO_WM_FIGMA_FLAG" val="#fgm#"/>
  <p:tag name="KSO_WM_UNIT_INDEX" val="1"/>
  <p:tag name="KSO_WM_UNIT_TEXT_TYPE" val="1"/>
  <p:tag name="KSO_WM_LAYOUT_CHECK_HASH" val="f60dede788b97cd09dd425c260114b705a171efb"/>
  <p:tag name="KSO_WM_NEWLAYOUT_ID" val="1670"/>
  <p:tag name="KSO_WM_UNIT_ID" val="_1*a*1"/>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727.xml><?xml version="1.0" encoding="utf-8"?>
<p:tagLst xmlns:a="http://schemas.openxmlformats.org/drawingml/2006/main" xmlns:r="http://schemas.openxmlformats.org/officeDocument/2006/relationships" xmlns:p="http://schemas.openxmlformats.org/presentationml/2006/main">
  <p:tag name="KSO_WM_UNIT_TYPE" val="f"/>
  <p:tag name="KSO_WM_BEAUTIFY_FLAG" val="#wm#"/>
  <p:tag name="KSO_WM_FIGMA_FLAG" val="#fgm#"/>
  <p:tag name="KSO_WM_UNIT_INDEX" val="2"/>
  <p:tag name="KSO_WM_UNIT_SUBTYPE" val="b"/>
  <p:tag name="KSO_WM_UNIT_TEXT_TYPE" val="1"/>
  <p:tag name="KSO_WM_UNIT_ID" val="_1*f*2"/>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728.xml><?xml version="1.0" encoding="utf-8"?>
<p:tagLst xmlns:a="http://schemas.openxmlformats.org/drawingml/2006/main" xmlns:r="http://schemas.openxmlformats.org/officeDocument/2006/relationships" xmlns:p="http://schemas.openxmlformats.org/presentationml/2006/main">
  <p:tag name="KSO_WM_UNIT_ID" val="_1**"/>
  <p:tag name="KSO_WM_BEAUTIFY_FLAG" val="#wm#"/>
  <p:tag name="KSO_WM_TAG_VERSION" val="3.0"/>
  <p:tag name="KSO_WM_UNIT_LAYERLEVEL" val="1"/>
  <p:tag name="KSO_WM_TEMPLATE_INDEX" val="7"/>
  <p:tag name="KSO_WM_TEMPLATE_CATEGORY" val="custom"/>
</p:tagLst>
</file>

<file path=ppt/tags/tag729.xml><?xml version="1.0" encoding="utf-8"?>
<p:tagLst xmlns:a="http://schemas.openxmlformats.org/drawingml/2006/main" xmlns:r="http://schemas.openxmlformats.org/officeDocument/2006/relationships" xmlns:p="http://schemas.openxmlformats.org/presentationml/2006/main">
  <p:tag name="KSO_WM_UNIT_ID" val="_1**"/>
  <p:tag name="KSO_WM_BEAUTIFY_FLAG" val="#wm#"/>
  <p:tag name="KSO_WM_TAG_VERSION" val="3.0"/>
  <p:tag name="KSO_WM_UNIT_LAYERLEVEL" val="1"/>
  <p:tag name="KSO_WM_TEMPLATE_INDEX" val="7"/>
  <p:tag name="KSO_WM_TEMPLATE_CATEGORY" val="custom"/>
</p:tagLst>
</file>

<file path=ppt/tags/tag730.xml><?xml version="1.0" encoding="utf-8"?>
<p:tagLst xmlns:a="http://schemas.openxmlformats.org/drawingml/2006/main" xmlns:r="http://schemas.openxmlformats.org/officeDocument/2006/relationships" xmlns:p="http://schemas.openxmlformats.org/presentationml/2006/main">
  <p:tag name="KSO_WM_UNIT_TYPE" val="i"/>
  <p:tag name="KSO_WM_UNIT_INDEX" val="1"/>
  <p:tag name="KSO_WM_BEAUTIFY_FLAG" val="#wm#"/>
  <p:tag name="KSO_WM_TAG_VERSION" val="3.0"/>
  <p:tag name="KSO_WM_UNIT_ID" val="_2*i*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731.xml><?xml version="1.0" encoding="utf-8"?>
<p:tagLst xmlns:a="http://schemas.openxmlformats.org/drawingml/2006/main" xmlns:r="http://schemas.openxmlformats.org/officeDocument/2006/relationships" xmlns:p="http://schemas.openxmlformats.org/presentationml/2006/main">
  <p:tag name="KSO_WM_UNIT_TYPE" val="i"/>
  <p:tag name="KSO_WM_UNIT_INDEX" val="14"/>
  <p:tag name="KSO_WM_BEAUTIFY_FLAG" val="#wm#"/>
  <p:tag name="KSO_WM_TAG_VERSION" val="3.0"/>
  <p:tag name="KSO_WM_UNIT_ID" val="_2*i*14"/>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732.xml><?xml version="1.0" encoding="utf-8"?>
<p:tagLst xmlns:a="http://schemas.openxmlformats.org/drawingml/2006/main" xmlns:r="http://schemas.openxmlformats.org/officeDocument/2006/relationships" xmlns:p="http://schemas.openxmlformats.org/presentationml/2006/main">
  <p:tag name="KSO_WM_UNIT_TYPE" val="i"/>
  <p:tag name="KSO_WM_UNIT_INDEX" val="2"/>
  <p:tag name="KSO_WM_BEAUTIFY_FLAG" val="#wm#"/>
  <p:tag name="KSO_WM_TAG_VERSION" val="3.0"/>
  <p:tag name="KSO_WM_UNIT_ID" val="_2*i*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733.xml><?xml version="1.0" encoding="utf-8"?>
<p:tagLst xmlns:a="http://schemas.openxmlformats.org/drawingml/2006/main" xmlns:r="http://schemas.openxmlformats.org/officeDocument/2006/relationships" xmlns:p="http://schemas.openxmlformats.org/presentationml/2006/main">
  <p:tag name="KSO_WM_UNIT_TYPE" val="i"/>
  <p:tag name="KSO_WM_UNIT_INDEX" val="4"/>
  <p:tag name="KSO_WM_BEAUTIFY_FLAG" val="#wm#"/>
  <p:tag name="KSO_WM_TAG_VERSION" val="3.0"/>
  <p:tag name="KSO_WM_UNIT_ID" val="_2*i*4"/>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734.xml><?xml version="1.0" encoding="utf-8"?>
<p:tagLst xmlns:a="http://schemas.openxmlformats.org/drawingml/2006/main" xmlns:r="http://schemas.openxmlformats.org/officeDocument/2006/relationships" xmlns:p="http://schemas.openxmlformats.org/presentationml/2006/main">
  <p:tag name="KSO_WM_UNIT_TYPE" val="i"/>
  <p:tag name="KSO_WM_UNIT_INDEX" val="3"/>
  <p:tag name="KSO_WM_BEAUTIFY_FLAG" val="#wm#"/>
  <p:tag name="KSO_WM_TAG_VERSION" val="3.0"/>
  <p:tag name="KSO_WM_UNIT_ID" val="_2*i*3"/>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735.xml><?xml version="1.0" encoding="utf-8"?>
<p:tagLst xmlns:a="http://schemas.openxmlformats.org/drawingml/2006/main" xmlns:r="http://schemas.openxmlformats.org/officeDocument/2006/relationships" xmlns:p="http://schemas.openxmlformats.org/presentationml/2006/main">
  <p:tag name="KSO_WM_UNIT_TYPE" val="i"/>
  <p:tag name="KSO_WM_UNIT_INDEX" val="11"/>
  <p:tag name="KSO_WM_BEAUTIFY_FLAG" val="#wm#"/>
  <p:tag name="KSO_WM_TAG_VERSION" val="3.0"/>
  <p:tag name="KSO_WM_UNIT_ID" val="_2*i*1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736.xml><?xml version="1.0" encoding="utf-8"?>
<p:tagLst xmlns:a="http://schemas.openxmlformats.org/drawingml/2006/main" xmlns:r="http://schemas.openxmlformats.org/officeDocument/2006/relationships" xmlns:p="http://schemas.openxmlformats.org/presentationml/2006/main">
  <p:tag name="KSO_WM_UNIT_TYPE" val="i"/>
  <p:tag name="KSO_WM_UNIT_INDEX" val="13"/>
  <p:tag name="KSO_WM_BEAUTIFY_FLAG" val="#wm#"/>
  <p:tag name="KSO_WM_TAG_VERSION" val="3.0"/>
  <p:tag name="KSO_WM_UNIT_ID" val="_2*i*13"/>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737.xml><?xml version="1.0" encoding="utf-8"?>
<p:tagLst xmlns:a="http://schemas.openxmlformats.org/drawingml/2006/main" xmlns:r="http://schemas.openxmlformats.org/officeDocument/2006/relationships" xmlns:p="http://schemas.openxmlformats.org/presentationml/2006/main">
  <p:tag name="KSO_WM_UNIT_TYPE" val="i"/>
  <p:tag name="KSO_WM_UNIT_INDEX" val="6"/>
  <p:tag name="KSO_WM_BEAUTIFY_FLAG" val="#wm#"/>
  <p:tag name="KSO_WM_TAG_VERSION" val="3.0"/>
  <p:tag name="KSO_WM_UNIT_ID" val="_2*i*6"/>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738.xml><?xml version="1.0" encoding="utf-8"?>
<p:tagLst xmlns:a="http://schemas.openxmlformats.org/drawingml/2006/main" xmlns:r="http://schemas.openxmlformats.org/officeDocument/2006/relationships" xmlns:p="http://schemas.openxmlformats.org/presentationml/2006/main">
  <p:tag name="KSO_WM_UNIT_TYPE" val="i"/>
  <p:tag name="KSO_WM_UNIT_INDEX" val="9"/>
  <p:tag name="KSO_WM_BEAUTIFY_FLAG" val="#wm#"/>
  <p:tag name="KSO_WM_TAG_VERSION" val="3.0"/>
  <p:tag name="KSO_WM_UNIT_ID" val="_2*i*9"/>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739.xml><?xml version="1.0" encoding="utf-8"?>
<p:tagLst xmlns:a="http://schemas.openxmlformats.org/drawingml/2006/main" xmlns:r="http://schemas.openxmlformats.org/officeDocument/2006/relationships" xmlns:p="http://schemas.openxmlformats.org/presentationml/2006/main">
  <p:tag name="KSO_WM_UNIT_TYPE" val="i"/>
  <p:tag name="KSO_WM_UNIT_INDEX" val="10"/>
  <p:tag name="KSO_WM_BEAUTIFY_FLAG" val="#wm#"/>
  <p:tag name="KSO_WM_TAG_VERSION" val="3.0"/>
  <p:tag name="KSO_WM_UNIT_ID" val="_2*i*1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740.xml><?xml version="1.0" encoding="utf-8"?>
<p:tagLst xmlns:a="http://schemas.openxmlformats.org/drawingml/2006/main" xmlns:r="http://schemas.openxmlformats.org/officeDocument/2006/relationships" xmlns:p="http://schemas.openxmlformats.org/presentationml/2006/main">
  <p:tag name="KSO_WM_UNIT_TYPE" val="i"/>
  <p:tag name="KSO_WM_UNIT_INDEX" val="7"/>
  <p:tag name="KSO_WM_BEAUTIFY_FLAG" val="#wm#"/>
  <p:tag name="KSO_WM_TAG_VERSION" val="3.0"/>
  <p:tag name="KSO_WM_UNIT_ID" val="_2*i*7"/>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741.xml><?xml version="1.0" encoding="utf-8"?>
<p:tagLst xmlns:a="http://schemas.openxmlformats.org/drawingml/2006/main" xmlns:r="http://schemas.openxmlformats.org/officeDocument/2006/relationships" xmlns:p="http://schemas.openxmlformats.org/presentationml/2006/main">
  <p:tag name="KSO_WM_UNIT_TYPE" val="i"/>
  <p:tag name="KSO_WM_UNIT_INDEX" val="15"/>
  <p:tag name="KSO_WM_BEAUTIFY_FLAG" val="#wm#"/>
  <p:tag name="KSO_WM_TAG_VERSION" val="3.0"/>
  <p:tag name="KSO_WM_UNIT_ID" val="_2*i*15"/>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742.xml><?xml version="1.0" encoding="utf-8"?>
<p:tagLst xmlns:a="http://schemas.openxmlformats.org/drawingml/2006/main" xmlns:r="http://schemas.openxmlformats.org/officeDocument/2006/relationships" xmlns:p="http://schemas.openxmlformats.org/presentationml/2006/main">
  <p:tag name="KSO_WM_UNIT_TYPE" val="i"/>
  <p:tag name="KSO_WM_UNIT_INDEX" val="16"/>
  <p:tag name="KSO_WM_BEAUTIFY_FLAG" val="#wm#"/>
  <p:tag name="KSO_WM_TAG_VERSION" val="3.0"/>
  <p:tag name="KSO_WM_UNIT_ID" val="_2*i*16"/>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743.xml><?xml version="1.0" encoding="utf-8"?>
<p:tagLst xmlns:a="http://schemas.openxmlformats.org/drawingml/2006/main" xmlns:r="http://schemas.openxmlformats.org/officeDocument/2006/relationships" xmlns:p="http://schemas.openxmlformats.org/presentationml/2006/main">
  <p:tag name="KSO_WM_BEAUTIFY_FLAG" val="#wm#"/>
  <p:tag name="KSO_WM_FIGMA_FLAG" val="#fgm#"/>
  <p:tag name="KSO_WM_UNIT_INDEX" val="1"/>
  <p:tag name="KSO_WM_UNIT_TEXT_TYPE" val="1"/>
  <p:tag name="KSO_WM_UNIT_TYPE" val="b"/>
  <p:tag name="KSO_WM_UNIT_ID" val="_2*b*1"/>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744.xml><?xml version="1.0" encoding="utf-8"?>
<p:tagLst xmlns:a="http://schemas.openxmlformats.org/drawingml/2006/main" xmlns:r="http://schemas.openxmlformats.org/officeDocument/2006/relationships" xmlns:p="http://schemas.openxmlformats.org/presentationml/2006/main">
  <p:tag name="KSO_WM_UNIT_TYPE" val="a"/>
  <p:tag name="KSO_WM_BEAUTIFY_FLAG" val="#wm#"/>
  <p:tag name="KSO_WM_FIGMA_FLAG" val="#fgm#"/>
  <p:tag name="KSO_WM_UNIT_INDEX" val="1"/>
  <p:tag name="KSO_WM_UNIT_TEXT_TYPE" val="1"/>
  <p:tag name="KSO_WM_LAYOUT_CHECK_HASH" val="50dfe4d77e2ef29d598fee8104b322b3f97111a5"/>
  <p:tag name="KSO_WM_NEWLAYOUT_ID" val="1682"/>
  <p:tag name="KSO_WM_UNIT_ID" val="_2*a*1"/>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745.xml><?xml version="1.0" encoding="utf-8"?>
<p:tagLst xmlns:a="http://schemas.openxmlformats.org/drawingml/2006/main" xmlns:r="http://schemas.openxmlformats.org/officeDocument/2006/relationships" xmlns:p="http://schemas.openxmlformats.org/presentationml/2006/main">
  <p:tag name="KSO_WM_UNIT_ID" val="_2**"/>
  <p:tag name="KSO_WM_BEAUTIFY_FLAG" val="#wm#"/>
  <p:tag name="KSO_WM_TAG_VERSION" val="3.0"/>
  <p:tag name="KSO_WM_UNIT_LAYERLEVEL" val="1"/>
  <p:tag name="KSO_WM_TEMPLATE_INDEX" val="7"/>
  <p:tag name="KSO_WM_TEMPLATE_CATEGORY" val="custom"/>
</p:tagLst>
</file>

<file path=ppt/tags/tag746.xml><?xml version="1.0" encoding="utf-8"?>
<p:tagLst xmlns:a="http://schemas.openxmlformats.org/drawingml/2006/main" xmlns:r="http://schemas.openxmlformats.org/officeDocument/2006/relationships" xmlns:p="http://schemas.openxmlformats.org/presentationml/2006/main">
  <p:tag name="KSO_WM_UNIT_ID" val="_2**"/>
  <p:tag name="KSO_WM_BEAUTIFY_FLAG" val="#wm#"/>
  <p:tag name="KSO_WM_TAG_VERSION" val="3.0"/>
  <p:tag name="KSO_WM_UNIT_LAYERLEVEL" val="1"/>
  <p:tag name="KSO_WM_TEMPLATE_INDEX" val="7"/>
  <p:tag name="KSO_WM_TEMPLATE_CATEGORY" val="custom"/>
</p:tagLst>
</file>

<file path=ppt/tags/tag747.xml><?xml version="1.0" encoding="utf-8"?>
<p:tagLst xmlns:a="http://schemas.openxmlformats.org/drawingml/2006/main" xmlns:r="http://schemas.openxmlformats.org/officeDocument/2006/relationships" xmlns:p="http://schemas.openxmlformats.org/presentationml/2006/main">
  <p:tag name="KSO_WM_UNIT_ID" val="_3**"/>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748.xml><?xml version="1.0" encoding="utf-8"?>
<p:tagLst xmlns:a="http://schemas.openxmlformats.org/drawingml/2006/main" xmlns:r="http://schemas.openxmlformats.org/officeDocument/2006/relationships" xmlns:p="http://schemas.openxmlformats.org/presentationml/2006/main">
  <p:tag name="KSO_WM_UNIT_ID" val="_3**"/>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749.xml><?xml version="1.0" encoding="utf-8"?>
<p:tagLst xmlns:a="http://schemas.openxmlformats.org/drawingml/2006/main" xmlns:r="http://schemas.openxmlformats.org/officeDocument/2006/relationships" xmlns:p="http://schemas.openxmlformats.org/presentationml/2006/main">
  <p:tag name="KSO_WM_UNIT_ID" val="_3**"/>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750.xml><?xml version="1.0" encoding="utf-8"?>
<p:tagLst xmlns:a="http://schemas.openxmlformats.org/drawingml/2006/main" xmlns:r="http://schemas.openxmlformats.org/officeDocument/2006/relationships" xmlns:p="http://schemas.openxmlformats.org/presentationml/2006/main">
  <p:tag name="KSO_WM_BEAUTIFY_FLAG" val="#wm#"/>
  <p:tag name="KSO_WM_FIGMA_FLAG" val="#fgm#"/>
  <p:tag name="KSO_WM_UNIT_INDEX" val="1"/>
  <p:tag name="KSO_WM_UNIT_TYPE" val="a"/>
  <p:tag name="KSO_WM_LAYOUT_CHECK_HASH" val="dd3d7cbf284102af27408d01ae5a2a4293835d20"/>
  <p:tag name="KSO_WM_NEWLAYOUT_ID" val="slide_a51f9d830a889bd4"/>
  <p:tag name="KSO_WM_UNIT_ID" val="_3*a*1"/>
  <p:tag name="KSO_WM_TAG_VERSION" val="3.0"/>
  <p:tag name="KSO_WM_UNIT_LAYERLEVEL" val="1"/>
  <p:tag name="KSO_WM_TEMPLATE_INDEX" val="7"/>
  <p:tag name="KSO_WM_TEMPLATE_CATEGORY" val="custom"/>
</p:tagLst>
</file>

<file path=ppt/tags/tag751.xml><?xml version="1.0" encoding="utf-8"?>
<p:tagLst xmlns:a="http://schemas.openxmlformats.org/drawingml/2006/main" xmlns:r="http://schemas.openxmlformats.org/officeDocument/2006/relationships" xmlns:p="http://schemas.openxmlformats.org/presentationml/2006/main">
  <p:tag name="KSO_WM_FIGMA_DECORATION_INDEX" val="18"/>
  <p:tag name="$PH_EXT" val="2"/>
  <p:tag name="KSO_WM_BEAUTIFY_FLAG" val="#wm#"/>
  <p:tag name="KSO_WM_DIAGRAM_GROUP_CODE" val="1"/>
  <p:tag name="KSO_WM_FIGMA_FLAG" val="#fgm#"/>
  <p:tag name="KSO_WM_SHAPE_BGTYPE" val="lt2"/>
  <p:tag name="KSO_WM_SHAPE_BRIGHT_DATA" val="[{&quot;dk1&quot;:-60,&quot;dk2&quot;:-50,&quot;lt1&quot;:90,&quot;lt2&quot;:100},{&quot;dk1&quot;:-60,&quot;dk2&quot;:-50,&quot;lt1&quot;:90,&quot;lt2&quot;:100}]"/>
  <p:tag name="KSO_WM_SHAPE_UPDATE_BRIGHT" val="1"/>
  <p:tag name="KSO_WM_UNIT_INDEX" val="1_1_1"/>
  <p:tag name="KSO_WM_UNIT_TYPE" val="l_h_i"/>
  <p:tag name="KSO_WM_UNIT_ID" val="_3*l_h_i*1_1_1"/>
  <p:tag name="KSO_WM_TAG_VERSION" val="3.0"/>
  <p:tag name="KSO_WM_UNIT_LAYERLEVEL" val="1_1_1"/>
  <p:tag name="KSO_WM_TEMPLATE_INDEX" val="7"/>
  <p:tag name="KSO_WM_TEMPLATE_CATEGORY" val="custom"/>
</p:tagLst>
</file>

<file path=ppt/tags/tag752.xml><?xml version="1.0" encoding="utf-8"?>
<p:tagLst xmlns:a="http://schemas.openxmlformats.org/drawingml/2006/main" xmlns:r="http://schemas.openxmlformats.org/officeDocument/2006/relationships" xmlns:p="http://schemas.openxmlformats.org/presentationml/2006/main">
  <p:tag name="KSO_WM_BEAUTIFY_FLAG" val="#wm#"/>
  <p:tag name="KSO_WM_DIAGRAM_GROUP_CODE" val="1"/>
  <p:tag name="KSO_WM_FIGMA_FLAG" val="#fgm#"/>
  <p:tag name="KSO_WM_UNIT_INDEX" val="1_1_1"/>
  <p:tag name="KSO_WM_UNIT_TYPE" val="l_h_d"/>
  <p:tag name="KSO_WM_UNIT_ID" val="_3*l_h_d*1_1_1"/>
  <p:tag name="KSO_WM_TAG_VERSION" val="3.0"/>
  <p:tag name="KSO_WM_UNIT_LAYERLEVEL" val="1_1_1"/>
  <p:tag name="KSO_WM_TEMPLATE_INDEX" val="7"/>
  <p:tag name="KSO_WM_TEMPLATE_CATEGORY" val="custom"/>
</p:tagLst>
</file>

<file path=ppt/tags/tag753.xml><?xml version="1.0" encoding="utf-8"?>
<p:tagLst xmlns:a="http://schemas.openxmlformats.org/drawingml/2006/main" xmlns:r="http://schemas.openxmlformats.org/officeDocument/2006/relationships" xmlns:p="http://schemas.openxmlformats.org/presentationml/2006/main">
  <p:tag name="KSO_WM_BEAUTIFY_FLAG" val="#wm#"/>
  <p:tag name="KSO_WM_DIAGRAM_GROUP_CODE" val="1"/>
  <p:tag name="KSO_WM_FIGMA_FLAG" val="#fgm#"/>
  <p:tag name="KSO_WM_UNIT_INDEX" val="1_1_1"/>
  <p:tag name="KSO_WM_UNIT_TYPE" val="l_h_a"/>
  <p:tag name="KSO_WM_UNIT_ID" val="_3*l_h_a*1_1_1"/>
  <p:tag name="KSO_WM_TAG_VERSION" val="3.0"/>
  <p:tag name="KSO_WM_UNIT_LAYERLEVEL" val="1_1_1"/>
  <p:tag name="KSO_WM_TEMPLATE_INDEX" val="7"/>
  <p:tag name="KSO_WM_TEMPLATE_CATEGORY" val="custom"/>
</p:tagLst>
</file>

<file path=ppt/tags/tag754.xml><?xml version="1.0" encoding="utf-8"?>
<p:tagLst xmlns:a="http://schemas.openxmlformats.org/drawingml/2006/main" xmlns:r="http://schemas.openxmlformats.org/officeDocument/2006/relationships" xmlns:p="http://schemas.openxmlformats.org/presentationml/2006/main">
  <p:tag name="KSO_WM_BEAUTIFY_FLAG" val="#wm#"/>
  <p:tag name="KSO_WM_DIAGRAM_GROUP_CODE" val="1"/>
  <p:tag name="KSO_WM_FIGMA_FLAG" val="#fgm#"/>
  <p:tag name="KSO_WM_UNIT_INDEX" val="1_1_1"/>
  <p:tag name="KSO_WM_UNIT_TYPE" val="l_h_f"/>
  <p:tag name="KSO_WM_UNIT_ID" val="_3*l_h_f*1_1_1"/>
  <p:tag name="KSO_WM_TAG_VERSION" val="3.0"/>
  <p:tag name="KSO_WM_UNIT_LAYERLEVEL" val="1_1_1"/>
  <p:tag name="KSO_WM_TEMPLATE_INDEX" val="7"/>
  <p:tag name="KSO_WM_TEMPLATE_CATEGORY" val="custom"/>
</p:tagLst>
</file>

<file path=ppt/tags/tag755.xml><?xml version="1.0" encoding="utf-8"?>
<p:tagLst xmlns:a="http://schemas.openxmlformats.org/drawingml/2006/main" xmlns:r="http://schemas.openxmlformats.org/officeDocument/2006/relationships" xmlns:p="http://schemas.openxmlformats.org/presentationml/2006/main">
  <p:tag name="KSO_WM_FIGMA_DECORATION_INDEX" val="18"/>
  <p:tag name="$PH_EXT" val="2"/>
  <p:tag name="KSO_WM_BEAUTIFY_FLAG" val="#wm#"/>
  <p:tag name="KSO_WM_DIAGRAM_GROUP_CODE" val="1"/>
  <p:tag name="KSO_WM_FIGMA_FLAG" val="#fgm#"/>
  <p:tag name="KSO_WM_SHAPE_BGTYPE" val="lt2"/>
  <p:tag name="KSO_WM_SHAPE_BRIGHT_DATA" val="[{&quot;dk1&quot;:-60,&quot;dk2&quot;:-50,&quot;lt1&quot;:90,&quot;lt2&quot;:100},{&quot;dk1&quot;:-60,&quot;dk2&quot;:-50,&quot;lt1&quot;:90,&quot;lt2&quot;:100}]"/>
  <p:tag name="KSO_WM_SHAPE_UPDATE_BRIGHT" val="1"/>
  <p:tag name="KSO_WM_UNIT_INDEX" val="1_2_1"/>
  <p:tag name="KSO_WM_UNIT_TYPE" val="l_h_i"/>
  <p:tag name="KSO_WM_UNIT_ID" val="_3*l_h_i*1_2_1"/>
  <p:tag name="KSO_WM_TAG_VERSION" val="3.0"/>
  <p:tag name="KSO_WM_UNIT_LAYERLEVEL" val="1_1_1"/>
  <p:tag name="KSO_WM_TEMPLATE_INDEX" val="7"/>
  <p:tag name="KSO_WM_TEMPLATE_CATEGORY" val="custom"/>
</p:tagLst>
</file>

<file path=ppt/tags/tag756.xml><?xml version="1.0" encoding="utf-8"?>
<p:tagLst xmlns:a="http://schemas.openxmlformats.org/drawingml/2006/main" xmlns:r="http://schemas.openxmlformats.org/officeDocument/2006/relationships" xmlns:p="http://schemas.openxmlformats.org/presentationml/2006/main">
  <p:tag name="KSO_WM_BEAUTIFY_FLAG" val="#wm#"/>
  <p:tag name="KSO_WM_DIAGRAM_GROUP_CODE" val="1"/>
  <p:tag name="KSO_WM_FIGMA_FLAG" val="#fgm#"/>
  <p:tag name="KSO_WM_UNIT_INDEX" val="1_2_1"/>
  <p:tag name="KSO_WM_UNIT_TYPE" val="l_h_d"/>
  <p:tag name="KSO_WM_UNIT_ID" val="_3*l_h_d*1_2_1"/>
  <p:tag name="KSO_WM_TAG_VERSION" val="3.0"/>
  <p:tag name="KSO_WM_UNIT_LAYERLEVEL" val="1_1_1"/>
  <p:tag name="KSO_WM_TEMPLATE_INDEX" val="7"/>
  <p:tag name="KSO_WM_TEMPLATE_CATEGORY" val="custom"/>
</p:tagLst>
</file>

<file path=ppt/tags/tag757.xml><?xml version="1.0" encoding="utf-8"?>
<p:tagLst xmlns:a="http://schemas.openxmlformats.org/drawingml/2006/main" xmlns:r="http://schemas.openxmlformats.org/officeDocument/2006/relationships" xmlns:p="http://schemas.openxmlformats.org/presentationml/2006/main">
  <p:tag name="KSO_WM_BEAUTIFY_FLAG" val="#wm#"/>
  <p:tag name="KSO_WM_DIAGRAM_GROUP_CODE" val="1"/>
  <p:tag name="KSO_WM_FIGMA_FLAG" val="#fgm#"/>
  <p:tag name="KSO_WM_UNIT_INDEX" val="1_2_1"/>
  <p:tag name="KSO_WM_UNIT_TYPE" val="l_h_a"/>
  <p:tag name="KSO_WM_UNIT_ID" val="_3*l_h_a*1_2_1"/>
  <p:tag name="KSO_WM_TAG_VERSION" val="3.0"/>
  <p:tag name="KSO_WM_UNIT_LAYERLEVEL" val="1_1_1"/>
  <p:tag name="KSO_WM_TEMPLATE_INDEX" val="7"/>
  <p:tag name="KSO_WM_TEMPLATE_CATEGORY" val="custom"/>
</p:tagLst>
</file>

<file path=ppt/tags/tag758.xml><?xml version="1.0" encoding="utf-8"?>
<p:tagLst xmlns:a="http://schemas.openxmlformats.org/drawingml/2006/main" xmlns:r="http://schemas.openxmlformats.org/officeDocument/2006/relationships" xmlns:p="http://schemas.openxmlformats.org/presentationml/2006/main">
  <p:tag name="KSO_WM_BEAUTIFY_FLAG" val="#wm#"/>
  <p:tag name="KSO_WM_DIAGRAM_GROUP_CODE" val="1"/>
  <p:tag name="KSO_WM_FIGMA_FLAG" val="#fgm#"/>
  <p:tag name="KSO_WM_UNIT_INDEX" val="1_2_1"/>
  <p:tag name="KSO_WM_UNIT_TYPE" val="l_h_f"/>
  <p:tag name="KSO_WM_UNIT_ID" val="_3*l_h_f*1_2_1"/>
  <p:tag name="KSO_WM_TAG_VERSION" val="3.0"/>
  <p:tag name="KSO_WM_UNIT_LAYERLEVEL" val="1_1_1"/>
  <p:tag name="KSO_WM_TEMPLATE_INDEX" val="7"/>
  <p:tag name="KSO_WM_TEMPLATE_CATEGORY" val="custom"/>
</p:tagLst>
</file>

<file path=ppt/tags/tag759.xml><?xml version="1.0" encoding="utf-8"?>
<p:tagLst xmlns:a="http://schemas.openxmlformats.org/drawingml/2006/main" xmlns:r="http://schemas.openxmlformats.org/officeDocument/2006/relationships" xmlns:p="http://schemas.openxmlformats.org/presentationml/2006/main">
  <p:tag name="KSO_WM_FIGMA_DECORATION_INDEX" val="18"/>
  <p:tag name="$PH_EXT" val="2"/>
  <p:tag name="KSO_WM_BEAUTIFY_FLAG" val="#wm#"/>
  <p:tag name="KSO_WM_DIAGRAM_GROUP_CODE" val="1"/>
  <p:tag name="KSO_WM_FIGMA_FLAG" val="#fgm#"/>
  <p:tag name="KSO_WM_SHAPE_BGTYPE" val="lt2"/>
  <p:tag name="KSO_WM_SHAPE_BRIGHT_DATA" val="[{&quot;dk1&quot;:-60,&quot;dk2&quot;:-50,&quot;lt1&quot;:90,&quot;lt2&quot;:100},{&quot;dk1&quot;:-60,&quot;dk2&quot;:-50,&quot;lt1&quot;:90,&quot;lt2&quot;:100}]"/>
  <p:tag name="KSO_WM_SHAPE_UPDATE_BRIGHT" val="1"/>
  <p:tag name="KSO_WM_UNIT_INDEX" val="1_3_1"/>
  <p:tag name="KSO_WM_UNIT_TYPE" val="l_h_i"/>
  <p:tag name="KSO_WM_UNIT_ID" val="_3*l_h_i*1_3_1"/>
  <p:tag name="KSO_WM_TAG_VERSION" val="3.0"/>
  <p:tag name="KSO_WM_UNIT_LAYERLEVEL" val="1_1_1"/>
  <p:tag name="KSO_WM_TEMPLATE_INDEX" val="7"/>
  <p:tag name="KSO_WM_TEMPLATE_CATEGORY" val="custom"/>
</p:tagLst>
</file>

<file path=ppt/tags/tag760.xml><?xml version="1.0" encoding="utf-8"?>
<p:tagLst xmlns:a="http://schemas.openxmlformats.org/drawingml/2006/main" xmlns:r="http://schemas.openxmlformats.org/officeDocument/2006/relationships" xmlns:p="http://schemas.openxmlformats.org/presentationml/2006/main">
  <p:tag name="KSO_WM_BEAUTIFY_FLAG" val="#wm#"/>
  <p:tag name="KSO_WM_DIAGRAM_GROUP_CODE" val="1"/>
  <p:tag name="KSO_WM_FIGMA_FLAG" val="#fgm#"/>
  <p:tag name="KSO_WM_UNIT_INDEX" val="1_3_1"/>
  <p:tag name="KSO_WM_UNIT_TYPE" val="l_h_d"/>
  <p:tag name="KSO_WM_UNIT_ID" val="_3*l_h_d*1_3_1"/>
  <p:tag name="KSO_WM_TAG_VERSION" val="3.0"/>
  <p:tag name="KSO_WM_UNIT_LAYERLEVEL" val="1_1_1"/>
  <p:tag name="KSO_WM_TEMPLATE_INDEX" val="7"/>
  <p:tag name="KSO_WM_TEMPLATE_CATEGORY" val="custom"/>
</p:tagLst>
</file>

<file path=ppt/tags/tag761.xml><?xml version="1.0" encoding="utf-8"?>
<p:tagLst xmlns:a="http://schemas.openxmlformats.org/drawingml/2006/main" xmlns:r="http://schemas.openxmlformats.org/officeDocument/2006/relationships" xmlns:p="http://schemas.openxmlformats.org/presentationml/2006/main">
  <p:tag name="KSO_WM_BEAUTIFY_FLAG" val="#wm#"/>
  <p:tag name="KSO_WM_DIAGRAM_GROUP_CODE" val="1"/>
  <p:tag name="KSO_WM_FIGMA_FLAG" val="#fgm#"/>
  <p:tag name="KSO_WM_UNIT_INDEX" val="1_3_1"/>
  <p:tag name="KSO_WM_UNIT_TYPE" val="l_h_a"/>
  <p:tag name="KSO_WM_UNIT_ID" val="_3*l_h_a*1_3_1"/>
  <p:tag name="KSO_WM_TAG_VERSION" val="3.0"/>
  <p:tag name="KSO_WM_UNIT_LAYERLEVEL" val="1_1_1"/>
  <p:tag name="KSO_WM_TEMPLATE_INDEX" val="7"/>
  <p:tag name="KSO_WM_TEMPLATE_CATEGORY" val="custom"/>
</p:tagLst>
</file>

<file path=ppt/tags/tag762.xml><?xml version="1.0" encoding="utf-8"?>
<p:tagLst xmlns:a="http://schemas.openxmlformats.org/drawingml/2006/main" xmlns:r="http://schemas.openxmlformats.org/officeDocument/2006/relationships" xmlns:p="http://schemas.openxmlformats.org/presentationml/2006/main">
  <p:tag name="KSO_WM_BEAUTIFY_FLAG" val="#wm#"/>
  <p:tag name="KSO_WM_DIAGRAM_GROUP_CODE" val="1"/>
  <p:tag name="KSO_WM_FIGMA_FLAG" val="#fgm#"/>
  <p:tag name="KSO_WM_UNIT_INDEX" val="1_3_1"/>
  <p:tag name="KSO_WM_UNIT_TYPE" val="l_h_f"/>
  <p:tag name="KSO_WM_UNIT_ID" val="_3*l_h_f*1_3_1"/>
  <p:tag name="KSO_WM_TAG_VERSION" val="3.0"/>
  <p:tag name="KSO_WM_UNIT_LAYERLEVEL" val="1_1_1"/>
  <p:tag name="KSO_WM_TEMPLATE_INDEX" val="7"/>
  <p:tag name="KSO_WM_TEMPLATE_CATEGORY" val="custom"/>
</p:tagLst>
</file>

<file path=ppt/tags/tag763.xml><?xml version="1.0" encoding="utf-8"?>
<p:tagLst xmlns:a="http://schemas.openxmlformats.org/drawingml/2006/main" xmlns:r="http://schemas.openxmlformats.org/officeDocument/2006/relationships" xmlns:p="http://schemas.openxmlformats.org/presentationml/2006/main">
  <p:tag name="KSO_WM_UNIT_ID" val="_4**"/>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764.xml><?xml version="1.0" encoding="utf-8"?>
<p:tagLst xmlns:a="http://schemas.openxmlformats.org/drawingml/2006/main" xmlns:r="http://schemas.openxmlformats.org/officeDocument/2006/relationships" xmlns:p="http://schemas.openxmlformats.org/presentationml/2006/main">
  <p:tag name="KSO_WM_UNIT_ID" val="_4**"/>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765.xml><?xml version="1.0" encoding="utf-8"?>
<p:tagLst xmlns:a="http://schemas.openxmlformats.org/drawingml/2006/main" xmlns:r="http://schemas.openxmlformats.org/officeDocument/2006/relationships" xmlns:p="http://schemas.openxmlformats.org/presentationml/2006/main">
  <p:tag name="KSO_WM_UNIT_ID" val="_4**"/>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766.xml><?xml version="1.0" encoding="utf-8"?>
<p:tagLst xmlns:a="http://schemas.openxmlformats.org/drawingml/2006/main" xmlns:r="http://schemas.openxmlformats.org/officeDocument/2006/relationships" xmlns:p="http://schemas.openxmlformats.org/presentationml/2006/main">
  <p:tag name="KSO_WM_BEAUTIFY_FLAG" val="#wm#"/>
  <p:tag name="KSO_WM_FIGMA_FLAG" val="#fgm#"/>
  <p:tag name="KSO_WM_UNIT_INDEX" val="1"/>
  <p:tag name="KSO_WM_UNIT_TYPE" val="a"/>
  <p:tag name="KSO_WM_LAYOUT_CHECK_HASH" val="5def78cb8559da16ecdf76718abd1b351d0d16cb"/>
  <p:tag name="KSO_WM_NEWLAYOUT_ID" val="slide_32796d7565842e22"/>
  <p:tag name="KSO_WM_UNIT_ID" val="_4*a*1"/>
  <p:tag name="KSO_WM_TAG_VERSION" val="3.0"/>
  <p:tag name="KSO_WM_UNIT_LAYERLEVEL" val="1"/>
  <p:tag name="KSO_WM_TEMPLATE_INDEX" val="7"/>
  <p:tag name="KSO_WM_TEMPLATE_CATEGORY" val="custom"/>
</p:tagLst>
</file>

<file path=ppt/tags/tag767.xml><?xml version="1.0" encoding="utf-8"?>
<p:tagLst xmlns:a="http://schemas.openxmlformats.org/drawingml/2006/main" xmlns:r="http://schemas.openxmlformats.org/officeDocument/2006/relationships" xmlns:p="http://schemas.openxmlformats.org/presentationml/2006/main">
  <p:tag name="KSO_WM_FIGMA_DECORATION_INDEX" val="14"/>
  <p:tag name="$PH_EXT" val="2"/>
  <p:tag name="KSO_WM_BEAUTIFY_FLAG" val="#wm#"/>
  <p:tag name="KSO_WM_DIAGRAM_GROUP_CODE" val="1"/>
  <p:tag name="KSO_WM_FIGMA_FLAG" val="#fgm#"/>
  <p:tag name="KSO_WM_UNIT_INDEX" val="1_1_1"/>
  <p:tag name="KSO_WM_UNIT_TYPE" val="l_h_i"/>
  <p:tag name="KSO_WM_UNIT_ID" val="_4*l_h_i*1_1_1"/>
  <p:tag name="KSO_WM_TAG_VERSION" val="3.0"/>
  <p:tag name="KSO_WM_UNIT_LAYERLEVEL" val="1_1_1"/>
  <p:tag name="KSO_WM_TEMPLATE_INDEX" val="7"/>
  <p:tag name="KSO_WM_TEMPLATE_CATEGORY" val="custom"/>
</p:tagLst>
</file>

<file path=ppt/tags/tag768.xml><?xml version="1.0" encoding="utf-8"?>
<p:tagLst xmlns:a="http://schemas.openxmlformats.org/drawingml/2006/main" xmlns:r="http://schemas.openxmlformats.org/officeDocument/2006/relationships" xmlns:p="http://schemas.openxmlformats.org/presentationml/2006/main">
  <p:tag name="KSO_WM_BEAUTIFY_FLAG" val="#wm#"/>
  <p:tag name="KSO_WM_DIAGRAM_GROUP_CODE" val="1"/>
  <p:tag name="KSO_WM_FIGMA_FLAG" val="#fgm#"/>
  <p:tag name="KSO_WM_UNIT_INDEX" val="1_1_2"/>
  <p:tag name="KSO_WM_UNIT_SUBTYPE" val="d"/>
  <p:tag name="KSO_WM_UNIT_TYPE" val="l_h_i"/>
  <p:tag name="KSO_WM_UNIT_ID" val="_4*l_h_i*1_1_2"/>
  <p:tag name="KSO_WM_TAG_VERSION" val="3.0"/>
  <p:tag name="KSO_WM_UNIT_LAYERLEVEL" val="1_1_1"/>
  <p:tag name="KSO_WM_TEMPLATE_INDEX" val="7"/>
  <p:tag name="KSO_WM_TEMPLATE_CATEGORY" val="custom"/>
</p:tagLst>
</file>

<file path=ppt/tags/tag769.xml><?xml version="1.0" encoding="utf-8"?>
<p:tagLst xmlns:a="http://schemas.openxmlformats.org/drawingml/2006/main" xmlns:r="http://schemas.openxmlformats.org/officeDocument/2006/relationships" xmlns:p="http://schemas.openxmlformats.org/presentationml/2006/main">
  <p:tag name="KSO_WM_BEAUTIFY_FLAG" val="#wm#"/>
  <p:tag name="KSO_WM_DIAGRAM_GROUP_CODE" val="1"/>
  <p:tag name="KSO_WM_FIGMA_FLAG" val="#fgm#"/>
  <p:tag name="KSO_WM_UNIT_INDEX" val="1_1_1"/>
  <p:tag name="KSO_WM_UNIT_TYPE" val="l_h_a"/>
  <p:tag name="KSO_WM_UNIT_ID" val="_4*l_h_a*1_1_1"/>
  <p:tag name="KSO_WM_TAG_VERSION" val="3.0"/>
  <p:tag name="KSO_WM_UNIT_LAYERLEVEL" val="1_1_1"/>
  <p:tag name="KSO_WM_TEMPLATE_INDEX" val="7"/>
  <p:tag name="KSO_WM_TEMPLATE_CATEGORY" val="custom"/>
</p:tagLst>
</file>

<file path=ppt/tags/tag770.xml><?xml version="1.0" encoding="utf-8"?>
<p:tagLst xmlns:a="http://schemas.openxmlformats.org/drawingml/2006/main" xmlns:r="http://schemas.openxmlformats.org/officeDocument/2006/relationships" xmlns:p="http://schemas.openxmlformats.org/presentationml/2006/main">
  <p:tag name="KSO_WM_BEAUTIFY_FLAG" val="#wm#"/>
  <p:tag name="KSO_WM_DIAGRAM_GROUP_CODE" val="1"/>
  <p:tag name="KSO_WM_FIGMA_FLAG" val="#fgm#"/>
  <p:tag name="KSO_WM_UNIT_INDEX" val="1_1_1"/>
  <p:tag name="KSO_WM_UNIT_TYPE" val="l_h_f"/>
  <p:tag name="KSO_WM_UNIT_ID" val="_4*l_h_f*1_1_1"/>
  <p:tag name="KSO_WM_TAG_VERSION" val="3.0"/>
  <p:tag name="KSO_WM_UNIT_LAYERLEVEL" val="1_1_1"/>
  <p:tag name="KSO_WM_TEMPLATE_INDEX" val="7"/>
  <p:tag name="KSO_WM_TEMPLATE_CATEGORY" val="custom"/>
</p:tagLst>
</file>

<file path=ppt/tags/tag771.xml><?xml version="1.0" encoding="utf-8"?>
<p:tagLst xmlns:a="http://schemas.openxmlformats.org/drawingml/2006/main" xmlns:r="http://schemas.openxmlformats.org/officeDocument/2006/relationships" xmlns:p="http://schemas.openxmlformats.org/presentationml/2006/main">
  <p:tag name="KSO_WM_FIGMA_DECORATION_INDEX" val="14"/>
  <p:tag name="$PH_EXT" val="2"/>
  <p:tag name="KSO_WM_BEAUTIFY_FLAG" val="#wm#"/>
  <p:tag name="KSO_WM_DIAGRAM_GROUP_CODE" val="1"/>
  <p:tag name="KSO_WM_FIGMA_FLAG" val="#fgm#"/>
  <p:tag name="KSO_WM_UNIT_INDEX" val="1_2_1"/>
  <p:tag name="KSO_WM_UNIT_TYPE" val="l_h_i"/>
  <p:tag name="KSO_WM_UNIT_ID" val="_4*l_h_i*1_2_1"/>
  <p:tag name="KSO_WM_TAG_VERSION" val="3.0"/>
  <p:tag name="KSO_WM_UNIT_LAYERLEVEL" val="1_1_1"/>
  <p:tag name="KSO_WM_TEMPLATE_INDEX" val="7"/>
  <p:tag name="KSO_WM_TEMPLATE_CATEGORY" val="custom"/>
</p:tagLst>
</file>

<file path=ppt/tags/tag772.xml><?xml version="1.0" encoding="utf-8"?>
<p:tagLst xmlns:a="http://schemas.openxmlformats.org/drawingml/2006/main" xmlns:r="http://schemas.openxmlformats.org/officeDocument/2006/relationships" xmlns:p="http://schemas.openxmlformats.org/presentationml/2006/main">
  <p:tag name="KSO_WM_BEAUTIFY_FLAG" val="#wm#"/>
  <p:tag name="KSO_WM_DIAGRAM_GROUP_CODE" val="1"/>
  <p:tag name="KSO_WM_FIGMA_FLAG" val="#fgm#"/>
  <p:tag name="KSO_WM_UNIT_INDEX" val="1_2_2"/>
  <p:tag name="KSO_WM_UNIT_SUBTYPE" val="d"/>
  <p:tag name="KSO_WM_UNIT_TYPE" val="l_h_i"/>
  <p:tag name="KSO_WM_UNIT_ID" val="_4*l_h_i*1_2_2"/>
  <p:tag name="KSO_WM_TAG_VERSION" val="3.0"/>
  <p:tag name="KSO_WM_UNIT_LAYERLEVEL" val="1_1_1"/>
  <p:tag name="KSO_WM_TEMPLATE_INDEX" val="7"/>
  <p:tag name="KSO_WM_TEMPLATE_CATEGORY" val="custom"/>
</p:tagLst>
</file>

<file path=ppt/tags/tag773.xml><?xml version="1.0" encoding="utf-8"?>
<p:tagLst xmlns:a="http://schemas.openxmlformats.org/drawingml/2006/main" xmlns:r="http://schemas.openxmlformats.org/officeDocument/2006/relationships" xmlns:p="http://schemas.openxmlformats.org/presentationml/2006/main">
  <p:tag name="KSO_WM_BEAUTIFY_FLAG" val="#wm#"/>
  <p:tag name="KSO_WM_DIAGRAM_GROUP_CODE" val="1"/>
  <p:tag name="KSO_WM_FIGMA_FLAG" val="#fgm#"/>
  <p:tag name="KSO_WM_UNIT_INDEX" val="1_2_1"/>
  <p:tag name="KSO_WM_UNIT_TYPE" val="l_h_a"/>
  <p:tag name="KSO_WM_UNIT_ID" val="_4*l_h_a*1_2_1"/>
  <p:tag name="KSO_WM_TAG_VERSION" val="3.0"/>
  <p:tag name="KSO_WM_UNIT_LAYERLEVEL" val="1_1_1"/>
  <p:tag name="KSO_WM_TEMPLATE_INDEX" val="7"/>
  <p:tag name="KSO_WM_TEMPLATE_CATEGORY" val="custom"/>
</p:tagLst>
</file>

<file path=ppt/tags/tag774.xml><?xml version="1.0" encoding="utf-8"?>
<p:tagLst xmlns:a="http://schemas.openxmlformats.org/drawingml/2006/main" xmlns:r="http://schemas.openxmlformats.org/officeDocument/2006/relationships" xmlns:p="http://schemas.openxmlformats.org/presentationml/2006/main">
  <p:tag name="KSO_WM_BEAUTIFY_FLAG" val="#wm#"/>
  <p:tag name="KSO_WM_DIAGRAM_GROUP_CODE" val="1"/>
  <p:tag name="KSO_WM_FIGMA_FLAG" val="#fgm#"/>
  <p:tag name="KSO_WM_UNIT_INDEX" val="1_2_1"/>
  <p:tag name="KSO_WM_UNIT_TYPE" val="l_h_f"/>
  <p:tag name="KSO_WM_UNIT_ID" val="_4*l_h_f*1_2_1"/>
  <p:tag name="KSO_WM_TAG_VERSION" val="3.0"/>
  <p:tag name="KSO_WM_UNIT_LAYERLEVEL" val="1_1_1"/>
  <p:tag name="KSO_WM_TEMPLATE_INDEX" val="7"/>
  <p:tag name="KSO_WM_TEMPLATE_CATEGORY" val="custom"/>
</p:tagLst>
</file>

<file path=ppt/tags/tag775.xml><?xml version="1.0" encoding="utf-8"?>
<p:tagLst xmlns:a="http://schemas.openxmlformats.org/drawingml/2006/main" xmlns:r="http://schemas.openxmlformats.org/officeDocument/2006/relationships" xmlns:p="http://schemas.openxmlformats.org/presentationml/2006/main">
  <p:tag name="KSO_WM_FIGMA_DECORATION_INDEX" val="14"/>
  <p:tag name="$PH_EXT" val="2"/>
  <p:tag name="KSO_WM_BEAUTIFY_FLAG" val="#wm#"/>
  <p:tag name="KSO_WM_DIAGRAM_GROUP_CODE" val="1"/>
  <p:tag name="KSO_WM_FIGMA_FLAG" val="#fgm#"/>
  <p:tag name="KSO_WM_UNIT_INDEX" val="1_3_1"/>
  <p:tag name="KSO_WM_UNIT_TYPE" val="l_h_i"/>
  <p:tag name="KSO_WM_UNIT_ID" val="_4*l_h_i*1_3_1"/>
  <p:tag name="KSO_WM_TAG_VERSION" val="3.0"/>
  <p:tag name="KSO_WM_UNIT_LAYERLEVEL" val="1_1_1"/>
  <p:tag name="KSO_WM_TEMPLATE_INDEX" val="7"/>
  <p:tag name="KSO_WM_TEMPLATE_CATEGORY" val="custom"/>
</p:tagLst>
</file>

<file path=ppt/tags/tag776.xml><?xml version="1.0" encoding="utf-8"?>
<p:tagLst xmlns:a="http://schemas.openxmlformats.org/drawingml/2006/main" xmlns:r="http://schemas.openxmlformats.org/officeDocument/2006/relationships" xmlns:p="http://schemas.openxmlformats.org/presentationml/2006/main">
  <p:tag name="KSO_WM_BEAUTIFY_FLAG" val="#wm#"/>
  <p:tag name="KSO_WM_DIAGRAM_GROUP_CODE" val="1"/>
  <p:tag name="KSO_WM_FIGMA_FLAG" val="#fgm#"/>
  <p:tag name="KSO_WM_UNIT_INDEX" val="1_3_2"/>
  <p:tag name="KSO_WM_UNIT_SUBTYPE" val="d"/>
  <p:tag name="KSO_WM_UNIT_TYPE" val="l_h_i"/>
  <p:tag name="KSO_WM_UNIT_ID" val="_4*l_h_i*1_3_2"/>
  <p:tag name="KSO_WM_TAG_VERSION" val="3.0"/>
  <p:tag name="KSO_WM_UNIT_LAYERLEVEL" val="1_1_1"/>
  <p:tag name="KSO_WM_TEMPLATE_INDEX" val="7"/>
  <p:tag name="KSO_WM_TEMPLATE_CATEGORY" val="custom"/>
</p:tagLst>
</file>

<file path=ppt/tags/tag777.xml><?xml version="1.0" encoding="utf-8"?>
<p:tagLst xmlns:a="http://schemas.openxmlformats.org/drawingml/2006/main" xmlns:r="http://schemas.openxmlformats.org/officeDocument/2006/relationships" xmlns:p="http://schemas.openxmlformats.org/presentationml/2006/main">
  <p:tag name="KSO_WM_BEAUTIFY_FLAG" val="#wm#"/>
  <p:tag name="KSO_WM_DIAGRAM_GROUP_CODE" val="1"/>
  <p:tag name="KSO_WM_FIGMA_FLAG" val="#fgm#"/>
  <p:tag name="KSO_WM_UNIT_INDEX" val="1_3_1"/>
  <p:tag name="KSO_WM_UNIT_TYPE" val="l_h_a"/>
  <p:tag name="KSO_WM_UNIT_ID" val="_4*l_h_a*1_3_1"/>
  <p:tag name="KSO_WM_TAG_VERSION" val="3.0"/>
  <p:tag name="KSO_WM_UNIT_LAYERLEVEL" val="1_1_1"/>
  <p:tag name="KSO_WM_TEMPLATE_INDEX" val="7"/>
  <p:tag name="KSO_WM_TEMPLATE_CATEGORY" val="custom"/>
</p:tagLst>
</file>

<file path=ppt/tags/tag778.xml><?xml version="1.0" encoding="utf-8"?>
<p:tagLst xmlns:a="http://schemas.openxmlformats.org/drawingml/2006/main" xmlns:r="http://schemas.openxmlformats.org/officeDocument/2006/relationships" xmlns:p="http://schemas.openxmlformats.org/presentationml/2006/main">
  <p:tag name="KSO_WM_BEAUTIFY_FLAG" val="#wm#"/>
  <p:tag name="KSO_WM_DIAGRAM_GROUP_CODE" val="1"/>
  <p:tag name="KSO_WM_FIGMA_FLAG" val="#fgm#"/>
  <p:tag name="KSO_WM_UNIT_INDEX" val="1_3_1"/>
  <p:tag name="KSO_WM_UNIT_TYPE" val="l_h_f"/>
  <p:tag name="KSO_WM_UNIT_ID" val="_4*l_h_f*1_3_1"/>
  <p:tag name="KSO_WM_TAG_VERSION" val="3.0"/>
  <p:tag name="KSO_WM_UNIT_LAYERLEVEL" val="1_1_1"/>
  <p:tag name="KSO_WM_TEMPLATE_INDEX" val="7"/>
  <p:tag name="KSO_WM_TEMPLATE_CATEGORY" val="custom"/>
</p:tagLst>
</file>

<file path=ppt/tags/tag779.xml><?xml version="1.0" encoding="utf-8"?>
<p:tagLst xmlns:a="http://schemas.openxmlformats.org/drawingml/2006/main" xmlns:r="http://schemas.openxmlformats.org/officeDocument/2006/relationships" xmlns:p="http://schemas.openxmlformats.org/presentationml/2006/main">
  <p:tag name="KSO_WM_FIGMA_DECORATION_INDEX" val="14"/>
  <p:tag name="$PH_EXT" val="2"/>
  <p:tag name="KSO_WM_BEAUTIFY_FLAG" val="#wm#"/>
  <p:tag name="KSO_WM_DIAGRAM_GROUP_CODE" val="1"/>
  <p:tag name="KSO_WM_FIGMA_FLAG" val="#fgm#"/>
  <p:tag name="KSO_WM_UNIT_INDEX" val="1_4_1"/>
  <p:tag name="KSO_WM_UNIT_TYPE" val="l_h_i"/>
  <p:tag name="KSO_WM_UNIT_ID" val="_4*l_h_i*1_4_1"/>
  <p:tag name="KSO_WM_TAG_VERSION" val="3.0"/>
  <p:tag name="KSO_WM_UNIT_LAYERLEVEL" val="1_1_1"/>
  <p:tag name="KSO_WM_TEMPLATE_INDEX" val="7"/>
  <p:tag name="KSO_WM_TEMPLATE_CATEGORY" val="custom"/>
</p:tagLst>
</file>

<file path=ppt/tags/tag780.xml><?xml version="1.0" encoding="utf-8"?>
<p:tagLst xmlns:a="http://schemas.openxmlformats.org/drawingml/2006/main" xmlns:r="http://schemas.openxmlformats.org/officeDocument/2006/relationships" xmlns:p="http://schemas.openxmlformats.org/presentationml/2006/main">
  <p:tag name="KSO_WM_BEAUTIFY_FLAG" val="#wm#"/>
  <p:tag name="KSO_WM_DIAGRAM_GROUP_CODE" val="1"/>
  <p:tag name="KSO_WM_FIGMA_FLAG" val="#fgm#"/>
  <p:tag name="KSO_WM_UNIT_INDEX" val="1_4_2"/>
  <p:tag name="KSO_WM_UNIT_SUBTYPE" val="d"/>
  <p:tag name="KSO_WM_UNIT_TYPE" val="l_h_i"/>
  <p:tag name="KSO_WM_UNIT_ID" val="_4*l_h_i*1_4_2"/>
  <p:tag name="KSO_WM_TAG_VERSION" val="3.0"/>
  <p:tag name="KSO_WM_UNIT_LAYERLEVEL" val="1_1_1"/>
  <p:tag name="KSO_WM_TEMPLATE_INDEX" val="7"/>
  <p:tag name="KSO_WM_TEMPLATE_CATEGORY" val="custom"/>
</p:tagLst>
</file>

<file path=ppt/tags/tag781.xml><?xml version="1.0" encoding="utf-8"?>
<p:tagLst xmlns:a="http://schemas.openxmlformats.org/drawingml/2006/main" xmlns:r="http://schemas.openxmlformats.org/officeDocument/2006/relationships" xmlns:p="http://schemas.openxmlformats.org/presentationml/2006/main">
  <p:tag name="KSO_WM_BEAUTIFY_FLAG" val="#wm#"/>
  <p:tag name="KSO_WM_DIAGRAM_GROUP_CODE" val="1"/>
  <p:tag name="KSO_WM_FIGMA_FLAG" val="#fgm#"/>
  <p:tag name="KSO_WM_UNIT_INDEX" val="1_4_1"/>
  <p:tag name="KSO_WM_UNIT_TYPE" val="l_h_a"/>
  <p:tag name="KSO_WM_UNIT_ID" val="_4*l_h_a*1_4_1"/>
  <p:tag name="KSO_WM_TAG_VERSION" val="3.0"/>
  <p:tag name="KSO_WM_UNIT_LAYERLEVEL" val="1_1_1"/>
  <p:tag name="KSO_WM_TEMPLATE_INDEX" val="7"/>
  <p:tag name="KSO_WM_TEMPLATE_CATEGORY" val="custom"/>
</p:tagLst>
</file>

<file path=ppt/tags/tag782.xml><?xml version="1.0" encoding="utf-8"?>
<p:tagLst xmlns:a="http://schemas.openxmlformats.org/drawingml/2006/main" xmlns:r="http://schemas.openxmlformats.org/officeDocument/2006/relationships" xmlns:p="http://schemas.openxmlformats.org/presentationml/2006/main">
  <p:tag name="KSO_WM_BEAUTIFY_FLAG" val="#wm#"/>
  <p:tag name="KSO_WM_DIAGRAM_GROUP_CODE" val="1"/>
  <p:tag name="KSO_WM_FIGMA_FLAG" val="#fgm#"/>
  <p:tag name="KSO_WM_UNIT_INDEX" val="1_4_1"/>
  <p:tag name="KSO_WM_UNIT_TYPE" val="l_h_f"/>
  <p:tag name="KSO_WM_UNIT_ID" val="_4*l_h_f*1_4_1"/>
  <p:tag name="KSO_WM_TAG_VERSION" val="3.0"/>
  <p:tag name="KSO_WM_UNIT_LAYERLEVEL" val="1_1_1"/>
  <p:tag name="KSO_WM_TEMPLATE_INDEX" val="7"/>
  <p:tag name="KSO_WM_TEMPLATE_CATEGORY" val="custom"/>
</p:tagLst>
</file>

<file path=ppt/tags/tag783.xml><?xml version="1.0" encoding="utf-8"?>
<p:tagLst xmlns:a="http://schemas.openxmlformats.org/drawingml/2006/main" xmlns:r="http://schemas.openxmlformats.org/officeDocument/2006/relationships" xmlns:p="http://schemas.openxmlformats.org/presentationml/2006/main">
  <p:tag name="KSO_WM_UNIT_ID" val="_5**"/>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784.xml><?xml version="1.0" encoding="utf-8"?>
<p:tagLst xmlns:a="http://schemas.openxmlformats.org/drawingml/2006/main" xmlns:r="http://schemas.openxmlformats.org/officeDocument/2006/relationships" xmlns:p="http://schemas.openxmlformats.org/presentationml/2006/main">
  <p:tag name="KSO_WM_UNIT_ID" val="_5**"/>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785.xml><?xml version="1.0" encoding="utf-8"?>
<p:tagLst xmlns:a="http://schemas.openxmlformats.org/drawingml/2006/main" xmlns:r="http://schemas.openxmlformats.org/officeDocument/2006/relationships" xmlns:p="http://schemas.openxmlformats.org/presentationml/2006/main">
  <p:tag name="KSO_WM_UNIT_ID" val="_5**"/>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786.xml><?xml version="1.0" encoding="utf-8"?>
<p:tagLst xmlns:a="http://schemas.openxmlformats.org/drawingml/2006/main" xmlns:r="http://schemas.openxmlformats.org/officeDocument/2006/relationships" xmlns:p="http://schemas.openxmlformats.org/presentationml/2006/main">
  <p:tag name="KSO_WM_BEAUTIFY_FLAG" val="#wm#"/>
  <p:tag name="KSO_WM_FIGMA_FLAG" val="#fgm#"/>
  <p:tag name="KSO_WM_UNIT_INDEX" val="1"/>
  <p:tag name="KSO_WM_UNIT_TYPE" val="a"/>
  <p:tag name="KSO_WM_LAYOUT_CHECK_HASH" val="cc8768acb451b6108b1b94f6b675d3300abb2111"/>
  <p:tag name="KSO_WM_NEWLAYOUT_ID" val="slide_f40f4095b76ee3a8"/>
  <p:tag name="KSO_WM_UNIT_ID" val="_5*a*1"/>
  <p:tag name="KSO_WM_TAG_VERSION" val="3.0"/>
  <p:tag name="KSO_WM_UNIT_LAYERLEVEL" val="1"/>
  <p:tag name="KSO_WM_TEMPLATE_INDEX" val="7"/>
  <p:tag name="KSO_WM_TEMPLATE_CATEGORY" val="custom"/>
</p:tagLst>
</file>

<file path=ppt/tags/tag787.xml><?xml version="1.0" encoding="utf-8"?>
<p:tagLst xmlns:a="http://schemas.openxmlformats.org/drawingml/2006/main" xmlns:r="http://schemas.openxmlformats.org/officeDocument/2006/relationships" xmlns:p="http://schemas.openxmlformats.org/presentationml/2006/main">
  <p:tag name="KSO_WM_FIGMA_DECORATION_INDEX" val="18"/>
  <p:tag name="$PH_EXT" val="2"/>
  <p:tag name="KSO_WM_BEAUTIFY_FLAG" val="#wm#"/>
  <p:tag name="KSO_WM_DIAGRAM_GROUP_CODE" val="1"/>
  <p:tag name="KSO_WM_FIGMA_FLAG" val="#fgm#"/>
  <p:tag name="KSO_WM_SHAPE_BGTYPE" val="lt2"/>
  <p:tag name="KSO_WM_SHAPE_BRIGHT_DATA" val="[{&quot;dk1&quot;:-60,&quot;dk2&quot;:-50,&quot;lt1&quot;:90,&quot;lt2&quot;:100},{&quot;dk1&quot;:-60,&quot;dk2&quot;:-50,&quot;lt1&quot;:90,&quot;lt2&quot;:100}]"/>
  <p:tag name="KSO_WM_SHAPE_UPDATE_BRIGHT" val="1"/>
  <p:tag name="KSO_WM_UNIT_INDEX" val="1_1_1"/>
  <p:tag name="KSO_WM_UNIT_TYPE" val="l_h_i"/>
  <p:tag name="KSO_WM_UNIT_ID" val="_5*l_h_i*1_1_1"/>
  <p:tag name="KSO_WM_TAG_VERSION" val="3.0"/>
  <p:tag name="KSO_WM_UNIT_LAYERLEVEL" val="1_1_1"/>
  <p:tag name="KSO_WM_TEMPLATE_INDEX" val="7"/>
  <p:tag name="KSO_WM_TEMPLATE_CATEGORY" val="custom"/>
</p:tagLst>
</file>

<file path=ppt/tags/tag788.xml><?xml version="1.0" encoding="utf-8"?>
<p:tagLst xmlns:a="http://schemas.openxmlformats.org/drawingml/2006/main" xmlns:r="http://schemas.openxmlformats.org/officeDocument/2006/relationships" xmlns:p="http://schemas.openxmlformats.org/presentationml/2006/main">
  <p:tag name="KSO_WM_BEAUTIFY_FLAG" val="#wm#"/>
  <p:tag name="KSO_WM_DIAGRAM_GROUP_CODE" val="1"/>
  <p:tag name="KSO_WM_FIGMA_FLAG" val="#fgm#"/>
  <p:tag name="KSO_WM_UNIT_INDEX" val="1_1_1"/>
  <p:tag name="KSO_WM_UNIT_TYPE" val="l_h_d"/>
  <p:tag name="KSO_WM_UNIT_ID" val="_5*l_h_d*1_1_1"/>
  <p:tag name="KSO_WM_TAG_VERSION" val="3.0"/>
  <p:tag name="KSO_WM_UNIT_LAYERLEVEL" val="1_1_1"/>
  <p:tag name="KSO_WM_TEMPLATE_INDEX" val="7"/>
  <p:tag name="KSO_WM_TEMPLATE_CATEGORY" val="custom"/>
</p:tagLst>
</file>

<file path=ppt/tags/tag789.xml><?xml version="1.0" encoding="utf-8"?>
<p:tagLst xmlns:a="http://schemas.openxmlformats.org/drawingml/2006/main" xmlns:r="http://schemas.openxmlformats.org/officeDocument/2006/relationships" xmlns:p="http://schemas.openxmlformats.org/presentationml/2006/main">
  <p:tag name="KSO_WM_BEAUTIFY_FLAG" val="#wm#"/>
  <p:tag name="KSO_WM_DIAGRAM_GROUP_CODE" val="1"/>
  <p:tag name="KSO_WM_FIGMA_FLAG" val="#fgm#"/>
  <p:tag name="KSO_WM_UNIT_INDEX" val="1_1_1"/>
  <p:tag name="KSO_WM_UNIT_TYPE" val="l_h_a"/>
  <p:tag name="KSO_WM_UNIT_ID" val="_5*l_h_a*1_1_1"/>
  <p:tag name="KSO_WM_TAG_VERSION" val="3.0"/>
  <p:tag name="KSO_WM_UNIT_LAYERLEVEL" val="1_1_1"/>
  <p:tag name="KSO_WM_TEMPLATE_INDEX" val="7"/>
  <p:tag name="KSO_WM_TEMPLATE_CATEGORY" val="custom"/>
</p:tagLst>
</file>

<file path=ppt/tags/tag790.xml><?xml version="1.0" encoding="utf-8"?>
<p:tagLst xmlns:a="http://schemas.openxmlformats.org/drawingml/2006/main" xmlns:r="http://schemas.openxmlformats.org/officeDocument/2006/relationships" xmlns:p="http://schemas.openxmlformats.org/presentationml/2006/main">
  <p:tag name="KSO_WM_BEAUTIFY_FLAG" val="#wm#"/>
  <p:tag name="KSO_WM_DIAGRAM_GROUP_CODE" val="1"/>
  <p:tag name="KSO_WM_FIGMA_FLAG" val="#fgm#"/>
  <p:tag name="KSO_WM_UNIT_INDEX" val="1_1_1"/>
  <p:tag name="KSO_WM_UNIT_TYPE" val="l_h_f"/>
  <p:tag name="KSO_WM_UNIT_ID" val="_5*l_h_f*1_1_1"/>
  <p:tag name="KSO_WM_TAG_VERSION" val="3.0"/>
  <p:tag name="KSO_WM_UNIT_LAYERLEVEL" val="1_1_1"/>
  <p:tag name="KSO_WM_TEMPLATE_INDEX" val="7"/>
  <p:tag name="KSO_WM_TEMPLATE_CATEGORY" val="custom"/>
</p:tagLst>
</file>

<file path=ppt/tags/tag791.xml><?xml version="1.0" encoding="utf-8"?>
<p:tagLst xmlns:a="http://schemas.openxmlformats.org/drawingml/2006/main" xmlns:r="http://schemas.openxmlformats.org/officeDocument/2006/relationships" xmlns:p="http://schemas.openxmlformats.org/presentationml/2006/main">
  <p:tag name="KSO_WM_FIGMA_DECORATION_INDEX" val="18"/>
  <p:tag name="$PH_EXT" val="2"/>
  <p:tag name="KSO_WM_BEAUTIFY_FLAG" val="#wm#"/>
  <p:tag name="KSO_WM_DIAGRAM_GROUP_CODE" val="1"/>
  <p:tag name="KSO_WM_FIGMA_FLAG" val="#fgm#"/>
  <p:tag name="KSO_WM_SHAPE_BGTYPE" val="lt2"/>
  <p:tag name="KSO_WM_SHAPE_BRIGHT_DATA" val="[{&quot;dk1&quot;:-60,&quot;dk2&quot;:-50,&quot;lt1&quot;:90,&quot;lt2&quot;:100},{&quot;dk1&quot;:-60,&quot;dk2&quot;:-50,&quot;lt1&quot;:90,&quot;lt2&quot;:100}]"/>
  <p:tag name="KSO_WM_SHAPE_UPDATE_BRIGHT" val="1"/>
  <p:tag name="KSO_WM_UNIT_INDEX" val="1_2_1"/>
  <p:tag name="KSO_WM_UNIT_TYPE" val="l_h_i"/>
  <p:tag name="KSO_WM_UNIT_ID" val="_5*l_h_i*1_2_1"/>
  <p:tag name="KSO_WM_TAG_VERSION" val="3.0"/>
  <p:tag name="KSO_WM_UNIT_LAYERLEVEL" val="1_1_1"/>
  <p:tag name="KSO_WM_TEMPLATE_INDEX" val="7"/>
  <p:tag name="KSO_WM_TEMPLATE_CATEGORY" val="custom"/>
</p:tagLst>
</file>

<file path=ppt/tags/tag792.xml><?xml version="1.0" encoding="utf-8"?>
<p:tagLst xmlns:a="http://schemas.openxmlformats.org/drawingml/2006/main" xmlns:r="http://schemas.openxmlformats.org/officeDocument/2006/relationships" xmlns:p="http://schemas.openxmlformats.org/presentationml/2006/main">
  <p:tag name="KSO_WM_BEAUTIFY_FLAG" val="#wm#"/>
  <p:tag name="KSO_WM_DIAGRAM_GROUP_CODE" val="1"/>
  <p:tag name="KSO_WM_FIGMA_FLAG" val="#fgm#"/>
  <p:tag name="KSO_WM_UNIT_INDEX" val="1_2_1"/>
  <p:tag name="KSO_WM_UNIT_TYPE" val="l_h_d"/>
  <p:tag name="KSO_WM_UNIT_ID" val="_5*l_h_d*1_2_1"/>
  <p:tag name="KSO_WM_TAG_VERSION" val="3.0"/>
  <p:tag name="KSO_WM_UNIT_LAYERLEVEL" val="1_1_1"/>
  <p:tag name="KSO_WM_TEMPLATE_INDEX" val="7"/>
  <p:tag name="KSO_WM_TEMPLATE_CATEGORY" val="custom"/>
</p:tagLst>
</file>

<file path=ppt/tags/tag793.xml><?xml version="1.0" encoding="utf-8"?>
<p:tagLst xmlns:a="http://schemas.openxmlformats.org/drawingml/2006/main" xmlns:r="http://schemas.openxmlformats.org/officeDocument/2006/relationships" xmlns:p="http://schemas.openxmlformats.org/presentationml/2006/main">
  <p:tag name="KSO_WM_BEAUTIFY_FLAG" val="#wm#"/>
  <p:tag name="KSO_WM_DIAGRAM_GROUP_CODE" val="1"/>
  <p:tag name="KSO_WM_FIGMA_FLAG" val="#fgm#"/>
  <p:tag name="KSO_WM_UNIT_INDEX" val="1_2_1"/>
  <p:tag name="KSO_WM_UNIT_TYPE" val="l_h_a"/>
  <p:tag name="KSO_WM_UNIT_ID" val="_5*l_h_a*1_2_1"/>
  <p:tag name="KSO_WM_TAG_VERSION" val="3.0"/>
  <p:tag name="KSO_WM_UNIT_LAYERLEVEL" val="1_1_1"/>
  <p:tag name="KSO_WM_TEMPLATE_INDEX" val="7"/>
  <p:tag name="KSO_WM_TEMPLATE_CATEGORY" val="custom"/>
</p:tagLst>
</file>

<file path=ppt/tags/tag794.xml><?xml version="1.0" encoding="utf-8"?>
<p:tagLst xmlns:a="http://schemas.openxmlformats.org/drawingml/2006/main" xmlns:r="http://schemas.openxmlformats.org/officeDocument/2006/relationships" xmlns:p="http://schemas.openxmlformats.org/presentationml/2006/main">
  <p:tag name="KSO_WM_BEAUTIFY_FLAG" val="#wm#"/>
  <p:tag name="KSO_WM_DIAGRAM_GROUP_CODE" val="1"/>
  <p:tag name="KSO_WM_FIGMA_FLAG" val="#fgm#"/>
  <p:tag name="KSO_WM_UNIT_INDEX" val="1_2_1"/>
  <p:tag name="KSO_WM_UNIT_TYPE" val="l_h_f"/>
  <p:tag name="KSO_WM_UNIT_ID" val="_5*l_h_f*1_2_1"/>
  <p:tag name="KSO_WM_TAG_VERSION" val="3.0"/>
  <p:tag name="KSO_WM_UNIT_LAYERLEVEL" val="1_1_1"/>
  <p:tag name="KSO_WM_TEMPLATE_INDEX" val="7"/>
  <p:tag name="KSO_WM_TEMPLATE_CATEGORY" val="custom"/>
</p:tagLst>
</file>

<file path=ppt/tags/tag795.xml><?xml version="1.0" encoding="utf-8"?>
<p:tagLst xmlns:a="http://schemas.openxmlformats.org/drawingml/2006/main" xmlns:r="http://schemas.openxmlformats.org/officeDocument/2006/relationships" xmlns:p="http://schemas.openxmlformats.org/presentationml/2006/main">
  <p:tag name="KSO_WM_FIGMA_DECORATION_INDEX" val="18"/>
  <p:tag name="$PH_EXT" val="2"/>
  <p:tag name="KSO_WM_BEAUTIFY_FLAG" val="#wm#"/>
  <p:tag name="KSO_WM_DIAGRAM_GROUP_CODE" val="1"/>
  <p:tag name="KSO_WM_FIGMA_FLAG" val="#fgm#"/>
  <p:tag name="KSO_WM_SHAPE_BGTYPE" val="lt2"/>
  <p:tag name="KSO_WM_SHAPE_BRIGHT_DATA" val="[{&quot;dk1&quot;:-60,&quot;dk2&quot;:-50,&quot;lt1&quot;:90,&quot;lt2&quot;:100},{&quot;dk1&quot;:-60,&quot;dk2&quot;:-50,&quot;lt1&quot;:90,&quot;lt2&quot;:100}]"/>
  <p:tag name="KSO_WM_SHAPE_UPDATE_BRIGHT" val="1"/>
  <p:tag name="KSO_WM_UNIT_INDEX" val="1_3_1"/>
  <p:tag name="KSO_WM_UNIT_TYPE" val="l_h_i"/>
  <p:tag name="KSO_WM_UNIT_ID" val="_5*l_h_i*1_3_1"/>
  <p:tag name="KSO_WM_TAG_VERSION" val="3.0"/>
  <p:tag name="KSO_WM_UNIT_LAYERLEVEL" val="1_1_1"/>
  <p:tag name="KSO_WM_TEMPLATE_INDEX" val="7"/>
  <p:tag name="KSO_WM_TEMPLATE_CATEGORY" val="custom"/>
</p:tagLst>
</file>

<file path=ppt/tags/tag796.xml><?xml version="1.0" encoding="utf-8"?>
<p:tagLst xmlns:a="http://schemas.openxmlformats.org/drawingml/2006/main" xmlns:r="http://schemas.openxmlformats.org/officeDocument/2006/relationships" xmlns:p="http://schemas.openxmlformats.org/presentationml/2006/main">
  <p:tag name="KSO_WM_BEAUTIFY_FLAG" val="#wm#"/>
  <p:tag name="KSO_WM_DIAGRAM_GROUP_CODE" val="1"/>
  <p:tag name="KSO_WM_FIGMA_FLAG" val="#fgm#"/>
  <p:tag name="KSO_WM_UNIT_INDEX" val="1_3_1"/>
  <p:tag name="KSO_WM_UNIT_TYPE" val="l_h_d"/>
  <p:tag name="KSO_WM_UNIT_ID" val="_5*l_h_d*1_3_1"/>
  <p:tag name="KSO_WM_TAG_VERSION" val="3.0"/>
  <p:tag name="KSO_WM_UNIT_LAYERLEVEL" val="1_1_1"/>
  <p:tag name="KSO_WM_TEMPLATE_INDEX" val="7"/>
  <p:tag name="KSO_WM_TEMPLATE_CATEGORY" val="custom"/>
</p:tagLst>
</file>

<file path=ppt/tags/tag797.xml><?xml version="1.0" encoding="utf-8"?>
<p:tagLst xmlns:a="http://schemas.openxmlformats.org/drawingml/2006/main" xmlns:r="http://schemas.openxmlformats.org/officeDocument/2006/relationships" xmlns:p="http://schemas.openxmlformats.org/presentationml/2006/main">
  <p:tag name="KSO_WM_BEAUTIFY_FLAG" val="#wm#"/>
  <p:tag name="KSO_WM_DIAGRAM_GROUP_CODE" val="1"/>
  <p:tag name="KSO_WM_FIGMA_FLAG" val="#fgm#"/>
  <p:tag name="KSO_WM_UNIT_INDEX" val="1_3_1"/>
  <p:tag name="KSO_WM_UNIT_TYPE" val="l_h_a"/>
  <p:tag name="KSO_WM_UNIT_ID" val="_5*l_h_a*1_3_1"/>
  <p:tag name="KSO_WM_TAG_VERSION" val="3.0"/>
  <p:tag name="KSO_WM_UNIT_LAYERLEVEL" val="1_1_1"/>
  <p:tag name="KSO_WM_TEMPLATE_INDEX" val="7"/>
  <p:tag name="KSO_WM_TEMPLATE_CATEGORY" val="custom"/>
</p:tagLst>
</file>

<file path=ppt/tags/tag798.xml><?xml version="1.0" encoding="utf-8"?>
<p:tagLst xmlns:a="http://schemas.openxmlformats.org/drawingml/2006/main" xmlns:r="http://schemas.openxmlformats.org/officeDocument/2006/relationships" xmlns:p="http://schemas.openxmlformats.org/presentationml/2006/main">
  <p:tag name="KSO_WM_BEAUTIFY_FLAG" val="#wm#"/>
  <p:tag name="KSO_WM_DIAGRAM_GROUP_CODE" val="1"/>
  <p:tag name="KSO_WM_FIGMA_FLAG" val="#fgm#"/>
  <p:tag name="KSO_WM_UNIT_INDEX" val="1_3_1"/>
  <p:tag name="KSO_WM_UNIT_TYPE" val="l_h_f"/>
  <p:tag name="KSO_WM_UNIT_ID" val="_5*l_h_f*1_3_1"/>
  <p:tag name="KSO_WM_TAG_VERSION" val="3.0"/>
  <p:tag name="KSO_WM_UNIT_LAYERLEVEL" val="1_1_1"/>
  <p:tag name="KSO_WM_TEMPLATE_INDEX" val="7"/>
  <p:tag name="KSO_WM_TEMPLATE_CATEGORY" val="custom"/>
</p:tagLst>
</file>

<file path=ppt/tags/tag799.xml><?xml version="1.0" encoding="utf-8"?>
<p:tagLst xmlns:a="http://schemas.openxmlformats.org/drawingml/2006/main" xmlns:r="http://schemas.openxmlformats.org/officeDocument/2006/relationships" xmlns:p="http://schemas.openxmlformats.org/presentationml/2006/main">
  <p:tag name="KSO_WM_UNIT_ID" val="_6**"/>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800.xml><?xml version="1.0" encoding="utf-8"?>
<p:tagLst xmlns:a="http://schemas.openxmlformats.org/drawingml/2006/main" xmlns:r="http://schemas.openxmlformats.org/officeDocument/2006/relationships" xmlns:p="http://schemas.openxmlformats.org/presentationml/2006/main">
  <p:tag name="KSO_WM_UNIT_ID" val="_6**"/>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801.xml><?xml version="1.0" encoding="utf-8"?>
<p:tagLst xmlns:a="http://schemas.openxmlformats.org/drawingml/2006/main" xmlns:r="http://schemas.openxmlformats.org/officeDocument/2006/relationships" xmlns:p="http://schemas.openxmlformats.org/presentationml/2006/main">
  <p:tag name="KSO_WM_UNIT_ID" val="_6**"/>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802.xml><?xml version="1.0" encoding="utf-8"?>
<p:tagLst xmlns:a="http://schemas.openxmlformats.org/drawingml/2006/main" xmlns:r="http://schemas.openxmlformats.org/officeDocument/2006/relationships" xmlns:p="http://schemas.openxmlformats.org/presentationml/2006/main">
  <p:tag name="KSO_WM_BEAUTIFY_FLAG" val="#wm#"/>
  <p:tag name="KSO_WM_FIGMA_FLAG" val="#fgm#"/>
  <p:tag name="KSO_WM_UNIT_INDEX" val="1"/>
  <p:tag name="KSO_WM_UNIT_TYPE" val="a"/>
  <p:tag name="KSO_WM_LAYOUT_CHECK_HASH" val="8c68dc90d4aa7da67b6415fd3fff90da6d76ced2"/>
  <p:tag name="KSO_WM_NEWLAYOUT_ID" val="slide_226c7520426f12ed"/>
  <p:tag name="KSO_WM_UNIT_ID" val="_6*a*1"/>
  <p:tag name="KSO_WM_TAG_VERSION" val="3.0"/>
  <p:tag name="KSO_WM_UNIT_LAYERLEVEL" val="1"/>
  <p:tag name="KSO_WM_TEMPLATE_INDEX" val="7"/>
  <p:tag name="KSO_WM_TEMPLATE_CATEGORY" val="custom"/>
</p:tagLst>
</file>

<file path=ppt/tags/tag803.xml><?xml version="1.0" encoding="utf-8"?>
<p:tagLst xmlns:a="http://schemas.openxmlformats.org/drawingml/2006/main" xmlns:r="http://schemas.openxmlformats.org/officeDocument/2006/relationships" xmlns:p="http://schemas.openxmlformats.org/presentationml/2006/main">
  <p:tag name="KSO_WM_FIGMA_DECORATION_INDEX" val="18"/>
  <p:tag name="$PH_EXT" val="2"/>
  <p:tag name="KSO_WM_BEAUTIFY_FLAG" val="#wm#"/>
  <p:tag name="KSO_WM_DIAGRAM_GROUP_CODE" val="1"/>
  <p:tag name="KSO_WM_FIGMA_FLAG" val="#fgm#"/>
  <p:tag name="KSO_WM_SHAPE_BGTYPE" val="lt2"/>
  <p:tag name="KSO_WM_SHAPE_BRIGHT_DATA" val="[{&quot;dk1&quot;:-60,&quot;dk2&quot;:-50,&quot;lt1&quot;:90,&quot;lt2&quot;:100},{&quot;dk1&quot;:-60,&quot;dk2&quot;:-50,&quot;lt1&quot;:90,&quot;lt2&quot;:100}]"/>
  <p:tag name="KSO_WM_SHAPE_UPDATE_BRIGHT" val="1"/>
  <p:tag name="KSO_WM_UNIT_INDEX" val="1_1_1"/>
  <p:tag name="KSO_WM_UNIT_TYPE" val="l_h_i"/>
  <p:tag name="KSO_WM_UNIT_ID" val="_6*l_h_i*1_1_1"/>
  <p:tag name="KSO_WM_TAG_VERSION" val="3.0"/>
  <p:tag name="KSO_WM_UNIT_LAYERLEVEL" val="1_1_1"/>
  <p:tag name="KSO_WM_TEMPLATE_INDEX" val="7"/>
  <p:tag name="KSO_WM_TEMPLATE_CATEGORY" val="custom"/>
</p:tagLst>
</file>

<file path=ppt/tags/tag804.xml><?xml version="1.0" encoding="utf-8"?>
<p:tagLst xmlns:a="http://schemas.openxmlformats.org/drawingml/2006/main" xmlns:r="http://schemas.openxmlformats.org/officeDocument/2006/relationships" xmlns:p="http://schemas.openxmlformats.org/presentationml/2006/main">
  <p:tag name="KSO_WM_FIGMA_DECORATION_INDEX" val="16"/>
  <p:tag name="$PH_EXT" val="2"/>
  <p:tag name="KSO_WM_BEAUTIFY_FLAG" val="#wm#"/>
  <p:tag name="KSO_WM_DIAGRAM_GROUP_CODE" val="1"/>
  <p:tag name="KSO_WM_FIGMA_FLAG" val="#fgm#"/>
  <p:tag name="KSO_WM_UNIT_INDEX" val="1_1_2"/>
  <p:tag name="KSO_WM_UNIT_TYPE" val="l_h_i"/>
  <p:tag name="KSO_WM_UNIT_ID" val="_6*l_h_i*1_1_2"/>
  <p:tag name="KSO_WM_TAG_VERSION" val="3.0"/>
  <p:tag name="KSO_WM_UNIT_LAYERLEVEL" val="1_1_1"/>
  <p:tag name="KSO_WM_TEMPLATE_INDEX" val="7"/>
  <p:tag name="KSO_WM_TEMPLATE_CATEGORY" val="custom"/>
</p:tagLst>
</file>

<file path=ppt/tags/tag805.xml><?xml version="1.0" encoding="utf-8"?>
<p:tagLst xmlns:a="http://schemas.openxmlformats.org/drawingml/2006/main" xmlns:r="http://schemas.openxmlformats.org/officeDocument/2006/relationships" xmlns:p="http://schemas.openxmlformats.org/presentationml/2006/main">
  <p:tag name="KSO_WM_FIGMA_DECORATION_INDEX" val="7"/>
  <p:tag name="$PH_EXT" val="1"/>
  <p:tag name="KSO_WM_BEAUTIFY_FLAG" val="#wm#"/>
  <p:tag name="KSO_WM_DIAGRAM_GROUP_CODE" val="1"/>
  <p:tag name="KSO_WM_FIGMA_FLAG" val="#fgm#"/>
  <p:tag name="KSO_WM_UNIT_INDEX" val="1_1_1"/>
  <p:tag name="KSO_WM_UNIT_TYPE" val="l_h_x"/>
  <p:tag name="KSO_WM_UNIT_ID" val="_6*l_h_x*1_1_1"/>
  <p:tag name="KSO_WM_TAG_VERSION" val="3.0"/>
  <p:tag name="KSO_WM_UNIT_LAYERLEVEL" val="1_1_1"/>
  <p:tag name="KSO_WM_TEMPLATE_INDEX" val="7"/>
  <p:tag name="KSO_WM_TEMPLATE_CATEGORY" val="custom"/>
</p:tagLst>
</file>

<file path=ppt/tags/tag806.xml><?xml version="1.0" encoding="utf-8"?>
<p:tagLst xmlns:a="http://schemas.openxmlformats.org/drawingml/2006/main" xmlns:r="http://schemas.openxmlformats.org/officeDocument/2006/relationships" xmlns:p="http://schemas.openxmlformats.org/presentationml/2006/main">
  <p:tag name="KSO_WM_BEAUTIFY_FLAG" val="#wm#"/>
  <p:tag name="KSO_WM_DIAGRAM_GROUP_CODE" val="1"/>
  <p:tag name="KSO_WM_FIGMA_FLAG" val="#fgm#"/>
  <p:tag name="KSO_WM_UNIT_INDEX" val="1_1_1"/>
  <p:tag name="KSO_WM_UNIT_TYPE" val="l_h_a"/>
  <p:tag name="KSO_WM_UNIT_ID" val="_6*l_h_a*1_1_1"/>
  <p:tag name="KSO_WM_TAG_VERSION" val="3.0"/>
  <p:tag name="KSO_WM_UNIT_LAYERLEVEL" val="1_1_1"/>
  <p:tag name="KSO_WM_TEMPLATE_INDEX" val="7"/>
  <p:tag name="KSO_WM_TEMPLATE_CATEGORY" val="custom"/>
</p:tagLst>
</file>

<file path=ppt/tags/tag807.xml><?xml version="1.0" encoding="utf-8"?>
<p:tagLst xmlns:a="http://schemas.openxmlformats.org/drawingml/2006/main" xmlns:r="http://schemas.openxmlformats.org/officeDocument/2006/relationships" xmlns:p="http://schemas.openxmlformats.org/presentationml/2006/main">
  <p:tag name="KSO_WM_BEAUTIFY_FLAG" val="#wm#"/>
  <p:tag name="KSO_WM_DIAGRAM_GROUP_CODE" val="1"/>
  <p:tag name="KSO_WM_FIGMA_FLAG" val="#fgm#"/>
  <p:tag name="KSO_WM_UNIT_INDEX" val="1_1_1"/>
  <p:tag name="KSO_WM_UNIT_TYPE" val="l_h_f"/>
  <p:tag name="KSO_WM_UNIT_ID" val="_6*l_h_f*1_1_1"/>
  <p:tag name="KSO_WM_TAG_VERSION" val="3.0"/>
  <p:tag name="KSO_WM_UNIT_LAYERLEVEL" val="1_1_1"/>
  <p:tag name="KSO_WM_TEMPLATE_INDEX" val="7"/>
  <p:tag name="KSO_WM_TEMPLATE_CATEGORY" val="custom"/>
</p:tagLst>
</file>

<file path=ppt/tags/tag808.xml><?xml version="1.0" encoding="utf-8"?>
<p:tagLst xmlns:a="http://schemas.openxmlformats.org/drawingml/2006/main" xmlns:r="http://schemas.openxmlformats.org/officeDocument/2006/relationships" xmlns:p="http://schemas.openxmlformats.org/presentationml/2006/main">
  <p:tag name="KSO_WM_FIGMA_DECORATION_INDEX" val="18"/>
  <p:tag name="$PH_EXT" val="2"/>
  <p:tag name="KSO_WM_BEAUTIFY_FLAG" val="#wm#"/>
  <p:tag name="KSO_WM_DIAGRAM_GROUP_CODE" val="1"/>
  <p:tag name="KSO_WM_FIGMA_FLAG" val="#fgm#"/>
  <p:tag name="KSO_WM_SHAPE_BGTYPE" val="lt2"/>
  <p:tag name="KSO_WM_SHAPE_BRIGHT_DATA" val="[{&quot;dk1&quot;:-60,&quot;dk2&quot;:-50,&quot;lt1&quot;:90,&quot;lt2&quot;:100},{&quot;dk1&quot;:-60,&quot;dk2&quot;:-50,&quot;lt1&quot;:90,&quot;lt2&quot;:100}]"/>
  <p:tag name="KSO_WM_SHAPE_UPDATE_BRIGHT" val="1"/>
  <p:tag name="KSO_WM_UNIT_INDEX" val="1_2_1"/>
  <p:tag name="KSO_WM_UNIT_TYPE" val="l_h_i"/>
  <p:tag name="KSO_WM_UNIT_ID" val="_6*l_h_i*1_2_1"/>
  <p:tag name="KSO_WM_TAG_VERSION" val="3.0"/>
  <p:tag name="KSO_WM_UNIT_LAYERLEVEL" val="1_1_1"/>
  <p:tag name="KSO_WM_TEMPLATE_INDEX" val="7"/>
  <p:tag name="KSO_WM_TEMPLATE_CATEGORY" val="custom"/>
</p:tagLst>
</file>

<file path=ppt/tags/tag809.xml><?xml version="1.0" encoding="utf-8"?>
<p:tagLst xmlns:a="http://schemas.openxmlformats.org/drawingml/2006/main" xmlns:r="http://schemas.openxmlformats.org/officeDocument/2006/relationships" xmlns:p="http://schemas.openxmlformats.org/presentationml/2006/main">
  <p:tag name="KSO_WM_FIGMA_DECORATION_INDEX" val="16"/>
  <p:tag name="$PH_EXT" val="2"/>
  <p:tag name="KSO_WM_BEAUTIFY_FLAG" val="#wm#"/>
  <p:tag name="KSO_WM_DIAGRAM_GROUP_CODE" val="1"/>
  <p:tag name="KSO_WM_FIGMA_FLAG" val="#fgm#"/>
  <p:tag name="KSO_WM_UNIT_INDEX" val="1_2_2"/>
  <p:tag name="KSO_WM_UNIT_TYPE" val="l_h_i"/>
  <p:tag name="KSO_WM_UNIT_ID" val="_6*l_h_i*1_2_2"/>
  <p:tag name="KSO_WM_TAG_VERSION" val="3.0"/>
  <p:tag name="KSO_WM_UNIT_LAYERLEVEL" val="1_1_1"/>
  <p:tag name="KSO_WM_TEMPLATE_INDEX" val="7"/>
  <p:tag name="KSO_WM_TEMPLATE_CATEGORY" val="custom"/>
</p:tagLst>
</file>

<file path=ppt/tags/tag810.xml><?xml version="1.0" encoding="utf-8"?>
<p:tagLst xmlns:a="http://schemas.openxmlformats.org/drawingml/2006/main" xmlns:r="http://schemas.openxmlformats.org/officeDocument/2006/relationships" xmlns:p="http://schemas.openxmlformats.org/presentationml/2006/main">
  <p:tag name="KSO_WM_FIGMA_DECORATION_INDEX" val="8"/>
  <p:tag name="$PH_EXT" val="1"/>
  <p:tag name="KSO_WM_BEAUTIFY_FLAG" val="#wm#"/>
  <p:tag name="KSO_WM_DIAGRAM_GROUP_CODE" val="1"/>
  <p:tag name="KSO_WM_FIGMA_FLAG" val="#fgm#"/>
  <p:tag name="KSO_WM_UNIT_INDEX" val="1_2_1"/>
  <p:tag name="KSO_WM_UNIT_TYPE" val="l_h_x"/>
  <p:tag name="KSO_WM_UNIT_ID" val="_6*l_h_x*1_2_1"/>
  <p:tag name="KSO_WM_TAG_VERSION" val="3.0"/>
  <p:tag name="KSO_WM_UNIT_LAYERLEVEL" val="1_1_1"/>
  <p:tag name="KSO_WM_TEMPLATE_INDEX" val="7"/>
  <p:tag name="KSO_WM_TEMPLATE_CATEGORY" val="custom"/>
</p:tagLst>
</file>

<file path=ppt/tags/tag811.xml><?xml version="1.0" encoding="utf-8"?>
<p:tagLst xmlns:a="http://schemas.openxmlformats.org/drawingml/2006/main" xmlns:r="http://schemas.openxmlformats.org/officeDocument/2006/relationships" xmlns:p="http://schemas.openxmlformats.org/presentationml/2006/main">
  <p:tag name="KSO_WM_BEAUTIFY_FLAG" val="#wm#"/>
  <p:tag name="KSO_WM_DIAGRAM_GROUP_CODE" val="1"/>
  <p:tag name="KSO_WM_FIGMA_FLAG" val="#fgm#"/>
  <p:tag name="KSO_WM_UNIT_INDEX" val="1_2_1"/>
  <p:tag name="KSO_WM_UNIT_TYPE" val="l_h_a"/>
  <p:tag name="KSO_WM_UNIT_ID" val="_6*l_h_a*1_2_1"/>
  <p:tag name="KSO_WM_TAG_VERSION" val="3.0"/>
  <p:tag name="KSO_WM_UNIT_LAYERLEVEL" val="1_1_1"/>
  <p:tag name="KSO_WM_TEMPLATE_INDEX" val="7"/>
  <p:tag name="KSO_WM_TEMPLATE_CATEGORY" val="custom"/>
</p:tagLst>
</file>

<file path=ppt/tags/tag812.xml><?xml version="1.0" encoding="utf-8"?>
<p:tagLst xmlns:a="http://schemas.openxmlformats.org/drawingml/2006/main" xmlns:r="http://schemas.openxmlformats.org/officeDocument/2006/relationships" xmlns:p="http://schemas.openxmlformats.org/presentationml/2006/main">
  <p:tag name="KSO_WM_BEAUTIFY_FLAG" val="#wm#"/>
  <p:tag name="KSO_WM_DIAGRAM_GROUP_CODE" val="1"/>
  <p:tag name="KSO_WM_FIGMA_FLAG" val="#fgm#"/>
  <p:tag name="KSO_WM_UNIT_INDEX" val="1_2_1"/>
  <p:tag name="KSO_WM_UNIT_TYPE" val="l_h_f"/>
  <p:tag name="KSO_WM_UNIT_ID" val="_6*l_h_f*1_2_1"/>
  <p:tag name="KSO_WM_TAG_VERSION" val="3.0"/>
  <p:tag name="KSO_WM_UNIT_LAYERLEVEL" val="1_1_1"/>
  <p:tag name="KSO_WM_TEMPLATE_INDEX" val="7"/>
  <p:tag name="KSO_WM_TEMPLATE_CATEGORY" val="custom"/>
</p:tagLst>
</file>

<file path=ppt/tags/tag813.xml><?xml version="1.0" encoding="utf-8"?>
<p:tagLst xmlns:a="http://schemas.openxmlformats.org/drawingml/2006/main" xmlns:r="http://schemas.openxmlformats.org/officeDocument/2006/relationships" xmlns:p="http://schemas.openxmlformats.org/presentationml/2006/main">
  <p:tag name="KSO_WM_FIGMA_DECORATION_INDEX" val="18"/>
  <p:tag name="$PH_EXT" val="2"/>
  <p:tag name="KSO_WM_BEAUTIFY_FLAG" val="#wm#"/>
  <p:tag name="KSO_WM_DIAGRAM_GROUP_CODE" val="1"/>
  <p:tag name="KSO_WM_FIGMA_FLAG" val="#fgm#"/>
  <p:tag name="KSO_WM_SHAPE_BGTYPE" val="lt2"/>
  <p:tag name="KSO_WM_SHAPE_BRIGHT_DATA" val="[{&quot;dk1&quot;:-60,&quot;dk2&quot;:-50,&quot;lt1&quot;:90,&quot;lt2&quot;:100},{&quot;dk1&quot;:-60,&quot;dk2&quot;:-50,&quot;lt1&quot;:90,&quot;lt2&quot;:100}]"/>
  <p:tag name="KSO_WM_SHAPE_UPDATE_BRIGHT" val="1"/>
  <p:tag name="KSO_WM_UNIT_INDEX" val="1_3_1"/>
  <p:tag name="KSO_WM_UNIT_TYPE" val="l_h_i"/>
  <p:tag name="KSO_WM_UNIT_ID" val="_6*l_h_i*1_3_1"/>
  <p:tag name="KSO_WM_TAG_VERSION" val="3.0"/>
  <p:tag name="KSO_WM_UNIT_LAYERLEVEL" val="1_1_1"/>
  <p:tag name="KSO_WM_TEMPLATE_INDEX" val="7"/>
  <p:tag name="KSO_WM_TEMPLATE_CATEGORY" val="custom"/>
</p:tagLst>
</file>

<file path=ppt/tags/tag814.xml><?xml version="1.0" encoding="utf-8"?>
<p:tagLst xmlns:a="http://schemas.openxmlformats.org/drawingml/2006/main" xmlns:r="http://schemas.openxmlformats.org/officeDocument/2006/relationships" xmlns:p="http://schemas.openxmlformats.org/presentationml/2006/main">
  <p:tag name="KSO_WM_FIGMA_DECORATION_INDEX" val="16"/>
  <p:tag name="$PH_EXT" val="2"/>
  <p:tag name="KSO_WM_BEAUTIFY_FLAG" val="#wm#"/>
  <p:tag name="KSO_WM_DIAGRAM_GROUP_CODE" val="1"/>
  <p:tag name="KSO_WM_FIGMA_FLAG" val="#fgm#"/>
  <p:tag name="KSO_WM_UNIT_INDEX" val="1_3_2"/>
  <p:tag name="KSO_WM_UNIT_TYPE" val="l_h_i"/>
  <p:tag name="KSO_WM_UNIT_ID" val="_6*l_h_i*1_3_2"/>
  <p:tag name="KSO_WM_TAG_VERSION" val="3.0"/>
  <p:tag name="KSO_WM_UNIT_LAYERLEVEL" val="1_1_1"/>
  <p:tag name="KSO_WM_TEMPLATE_INDEX" val="7"/>
  <p:tag name="KSO_WM_TEMPLATE_CATEGORY" val="custom"/>
</p:tagLst>
</file>

<file path=ppt/tags/tag815.xml><?xml version="1.0" encoding="utf-8"?>
<p:tagLst xmlns:a="http://schemas.openxmlformats.org/drawingml/2006/main" xmlns:r="http://schemas.openxmlformats.org/officeDocument/2006/relationships" xmlns:p="http://schemas.openxmlformats.org/presentationml/2006/main">
  <p:tag name="KSO_WM_FIGMA_DECORATION_INDEX" val="9"/>
  <p:tag name="$PH_EXT" val="1"/>
  <p:tag name="KSO_WM_BEAUTIFY_FLAG" val="#wm#"/>
  <p:tag name="KSO_WM_DIAGRAM_GROUP_CODE" val="1"/>
  <p:tag name="KSO_WM_FIGMA_FLAG" val="#fgm#"/>
  <p:tag name="KSO_WM_UNIT_INDEX" val="1_3_1"/>
  <p:tag name="KSO_WM_UNIT_TYPE" val="l_h_x"/>
  <p:tag name="KSO_WM_UNIT_ID" val="_6*l_h_x*1_3_1"/>
  <p:tag name="KSO_WM_TAG_VERSION" val="3.0"/>
  <p:tag name="KSO_WM_UNIT_LAYERLEVEL" val="1_1_1"/>
  <p:tag name="KSO_WM_TEMPLATE_INDEX" val="7"/>
  <p:tag name="KSO_WM_TEMPLATE_CATEGORY" val="custom"/>
</p:tagLst>
</file>

<file path=ppt/tags/tag816.xml><?xml version="1.0" encoding="utf-8"?>
<p:tagLst xmlns:a="http://schemas.openxmlformats.org/drawingml/2006/main" xmlns:r="http://schemas.openxmlformats.org/officeDocument/2006/relationships" xmlns:p="http://schemas.openxmlformats.org/presentationml/2006/main">
  <p:tag name="KSO_WM_BEAUTIFY_FLAG" val="#wm#"/>
  <p:tag name="KSO_WM_DIAGRAM_GROUP_CODE" val="1"/>
  <p:tag name="KSO_WM_FIGMA_FLAG" val="#fgm#"/>
  <p:tag name="KSO_WM_UNIT_INDEX" val="1_3_1"/>
  <p:tag name="KSO_WM_UNIT_TYPE" val="l_h_a"/>
  <p:tag name="KSO_WM_UNIT_ID" val="_6*l_h_a*1_3_1"/>
  <p:tag name="KSO_WM_TAG_VERSION" val="3.0"/>
  <p:tag name="KSO_WM_UNIT_LAYERLEVEL" val="1_1_1"/>
  <p:tag name="KSO_WM_TEMPLATE_INDEX" val="7"/>
  <p:tag name="KSO_WM_TEMPLATE_CATEGORY" val="custom"/>
</p:tagLst>
</file>

<file path=ppt/tags/tag817.xml><?xml version="1.0" encoding="utf-8"?>
<p:tagLst xmlns:a="http://schemas.openxmlformats.org/drawingml/2006/main" xmlns:r="http://schemas.openxmlformats.org/officeDocument/2006/relationships" xmlns:p="http://schemas.openxmlformats.org/presentationml/2006/main">
  <p:tag name="KSO_WM_BEAUTIFY_FLAG" val="#wm#"/>
  <p:tag name="KSO_WM_DIAGRAM_GROUP_CODE" val="1"/>
  <p:tag name="KSO_WM_FIGMA_FLAG" val="#fgm#"/>
  <p:tag name="KSO_WM_UNIT_INDEX" val="1_3_1"/>
  <p:tag name="KSO_WM_UNIT_TYPE" val="l_h_f"/>
  <p:tag name="KSO_WM_UNIT_ID" val="_6*l_h_f*1_3_1"/>
  <p:tag name="KSO_WM_TAG_VERSION" val="3.0"/>
  <p:tag name="KSO_WM_UNIT_LAYERLEVEL" val="1_1_1"/>
  <p:tag name="KSO_WM_TEMPLATE_INDEX" val="7"/>
  <p:tag name="KSO_WM_TEMPLATE_CATEGORY" val="custom"/>
</p:tagLst>
</file>

<file path=ppt/tags/tag818.xml><?xml version="1.0" encoding="utf-8"?>
<p:tagLst xmlns:a="http://schemas.openxmlformats.org/drawingml/2006/main" xmlns:r="http://schemas.openxmlformats.org/officeDocument/2006/relationships" xmlns:p="http://schemas.openxmlformats.org/presentationml/2006/main">
  <p:tag name="KSO_WM_UNIT_ID" val="_7**"/>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819.xml><?xml version="1.0" encoding="utf-8"?>
<p:tagLst xmlns:a="http://schemas.openxmlformats.org/drawingml/2006/main" xmlns:r="http://schemas.openxmlformats.org/officeDocument/2006/relationships" xmlns:p="http://schemas.openxmlformats.org/presentationml/2006/main">
  <p:tag name="KSO_WM_UNIT_ID" val="_7**"/>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820.xml><?xml version="1.0" encoding="utf-8"?>
<p:tagLst xmlns:a="http://schemas.openxmlformats.org/drawingml/2006/main" xmlns:r="http://schemas.openxmlformats.org/officeDocument/2006/relationships" xmlns:p="http://schemas.openxmlformats.org/presentationml/2006/main">
  <p:tag name="KSO_WM_UNIT_ID" val="_7**"/>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821.xml><?xml version="1.0" encoding="utf-8"?>
<p:tagLst xmlns:a="http://schemas.openxmlformats.org/drawingml/2006/main" xmlns:r="http://schemas.openxmlformats.org/officeDocument/2006/relationships" xmlns:p="http://schemas.openxmlformats.org/presentationml/2006/main">
  <p:tag name="KSO_WM_BEAUTIFY_FLAG" val="#wm#"/>
  <p:tag name="KSO_WM_FIGMA_FLAG" val="#fgm#"/>
  <p:tag name="KSO_WM_UNIT_INDEX" val="1"/>
  <p:tag name="KSO_WM_UNIT_TYPE" val="a"/>
  <p:tag name="KSO_WM_LAYOUT_CHECK_HASH" val="3ee64853625c3b800b3ffeaa2e2e401d0da94628"/>
  <p:tag name="KSO_WM_NEWLAYOUT_ID" val="slide_20c1f52a92422207"/>
  <p:tag name="KSO_WM_UNIT_ID" val="_7*a*1"/>
  <p:tag name="KSO_WM_TAG_VERSION" val="3.0"/>
  <p:tag name="KSO_WM_UNIT_LAYERLEVEL" val="1"/>
  <p:tag name="KSO_WM_TEMPLATE_INDEX" val="7"/>
  <p:tag name="KSO_WM_TEMPLATE_CATEGORY" val="custom"/>
</p:tagLst>
</file>

<file path=ppt/tags/tag822.xml><?xml version="1.0" encoding="utf-8"?>
<p:tagLst xmlns:a="http://schemas.openxmlformats.org/drawingml/2006/main" xmlns:r="http://schemas.openxmlformats.org/officeDocument/2006/relationships" xmlns:p="http://schemas.openxmlformats.org/presentationml/2006/main">
  <p:tag name="KSO_WM_BEAUTIFY_FLAG" val="#wm#"/>
  <p:tag name="KSO_WM_FIGMA_FLAG" val="#fgm#"/>
  <p:tag name="KSO_WM_UNIT_INDEX" val="1"/>
  <p:tag name="KSO_WM_UNIT_TYPE" val="d"/>
  <p:tag name="KSO_WM_UNIT_ID" val="_7*d*1"/>
  <p:tag name="KSO_WM_TAG_VERSION" val="3.0"/>
  <p:tag name="KSO_WM_UNIT_LAYERLEVEL" val="1"/>
  <p:tag name="KSO_WM_TEMPLATE_INDEX" val="7"/>
  <p:tag name="KSO_WM_TEMPLATE_CATEGORY" val="custom"/>
</p:tagLst>
</file>

<file path=ppt/tags/tag823.xml><?xml version="1.0" encoding="utf-8"?>
<p:tagLst xmlns:a="http://schemas.openxmlformats.org/drawingml/2006/main" xmlns:r="http://schemas.openxmlformats.org/officeDocument/2006/relationships" xmlns:p="http://schemas.openxmlformats.org/presentationml/2006/main">
  <p:tag name="KSO_WM_FIGMA_DECORATION_INDEX" val="19"/>
  <p:tag name="$PH_EXT" val="2"/>
  <p:tag name="KSO_WM_BEAUTIFY_FLAG" val="#wm#"/>
  <p:tag name="KSO_WM_DIAGRAM_GROUP_CODE" val="1"/>
  <p:tag name="KSO_WM_FIGMA_FLAG" val="#fgm#"/>
  <p:tag name="KSO_WM_UNIT_INDEX" val="1_1_1"/>
  <p:tag name="KSO_WM_UNIT_TYPE" val="l_h_i"/>
  <p:tag name="KSO_WM_UNIT_ID" val="_7*l_h_i*1_1_1"/>
  <p:tag name="KSO_WM_TAG_VERSION" val="3.0"/>
  <p:tag name="KSO_WM_UNIT_LAYERLEVEL" val="1_1_1"/>
  <p:tag name="KSO_WM_TEMPLATE_INDEX" val="7"/>
  <p:tag name="KSO_WM_TEMPLATE_CATEGORY" val="custom"/>
</p:tagLst>
</file>

<file path=ppt/tags/tag824.xml><?xml version="1.0" encoding="utf-8"?>
<p:tagLst xmlns:a="http://schemas.openxmlformats.org/drawingml/2006/main" xmlns:r="http://schemas.openxmlformats.org/officeDocument/2006/relationships" xmlns:p="http://schemas.openxmlformats.org/presentationml/2006/main">
  <p:tag name="KSO_WM_BEAUTIFY_FLAG" val="#wm#"/>
  <p:tag name="KSO_WM_DIAGRAM_GROUP_CODE" val="1"/>
  <p:tag name="KSO_WM_FIGMA_FLAG" val="#fgm#"/>
  <p:tag name="KSO_WM_UNIT_INDEX" val="1_1_1"/>
  <p:tag name="KSO_WM_UNIT_TYPE" val="l_h_a"/>
  <p:tag name="KSO_WM_UNIT_ID" val="_7*l_h_a*1_1_1"/>
  <p:tag name="KSO_WM_TAG_VERSION" val="3.0"/>
  <p:tag name="KSO_WM_UNIT_LAYERLEVEL" val="1_1_1"/>
  <p:tag name="KSO_WM_TEMPLATE_INDEX" val="7"/>
  <p:tag name="KSO_WM_TEMPLATE_CATEGORY" val="custom"/>
</p:tagLst>
</file>

<file path=ppt/tags/tag825.xml><?xml version="1.0" encoding="utf-8"?>
<p:tagLst xmlns:a="http://schemas.openxmlformats.org/drawingml/2006/main" xmlns:r="http://schemas.openxmlformats.org/officeDocument/2006/relationships" xmlns:p="http://schemas.openxmlformats.org/presentationml/2006/main">
  <p:tag name="KSO_WM_BEAUTIFY_FLAG" val="#wm#"/>
  <p:tag name="KSO_WM_DIAGRAM_GROUP_CODE" val="1"/>
  <p:tag name="KSO_WM_FIGMA_FLAG" val="#fgm#"/>
  <p:tag name="KSO_WM_UNIT_INDEX" val="1_1_1"/>
  <p:tag name="KSO_WM_UNIT_TYPE" val="l_h_f"/>
  <p:tag name="KSO_WM_UNIT_ID" val="_7*l_h_f*1_1_1"/>
  <p:tag name="KSO_WM_TAG_VERSION" val="3.0"/>
  <p:tag name="KSO_WM_UNIT_LAYERLEVEL" val="1_1_1"/>
  <p:tag name="KSO_WM_TEMPLATE_INDEX" val="7"/>
  <p:tag name="KSO_WM_TEMPLATE_CATEGORY" val="custom"/>
</p:tagLst>
</file>

<file path=ppt/tags/tag826.xml><?xml version="1.0" encoding="utf-8"?>
<p:tagLst xmlns:a="http://schemas.openxmlformats.org/drawingml/2006/main" xmlns:r="http://schemas.openxmlformats.org/officeDocument/2006/relationships" xmlns:p="http://schemas.openxmlformats.org/presentationml/2006/main">
  <p:tag name="KSO_WM_FIGMA_DECORATION_INDEX" val="19"/>
  <p:tag name="$PH_EXT" val="2"/>
  <p:tag name="KSO_WM_BEAUTIFY_FLAG" val="#wm#"/>
  <p:tag name="KSO_WM_DIAGRAM_GROUP_CODE" val="1"/>
  <p:tag name="KSO_WM_FIGMA_FLAG" val="#fgm#"/>
  <p:tag name="KSO_WM_UNIT_INDEX" val="1_2_1"/>
  <p:tag name="KSO_WM_UNIT_TYPE" val="l_h_i"/>
  <p:tag name="KSO_WM_UNIT_ID" val="_7*l_h_i*1_2_1"/>
  <p:tag name="KSO_WM_TAG_VERSION" val="3.0"/>
  <p:tag name="KSO_WM_UNIT_LAYERLEVEL" val="1_1_1"/>
  <p:tag name="KSO_WM_TEMPLATE_INDEX" val="7"/>
  <p:tag name="KSO_WM_TEMPLATE_CATEGORY" val="custom"/>
</p:tagLst>
</file>

<file path=ppt/tags/tag827.xml><?xml version="1.0" encoding="utf-8"?>
<p:tagLst xmlns:a="http://schemas.openxmlformats.org/drawingml/2006/main" xmlns:r="http://schemas.openxmlformats.org/officeDocument/2006/relationships" xmlns:p="http://schemas.openxmlformats.org/presentationml/2006/main">
  <p:tag name="KSO_WM_BEAUTIFY_FLAG" val="#wm#"/>
  <p:tag name="KSO_WM_DIAGRAM_GROUP_CODE" val="1"/>
  <p:tag name="KSO_WM_FIGMA_FLAG" val="#fgm#"/>
  <p:tag name="KSO_WM_UNIT_INDEX" val="1_2_1"/>
  <p:tag name="KSO_WM_UNIT_TYPE" val="l_h_a"/>
  <p:tag name="KSO_WM_UNIT_ID" val="_7*l_h_a*1_2_1"/>
  <p:tag name="KSO_WM_TAG_VERSION" val="3.0"/>
  <p:tag name="KSO_WM_UNIT_LAYERLEVEL" val="1_1_1"/>
  <p:tag name="KSO_WM_TEMPLATE_INDEX" val="7"/>
  <p:tag name="KSO_WM_TEMPLATE_CATEGORY" val="custom"/>
</p:tagLst>
</file>

<file path=ppt/tags/tag828.xml><?xml version="1.0" encoding="utf-8"?>
<p:tagLst xmlns:a="http://schemas.openxmlformats.org/drawingml/2006/main" xmlns:r="http://schemas.openxmlformats.org/officeDocument/2006/relationships" xmlns:p="http://schemas.openxmlformats.org/presentationml/2006/main">
  <p:tag name="KSO_WM_BEAUTIFY_FLAG" val="#wm#"/>
  <p:tag name="KSO_WM_DIAGRAM_GROUP_CODE" val="1"/>
  <p:tag name="KSO_WM_FIGMA_FLAG" val="#fgm#"/>
  <p:tag name="KSO_WM_UNIT_INDEX" val="1_2_1"/>
  <p:tag name="KSO_WM_UNIT_TYPE" val="l_h_f"/>
  <p:tag name="KSO_WM_UNIT_ID" val="_7*l_h_f*1_2_1"/>
  <p:tag name="KSO_WM_TAG_VERSION" val="3.0"/>
  <p:tag name="KSO_WM_UNIT_LAYERLEVEL" val="1_1_1"/>
  <p:tag name="KSO_WM_TEMPLATE_INDEX" val="7"/>
  <p:tag name="KSO_WM_TEMPLATE_CATEGORY" val="custom"/>
</p:tagLst>
</file>

<file path=ppt/tags/tag829.xml><?xml version="1.0" encoding="utf-8"?>
<p:tagLst xmlns:a="http://schemas.openxmlformats.org/drawingml/2006/main" xmlns:r="http://schemas.openxmlformats.org/officeDocument/2006/relationships" xmlns:p="http://schemas.openxmlformats.org/presentationml/2006/main">
  <p:tag name="KSO_WM_FIGMA_DECORATION_INDEX" val="19"/>
  <p:tag name="$PH_EXT" val="2"/>
  <p:tag name="KSO_WM_BEAUTIFY_FLAG" val="#wm#"/>
  <p:tag name="KSO_WM_DIAGRAM_GROUP_CODE" val="1"/>
  <p:tag name="KSO_WM_FIGMA_FLAG" val="#fgm#"/>
  <p:tag name="KSO_WM_UNIT_INDEX" val="1_3_1"/>
  <p:tag name="KSO_WM_UNIT_TYPE" val="l_h_i"/>
  <p:tag name="KSO_WM_UNIT_ID" val="_7*l_h_i*1_3_1"/>
  <p:tag name="KSO_WM_TAG_VERSION" val="3.0"/>
  <p:tag name="KSO_WM_UNIT_LAYERLEVEL" val="1_1_1"/>
  <p:tag name="KSO_WM_TEMPLATE_INDEX" val="7"/>
  <p:tag name="KSO_WM_TEMPLATE_CATEGORY" val="custom"/>
</p:tagLst>
</file>

<file path=ppt/tags/tag830.xml><?xml version="1.0" encoding="utf-8"?>
<p:tagLst xmlns:a="http://schemas.openxmlformats.org/drawingml/2006/main" xmlns:r="http://schemas.openxmlformats.org/officeDocument/2006/relationships" xmlns:p="http://schemas.openxmlformats.org/presentationml/2006/main">
  <p:tag name="KSO_WM_BEAUTIFY_FLAG" val="#wm#"/>
  <p:tag name="KSO_WM_DIAGRAM_GROUP_CODE" val="1"/>
  <p:tag name="KSO_WM_FIGMA_FLAG" val="#fgm#"/>
  <p:tag name="KSO_WM_UNIT_INDEX" val="1_3_1"/>
  <p:tag name="KSO_WM_UNIT_TYPE" val="l_h_a"/>
  <p:tag name="KSO_WM_UNIT_ID" val="_7*l_h_a*1_3_1"/>
  <p:tag name="KSO_WM_TAG_VERSION" val="3.0"/>
  <p:tag name="KSO_WM_UNIT_LAYERLEVEL" val="1_1_1"/>
  <p:tag name="KSO_WM_TEMPLATE_INDEX" val="7"/>
  <p:tag name="KSO_WM_TEMPLATE_CATEGORY" val="custom"/>
</p:tagLst>
</file>

<file path=ppt/tags/tag831.xml><?xml version="1.0" encoding="utf-8"?>
<p:tagLst xmlns:a="http://schemas.openxmlformats.org/drawingml/2006/main" xmlns:r="http://schemas.openxmlformats.org/officeDocument/2006/relationships" xmlns:p="http://schemas.openxmlformats.org/presentationml/2006/main">
  <p:tag name="KSO_WM_BEAUTIFY_FLAG" val="#wm#"/>
  <p:tag name="KSO_WM_DIAGRAM_GROUP_CODE" val="1"/>
  <p:tag name="KSO_WM_FIGMA_FLAG" val="#fgm#"/>
  <p:tag name="KSO_WM_UNIT_INDEX" val="1_3_1"/>
  <p:tag name="KSO_WM_UNIT_TYPE" val="l_h_f"/>
  <p:tag name="KSO_WM_UNIT_ID" val="_7*l_h_f*1_3_1"/>
  <p:tag name="KSO_WM_TAG_VERSION" val="3.0"/>
  <p:tag name="KSO_WM_UNIT_LAYERLEVEL" val="1_1_1"/>
  <p:tag name="KSO_WM_TEMPLATE_INDEX" val="7"/>
  <p:tag name="KSO_WM_TEMPLATE_CATEGORY" val="custom"/>
</p:tagLst>
</file>

<file path=ppt/tags/tag832.xml><?xml version="1.0" encoding="utf-8"?>
<p:tagLst xmlns:a="http://schemas.openxmlformats.org/drawingml/2006/main" xmlns:r="http://schemas.openxmlformats.org/officeDocument/2006/relationships" xmlns:p="http://schemas.openxmlformats.org/presentationml/2006/main">
  <p:tag name="KSO_WM_UNIT_ID" val="_8**"/>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833.xml><?xml version="1.0" encoding="utf-8"?>
<p:tagLst xmlns:a="http://schemas.openxmlformats.org/drawingml/2006/main" xmlns:r="http://schemas.openxmlformats.org/officeDocument/2006/relationships" xmlns:p="http://schemas.openxmlformats.org/presentationml/2006/main">
  <p:tag name="KSO_WM_UNIT_ID" val="_8**"/>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834.xml><?xml version="1.0" encoding="utf-8"?>
<p:tagLst xmlns:a="http://schemas.openxmlformats.org/drawingml/2006/main" xmlns:r="http://schemas.openxmlformats.org/officeDocument/2006/relationships" xmlns:p="http://schemas.openxmlformats.org/presentationml/2006/main">
  <p:tag name="KSO_WM_UNIT_ID" val="_8**"/>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835.xml><?xml version="1.0" encoding="utf-8"?>
<p:tagLst xmlns:a="http://schemas.openxmlformats.org/drawingml/2006/main" xmlns:r="http://schemas.openxmlformats.org/officeDocument/2006/relationships" xmlns:p="http://schemas.openxmlformats.org/presentationml/2006/main">
  <p:tag name="KSO_WM_BEAUTIFY_FLAG" val="#wm#"/>
  <p:tag name="KSO_WM_FIGMA_FLAG" val="#fgm#"/>
  <p:tag name="KSO_WM_UNIT_INDEX" val="1"/>
  <p:tag name="KSO_WM_UNIT_TYPE" val="a"/>
  <p:tag name="KSO_WM_LAYOUT_CHECK_HASH" val="b84f0e18b936bf69c0916d4a7337a0b315ea12da"/>
  <p:tag name="KSO_WM_NEWLAYOUT_ID" val="slide_6c07e26d1b15289c"/>
  <p:tag name="KSO_WM_UNIT_ID" val="_8*a*1"/>
  <p:tag name="KSO_WM_TAG_VERSION" val="3.0"/>
  <p:tag name="KSO_WM_UNIT_LAYERLEVEL" val="1"/>
  <p:tag name="KSO_WM_TEMPLATE_INDEX" val="7"/>
  <p:tag name="KSO_WM_TEMPLATE_CATEGORY" val="custom"/>
</p:tagLst>
</file>

<file path=ppt/tags/tag836.xml><?xml version="1.0" encoding="utf-8"?>
<p:tagLst xmlns:a="http://schemas.openxmlformats.org/drawingml/2006/main" xmlns:r="http://schemas.openxmlformats.org/officeDocument/2006/relationships" xmlns:p="http://schemas.openxmlformats.org/presentationml/2006/main">
  <p:tag name="KSO_WM_FIGMA_DECORATION_INDEX" val="18"/>
  <p:tag name="$PH_EXT" val="2"/>
  <p:tag name="KSO_WM_BEAUTIFY_FLAG" val="#wm#"/>
  <p:tag name="KSO_WM_DIAGRAM_GROUP_CODE" val="1"/>
  <p:tag name="KSO_WM_FIGMA_FLAG" val="#fgm#"/>
  <p:tag name="KSO_WM_SHAPE_BGTYPE" val="lt2"/>
  <p:tag name="KSO_WM_SHAPE_BRIGHT_DATA" val="[{&quot;dk1&quot;:-60,&quot;dk2&quot;:-50,&quot;lt1&quot;:90,&quot;lt2&quot;:100},{&quot;dk1&quot;:-60,&quot;dk2&quot;:-50,&quot;lt1&quot;:90,&quot;lt2&quot;:100}]"/>
  <p:tag name="KSO_WM_SHAPE_UPDATE_BRIGHT" val="1"/>
  <p:tag name="KSO_WM_UNIT_INDEX" val="1_1_1"/>
  <p:tag name="KSO_WM_UNIT_TYPE" val="l_h_i"/>
  <p:tag name="KSO_WM_UNIT_ID" val="_8*l_h_i*1_1_1"/>
  <p:tag name="KSO_WM_TAG_VERSION" val="3.0"/>
  <p:tag name="KSO_WM_UNIT_LAYERLEVEL" val="1_1_1"/>
  <p:tag name="KSO_WM_TEMPLATE_INDEX" val="7"/>
  <p:tag name="KSO_WM_TEMPLATE_CATEGORY" val="custom"/>
</p:tagLst>
</file>

<file path=ppt/tags/tag837.xml><?xml version="1.0" encoding="utf-8"?>
<p:tagLst xmlns:a="http://schemas.openxmlformats.org/drawingml/2006/main" xmlns:r="http://schemas.openxmlformats.org/officeDocument/2006/relationships" xmlns:p="http://schemas.openxmlformats.org/presentationml/2006/main">
  <p:tag name="KSO_WM_BEAUTIFY_FLAG" val="#wm#"/>
  <p:tag name="KSO_WM_DIAGRAM_GROUP_CODE" val="1"/>
  <p:tag name="KSO_WM_FIGMA_FLAG" val="#fgm#"/>
  <p:tag name="KSO_WM_UNIT_INDEX" val="1_1_1"/>
  <p:tag name="KSO_WM_UNIT_TYPE" val="l_h_d"/>
  <p:tag name="KSO_WM_UNIT_ID" val="_8*l_h_d*1_1_1"/>
  <p:tag name="KSO_WM_TAG_VERSION" val="3.0"/>
  <p:tag name="KSO_WM_UNIT_LAYERLEVEL" val="1_1_1"/>
  <p:tag name="KSO_WM_TEMPLATE_INDEX" val="7"/>
  <p:tag name="KSO_WM_TEMPLATE_CATEGORY" val="custom"/>
</p:tagLst>
</file>

<file path=ppt/tags/tag838.xml><?xml version="1.0" encoding="utf-8"?>
<p:tagLst xmlns:a="http://schemas.openxmlformats.org/drawingml/2006/main" xmlns:r="http://schemas.openxmlformats.org/officeDocument/2006/relationships" xmlns:p="http://schemas.openxmlformats.org/presentationml/2006/main">
  <p:tag name="KSO_WM_BEAUTIFY_FLAG" val="#wm#"/>
  <p:tag name="KSO_WM_DIAGRAM_GROUP_CODE" val="1"/>
  <p:tag name="KSO_WM_FIGMA_FLAG" val="#fgm#"/>
  <p:tag name="KSO_WM_UNIT_INDEX" val="1_1_1"/>
  <p:tag name="KSO_WM_UNIT_TYPE" val="l_h_a"/>
  <p:tag name="KSO_WM_UNIT_ID" val="_8*l_h_a*1_1_1"/>
  <p:tag name="KSO_WM_TAG_VERSION" val="3.0"/>
  <p:tag name="KSO_WM_UNIT_LAYERLEVEL" val="1_1_1"/>
  <p:tag name="KSO_WM_TEMPLATE_INDEX" val="7"/>
  <p:tag name="KSO_WM_TEMPLATE_CATEGORY" val="custom"/>
</p:tagLst>
</file>

<file path=ppt/tags/tag839.xml><?xml version="1.0" encoding="utf-8"?>
<p:tagLst xmlns:a="http://schemas.openxmlformats.org/drawingml/2006/main" xmlns:r="http://schemas.openxmlformats.org/officeDocument/2006/relationships" xmlns:p="http://schemas.openxmlformats.org/presentationml/2006/main">
  <p:tag name="KSO_WM_BEAUTIFY_FLAG" val="#wm#"/>
  <p:tag name="KSO_WM_DIAGRAM_GROUP_CODE" val="1"/>
  <p:tag name="KSO_WM_FIGMA_FLAG" val="#fgm#"/>
  <p:tag name="KSO_WM_UNIT_INDEX" val="1_1_1"/>
  <p:tag name="KSO_WM_UNIT_TYPE" val="l_h_f"/>
  <p:tag name="KSO_WM_UNIT_ID" val="_8*l_h_f*1_1_1"/>
  <p:tag name="KSO_WM_TAG_VERSION" val="3.0"/>
  <p:tag name="KSO_WM_UNIT_LAYERLEVEL" val="1_1_1"/>
  <p:tag name="KSO_WM_TEMPLATE_INDEX" val="7"/>
  <p:tag name="KSO_WM_TEMPLATE_CATEGORY" val="custom"/>
</p:tagLst>
</file>

<file path=ppt/tags/tag840.xml><?xml version="1.0" encoding="utf-8"?>
<p:tagLst xmlns:a="http://schemas.openxmlformats.org/drawingml/2006/main" xmlns:r="http://schemas.openxmlformats.org/officeDocument/2006/relationships" xmlns:p="http://schemas.openxmlformats.org/presentationml/2006/main">
  <p:tag name="KSO_WM_FIGMA_DECORATION_INDEX" val="18"/>
  <p:tag name="$PH_EXT" val="2"/>
  <p:tag name="KSO_WM_BEAUTIFY_FLAG" val="#wm#"/>
  <p:tag name="KSO_WM_DIAGRAM_GROUP_CODE" val="1"/>
  <p:tag name="KSO_WM_FIGMA_FLAG" val="#fgm#"/>
  <p:tag name="KSO_WM_SHAPE_BGTYPE" val="lt2"/>
  <p:tag name="KSO_WM_SHAPE_BRIGHT_DATA" val="[{&quot;dk1&quot;:-60,&quot;dk2&quot;:-50,&quot;lt1&quot;:90,&quot;lt2&quot;:100},{&quot;dk1&quot;:-60,&quot;dk2&quot;:-50,&quot;lt1&quot;:90,&quot;lt2&quot;:100}]"/>
  <p:tag name="KSO_WM_SHAPE_UPDATE_BRIGHT" val="1"/>
  <p:tag name="KSO_WM_UNIT_INDEX" val="1_2_1"/>
  <p:tag name="KSO_WM_UNIT_TYPE" val="l_h_i"/>
  <p:tag name="KSO_WM_UNIT_ID" val="_8*l_h_i*1_2_1"/>
  <p:tag name="KSO_WM_TAG_VERSION" val="3.0"/>
  <p:tag name="KSO_WM_UNIT_LAYERLEVEL" val="1_1_1"/>
  <p:tag name="KSO_WM_TEMPLATE_INDEX" val="7"/>
  <p:tag name="KSO_WM_TEMPLATE_CATEGORY" val="custom"/>
</p:tagLst>
</file>

<file path=ppt/tags/tag841.xml><?xml version="1.0" encoding="utf-8"?>
<p:tagLst xmlns:a="http://schemas.openxmlformats.org/drawingml/2006/main" xmlns:r="http://schemas.openxmlformats.org/officeDocument/2006/relationships" xmlns:p="http://schemas.openxmlformats.org/presentationml/2006/main">
  <p:tag name="KSO_WM_BEAUTIFY_FLAG" val="#wm#"/>
  <p:tag name="KSO_WM_DIAGRAM_GROUP_CODE" val="1"/>
  <p:tag name="KSO_WM_FIGMA_FLAG" val="#fgm#"/>
  <p:tag name="KSO_WM_UNIT_INDEX" val="1_2_1"/>
  <p:tag name="KSO_WM_UNIT_TYPE" val="l_h_d"/>
  <p:tag name="KSO_WM_UNIT_ID" val="_8*l_h_d*1_2_1"/>
  <p:tag name="KSO_WM_TAG_VERSION" val="3.0"/>
  <p:tag name="KSO_WM_UNIT_LAYERLEVEL" val="1_1_1"/>
  <p:tag name="KSO_WM_TEMPLATE_INDEX" val="7"/>
  <p:tag name="KSO_WM_TEMPLATE_CATEGORY" val="custom"/>
</p:tagLst>
</file>

<file path=ppt/tags/tag842.xml><?xml version="1.0" encoding="utf-8"?>
<p:tagLst xmlns:a="http://schemas.openxmlformats.org/drawingml/2006/main" xmlns:r="http://schemas.openxmlformats.org/officeDocument/2006/relationships" xmlns:p="http://schemas.openxmlformats.org/presentationml/2006/main">
  <p:tag name="KSO_WM_BEAUTIFY_FLAG" val="#wm#"/>
  <p:tag name="KSO_WM_DIAGRAM_GROUP_CODE" val="1"/>
  <p:tag name="KSO_WM_FIGMA_FLAG" val="#fgm#"/>
  <p:tag name="KSO_WM_UNIT_INDEX" val="1_2_1"/>
  <p:tag name="KSO_WM_UNIT_TYPE" val="l_h_a"/>
  <p:tag name="KSO_WM_UNIT_ID" val="_8*l_h_a*1_2_1"/>
  <p:tag name="KSO_WM_TAG_VERSION" val="3.0"/>
  <p:tag name="KSO_WM_UNIT_LAYERLEVEL" val="1_1_1"/>
  <p:tag name="KSO_WM_TEMPLATE_INDEX" val="7"/>
  <p:tag name="KSO_WM_TEMPLATE_CATEGORY" val="custom"/>
</p:tagLst>
</file>

<file path=ppt/tags/tag843.xml><?xml version="1.0" encoding="utf-8"?>
<p:tagLst xmlns:a="http://schemas.openxmlformats.org/drawingml/2006/main" xmlns:r="http://schemas.openxmlformats.org/officeDocument/2006/relationships" xmlns:p="http://schemas.openxmlformats.org/presentationml/2006/main">
  <p:tag name="KSO_WM_BEAUTIFY_FLAG" val="#wm#"/>
  <p:tag name="KSO_WM_DIAGRAM_GROUP_CODE" val="1"/>
  <p:tag name="KSO_WM_FIGMA_FLAG" val="#fgm#"/>
  <p:tag name="KSO_WM_UNIT_INDEX" val="1_2_1"/>
  <p:tag name="KSO_WM_UNIT_TYPE" val="l_h_f"/>
  <p:tag name="KSO_WM_UNIT_ID" val="_8*l_h_f*1_2_1"/>
  <p:tag name="KSO_WM_TAG_VERSION" val="3.0"/>
  <p:tag name="KSO_WM_UNIT_LAYERLEVEL" val="1_1_1"/>
  <p:tag name="KSO_WM_TEMPLATE_INDEX" val="7"/>
  <p:tag name="KSO_WM_TEMPLATE_CATEGORY" val="custom"/>
</p:tagLst>
</file>

<file path=ppt/tags/tag844.xml><?xml version="1.0" encoding="utf-8"?>
<p:tagLst xmlns:a="http://schemas.openxmlformats.org/drawingml/2006/main" xmlns:r="http://schemas.openxmlformats.org/officeDocument/2006/relationships" xmlns:p="http://schemas.openxmlformats.org/presentationml/2006/main">
  <p:tag name="KSO_WM_FIGMA_DECORATION_INDEX" val="18"/>
  <p:tag name="$PH_EXT" val="2"/>
  <p:tag name="KSO_WM_BEAUTIFY_FLAG" val="#wm#"/>
  <p:tag name="KSO_WM_DIAGRAM_GROUP_CODE" val="1"/>
  <p:tag name="KSO_WM_FIGMA_FLAG" val="#fgm#"/>
  <p:tag name="KSO_WM_SHAPE_BGTYPE" val="lt2"/>
  <p:tag name="KSO_WM_SHAPE_BRIGHT_DATA" val="[{&quot;dk1&quot;:-60,&quot;dk2&quot;:-50,&quot;lt1&quot;:90,&quot;lt2&quot;:100},{&quot;dk1&quot;:-60,&quot;dk2&quot;:-50,&quot;lt1&quot;:90,&quot;lt2&quot;:100}]"/>
  <p:tag name="KSO_WM_SHAPE_UPDATE_BRIGHT" val="1"/>
  <p:tag name="KSO_WM_UNIT_INDEX" val="1_3_1"/>
  <p:tag name="KSO_WM_UNIT_TYPE" val="l_h_i"/>
  <p:tag name="KSO_WM_UNIT_ID" val="_8*l_h_i*1_3_1"/>
  <p:tag name="KSO_WM_TAG_VERSION" val="3.0"/>
  <p:tag name="KSO_WM_UNIT_LAYERLEVEL" val="1_1_1"/>
  <p:tag name="KSO_WM_TEMPLATE_INDEX" val="7"/>
  <p:tag name="KSO_WM_TEMPLATE_CATEGORY" val="custom"/>
</p:tagLst>
</file>

<file path=ppt/tags/tag845.xml><?xml version="1.0" encoding="utf-8"?>
<p:tagLst xmlns:a="http://schemas.openxmlformats.org/drawingml/2006/main" xmlns:r="http://schemas.openxmlformats.org/officeDocument/2006/relationships" xmlns:p="http://schemas.openxmlformats.org/presentationml/2006/main">
  <p:tag name="KSO_WM_BEAUTIFY_FLAG" val="#wm#"/>
  <p:tag name="KSO_WM_DIAGRAM_GROUP_CODE" val="1"/>
  <p:tag name="KSO_WM_FIGMA_FLAG" val="#fgm#"/>
  <p:tag name="KSO_WM_UNIT_INDEX" val="1_3_1"/>
  <p:tag name="KSO_WM_UNIT_TYPE" val="l_h_d"/>
  <p:tag name="KSO_WM_UNIT_ID" val="_8*l_h_d*1_3_1"/>
  <p:tag name="KSO_WM_TAG_VERSION" val="3.0"/>
  <p:tag name="KSO_WM_UNIT_LAYERLEVEL" val="1_1_1"/>
  <p:tag name="KSO_WM_TEMPLATE_INDEX" val="7"/>
  <p:tag name="KSO_WM_TEMPLATE_CATEGORY" val="custom"/>
</p:tagLst>
</file>

<file path=ppt/tags/tag846.xml><?xml version="1.0" encoding="utf-8"?>
<p:tagLst xmlns:a="http://schemas.openxmlformats.org/drawingml/2006/main" xmlns:r="http://schemas.openxmlformats.org/officeDocument/2006/relationships" xmlns:p="http://schemas.openxmlformats.org/presentationml/2006/main">
  <p:tag name="KSO_WM_BEAUTIFY_FLAG" val="#wm#"/>
  <p:tag name="KSO_WM_DIAGRAM_GROUP_CODE" val="1"/>
  <p:tag name="KSO_WM_FIGMA_FLAG" val="#fgm#"/>
  <p:tag name="KSO_WM_UNIT_INDEX" val="1_3_1"/>
  <p:tag name="KSO_WM_UNIT_TYPE" val="l_h_a"/>
  <p:tag name="KSO_WM_UNIT_ID" val="_8*l_h_a*1_3_1"/>
  <p:tag name="KSO_WM_TAG_VERSION" val="3.0"/>
  <p:tag name="KSO_WM_UNIT_LAYERLEVEL" val="1_1_1"/>
  <p:tag name="KSO_WM_TEMPLATE_INDEX" val="7"/>
  <p:tag name="KSO_WM_TEMPLATE_CATEGORY" val="custom"/>
</p:tagLst>
</file>

<file path=ppt/tags/tag847.xml><?xml version="1.0" encoding="utf-8"?>
<p:tagLst xmlns:a="http://schemas.openxmlformats.org/drawingml/2006/main" xmlns:r="http://schemas.openxmlformats.org/officeDocument/2006/relationships" xmlns:p="http://schemas.openxmlformats.org/presentationml/2006/main">
  <p:tag name="KSO_WM_BEAUTIFY_FLAG" val="#wm#"/>
  <p:tag name="KSO_WM_DIAGRAM_GROUP_CODE" val="1"/>
  <p:tag name="KSO_WM_FIGMA_FLAG" val="#fgm#"/>
  <p:tag name="KSO_WM_UNIT_INDEX" val="1_3_1"/>
  <p:tag name="KSO_WM_UNIT_TYPE" val="l_h_f"/>
  <p:tag name="KSO_WM_UNIT_ID" val="_8*l_h_f*1_3_1"/>
  <p:tag name="KSO_WM_TAG_VERSION" val="3.0"/>
  <p:tag name="KSO_WM_UNIT_LAYERLEVEL" val="1_1_1"/>
  <p:tag name="KSO_WM_TEMPLATE_INDEX" val="7"/>
  <p:tag name="KSO_WM_TEMPLATE_CATEGORY" val="custom"/>
</p:tagLst>
</file>

<file path=ppt/tags/tag848.xml><?xml version="1.0" encoding="utf-8"?>
<p:tagLst xmlns:a="http://schemas.openxmlformats.org/drawingml/2006/main" xmlns:r="http://schemas.openxmlformats.org/officeDocument/2006/relationships" xmlns:p="http://schemas.openxmlformats.org/presentationml/2006/main">
  <p:tag name="KSO_WM_UNIT_ID" val="_9**"/>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849.xml><?xml version="1.0" encoding="utf-8"?>
<p:tagLst xmlns:a="http://schemas.openxmlformats.org/drawingml/2006/main" xmlns:r="http://schemas.openxmlformats.org/officeDocument/2006/relationships" xmlns:p="http://schemas.openxmlformats.org/presentationml/2006/main">
  <p:tag name="KSO_WM_UNIT_ID" val="_9**"/>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850.xml><?xml version="1.0" encoding="utf-8"?>
<p:tagLst xmlns:a="http://schemas.openxmlformats.org/drawingml/2006/main" xmlns:r="http://schemas.openxmlformats.org/officeDocument/2006/relationships" xmlns:p="http://schemas.openxmlformats.org/presentationml/2006/main">
  <p:tag name="KSO_WM_UNIT_ID" val="_9**"/>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851.xml><?xml version="1.0" encoding="utf-8"?>
<p:tagLst xmlns:a="http://schemas.openxmlformats.org/drawingml/2006/main" xmlns:r="http://schemas.openxmlformats.org/officeDocument/2006/relationships" xmlns:p="http://schemas.openxmlformats.org/presentationml/2006/main">
  <p:tag name="KSO_WM_BEAUTIFY_FLAG" val="#wm#"/>
  <p:tag name="KSO_WM_FIGMA_FLAG" val="#fgm#"/>
  <p:tag name="KSO_WM_UNIT_INDEX" val="1"/>
  <p:tag name="KSO_WM_UNIT_TYPE" val="a"/>
  <p:tag name="KSO_WM_LAYOUT_CHECK_HASH" val="498aa801a22a1b71d909881e7a5d1e83048ee449"/>
  <p:tag name="KSO_WM_NEWLAYOUT_ID" val="slide_437b60f49d977836"/>
  <p:tag name="KSO_WM_UNIT_ID" val="_9*a*1"/>
  <p:tag name="KSO_WM_TAG_VERSION" val="3.0"/>
  <p:tag name="KSO_WM_UNIT_LAYERLEVEL" val="1"/>
  <p:tag name="KSO_WM_TEMPLATE_INDEX" val="7"/>
  <p:tag name="KSO_WM_TEMPLATE_CATEGORY" val="custom"/>
</p:tagLst>
</file>

<file path=ppt/tags/tag852.xml><?xml version="1.0" encoding="utf-8"?>
<p:tagLst xmlns:a="http://schemas.openxmlformats.org/drawingml/2006/main" xmlns:r="http://schemas.openxmlformats.org/officeDocument/2006/relationships" xmlns:p="http://schemas.openxmlformats.org/presentationml/2006/main">
  <p:tag name="KSO_WM_BEAUTIFY_FLAG" val="#wm#"/>
  <p:tag name="KSO_WM_DIAGRAM_GROUP_CODE" val="1"/>
  <p:tag name="KSO_WM_FIGMA_FLAG" val="#fgm#"/>
  <p:tag name="KSO_WM_UNIT_INDEX" val="1_1_1"/>
  <p:tag name="KSO_WM_UNIT_TYPE" val="l_h_d"/>
  <p:tag name="KSO_WM_UNIT_ID" val="_9*l_h_d*1_1_1"/>
  <p:tag name="KSO_WM_TAG_VERSION" val="3.0"/>
  <p:tag name="KSO_WM_UNIT_LAYERLEVEL" val="1_1_1"/>
  <p:tag name="KSO_WM_TEMPLATE_INDEX" val="7"/>
  <p:tag name="KSO_WM_TEMPLATE_CATEGORY" val="custom"/>
</p:tagLst>
</file>

<file path=ppt/tags/tag853.xml><?xml version="1.0" encoding="utf-8"?>
<p:tagLst xmlns:a="http://schemas.openxmlformats.org/drawingml/2006/main" xmlns:r="http://schemas.openxmlformats.org/officeDocument/2006/relationships" xmlns:p="http://schemas.openxmlformats.org/presentationml/2006/main">
  <p:tag name="KSO_WM_BEAUTIFY_FLAG" val="#wm#"/>
  <p:tag name="KSO_WM_DIAGRAM_GROUP_CODE" val="1"/>
  <p:tag name="KSO_WM_FIGMA_FLAG" val="#fgm#"/>
  <p:tag name="KSO_WM_UNIT_INDEX" val="1_1_1"/>
  <p:tag name="KSO_WM_UNIT_TYPE" val="l_h_a"/>
  <p:tag name="KSO_WM_UNIT_ID" val="_9*l_h_a*1_1_1"/>
  <p:tag name="KSO_WM_TAG_VERSION" val="3.0"/>
  <p:tag name="KSO_WM_UNIT_LAYERLEVEL" val="1_1_1"/>
  <p:tag name="KSO_WM_TEMPLATE_INDEX" val="7"/>
  <p:tag name="KSO_WM_TEMPLATE_CATEGORY" val="custom"/>
</p:tagLst>
</file>

<file path=ppt/tags/tag854.xml><?xml version="1.0" encoding="utf-8"?>
<p:tagLst xmlns:a="http://schemas.openxmlformats.org/drawingml/2006/main" xmlns:r="http://schemas.openxmlformats.org/officeDocument/2006/relationships" xmlns:p="http://schemas.openxmlformats.org/presentationml/2006/main">
  <p:tag name="KSO_WM_BEAUTIFY_FLAG" val="#wm#"/>
  <p:tag name="KSO_WM_DIAGRAM_GROUP_CODE" val="1"/>
  <p:tag name="KSO_WM_FIGMA_FLAG" val="#fgm#"/>
  <p:tag name="KSO_WM_UNIT_INDEX" val="1_1_1"/>
  <p:tag name="KSO_WM_UNIT_TYPE" val="l_h_f"/>
  <p:tag name="KSO_WM_UNIT_ID" val="_9*l_h_f*1_1_1"/>
  <p:tag name="KSO_WM_TAG_VERSION" val="3.0"/>
  <p:tag name="KSO_WM_UNIT_LAYERLEVEL" val="1_1_1"/>
  <p:tag name="KSO_WM_TEMPLATE_INDEX" val="7"/>
  <p:tag name="KSO_WM_TEMPLATE_CATEGORY" val="custom"/>
</p:tagLst>
</file>

<file path=ppt/tags/tag855.xml><?xml version="1.0" encoding="utf-8"?>
<p:tagLst xmlns:a="http://schemas.openxmlformats.org/drawingml/2006/main" xmlns:r="http://schemas.openxmlformats.org/officeDocument/2006/relationships" xmlns:p="http://schemas.openxmlformats.org/presentationml/2006/main">
  <p:tag name="KSO_WM_BEAUTIFY_FLAG" val="#wm#"/>
  <p:tag name="KSO_WM_DIAGRAM_GROUP_CODE" val="1"/>
  <p:tag name="KSO_WM_FIGMA_FLAG" val="#fgm#"/>
  <p:tag name="KSO_WM_UNIT_INDEX" val="1_2_1"/>
  <p:tag name="KSO_WM_UNIT_TYPE" val="l_h_d"/>
  <p:tag name="KSO_WM_UNIT_ID" val="_9*l_h_d*1_2_1"/>
  <p:tag name="KSO_WM_TAG_VERSION" val="3.0"/>
  <p:tag name="KSO_WM_UNIT_LAYERLEVEL" val="1_1_1"/>
  <p:tag name="KSO_WM_TEMPLATE_INDEX" val="7"/>
  <p:tag name="KSO_WM_TEMPLATE_CATEGORY" val="custom"/>
</p:tagLst>
</file>

<file path=ppt/tags/tag856.xml><?xml version="1.0" encoding="utf-8"?>
<p:tagLst xmlns:a="http://schemas.openxmlformats.org/drawingml/2006/main" xmlns:r="http://schemas.openxmlformats.org/officeDocument/2006/relationships" xmlns:p="http://schemas.openxmlformats.org/presentationml/2006/main">
  <p:tag name="KSO_WM_BEAUTIFY_FLAG" val="#wm#"/>
  <p:tag name="KSO_WM_DIAGRAM_GROUP_CODE" val="1"/>
  <p:tag name="KSO_WM_FIGMA_FLAG" val="#fgm#"/>
  <p:tag name="KSO_WM_UNIT_INDEX" val="1_2_1"/>
  <p:tag name="KSO_WM_UNIT_TYPE" val="l_h_a"/>
  <p:tag name="KSO_WM_UNIT_ID" val="_9*l_h_a*1_2_1"/>
  <p:tag name="KSO_WM_TAG_VERSION" val="3.0"/>
  <p:tag name="KSO_WM_UNIT_LAYERLEVEL" val="1_1_1"/>
  <p:tag name="KSO_WM_TEMPLATE_INDEX" val="7"/>
  <p:tag name="KSO_WM_TEMPLATE_CATEGORY" val="custom"/>
</p:tagLst>
</file>

<file path=ppt/tags/tag857.xml><?xml version="1.0" encoding="utf-8"?>
<p:tagLst xmlns:a="http://schemas.openxmlformats.org/drawingml/2006/main" xmlns:r="http://schemas.openxmlformats.org/officeDocument/2006/relationships" xmlns:p="http://schemas.openxmlformats.org/presentationml/2006/main">
  <p:tag name="KSO_WM_BEAUTIFY_FLAG" val="#wm#"/>
  <p:tag name="KSO_WM_DIAGRAM_GROUP_CODE" val="1"/>
  <p:tag name="KSO_WM_FIGMA_FLAG" val="#fgm#"/>
  <p:tag name="KSO_WM_UNIT_INDEX" val="1_2_1"/>
  <p:tag name="KSO_WM_UNIT_TYPE" val="l_h_f"/>
  <p:tag name="KSO_WM_UNIT_ID" val="_9*l_h_f*1_2_1"/>
  <p:tag name="KSO_WM_TAG_VERSION" val="3.0"/>
  <p:tag name="KSO_WM_UNIT_LAYERLEVEL" val="1_1_1"/>
  <p:tag name="KSO_WM_TEMPLATE_INDEX" val="7"/>
  <p:tag name="KSO_WM_TEMPLATE_CATEGORY" val="custom"/>
</p:tagLst>
</file>

<file path=ppt/tags/tag858.xml><?xml version="1.0" encoding="utf-8"?>
<p:tagLst xmlns:a="http://schemas.openxmlformats.org/drawingml/2006/main" xmlns:r="http://schemas.openxmlformats.org/officeDocument/2006/relationships" xmlns:p="http://schemas.openxmlformats.org/presentationml/2006/main">
  <p:tag name="KSO_WM_BEAUTIFY_FLAG" val="#wm#"/>
  <p:tag name="KSO_WM_DIAGRAM_GROUP_CODE" val="1"/>
  <p:tag name="KSO_WM_FIGMA_FLAG" val="#fgm#"/>
  <p:tag name="KSO_WM_UNIT_INDEX" val="1_3_1"/>
  <p:tag name="KSO_WM_UNIT_TYPE" val="l_h_d"/>
  <p:tag name="KSO_WM_UNIT_ID" val="_9*l_h_d*1_3_1"/>
  <p:tag name="KSO_WM_TAG_VERSION" val="3.0"/>
  <p:tag name="KSO_WM_UNIT_LAYERLEVEL" val="1_1_1"/>
  <p:tag name="KSO_WM_TEMPLATE_INDEX" val="7"/>
  <p:tag name="KSO_WM_TEMPLATE_CATEGORY" val="custom"/>
</p:tagLst>
</file>

<file path=ppt/tags/tag859.xml><?xml version="1.0" encoding="utf-8"?>
<p:tagLst xmlns:a="http://schemas.openxmlformats.org/drawingml/2006/main" xmlns:r="http://schemas.openxmlformats.org/officeDocument/2006/relationships" xmlns:p="http://schemas.openxmlformats.org/presentationml/2006/main">
  <p:tag name="KSO_WM_BEAUTIFY_FLAG" val="#wm#"/>
  <p:tag name="KSO_WM_DIAGRAM_GROUP_CODE" val="1"/>
  <p:tag name="KSO_WM_FIGMA_FLAG" val="#fgm#"/>
  <p:tag name="KSO_WM_UNIT_INDEX" val="1_3_1"/>
  <p:tag name="KSO_WM_UNIT_TYPE" val="l_h_a"/>
  <p:tag name="KSO_WM_UNIT_ID" val="_9*l_h_a*1_3_1"/>
  <p:tag name="KSO_WM_TAG_VERSION" val="3.0"/>
  <p:tag name="KSO_WM_UNIT_LAYERLEVEL" val="1_1_1"/>
  <p:tag name="KSO_WM_TEMPLATE_INDEX" val="7"/>
  <p:tag name="KSO_WM_TEMPLATE_CATEGORY" val="custom"/>
</p:tagLst>
</file>

<file path=ppt/tags/tag860.xml><?xml version="1.0" encoding="utf-8"?>
<p:tagLst xmlns:a="http://schemas.openxmlformats.org/drawingml/2006/main" xmlns:r="http://schemas.openxmlformats.org/officeDocument/2006/relationships" xmlns:p="http://schemas.openxmlformats.org/presentationml/2006/main">
  <p:tag name="KSO_WM_BEAUTIFY_FLAG" val="#wm#"/>
  <p:tag name="KSO_WM_DIAGRAM_GROUP_CODE" val="1"/>
  <p:tag name="KSO_WM_FIGMA_FLAG" val="#fgm#"/>
  <p:tag name="KSO_WM_UNIT_INDEX" val="1_3_1"/>
  <p:tag name="KSO_WM_UNIT_TYPE" val="l_h_f"/>
  <p:tag name="KSO_WM_UNIT_ID" val="_9*l_h_f*1_3_1"/>
  <p:tag name="KSO_WM_TAG_VERSION" val="3.0"/>
  <p:tag name="KSO_WM_UNIT_LAYERLEVEL" val="1_1_1"/>
  <p:tag name="KSO_WM_TEMPLATE_INDEX" val="7"/>
  <p:tag name="KSO_WM_TEMPLATE_CATEGORY" val="custom"/>
</p:tagLst>
</file>

<file path=ppt/tags/tag861.xml><?xml version="1.0" encoding="utf-8"?>
<p:tagLst xmlns:a="http://schemas.openxmlformats.org/drawingml/2006/main" xmlns:r="http://schemas.openxmlformats.org/officeDocument/2006/relationships" xmlns:p="http://schemas.openxmlformats.org/presentationml/2006/main">
  <p:tag name="KSO_WM_UNIT_ID" val="_1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862.xml><?xml version="1.0" encoding="utf-8"?>
<p:tagLst xmlns:a="http://schemas.openxmlformats.org/drawingml/2006/main" xmlns:r="http://schemas.openxmlformats.org/officeDocument/2006/relationships" xmlns:p="http://schemas.openxmlformats.org/presentationml/2006/main">
  <p:tag name="KSO_WM_UNIT_ID" val="_1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863.xml><?xml version="1.0" encoding="utf-8"?>
<p:tagLst xmlns:a="http://schemas.openxmlformats.org/drawingml/2006/main" xmlns:r="http://schemas.openxmlformats.org/officeDocument/2006/relationships" xmlns:p="http://schemas.openxmlformats.org/presentationml/2006/main">
  <p:tag name="KSO_WM_UNIT_ID" val="_1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864.xml><?xml version="1.0" encoding="utf-8"?>
<p:tagLst xmlns:a="http://schemas.openxmlformats.org/drawingml/2006/main" xmlns:r="http://schemas.openxmlformats.org/officeDocument/2006/relationships" xmlns:p="http://schemas.openxmlformats.org/presentationml/2006/main">
  <p:tag name="KSO_WM_BEAUTIFY_FLAG" val="#wm#"/>
  <p:tag name="KSO_WM_FIGMA_FLAG" val="#fgm#"/>
  <p:tag name="KSO_WM_UNIT_INDEX" val="1"/>
  <p:tag name="KSO_WM_UNIT_TYPE" val="a"/>
  <p:tag name="KSO_WM_LAYOUT_CHECK_HASH" val="66ab2e0a807157805a41303c157c9a3e7f365dbe"/>
  <p:tag name="KSO_WM_NEWLAYOUT_ID" val="slide_1bfeb13d9057242e"/>
  <p:tag name="KSO_WM_UNIT_ID" val="_10*a*1"/>
  <p:tag name="KSO_WM_TAG_VERSION" val="3.0"/>
  <p:tag name="KSO_WM_UNIT_LAYERLEVEL" val="1"/>
  <p:tag name="KSO_WM_TEMPLATE_INDEX" val="7"/>
  <p:tag name="KSO_WM_TEMPLATE_CATEGORY" val="custom"/>
</p:tagLst>
</file>

<file path=ppt/tags/tag865.xml><?xml version="1.0" encoding="utf-8"?>
<p:tagLst xmlns:a="http://schemas.openxmlformats.org/drawingml/2006/main" xmlns:r="http://schemas.openxmlformats.org/officeDocument/2006/relationships" xmlns:p="http://schemas.openxmlformats.org/presentationml/2006/main">
  <p:tag name="KSO_WM_BEAUTIFY_FLAG" val="#wm#"/>
  <p:tag name="KSO_WM_FIGMA_FLAG" val="#fgm#"/>
  <p:tag name="KSO_WM_UNIT_INDEX" val="1"/>
  <p:tag name="KSO_WM_UNIT_TYPE" val="d"/>
  <p:tag name="KSO_WM_UNIT_ID" val="_10*d*1"/>
  <p:tag name="KSO_WM_TAG_VERSION" val="3.0"/>
  <p:tag name="KSO_WM_UNIT_LAYERLEVEL" val="1"/>
  <p:tag name="KSO_WM_TEMPLATE_INDEX" val="7"/>
  <p:tag name="KSO_WM_TEMPLATE_CATEGORY" val="custom"/>
</p:tagLst>
</file>

<file path=ppt/tags/tag866.xml><?xml version="1.0" encoding="utf-8"?>
<p:tagLst xmlns:a="http://schemas.openxmlformats.org/drawingml/2006/main" xmlns:r="http://schemas.openxmlformats.org/officeDocument/2006/relationships" xmlns:p="http://schemas.openxmlformats.org/presentationml/2006/main">
  <p:tag name="KSO_WM_BEAUTIFY_FLAG" val="#wm#"/>
  <p:tag name="KSO_WM_DIAGRAM_GROUP_CODE" val="1"/>
  <p:tag name="KSO_WM_FIGMA_FLAG" val="#fgm#"/>
  <p:tag name="KSO_WM_UNIT_INDEX" val="1_1_1"/>
  <p:tag name="KSO_WM_UNIT_TYPE" val="l_h_a"/>
  <p:tag name="KSO_WM_UNIT_ID" val="_10*l_h_a*1_1_1"/>
  <p:tag name="KSO_WM_TAG_VERSION" val="3.0"/>
  <p:tag name="KSO_WM_UNIT_LAYERLEVEL" val="1_1_1"/>
  <p:tag name="KSO_WM_TEMPLATE_INDEX" val="7"/>
  <p:tag name="KSO_WM_TEMPLATE_CATEGORY" val="custom"/>
</p:tagLst>
</file>

<file path=ppt/tags/tag867.xml><?xml version="1.0" encoding="utf-8"?>
<p:tagLst xmlns:a="http://schemas.openxmlformats.org/drawingml/2006/main" xmlns:r="http://schemas.openxmlformats.org/officeDocument/2006/relationships" xmlns:p="http://schemas.openxmlformats.org/presentationml/2006/main">
  <p:tag name="KSO_WM_BEAUTIFY_FLAG" val="#wm#"/>
  <p:tag name="KSO_WM_DIAGRAM_GROUP_CODE" val="1"/>
  <p:tag name="KSO_WM_FIGMA_FLAG" val="#fgm#"/>
  <p:tag name="KSO_WM_UNIT_INDEX" val="1_1_1"/>
  <p:tag name="KSO_WM_UNIT_TYPE" val="l_h_f"/>
  <p:tag name="KSO_WM_UNIT_ID" val="_10*l_h_f*1_1_1"/>
  <p:tag name="KSO_WM_TAG_VERSION" val="3.0"/>
  <p:tag name="KSO_WM_UNIT_LAYERLEVEL" val="1_1_1"/>
  <p:tag name="KSO_WM_TEMPLATE_INDEX" val="7"/>
  <p:tag name="KSO_WM_TEMPLATE_CATEGORY" val="custom"/>
</p:tagLst>
</file>

<file path=ppt/tags/tag868.xml><?xml version="1.0" encoding="utf-8"?>
<p:tagLst xmlns:a="http://schemas.openxmlformats.org/drawingml/2006/main" xmlns:r="http://schemas.openxmlformats.org/officeDocument/2006/relationships" xmlns:p="http://schemas.openxmlformats.org/presentationml/2006/main">
  <p:tag name="KSO_WM_BEAUTIFY_FLAG" val="#wm#"/>
  <p:tag name="KSO_WM_DIAGRAM_GROUP_CODE" val="1"/>
  <p:tag name="KSO_WM_FIGMA_FLAG" val="#fgm#"/>
  <p:tag name="KSO_WM_UNIT_INDEX" val="1_2_1"/>
  <p:tag name="KSO_WM_UNIT_TYPE" val="l_h_a"/>
  <p:tag name="KSO_WM_UNIT_ID" val="_10*l_h_a*1_2_1"/>
  <p:tag name="KSO_WM_TAG_VERSION" val="3.0"/>
  <p:tag name="KSO_WM_UNIT_LAYERLEVEL" val="1_1_1"/>
  <p:tag name="KSO_WM_TEMPLATE_INDEX" val="7"/>
  <p:tag name="KSO_WM_TEMPLATE_CATEGORY" val="custom"/>
</p:tagLst>
</file>

<file path=ppt/tags/tag869.xml><?xml version="1.0" encoding="utf-8"?>
<p:tagLst xmlns:a="http://schemas.openxmlformats.org/drawingml/2006/main" xmlns:r="http://schemas.openxmlformats.org/officeDocument/2006/relationships" xmlns:p="http://schemas.openxmlformats.org/presentationml/2006/main">
  <p:tag name="KSO_WM_BEAUTIFY_FLAG" val="#wm#"/>
  <p:tag name="KSO_WM_DIAGRAM_GROUP_CODE" val="1"/>
  <p:tag name="KSO_WM_FIGMA_FLAG" val="#fgm#"/>
  <p:tag name="KSO_WM_UNIT_INDEX" val="1_2_1"/>
  <p:tag name="KSO_WM_UNIT_TYPE" val="l_h_f"/>
  <p:tag name="KSO_WM_UNIT_ID" val="_10*l_h_f*1_2_1"/>
  <p:tag name="KSO_WM_TAG_VERSION" val="3.0"/>
  <p:tag name="KSO_WM_UNIT_LAYERLEVEL" val="1_1_1"/>
  <p:tag name="KSO_WM_TEMPLATE_INDEX" val="7"/>
  <p:tag name="KSO_WM_TEMPLATE_CATEGORY" val="custom"/>
</p:tagLst>
</file>

<file path=ppt/tags/tag870.xml><?xml version="1.0" encoding="utf-8"?>
<p:tagLst xmlns:a="http://schemas.openxmlformats.org/drawingml/2006/main" xmlns:r="http://schemas.openxmlformats.org/officeDocument/2006/relationships" xmlns:p="http://schemas.openxmlformats.org/presentationml/2006/main">
  <p:tag name="KSO_WM_BEAUTIFY_FLAG" val="#wm#"/>
  <p:tag name="KSO_WM_DIAGRAM_GROUP_CODE" val="1"/>
  <p:tag name="KSO_WM_FIGMA_FLAG" val="#fgm#"/>
  <p:tag name="KSO_WM_UNIT_INDEX" val="1_3_1"/>
  <p:tag name="KSO_WM_UNIT_TYPE" val="l_h_a"/>
  <p:tag name="KSO_WM_UNIT_ID" val="_10*l_h_a*1_3_1"/>
  <p:tag name="KSO_WM_TAG_VERSION" val="3.0"/>
  <p:tag name="KSO_WM_UNIT_LAYERLEVEL" val="1_1_1"/>
  <p:tag name="KSO_WM_TEMPLATE_INDEX" val="7"/>
  <p:tag name="KSO_WM_TEMPLATE_CATEGORY" val="custom"/>
</p:tagLst>
</file>

<file path=ppt/tags/tag871.xml><?xml version="1.0" encoding="utf-8"?>
<p:tagLst xmlns:a="http://schemas.openxmlformats.org/drawingml/2006/main" xmlns:r="http://schemas.openxmlformats.org/officeDocument/2006/relationships" xmlns:p="http://schemas.openxmlformats.org/presentationml/2006/main">
  <p:tag name="KSO_WM_BEAUTIFY_FLAG" val="#wm#"/>
  <p:tag name="KSO_WM_DIAGRAM_GROUP_CODE" val="1"/>
  <p:tag name="KSO_WM_FIGMA_FLAG" val="#fgm#"/>
  <p:tag name="KSO_WM_UNIT_INDEX" val="1_3_1"/>
  <p:tag name="KSO_WM_UNIT_TYPE" val="l_h_f"/>
  <p:tag name="KSO_WM_UNIT_ID" val="_10*l_h_f*1_3_1"/>
  <p:tag name="KSO_WM_TAG_VERSION" val="3.0"/>
  <p:tag name="KSO_WM_UNIT_LAYERLEVEL" val="1_1_1"/>
  <p:tag name="KSO_WM_TEMPLATE_INDEX" val="7"/>
  <p:tag name="KSO_WM_TEMPLATE_CATEGORY" val="custom"/>
</p:tagLst>
</file>

<file path=ppt/tags/tag872.xml><?xml version="1.0" encoding="utf-8"?>
<p:tagLst xmlns:a="http://schemas.openxmlformats.org/drawingml/2006/main" xmlns:r="http://schemas.openxmlformats.org/officeDocument/2006/relationships" xmlns:p="http://schemas.openxmlformats.org/presentationml/2006/main">
  <p:tag name="KSO_WM_UNIT_ID" val="_1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873.xml><?xml version="1.0" encoding="utf-8"?>
<p:tagLst xmlns:a="http://schemas.openxmlformats.org/drawingml/2006/main" xmlns:r="http://schemas.openxmlformats.org/officeDocument/2006/relationships" xmlns:p="http://schemas.openxmlformats.org/presentationml/2006/main">
  <p:tag name="KSO_WM_UNIT_ID" val="_1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874.xml><?xml version="1.0" encoding="utf-8"?>
<p:tagLst xmlns:a="http://schemas.openxmlformats.org/drawingml/2006/main" xmlns:r="http://schemas.openxmlformats.org/officeDocument/2006/relationships" xmlns:p="http://schemas.openxmlformats.org/presentationml/2006/main">
  <p:tag name="KSO_WM_UNIT_ID" val="_1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875.xml><?xml version="1.0" encoding="utf-8"?>
<p:tagLst xmlns:a="http://schemas.openxmlformats.org/drawingml/2006/main" xmlns:r="http://schemas.openxmlformats.org/officeDocument/2006/relationships" xmlns:p="http://schemas.openxmlformats.org/presentationml/2006/main">
  <p:tag name="KSO_WM_BEAUTIFY_FLAG" val="#wm#"/>
  <p:tag name="KSO_WM_FIGMA_FLAG" val="#fgm#"/>
  <p:tag name="KSO_WM_UNIT_INDEX" val="1"/>
  <p:tag name="KSO_WM_UNIT_TYPE" val="a"/>
  <p:tag name="KSO_WM_LAYOUT_CHECK_HASH" val="84c3ded9a403cf49031beda0fcda65f9cbbc9ef4"/>
  <p:tag name="KSO_WM_NEWLAYOUT_ID" val="slide_05fa846ee28ead8f"/>
  <p:tag name="KSO_WM_UNIT_ID" val="_11*a*1"/>
  <p:tag name="KSO_WM_TAG_VERSION" val="3.0"/>
  <p:tag name="KSO_WM_UNIT_LAYERLEVEL" val="1"/>
  <p:tag name="KSO_WM_TEMPLATE_INDEX" val="7"/>
  <p:tag name="KSO_WM_TEMPLATE_CATEGORY" val="custom"/>
</p:tagLst>
</file>

<file path=ppt/tags/tag876.xml><?xml version="1.0" encoding="utf-8"?>
<p:tagLst xmlns:a="http://schemas.openxmlformats.org/drawingml/2006/main" xmlns:r="http://schemas.openxmlformats.org/officeDocument/2006/relationships" xmlns:p="http://schemas.openxmlformats.org/presentationml/2006/main">
  <p:tag name="KSO_WM_BEAUTIFY_FLAG" val="#wm#"/>
  <p:tag name="KSO_WM_FIGMA_FLAG" val="#fgm#"/>
  <p:tag name="KSO_WM_UNIT_INDEX" val="1"/>
  <p:tag name="KSO_WM_UNIT_TYPE" val="d"/>
  <p:tag name="KSO_WM_UNIT_ID" val="_11*d*1"/>
  <p:tag name="KSO_WM_TAG_VERSION" val="3.0"/>
  <p:tag name="KSO_WM_UNIT_LAYERLEVEL" val="1"/>
  <p:tag name="KSO_WM_TEMPLATE_INDEX" val="7"/>
  <p:tag name="KSO_WM_TEMPLATE_CATEGORY" val="custom"/>
</p:tagLst>
</file>

<file path=ppt/tags/tag877.xml><?xml version="1.0" encoding="utf-8"?>
<p:tagLst xmlns:a="http://schemas.openxmlformats.org/drawingml/2006/main" xmlns:r="http://schemas.openxmlformats.org/officeDocument/2006/relationships" xmlns:p="http://schemas.openxmlformats.org/presentationml/2006/main">
  <p:tag name="KSO_WM_BEAUTIFY_FLAG" val="#wm#"/>
  <p:tag name="KSO_WM_DIAGRAM_GROUP_CODE" val="1"/>
  <p:tag name="KSO_WM_FIGMA_FLAG" val="#fgm#"/>
  <p:tag name="KSO_WM_UNIT_INDEX" val="1_1_1"/>
  <p:tag name="KSO_WM_UNIT_TYPE" val="l_h_a"/>
  <p:tag name="KSO_WM_UNIT_ID" val="_11*l_h_a*1_1_1"/>
  <p:tag name="KSO_WM_TAG_VERSION" val="3.0"/>
  <p:tag name="KSO_WM_UNIT_LAYERLEVEL" val="1_1_1"/>
  <p:tag name="KSO_WM_TEMPLATE_INDEX" val="7"/>
  <p:tag name="KSO_WM_TEMPLATE_CATEGORY" val="custom"/>
</p:tagLst>
</file>

<file path=ppt/tags/tag878.xml><?xml version="1.0" encoding="utf-8"?>
<p:tagLst xmlns:a="http://schemas.openxmlformats.org/drawingml/2006/main" xmlns:r="http://schemas.openxmlformats.org/officeDocument/2006/relationships" xmlns:p="http://schemas.openxmlformats.org/presentationml/2006/main">
  <p:tag name="KSO_WM_BEAUTIFY_FLAG" val="#wm#"/>
  <p:tag name="KSO_WM_DIAGRAM_GROUP_CODE" val="1"/>
  <p:tag name="KSO_WM_FIGMA_FLAG" val="#fgm#"/>
  <p:tag name="KSO_WM_UNIT_INDEX" val="1_1_1"/>
  <p:tag name="KSO_WM_UNIT_TYPE" val="l_h_f"/>
  <p:tag name="KSO_WM_UNIT_ID" val="_11*l_h_f*1_1_1"/>
  <p:tag name="KSO_WM_TAG_VERSION" val="3.0"/>
  <p:tag name="KSO_WM_UNIT_LAYERLEVEL" val="1_1_1"/>
  <p:tag name="KSO_WM_TEMPLATE_INDEX" val="7"/>
  <p:tag name="KSO_WM_TEMPLATE_CATEGORY" val="custom"/>
</p:tagLst>
</file>

<file path=ppt/tags/tag879.xml><?xml version="1.0" encoding="utf-8"?>
<p:tagLst xmlns:a="http://schemas.openxmlformats.org/drawingml/2006/main" xmlns:r="http://schemas.openxmlformats.org/officeDocument/2006/relationships" xmlns:p="http://schemas.openxmlformats.org/presentationml/2006/main">
  <p:tag name="KSO_WM_BEAUTIFY_FLAG" val="#wm#"/>
  <p:tag name="KSO_WM_DIAGRAM_GROUP_CODE" val="1"/>
  <p:tag name="KSO_WM_FIGMA_FLAG" val="#fgm#"/>
  <p:tag name="KSO_WM_UNIT_INDEX" val="1_2_1"/>
  <p:tag name="KSO_WM_UNIT_TYPE" val="l_h_a"/>
  <p:tag name="KSO_WM_UNIT_ID" val="_11*l_h_a*1_2_1"/>
  <p:tag name="KSO_WM_TAG_VERSION" val="3.0"/>
  <p:tag name="KSO_WM_UNIT_LAYERLEVEL" val="1_1_1"/>
  <p:tag name="KSO_WM_TEMPLATE_INDEX" val="7"/>
  <p:tag name="KSO_WM_TEMPLATE_CATEGORY" val="custom"/>
</p:tagLst>
</file>

<file path=ppt/tags/tag880.xml><?xml version="1.0" encoding="utf-8"?>
<p:tagLst xmlns:a="http://schemas.openxmlformats.org/drawingml/2006/main" xmlns:r="http://schemas.openxmlformats.org/officeDocument/2006/relationships" xmlns:p="http://schemas.openxmlformats.org/presentationml/2006/main">
  <p:tag name="KSO_WM_BEAUTIFY_FLAG" val="#wm#"/>
  <p:tag name="KSO_WM_DIAGRAM_GROUP_CODE" val="1"/>
  <p:tag name="KSO_WM_FIGMA_FLAG" val="#fgm#"/>
  <p:tag name="KSO_WM_UNIT_INDEX" val="1_2_1"/>
  <p:tag name="KSO_WM_UNIT_TYPE" val="l_h_f"/>
  <p:tag name="KSO_WM_UNIT_ID" val="_11*l_h_f*1_2_1"/>
  <p:tag name="KSO_WM_TAG_VERSION" val="3.0"/>
  <p:tag name="KSO_WM_UNIT_LAYERLEVEL" val="1_1_1"/>
  <p:tag name="KSO_WM_TEMPLATE_INDEX" val="7"/>
  <p:tag name="KSO_WM_TEMPLATE_CATEGORY" val="custom"/>
</p:tagLst>
</file>

<file path=ppt/tags/tag881.xml><?xml version="1.0" encoding="utf-8"?>
<p:tagLst xmlns:a="http://schemas.openxmlformats.org/drawingml/2006/main" xmlns:r="http://schemas.openxmlformats.org/officeDocument/2006/relationships" xmlns:p="http://schemas.openxmlformats.org/presentationml/2006/main">
  <p:tag name="KSO_WM_BEAUTIFY_FLAG" val="#wm#"/>
  <p:tag name="KSO_WM_DIAGRAM_GROUP_CODE" val="1"/>
  <p:tag name="KSO_WM_FIGMA_FLAG" val="#fgm#"/>
  <p:tag name="KSO_WM_UNIT_INDEX" val="1_3_1"/>
  <p:tag name="KSO_WM_UNIT_TYPE" val="l_h_a"/>
  <p:tag name="KSO_WM_UNIT_ID" val="_11*l_h_a*1_3_1"/>
  <p:tag name="KSO_WM_TAG_VERSION" val="3.0"/>
  <p:tag name="KSO_WM_UNIT_LAYERLEVEL" val="1_1_1"/>
  <p:tag name="KSO_WM_TEMPLATE_INDEX" val="7"/>
  <p:tag name="KSO_WM_TEMPLATE_CATEGORY" val="custom"/>
</p:tagLst>
</file>

<file path=ppt/tags/tag882.xml><?xml version="1.0" encoding="utf-8"?>
<p:tagLst xmlns:a="http://schemas.openxmlformats.org/drawingml/2006/main" xmlns:r="http://schemas.openxmlformats.org/officeDocument/2006/relationships" xmlns:p="http://schemas.openxmlformats.org/presentationml/2006/main">
  <p:tag name="KSO_WM_BEAUTIFY_FLAG" val="#wm#"/>
  <p:tag name="KSO_WM_DIAGRAM_GROUP_CODE" val="1"/>
  <p:tag name="KSO_WM_FIGMA_FLAG" val="#fgm#"/>
  <p:tag name="KSO_WM_UNIT_INDEX" val="1_3_1"/>
  <p:tag name="KSO_WM_UNIT_TYPE" val="l_h_f"/>
  <p:tag name="KSO_WM_UNIT_ID" val="_11*l_h_f*1_3_1"/>
  <p:tag name="KSO_WM_TAG_VERSION" val="3.0"/>
  <p:tag name="KSO_WM_UNIT_LAYERLEVEL" val="1_1_1"/>
  <p:tag name="KSO_WM_TEMPLATE_INDEX" val="7"/>
  <p:tag name="KSO_WM_TEMPLATE_CATEGORY" val="custom"/>
</p:tagLst>
</file>

<file path=ppt/tags/tag883.xml><?xml version="1.0" encoding="utf-8"?>
<p:tagLst xmlns:a="http://schemas.openxmlformats.org/drawingml/2006/main" xmlns:r="http://schemas.openxmlformats.org/officeDocument/2006/relationships" xmlns:p="http://schemas.openxmlformats.org/presentationml/2006/main">
  <p:tag name="KSO_WM_UNIT_ID" val="_12**"/>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884.xml><?xml version="1.0" encoding="utf-8"?>
<p:tagLst xmlns:a="http://schemas.openxmlformats.org/drawingml/2006/main" xmlns:r="http://schemas.openxmlformats.org/officeDocument/2006/relationships" xmlns:p="http://schemas.openxmlformats.org/presentationml/2006/main">
  <p:tag name="KSO_WM_UNIT_ID" val="_12**"/>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885.xml><?xml version="1.0" encoding="utf-8"?>
<p:tagLst xmlns:a="http://schemas.openxmlformats.org/drawingml/2006/main" xmlns:r="http://schemas.openxmlformats.org/officeDocument/2006/relationships" xmlns:p="http://schemas.openxmlformats.org/presentationml/2006/main">
  <p:tag name="KSO_WM_UNIT_ID" val="_12**"/>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886.xml><?xml version="1.0" encoding="utf-8"?>
<p:tagLst xmlns:a="http://schemas.openxmlformats.org/drawingml/2006/main" xmlns:r="http://schemas.openxmlformats.org/officeDocument/2006/relationships" xmlns:p="http://schemas.openxmlformats.org/presentationml/2006/main">
  <p:tag name="KSO_WM_BEAUTIFY_FLAG" val="#wm#"/>
  <p:tag name="KSO_WM_FIGMA_FLAG" val="#fgm#"/>
  <p:tag name="KSO_WM_UNIT_INDEX" val="1"/>
  <p:tag name="KSO_WM_UNIT_TYPE" val="a"/>
  <p:tag name="KSO_WM_LAYOUT_CHECK_HASH" val="dd52818c3d7797a4da3cce41b181a43f3ad4bd84"/>
  <p:tag name="KSO_WM_NEWLAYOUT_ID" val="slide_543ed0c2bd8919e9"/>
  <p:tag name="KSO_WM_UNIT_ID" val="_12*a*1"/>
  <p:tag name="KSO_WM_TAG_VERSION" val="3.0"/>
  <p:tag name="KSO_WM_UNIT_LAYERLEVEL" val="1"/>
  <p:tag name="KSO_WM_TEMPLATE_INDEX" val="7"/>
  <p:tag name="KSO_WM_TEMPLATE_CATEGORY" val="custom"/>
</p:tagLst>
</file>

<file path=ppt/tags/tag887.xml><?xml version="1.0" encoding="utf-8"?>
<p:tagLst xmlns:a="http://schemas.openxmlformats.org/drawingml/2006/main" xmlns:r="http://schemas.openxmlformats.org/officeDocument/2006/relationships" xmlns:p="http://schemas.openxmlformats.org/presentationml/2006/main">
  <p:tag name="KSO_WM_FIGMA_DECORATION_INDEX" val="18"/>
  <p:tag name="$PH_EXT" val="2"/>
  <p:tag name="KSO_WM_BEAUTIFY_FLAG" val="#wm#"/>
  <p:tag name="KSO_WM_DIAGRAM_GROUP_CODE" val="1"/>
  <p:tag name="KSO_WM_FIGMA_FLAG" val="#fgm#"/>
  <p:tag name="KSO_WM_SHAPE_BGTYPE" val="lt2"/>
  <p:tag name="KSO_WM_SHAPE_BRIGHT_DATA" val="[{&quot;dk1&quot;:-60,&quot;dk2&quot;:-50,&quot;lt1&quot;:90,&quot;lt2&quot;:100},{&quot;dk1&quot;:-60,&quot;dk2&quot;:-50,&quot;lt1&quot;:90,&quot;lt2&quot;:100}]"/>
  <p:tag name="KSO_WM_SHAPE_UPDATE_BRIGHT" val="1"/>
  <p:tag name="KSO_WM_UNIT_INDEX" val="1_1_1"/>
  <p:tag name="KSO_WM_UNIT_TYPE" val="l_h_i"/>
  <p:tag name="KSO_WM_UNIT_ID" val="_12*l_h_i*1_1_1"/>
  <p:tag name="KSO_WM_TAG_VERSION" val="3.0"/>
  <p:tag name="KSO_WM_UNIT_LAYERLEVEL" val="1_1_1"/>
  <p:tag name="KSO_WM_TEMPLATE_INDEX" val="7"/>
  <p:tag name="KSO_WM_TEMPLATE_CATEGORY" val="custom"/>
</p:tagLst>
</file>

<file path=ppt/tags/tag888.xml><?xml version="1.0" encoding="utf-8"?>
<p:tagLst xmlns:a="http://schemas.openxmlformats.org/drawingml/2006/main" xmlns:r="http://schemas.openxmlformats.org/officeDocument/2006/relationships" xmlns:p="http://schemas.openxmlformats.org/presentationml/2006/main">
  <p:tag name="KSO_WM_BEAUTIFY_FLAG" val="#wm#"/>
  <p:tag name="KSO_WM_DIAGRAM_GROUP_CODE" val="1"/>
  <p:tag name="KSO_WM_FIGMA_FLAG" val="#fgm#"/>
  <p:tag name="KSO_WM_UNIT_INDEX" val="1_1_1"/>
  <p:tag name="KSO_WM_UNIT_TYPE" val="l_h_d"/>
  <p:tag name="KSO_WM_UNIT_ID" val="_12*l_h_d*1_1_1"/>
  <p:tag name="KSO_WM_TAG_VERSION" val="3.0"/>
  <p:tag name="KSO_WM_UNIT_LAYERLEVEL" val="1_1_1"/>
  <p:tag name="KSO_WM_TEMPLATE_INDEX" val="7"/>
  <p:tag name="KSO_WM_TEMPLATE_CATEGORY" val="custom"/>
</p:tagLst>
</file>

<file path=ppt/tags/tag889.xml><?xml version="1.0" encoding="utf-8"?>
<p:tagLst xmlns:a="http://schemas.openxmlformats.org/drawingml/2006/main" xmlns:r="http://schemas.openxmlformats.org/officeDocument/2006/relationships" xmlns:p="http://schemas.openxmlformats.org/presentationml/2006/main">
  <p:tag name="KSO_WM_BEAUTIFY_FLAG" val="#wm#"/>
  <p:tag name="KSO_WM_DIAGRAM_GROUP_CODE" val="1"/>
  <p:tag name="KSO_WM_FIGMA_FLAG" val="#fgm#"/>
  <p:tag name="KSO_WM_UNIT_INDEX" val="1_1_1"/>
  <p:tag name="KSO_WM_UNIT_TYPE" val="l_h_a"/>
  <p:tag name="KSO_WM_UNIT_ID" val="_12*l_h_a*1_1_1"/>
  <p:tag name="KSO_WM_TAG_VERSION" val="3.0"/>
  <p:tag name="KSO_WM_UNIT_LAYERLEVEL" val="1_1_1"/>
  <p:tag name="KSO_WM_TEMPLATE_INDEX" val="7"/>
  <p:tag name="KSO_WM_TEMPLATE_CATEGORY" val="custom"/>
</p:tagLst>
</file>

<file path=ppt/tags/tag890.xml><?xml version="1.0" encoding="utf-8"?>
<p:tagLst xmlns:a="http://schemas.openxmlformats.org/drawingml/2006/main" xmlns:r="http://schemas.openxmlformats.org/officeDocument/2006/relationships" xmlns:p="http://schemas.openxmlformats.org/presentationml/2006/main">
  <p:tag name="KSO_WM_BEAUTIFY_FLAG" val="#wm#"/>
  <p:tag name="KSO_WM_DIAGRAM_GROUP_CODE" val="1"/>
  <p:tag name="KSO_WM_FIGMA_FLAG" val="#fgm#"/>
  <p:tag name="KSO_WM_UNIT_INDEX" val="1_1_1"/>
  <p:tag name="KSO_WM_UNIT_TYPE" val="l_h_f"/>
  <p:tag name="KSO_WM_UNIT_ID" val="_12*l_h_f*1_1_1"/>
  <p:tag name="KSO_WM_TAG_VERSION" val="3.0"/>
  <p:tag name="KSO_WM_UNIT_LAYERLEVEL" val="1_1_1"/>
  <p:tag name="KSO_WM_TEMPLATE_INDEX" val="7"/>
  <p:tag name="KSO_WM_TEMPLATE_CATEGORY" val="custom"/>
</p:tagLst>
</file>

<file path=ppt/tags/tag891.xml><?xml version="1.0" encoding="utf-8"?>
<p:tagLst xmlns:a="http://schemas.openxmlformats.org/drawingml/2006/main" xmlns:r="http://schemas.openxmlformats.org/officeDocument/2006/relationships" xmlns:p="http://schemas.openxmlformats.org/presentationml/2006/main">
  <p:tag name="KSO_WM_FIGMA_DECORATION_INDEX" val="18"/>
  <p:tag name="$PH_EXT" val="2"/>
  <p:tag name="KSO_WM_BEAUTIFY_FLAG" val="#wm#"/>
  <p:tag name="KSO_WM_DIAGRAM_GROUP_CODE" val="1"/>
  <p:tag name="KSO_WM_FIGMA_FLAG" val="#fgm#"/>
  <p:tag name="KSO_WM_SHAPE_BGTYPE" val="lt2"/>
  <p:tag name="KSO_WM_SHAPE_BRIGHT_DATA" val="[{&quot;dk1&quot;:-60,&quot;dk2&quot;:-50,&quot;lt1&quot;:90,&quot;lt2&quot;:100},{&quot;dk1&quot;:-60,&quot;dk2&quot;:-50,&quot;lt1&quot;:90,&quot;lt2&quot;:100}]"/>
  <p:tag name="KSO_WM_SHAPE_UPDATE_BRIGHT" val="1"/>
  <p:tag name="KSO_WM_UNIT_INDEX" val="1_2_1"/>
  <p:tag name="KSO_WM_UNIT_TYPE" val="l_h_i"/>
  <p:tag name="KSO_WM_UNIT_ID" val="_12*l_h_i*1_2_1"/>
  <p:tag name="KSO_WM_TAG_VERSION" val="3.0"/>
  <p:tag name="KSO_WM_UNIT_LAYERLEVEL" val="1_1_1"/>
  <p:tag name="KSO_WM_TEMPLATE_INDEX" val="7"/>
  <p:tag name="KSO_WM_TEMPLATE_CATEGORY" val="custom"/>
</p:tagLst>
</file>

<file path=ppt/tags/tag892.xml><?xml version="1.0" encoding="utf-8"?>
<p:tagLst xmlns:a="http://schemas.openxmlformats.org/drawingml/2006/main" xmlns:r="http://schemas.openxmlformats.org/officeDocument/2006/relationships" xmlns:p="http://schemas.openxmlformats.org/presentationml/2006/main">
  <p:tag name="KSO_WM_BEAUTIFY_FLAG" val="#wm#"/>
  <p:tag name="KSO_WM_DIAGRAM_GROUP_CODE" val="1"/>
  <p:tag name="KSO_WM_FIGMA_FLAG" val="#fgm#"/>
  <p:tag name="KSO_WM_UNIT_INDEX" val="1_2_1"/>
  <p:tag name="KSO_WM_UNIT_TYPE" val="l_h_d"/>
  <p:tag name="KSO_WM_UNIT_ID" val="_12*l_h_d*1_2_1"/>
  <p:tag name="KSO_WM_TAG_VERSION" val="3.0"/>
  <p:tag name="KSO_WM_UNIT_LAYERLEVEL" val="1_1_1"/>
  <p:tag name="KSO_WM_TEMPLATE_INDEX" val="7"/>
  <p:tag name="KSO_WM_TEMPLATE_CATEGORY" val="custom"/>
</p:tagLst>
</file>

<file path=ppt/tags/tag893.xml><?xml version="1.0" encoding="utf-8"?>
<p:tagLst xmlns:a="http://schemas.openxmlformats.org/drawingml/2006/main" xmlns:r="http://schemas.openxmlformats.org/officeDocument/2006/relationships" xmlns:p="http://schemas.openxmlformats.org/presentationml/2006/main">
  <p:tag name="KSO_WM_BEAUTIFY_FLAG" val="#wm#"/>
  <p:tag name="KSO_WM_DIAGRAM_GROUP_CODE" val="1"/>
  <p:tag name="KSO_WM_FIGMA_FLAG" val="#fgm#"/>
  <p:tag name="KSO_WM_UNIT_INDEX" val="1_2_1"/>
  <p:tag name="KSO_WM_UNIT_TYPE" val="l_h_a"/>
  <p:tag name="KSO_WM_UNIT_ID" val="_12*l_h_a*1_2_1"/>
  <p:tag name="KSO_WM_TAG_VERSION" val="3.0"/>
  <p:tag name="KSO_WM_UNIT_LAYERLEVEL" val="1_1_1"/>
  <p:tag name="KSO_WM_TEMPLATE_INDEX" val="7"/>
  <p:tag name="KSO_WM_TEMPLATE_CATEGORY" val="custom"/>
</p:tagLst>
</file>

<file path=ppt/tags/tag894.xml><?xml version="1.0" encoding="utf-8"?>
<p:tagLst xmlns:a="http://schemas.openxmlformats.org/drawingml/2006/main" xmlns:r="http://schemas.openxmlformats.org/officeDocument/2006/relationships" xmlns:p="http://schemas.openxmlformats.org/presentationml/2006/main">
  <p:tag name="KSO_WM_BEAUTIFY_FLAG" val="#wm#"/>
  <p:tag name="KSO_WM_DIAGRAM_GROUP_CODE" val="1"/>
  <p:tag name="KSO_WM_FIGMA_FLAG" val="#fgm#"/>
  <p:tag name="KSO_WM_UNIT_INDEX" val="1_2_1"/>
  <p:tag name="KSO_WM_UNIT_TYPE" val="l_h_f"/>
  <p:tag name="KSO_WM_UNIT_ID" val="_12*l_h_f*1_2_1"/>
  <p:tag name="KSO_WM_TAG_VERSION" val="3.0"/>
  <p:tag name="KSO_WM_UNIT_LAYERLEVEL" val="1_1_1"/>
  <p:tag name="KSO_WM_TEMPLATE_INDEX" val="7"/>
  <p:tag name="KSO_WM_TEMPLATE_CATEGORY" val="custom"/>
</p:tagLst>
</file>

<file path=ppt/tags/tag895.xml><?xml version="1.0" encoding="utf-8"?>
<p:tagLst xmlns:a="http://schemas.openxmlformats.org/drawingml/2006/main" xmlns:r="http://schemas.openxmlformats.org/officeDocument/2006/relationships" xmlns:p="http://schemas.openxmlformats.org/presentationml/2006/main">
  <p:tag name="KSO_WM_FIGMA_DECORATION_INDEX" val="18"/>
  <p:tag name="$PH_EXT" val="2"/>
  <p:tag name="KSO_WM_BEAUTIFY_FLAG" val="#wm#"/>
  <p:tag name="KSO_WM_DIAGRAM_GROUP_CODE" val="1"/>
  <p:tag name="KSO_WM_FIGMA_FLAG" val="#fgm#"/>
  <p:tag name="KSO_WM_SHAPE_BGTYPE" val="lt2"/>
  <p:tag name="KSO_WM_SHAPE_BRIGHT_DATA" val="[{&quot;dk1&quot;:-60,&quot;dk2&quot;:-50,&quot;lt1&quot;:90,&quot;lt2&quot;:100},{&quot;dk1&quot;:-60,&quot;dk2&quot;:-50,&quot;lt1&quot;:90,&quot;lt2&quot;:100}]"/>
  <p:tag name="KSO_WM_SHAPE_UPDATE_BRIGHT" val="1"/>
  <p:tag name="KSO_WM_UNIT_INDEX" val="1_3_1"/>
  <p:tag name="KSO_WM_UNIT_TYPE" val="l_h_i"/>
  <p:tag name="KSO_WM_UNIT_ID" val="_12*l_h_i*1_3_1"/>
  <p:tag name="KSO_WM_TAG_VERSION" val="3.0"/>
  <p:tag name="KSO_WM_UNIT_LAYERLEVEL" val="1_1_1"/>
  <p:tag name="KSO_WM_TEMPLATE_INDEX" val="7"/>
  <p:tag name="KSO_WM_TEMPLATE_CATEGORY" val="custom"/>
</p:tagLst>
</file>

<file path=ppt/tags/tag896.xml><?xml version="1.0" encoding="utf-8"?>
<p:tagLst xmlns:a="http://schemas.openxmlformats.org/drawingml/2006/main" xmlns:r="http://schemas.openxmlformats.org/officeDocument/2006/relationships" xmlns:p="http://schemas.openxmlformats.org/presentationml/2006/main">
  <p:tag name="KSO_WM_BEAUTIFY_FLAG" val="#wm#"/>
  <p:tag name="KSO_WM_DIAGRAM_GROUP_CODE" val="1"/>
  <p:tag name="KSO_WM_FIGMA_FLAG" val="#fgm#"/>
  <p:tag name="KSO_WM_UNIT_INDEX" val="1_3_1"/>
  <p:tag name="KSO_WM_UNIT_TYPE" val="l_h_d"/>
  <p:tag name="KSO_WM_UNIT_ID" val="_12*l_h_d*1_3_1"/>
  <p:tag name="KSO_WM_TAG_VERSION" val="3.0"/>
  <p:tag name="KSO_WM_UNIT_LAYERLEVEL" val="1_1_1"/>
  <p:tag name="KSO_WM_TEMPLATE_INDEX" val="7"/>
  <p:tag name="KSO_WM_TEMPLATE_CATEGORY" val="custom"/>
</p:tagLst>
</file>

<file path=ppt/tags/tag897.xml><?xml version="1.0" encoding="utf-8"?>
<p:tagLst xmlns:a="http://schemas.openxmlformats.org/drawingml/2006/main" xmlns:r="http://schemas.openxmlformats.org/officeDocument/2006/relationships" xmlns:p="http://schemas.openxmlformats.org/presentationml/2006/main">
  <p:tag name="KSO_WM_BEAUTIFY_FLAG" val="#wm#"/>
  <p:tag name="KSO_WM_DIAGRAM_GROUP_CODE" val="1"/>
  <p:tag name="KSO_WM_FIGMA_FLAG" val="#fgm#"/>
  <p:tag name="KSO_WM_UNIT_INDEX" val="1_3_1"/>
  <p:tag name="KSO_WM_UNIT_TYPE" val="l_h_a"/>
  <p:tag name="KSO_WM_UNIT_ID" val="_12*l_h_a*1_3_1"/>
  <p:tag name="KSO_WM_TAG_VERSION" val="3.0"/>
  <p:tag name="KSO_WM_UNIT_LAYERLEVEL" val="1_1_1"/>
  <p:tag name="KSO_WM_TEMPLATE_INDEX" val="7"/>
  <p:tag name="KSO_WM_TEMPLATE_CATEGORY" val="custom"/>
</p:tagLst>
</file>

<file path=ppt/tags/tag898.xml><?xml version="1.0" encoding="utf-8"?>
<p:tagLst xmlns:a="http://schemas.openxmlformats.org/drawingml/2006/main" xmlns:r="http://schemas.openxmlformats.org/officeDocument/2006/relationships" xmlns:p="http://schemas.openxmlformats.org/presentationml/2006/main">
  <p:tag name="KSO_WM_BEAUTIFY_FLAG" val="#wm#"/>
  <p:tag name="KSO_WM_DIAGRAM_GROUP_CODE" val="1"/>
  <p:tag name="KSO_WM_FIGMA_FLAG" val="#fgm#"/>
  <p:tag name="KSO_WM_UNIT_INDEX" val="1_3_1"/>
  <p:tag name="KSO_WM_UNIT_TYPE" val="l_h_f"/>
  <p:tag name="KSO_WM_UNIT_ID" val="_12*l_h_f*1_3_1"/>
  <p:tag name="KSO_WM_TAG_VERSION" val="3.0"/>
  <p:tag name="KSO_WM_UNIT_LAYERLEVEL" val="1_1_1"/>
  <p:tag name="KSO_WM_TEMPLATE_INDEX" val="7"/>
  <p:tag name="KSO_WM_TEMPLATE_CATEGORY" val="custom"/>
</p:tagLst>
</file>

<file path=ppt/tags/tag899.xml><?xml version="1.0" encoding="utf-8"?>
<p:tagLst xmlns:a="http://schemas.openxmlformats.org/drawingml/2006/main" xmlns:r="http://schemas.openxmlformats.org/officeDocument/2006/relationships" xmlns:p="http://schemas.openxmlformats.org/presentationml/2006/main">
  <p:tag name="KSO_WM_FIGMA_DECORATION_INDEX" val="18"/>
  <p:tag name="$PH_EXT" val="2"/>
  <p:tag name="KSO_WM_BEAUTIFY_FLAG" val="#wm#"/>
  <p:tag name="KSO_WM_DIAGRAM_GROUP_CODE" val="1"/>
  <p:tag name="KSO_WM_FIGMA_FLAG" val="#fgm#"/>
  <p:tag name="KSO_WM_SHAPE_BGTYPE" val="lt2"/>
  <p:tag name="KSO_WM_SHAPE_BRIGHT_DATA" val="[{&quot;dk1&quot;:-60,&quot;dk2&quot;:-50,&quot;lt1&quot;:90,&quot;lt2&quot;:100},{&quot;dk1&quot;:-60,&quot;dk2&quot;:-50,&quot;lt1&quot;:90,&quot;lt2&quot;:100}]"/>
  <p:tag name="KSO_WM_SHAPE_UPDATE_BRIGHT" val="1"/>
  <p:tag name="KSO_WM_UNIT_INDEX" val="1_4_1"/>
  <p:tag name="KSO_WM_UNIT_TYPE" val="l_h_i"/>
  <p:tag name="KSO_WM_UNIT_ID" val="_12*l_h_i*1_4_1"/>
  <p:tag name="KSO_WM_TAG_VERSION" val="3.0"/>
  <p:tag name="KSO_WM_UNIT_LAYERLEVEL" val="1_1_1"/>
  <p:tag name="KSO_WM_TEMPLATE_INDEX" val="7"/>
  <p:tag name="KSO_WM_TEMPLATE_CATEGORY" val="custom"/>
</p:tagLst>
</file>

<file path=ppt/tags/tag900.xml><?xml version="1.0" encoding="utf-8"?>
<p:tagLst xmlns:a="http://schemas.openxmlformats.org/drawingml/2006/main" xmlns:r="http://schemas.openxmlformats.org/officeDocument/2006/relationships" xmlns:p="http://schemas.openxmlformats.org/presentationml/2006/main">
  <p:tag name="KSO_WM_BEAUTIFY_FLAG" val="#wm#"/>
  <p:tag name="KSO_WM_DIAGRAM_GROUP_CODE" val="1"/>
  <p:tag name="KSO_WM_FIGMA_FLAG" val="#fgm#"/>
  <p:tag name="KSO_WM_UNIT_INDEX" val="1_4_1"/>
  <p:tag name="KSO_WM_UNIT_TYPE" val="l_h_d"/>
  <p:tag name="KSO_WM_UNIT_ID" val="_12*l_h_d*1_4_1"/>
  <p:tag name="KSO_WM_TAG_VERSION" val="3.0"/>
  <p:tag name="KSO_WM_UNIT_LAYERLEVEL" val="1_1_1"/>
  <p:tag name="KSO_WM_TEMPLATE_INDEX" val="7"/>
  <p:tag name="KSO_WM_TEMPLATE_CATEGORY" val="custom"/>
</p:tagLst>
</file>

<file path=ppt/tags/tag901.xml><?xml version="1.0" encoding="utf-8"?>
<p:tagLst xmlns:a="http://schemas.openxmlformats.org/drawingml/2006/main" xmlns:r="http://schemas.openxmlformats.org/officeDocument/2006/relationships" xmlns:p="http://schemas.openxmlformats.org/presentationml/2006/main">
  <p:tag name="KSO_WM_BEAUTIFY_FLAG" val="#wm#"/>
  <p:tag name="KSO_WM_DIAGRAM_GROUP_CODE" val="1"/>
  <p:tag name="KSO_WM_FIGMA_FLAG" val="#fgm#"/>
  <p:tag name="KSO_WM_UNIT_INDEX" val="1_4_1"/>
  <p:tag name="KSO_WM_UNIT_TYPE" val="l_h_a"/>
  <p:tag name="KSO_WM_UNIT_ID" val="_12*l_h_a*1_4_1"/>
  <p:tag name="KSO_WM_TAG_VERSION" val="3.0"/>
  <p:tag name="KSO_WM_UNIT_LAYERLEVEL" val="1_1_1"/>
  <p:tag name="KSO_WM_TEMPLATE_INDEX" val="7"/>
  <p:tag name="KSO_WM_TEMPLATE_CATEGORY" val="custom"/>
</p:tagLst>
</file>

<file path=ppt/tags/tag902.xml><?xml version="1.0" encoding="utf-8"?>
<p:tagLst xmlns:a="http://schemas.openxmlformats.org/drawingml/2006/main" xmlns:r="http://schemas.openxmlformats.org/officeDocument/2006/relationships" xmlns:p="http://schemas.openxmlformats.org/presentationml/2006/main">
  <p:tag name="KSO_WM_BEAUTIFY_FLAG" val="#wm#"/>
  <p:tag name="KSO_WM_DIAGRAM_GROUP_CODE" val="1"/>
  <p:tag name="KSO_WM_FIGMA_FLAG" val="#fgm#"/>
  <p:tag name="KSO_WM_UNIT_INDEX" val="1_4_1"/>
  <p:tag name="KSO_WM_UNIT_TYPE" val="l_h_f"/>
  <p:tag name="KSO_WM_UNIT_ID" val="_12*l_h_f*1_4_1"/>
  <p:tag name="KSO_WM_TAG_VERSION" val="3.0"/>
  <p:tag name="KSO_WM_UNIT_LAYERLEVEL" val="1_1_1"/>
  <p:tag name="KSO_WM_TEMPLATE_INDEX" val="7"/>
  <p:tag name="KSO_WM_TEMPLATE_CATEGORY" val="custom"/>
</p:tagLst>
</file>

<file path=ppt/tags/tag903.xml><?xml version="1.0" encoding="utf-8"?>
<p:tagLst xmlns:a="http://schemas.openxmlformats.org/drawingml/2006/main" xmlns:r="http://schemas.openxmlformats.org/officeDocument/2006/relationships" xmlns:p="http://schemas.openxmlformats.org/presentationml/2006/main">
  <p:tag name="KSO_WM_UNIT_ID" val="_12**"/>
  <p:tag name="KSO_WM_BEAUTIFY_FLAG" val="#wm#"/>
  <p:tag name="KSO_WM_TAG_VERSION" val="3.0"/>
  <p:tag name="KSO_WM_UNIT_LAYERLEVEL" val="1"/>
  <p:tag name="KSO_WM_TEMPLATE_INDEX" val="7"/>
  <p:tag name="KSO_WM_TEMPLATE_CATEGORY" val="custom"/>
</p:tagLst>
</file>

<file path=ppt/tags/tag904.xml><?xml version="1.0" encoding="utf-8"?>
<p:tagLst xmlns:a="http://schemas.openxmlformats.org/drawingml/2006/main" xmlns:r="http://schemas.openxmlformats.org/officeDocument/2006/relationships" xmlns:p="http://schemas.openxmlformats.org/presentationml/2006/main">
  <p:tag name="KSO_WM_UNIT_ID" val="_13**"/>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905.xml><?xml version="1.0" encoding="utf-8"?>
<p:tagLst xmlns:a="http://schemas.openxmlformats.org/drawingml/2006/main" xmlns:r="http://schemas.openxmlformats.org/officeDocument/2006/relationships" xmlns:p="http://schemas.openxmlformats.org/presentationml/2006/main">
  <p:tag name="KSO_WM_UNIT_ID" val="_13**"/>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906.xml><?xml version="1.0" encoding="utf-8"?>
<p:tagLst xmlns:a="http://schemas.openxmlformats.org/drawingml/2006/main" xmlns:r="http://schemas.openxmlformats.org/officeDocument/2006/relationships" xmlns:p="http://schemas.openxmlformats.org/presentationml/2006/main">
  <p:tag name="KSO_WM_UNIT_ID" val="_13**"/>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907.xml><?xml version="1.0" encoding="utf-8"?>
<p:tagLst xmlns:a="http://schemas.openxmlformats.org/drawingml/2006/main" xmlns:r="http://schemas.openxmlformats.org/officeDocument/2006/relationships" xmlns:p="http://schemas.openxmlformats.org/presentationml/2006/main">
  <p:tag name="KSO_WM_BEAUTIFY_FLAG" val="#wm#"/>
  <p:tag name="KSO_WM_FIGMA_FLAG" val="#fgm#"/>
  <p:tag name="KSO_WM_UNIT_INDEX" val="1"/>
  <p:tag name="KSO_WM_UNIT_TYPE" val="a"/>
  <p:tag name="KSO_WM_LAYOUT_CHECK_HASH" val="7d535adee20eef1afedf2a86808d3ddd3d5dd30f"/>
  <p:tag name="KSO_WM_NEWLAYOUT_ID" val="slide_138b38c969135e9e"/>
  <p:tag name="KSO_WM_UNIT_ID" val="_13*a*1"/>
  <p:tag name="KSO_WM_TAG_VERSION" val="3.0"/>
  <p:tag name="KSO_WM_UNIT_LAYERLEVEL" val="1"/>
  <p:tag name="KSO_WM_TEMPLATE_INDEX" val="7"/>
  <p:tag name="KSO_WM_TEMPLATE_CATEGORY" val="custom"/>
</p:tagLst>
</file>

<file path=ppt/tags/tag908.xml><?xml version="1.0" encoding="utf-8"?>
<p:tagLst xmlns:a="http://schemas.openxmlformats.org/drawingml/2006/main" xmlns:r="http://schemas.openxmlformats.org/officeDocument/2006/relationships" xmlns:p="http://schemas.openxmlformats.org/presentationml/2006/main">
  <p:tag name="KSO_WM_FIGMA_DECORATION_INDEX" val="17"/>
  <p:tag name="$PH_EXT" val="2"/>
  <p:tag name="KSO_WM_BEAUTIFY_FLAG" val="#wm#"/>
  <p:tag name="KSO_WM_DIAGRAM_GROUP_CODE" val="1"/>
  <p:tag name="KSO_WM_FIGMA_FLAG" val="#fgm#"/>
  <p:tag name="KSO_WM_UNIT_INDEX" val="1_1_1"/>
  <p:tag name="KSO_WM_UNIT_TYPE" val="l_h_i"/>
  <p:tag name="KSO_WM_UNIT_ID" val="_13*l_h_i*1_1_1"/>
  <p:tag name="KSO_WM_TAG_VERSION" val="3.0"/>
  <p:tag name="KSO_WM_UNIT_LAYERLEVEL" val="1_1_1"/>
  <p:tag name="KSO_WM_TEMPLATE_INDEX" val="7"/>
  <p:tag name="KSO_WM_TEMPLATE_CATEGORY" val="custom"/>
</p:tagLst>
</file>

<file path=ppt/tags/tag909.xml><?xml version="1.0" encoding="utf-8"?>
<p:tagLst xmlns:a="http://schemas.openxmlformats.org/drawingml/2006/main" xmlns:r="http://schemas.openxmlformats.org/officeDocument/2006/relationships" xmlns:p="http://schemas.openxmlformats.org/presentationml/2006/main">
  <p:tag name="KSO_WM_BEAUTIFY_FLAG" val="#wm#"/>
  <p:tag name="KSO_WM_DIAGRAM_GROUP_CODE" val="1"/>
  <p:tag name="KSO_WM_FIGMA_FLAG" val="#fgm#"/>
  <p:tag name="KSO_WM_UNIT_INDEX" val="1_1_1"/>
  <p:tag name="KSO_WM_UNIT_TYPE" val="l_h_d"/>
  <p:tag name="KSO_WM_UNIT_ID" val="_13*l_h_d*1_1_1"/>
  <p:tag name="KSO_WM_TAG_VERSION" val="3.0"/>
  <p:tag name="KSO_WM_UNIT_LAYERLEVEL" val="1_1_1"/>
  <p:tag name="KSO_WM_TEMPLATE_INDEX" val="7"/>
  <p:tag name="KSO_WM_TEMPLATE_CATEGORY" val="custom"/>
</p:tagLst>
</file>

<file path=ppt/tags/tag910.xml><?xml version="1.0" encoding="utf-8"?>
<p:tagLst xmlns:a="http://schemas.openxmlformats.org/drawingml/2006/main" xmlns:r="http://schemas.openxmlformats.org/officeDocument/2006/relationships" xmlns:p="http://schemas.openxmlformats.org/presentationml/2006/main">
  <p:tag name="KSO_WM_BEAUTIFY_FLAG" val="#wm#"/>
  <p:tag name="KSO_WM_DIAGRAM_GROUP_CODE" val="1"/>
  <p:tag name="KSO_WM_FIGMA_FLAG" val="#fgm#"/>
  <p:tag name="KSO_WM_UNIT_INDEX" val="1_1_1"/>
  <p:tag name="KSO_WM_UNIT_TYPE" val="l_h_a"/>
  <p:tag name="KSO_WM_UNIT_ID" val="_13*l_h_a*1_1_1"/>
  <p:tag name="KSO_WM_TAG_VERSION" val="3.0"/>
  <p:tag name="KSO_WM_UNIT_LAYERLEVEL" val="1_1_1"/>
  <p:tag name="KSO_WM_TEMPLATE_INDEX" val="7"/>
  <p:tag name="KSO_WM_TEMPLATE_CATEGORY" val="custom"/>
</p:tagLst>
</file>

<file path=ppt/tags/tag911.xml><?xml version="1.0" encoding="utf-8"?>
<p:tagLst xmlns:a="http://schemas.openxmlformats.org/drawingml/2006/main" xmlns:r="http://schemas.openxmlformats.org/officeDocument/2006/relationships" xmlns:p="http://schemas.openxmlformats.org/presentationml/2006/main">
  <p:tag name="KSO_WM_BEAUTIFY_FLAG" val="#wm#"/>
  <p:tag name="KSO_WM_DIAGRAM_GROUP_CODE" val="1"/>
  <p:tag name="KSO_WM_FIGMA_FLAG" val="#fgm#"/>
  <p:tag name="KSO_WM_UNIT_INDEX" val="1_1_1"/>
  <p:tag name="KSO_WM_UNIT_TYPE" val="l_h_f"/>
  <p:tag name="KSO_WM_UNIT_ID" val="_13*l_h_f*1_1_1"/>
  <p:tag name="KSO_WM_TAG_VERSION" val="3.0"/>
  <p:tag name="KSO_WM_UNIT_LAYERLEVEL" val="1_1_1"/>
  <p:tag name="KSO_WM_TEMPLATE_INDEX" val="7"/>
  <p:tag name="KSO_WM_TEMPLATE_CATEGORY" val="custom"/>
</p:tagLst>
</file>

<file path=ppt/tags/tag912.xml><?xml version="1.0" encoding="utf-8"?>
<p:tagLst xmlns:a="http://schemas.openxmlformats.org/drawingml/2006/main" xmlns:r="http://schemas.openxmlformats.org/officeDocument/2006/relationships" xmlns:p="http://schemas.openxmlformats.org/presentationml/2006/main">
  <p:tag name="KSO_WM_FIGMA_DECORATION_INDEX" val="17"/>
  <p:tag name="$PH_EXT" val="2"/>
  <p:tag name="KSO_WM_BEAUTIFY_FLAG" val="#wm#"/>
  <p:tag name="KSO_WM_DIAGRAM_GROUP_CODE" val="1"/>
  <p:tag name="KSO_WM_FIGMA_FLAG" val="#fgm#"/>
  <p:tag name="KSO_WM_UNIT_INDEX" val="1_2_1"/>
  <p:tag name="KSO_WM_UNIT_TYPE" val="l_h_i"/>
  <p:tag name="KSO_WM_UNIT_ID" val="_13*l_h_i*1_2_1"/>
  <p:tag name="KSO_WM_TAG_VERSION" val="3.0"/>
  <p:tag name="KSO_WM_UNIT_LAYERLEVEL" val="1_1_1"/>
  <p:tag name="KSO_WM_TEMPLATE_INDEX" val="7"/>
  <p:tag name="KSO_WM_TEMPLATE_CATEGORY" val="custom"/>
</p:tagLst>
</file>

<file path=ppt/tags/tag913.xml><?xml version="1.0" encoding="utf-8"?>
<p:tagLst xmlns:a="http://schemas.openxmlformats.org/drawingml/2006/main" xmlns:r="http://schemas.openxmlformats.org/officeDocument/2006/relationships" xmlns:p="http://schemas.openxmlformats.org/presentationml/2006/main">
  <p:tag name="KSO_WM_BEAUTIFY_FLAG" val="#wm#"/>
  <p:tag name="KSO_WM_DIAGRAM_GROUP_CODE" val="1"/>
  <p:tag name="KSO_WM_FIGMA_FLAG" val="#fgm#"/>
  <p:tag name="KSO_WM_UNIT_INDEX" val="1_2_1"/>
  <p:tag name="KSO_WM_UNIT_TYPE" val="l_h_d"/>
  <p:tag name="KSO_WM_UNIT_ID" val="_13*l_h_d*1_2_1"/>
  <p:tag name="KSO_WM_TAG_VERSION" val="3.0"/>
  <p:tag name="KSO_WM_UNIT_LAYERLEVEL" val="1_1_1"/>
  <p:tag name="KSO_WM_TEMPLATE_INDEX" val="7"/>
  <p:tag name="KSO_WM_TEMPLATE_CATEGORY" val="custom"/>
</p:tagLst>
</file>

<file path=ppt/tags/tag914.xml><?xml version="1.0" encoding="utf-8"?>
<p:tagLst xmlns:a="http://schemas.openxmlformats.org/drawingml/2006/main" xmlns:r="http://schemas.openxmlformats.org/officeDocument/2006/relationships" xmlns:p="http://schemas.openxmlformats.org/presentationml/2006/main">
  <p:tag name="KSO_WM_BEAUTIFY_FLAG" val="#wm#"/>
  <p:tag name="KSO_WM_DIAGRAM_GROUP_CODE" val="1"/>
  <p:tag name="KSO_WM_FIGMA_FLAG" val="#fgm#"/>
  <p:tag name="KSO_WM_UNIT_INDEX" val="1_2_1"/>
  <p:tag name="KSO_WM_UNIT_TYPE" val="l_h_a"/>
  <p:tag name="KSO_WM_UNIT_ID" val="_13*l_h_a*1_2_1"/>
  <p:tag name="KSO_WM_TAG_VERSION" val="3.0"/>
  <p:tag name="KSO_WM_UNIT_LAYERLEVEL" val="1_1_1"/>
  <p:tag name="KSO_WM_TEMPLATE_INDEX" val="7"/>
  <p:tag name="KSO_WM_TEMPLATE_CATEGORY" val="custom"/>
</p:tagLst>
</file>

<file path=ppt/tags/tag915.xml><?xml version="1.0" encoding="utf-8"?>
<p:tagLst xmlns:a="http://schemas.openxmlformats.org/drawingml/2006/main" xmlns:r="http://schemas.openxmlformats.org/officeDocument/2006/relationships" xmlns:p="http://schemas.openxmlformats.org/presentationml/2006/main">
  <p:tag name="KSO_WM_BEAUTIFY_FLAG" val="#wm#"/>
  <p:tag name="KSO_WM_DIAGRAM_GROUP_CODE" val="1"/>
  <p:tag name="KSO_WM_FIGMA_FLAG" val="#fgm#"/>
  <p:tag name="KSO_WM_UNIT_INDEX" val="1_2_1"/>
  <p:tag name="KSO_WM_UNIT_TYPE" val="l_h_f"/>
  <p:tag name="KSO_WM_UNIT_ID" val="_13*l_h_f*1_2_1"/>
  <p:tag name="KSO_WM_TAG_VERSION" val="3.0"/>
  <p:tag name="KSO_WM_UNIT_LAYERLEVEL" val="1_1_1"/>
  <p:tag name="KSO_WM_TEMPLATE_INDEX" val="7"/>
  <p:tag name="KSO_WM_TEMPLATE_CATEGORY" val="custom"/>
</p:tagLst>
</file>

<file path=ppt/tags/tag916.xml><?xml version="1.0" encoding="utf-8"?>
<p:tagLst xmlns:a="http://schemas.openxmlformats.org/drawingml/2006/main" xmlns:r="http://schemas.openxmlformats.org/officeDocument/2006/relationships" xmlns:p="http://schemas.openxmlformats.org/presentationml/2006/main">
  <p:tag name="KSO_WM_FIGMA_DECORATION_INDEX" val="17"/>
  <p:tag name="$PH_EXT" val="2"/>
  <p:tag name="KSO_WM_BEAUTIFY_FLAG" val="#wm#"/>
  <p:tag name="KSO_WM_DIAGRAM_GROUP_CODE" val="1"/>
  <p:tag name="KSO_WM_FIGMA_FLAG" val="#fgm#"/>
  <p:tag name="KSO_WM_UNIT_INDEX" val="1_3_1"/>
  <p:tag name="KSO_WM_UNIT_TYPE" val="l_h_i"/>
  <p:tag name="KSO_WM_UNIT_ID" val="_13*l_h_i*1_3_1"/>
  <p:tag name="KSO_WM_TAG_VERSION" val="3.0"/>
  <p:tag name="KSO_WM_UNIT_LAYERLEVEL" val="1_1_1"/>
  <p:tag name="KSO_WM_TEMPLATE_INDEX" val="7"/>
  <p:tag name="KSO_WM_TEMPLATE_CATEGORY" val="custom"/>
</p:tagLst>
</file>

<file path=ppt/tags/tag917.xml><?xml version="1.0" encoding="utf-8"?>
<p:tagLst xmlns:a="http://schemas.openxmlformats.org/drawingml/2006/main" xmlns:r="http://schemas.openxmlformats.org/officeDocument/2006/relationships" xmlns:p="http://schemas.openxmlformats.org/presentationml/2006/main">
  <p:tag name="KSO_WM_BEAUTIFY_FLAG" val="#wm#"/>
  <p:tag name="KSO_WM_DIAGRAM_GROUP_CODE" val="1"/>
  <p:tag name="KSO_WM_FIGMA_FLAG" val="#fgm#"/>
  <p:tag name="KSO_WM_UNIT_INDEX" val="1_3_1"/>
  <p:tag name="KSO_WM_UNIT_TYPE" val="l_h_d"/>
  <p:tag name="KSO_WM_UNIT_ID" val="_13*l_h_d*1_3_1"/>
  <p:tag name="KSO_WM_TAG_VERSION" val="3.0"/>
  <p:tag name="KSO_WM_UNIT_LAYERLEVEL" val="1_1_1"/>
  <p:tag name="KSO_WM_TEMPLATE_INDEX" val="7"/>
  <p:tag name="KSO_WM_TEMPLATE_CATEGORY" val="custom"/>
</p:tagLst>
</file>

<file path=ppt/tags/tag918.xml><?xml version="1.0" encoding="utf-8"?>
<p:tagLst xmlns:a="http://schemas.openxmlformats.org/drawingml/2006/main" xmlns:r="http://schemas.openxmlformats.org/officeDocument/2006/relationships" xmlns:p="http://schemas.openxmlformats.org/presentationml/2006/main">
  <p:tag name="KSO_WM_BEAUTIFY_FLAG" val="#wm#"/>
  <p:tag name="KSO_WM_DIAGRAM_GROUP_CODE" val="1"/>
  <p:tag name="KSO_WM_FIGMA_FLAG" val="#fgm#"/>
  <p:tag name="KSO_WM_UNIT_INDEX" val="1_3_1"/>
  <p:tag name="KSO_WM_UNIT_TYPE" val="l_h_a"/>
  <p:tag name="KSO_WM_UNIT_ID" val="_13*l_h_a*1_3_1"/>
  <p:tag name="KSO_WM_TAG_VERSION" val="3.0"/>
  <p:tag name="KSO_WM_UNIT_LAYERLEVEL" val="1_1_1"/>
  <p:tag name="KSO_WM_TEMPLATE_INDEX" val="7"/>
  <p:tag name="KSO_WM_TEMPLATE_CATEGORY" val="custom"/>
</p:tagLst>
</file>

<file path=ppt/tags/tag919.xml><?xml version="1.0" encoding="utf-8"?>
<p:tagLst xmlns:a="http://schemas.openxmlformats.org/drawingml/2006/main" xmlns:r="http://schemas.openxmlformats.org/officeDocument/2006/relationships" xmlns:p="http://schemas.openxmlformats.org/presentationml/2006/main">
  <p:tag name="KSO_WM_BEAUTIFY_FLAG" val="#wm#"/>
  <p:tag name="KSO_WM_DIAGRAM_GROUP_CODE" val="1"/>
  <p:tag name="KSO_WM_FIGMA_FLAG" val="#fgm#"/>
  <p:tag name="KSO_WM_UNIT_INDEX" val="1_3_1"/>
  <p:tag name="KSO_WM_UNIT_TYPE" val="l_h_f"/>
  <p:tag name="KSO_WM_UNIT_ID" val="_13*l_h_f*1_3_1"/>
  <p:tag name="KSO_WM_TAG_VERSION" val="3.0"/>
  <p:tag name="KSO_WM_UNIT_LAYERLEVEL" val="1_1_1"/>
  <p:tag name="KSO_WM_TEMPLATE_INDEX" val="7"/>
  <p:tag name="KSO_WM_TEMPLATE_CATEGORY" val="custom"/>
</p:tagLst>
</file>

<file path=ppt/tags/tag920.xml><?xml version="1.0" encoding="utf-8"?>
<p:tagLst xmlns:a="http://schemas.openxmlformats.org/drawingml/2006/main" xmlns:r="http://schemas.openxmlformats.org/officeDocument/2006/relationships" xmlns:p="http://schemas.openxmlformats.org/presentationml/2006/main">
  <p:tag name="KSO_WM_UNIT_ID" val="_14**"/>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921.xml><?xml version="1.0" encoding="utf-8"?>
<p:tagLst xmlns:a="http://schemas.openxmlformats.org/drawingml/2006/main" xmlns:r="http://schemas.openxmlformats.org/officeDocument/2006/relationships" xmlns:p="http://schemas.openxmlformats.org/presentationml/2006/main">
  <p:tag name="KSO_WM_UNIT_ID" val="_14**"/>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922.xml><?xml version="1.0" encoding="utf-8"?>
<p:tagLst xmlns:a="http://schemas.openxmlformats.org/drawingml/2006/main" xmlns:r="http://schemas.openxmlformats.org/officeDocument/2006/relationships" xmlns:p="http://schemas.openxmlformats.org/presentationml/2006/main">
  <p:tag name="KSO_WM_UNIT_ID" val="_14**"/>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923.xml><?xml version="1.0" encoding="utf-8"?>
<p:tagLst xmlns:a="http://schemas.openxmlformats.org/drawingml/2006/main" xmlns:r="http://schemas.openxmlformats.org/officeDocument/2006/relationships" xmlns:p="http://schemas.openxmlformats.org/presentationml/2006/main">
  <p:tag name="KSO_WM_BEAUTIFY_FLAG" val="#wm#"/>
  <p:tag name="KSO_WM_FIGMA_FLAG" val="#fgm#"/>
  <p:tag name="KSO_WM_UNIT_INDEX" val="1"/>
  <p:tag name="KSO_WM_UNIT_TYPE" val="a"/>
  <p:tag name="KSO_WM_LAYOUT_CHECK_HASH" val="4396bfe1e2671a3b942fac53ee217942c3eae01c"/>
  <p:tag name="KSO_WM_NEWLAYOUT_ID" val="slide_e290ba90fc0e4252"/>
  <p:tag name="KSO_WM_UNIT_ID" val="_14*a*1"/>
  <p:tag name="KSO_WM_TAG_VERSION" val="3.0"/>
  <p:tag name="KSO_WM_UNIT_LAYERLEVEL" val="1"/>
  <p:tag name="KSO_WM_TEMPLATE_INDEX" val="7"/>
  <p:tag name="KSO_WM_TEMPLATE_CATEGORY" val="custom"/>
</p:tagLst>
</file>

<file path=ppt/tags/tag924.xml><?xml version="1.0" encoding="utf-8"?>
<p:tagLst xmlns:a="http://schemas.openxmlformats.org/drawingml/2006/main" xmlns:r="http://schemas.openxmlformats.org/officeDocument/2006/relationships" xmlns:p="http://schemas.openxmlformats.org/presentationml/2006/main">
  <p:tag name="KSO_WM_BEAUTIFY_FLAG" val="#wm#"/>
  <p:tag name="KSO_WM_FIGMA_FLAG" val="#fgm#"/>
  <p:tag name="KSO_WM_UNIT_INDEX" val="1"/>
  <p:tag name="KSO_WM_UNIT_TYPE" val="d"/>
  <p:tag name="KSO_WM_UNIT_ID" val="_14*d*1"/>
  <p:tag name="KSO_WM_TAG_VERSION" val="3.0"/>
  <p:tag name="KSO_WM_UNIT_LAYERLEVEL" val="1"/>
  <p:tag name="KSO_WM_TEMPLATE_INDEX" val="7"/>
  <p:tag name="KSO_WM_TEMPLATE_CATEGORY" val="custom"/>
</p:tagLst>
</file>

<file path=ppt/tags/tag925.xml><?xml version="1.0" encoding="utf-8"?>
<p:tagLst xmlns:a="http://schemas.openxmlformats.org/drawingml/2006/main" xmlns:r="http://schemas.openxmlformats.org/officeDocument/2006/relationships" xmlns:p="http://schemas.openxmlformats.org/presentationml/2006/main">
  <p:tag name="KSO_WM_BEAUTIFY_FLAG" val="#wm#"/>
  <p:tag name="KSO_WM_DIAGRAM_GROUP_CODE" val="1"/>
  <p:tag name="KSO_WM_FIGMA_FLAG" val="#fgm#"/>
  <p:tag name="KSO_WM_UNIT_INDEX" val="1_1_1"/>
  <p:tag name="KSO_WM_UNIT_TYPE" val="l_h_a"/>
  <p:tag name="KSO_WM_UNIT_ID" val="_14*l_h_a*1_1_1"/>
  <p:tag name="KSO_WM_TAG_VERSION" val="3.0"/>
  <p:tag name="KSO_WM_UNIT_LAYERLEVEL" val="1_1_1"/>
  <p:tag name="KSO_WM_TEMPLATE_INDEX" val="7"/>
  <p:tag name="KSO_WM_TEMPLATE_CATEGORY" val="custom"/>
</p:tagLst>
</file>

<file path=ppt/tags/tag926.xml><?xml version="1.0" encoding="utf-8"?>
<p:tagLst xmlns:a="http://schemas.openxmlformats.org/drawingml/2006/main" xmlns:r="http://schemas.openxmlformats.org/officeDocument/2006/relationships" xmlns:p="http://schemas.openxmlformats.org/presentationml/2006/main">
  <p:tag name="KSO_WM_BEAUTIFY_FLAG" val="#wm#"/>
  <p:tag name="KSO_WM_DIAGRAM_GROUP_CODE" val="1"/>
  <p:tag name="KSO_WM_FIGMA_FLAG" val="#fgm#"/>
  <p:tag name="KSO_WM_UNIT_INDEX" val="1_1_1"/>
  <p:tag name="KSO_WM_UNIT_TYPE" val="l_h_f"/>
  <p:tag name="KSO_WM_UNIT_ID" val="_14*l_h_f*1_1_1"/>
  <p:tag name="KSO_WM_TAG_VERSION" val="3.0"/>
  <p:tag name="KSO_WM_UNIT_LAYERLEVEL" val="1_1_1"/>
  <p:tag name="KSO_WM_TEMPLATE_INDEX" val="7"/>
  <p:tag name="KSO_WM_TEMPLATE_CATEGORY" val="custom"/>
</p:tagLst>
</file>

<file path=ppt/tags/tag927.xml><?xml version="1.0" encoding="utf-8"?>
<p:tagLst xmlns:a="http://schemas.openxmlformats.org/drawingml/2006/main" xmlns:r="http://schemas.openxmlformats.org/officeDocument/2006/relationships" xmlns:p="http://schemas.openxmlformats.org/presentationml/2006/main">
  <p:tag name="KSO_WM_BEAUTIFY_FLAG" val="#wm#"/>
  <p:tag name="KSO_WM_DIAGRAM_GROUP_CODE" val="1"/>
  <p:tag name="KSO_WM_FIGMA_FLAG" val="#fgm#"/>
  <p:tag name="KSO_WM_UNIT_INDEX" val="1_2_1"/>
  <p:tag name="KSO_WM_UNIT_TYPE" val="l_h_a"/>
  <p:tag name="KSO_WM_UNIT_ID" val="_14*l_h_a*1_2_1"/>
  <p:tag name="KSO_WM_TAG_VERSION" val="3.0"/>
  <p:tag name="KSO_WM_UNIT_LAYERLEVEL" val="1_1_1"/>
  <p:tag name="KSO_WM_TEMPLATE_INDEX" val="7"/>
  <p:tag name="KSO_WM_TEMPLATE_CATEGORY" val="custom"/>
</p:tagLst>
</file>

<file path=ppt/tags/tag928.xml><?xml version="1.0" encoding="utf-8"?>
<p:tagLst xmlns:a="http://schemas.openxmlformats.org/drawingml/2006/main" xmlns:r="http://schemas.openxmlformats.org/officeDocument/2006/relationships" xmlns:p="http://schemas.openxmlformats.org/presentationml/2006/main">
  <p:tag name="KSO_WM_BEAUTIFY_FLAG" val="#wm#"/>
  <p:tag name="KSO_WM_DIAGRAM_GROUP_CODE" val="1"/>
  <p:tag name="KSO_WM_FIGMA_FLAG" val="#fgm#"/>
  <p:tag name="KSO_WM_UNIT_INDEX" val="1_2_1"/>
  <p:tag name="KSO_WM_UNIT_TYPE" val="l_h_f"/>
  <p:tag name="KSO_WM_UNIT_ID" val="_14*l_h_f*1_2_1"/>
  <p:tag name="KSO_WM_TAG_VERSION" val="3.0"/>
  <p:tag name="KSO_WM_UNIT_LAYERLEVEL" val="1_1_1"/>
  <p:tag name="KSO_WM_TEMPLATE_INDEX" val="7"/>
  <p:tag name="KSO_WM_TEMPLATE_CATEGORY" val="custom"/>
</p:tagLst>
</file>

<file path=ppt/tags/tag929.xml><?xml version="1.0" encoding="utf-8"?>
<p:tagLst xmlns:a="http://schemas.openxmlformats.org/drawingml/2006/main" xmlns:r="http://schemas.openxmlformats.org/officeDocument/2006/relationships" xmlns:p="http://schemas.openxmlformats.org/presentationml/2006/main">
  <p:tag name="KSO_WM_BEAUTIFY_FLAG" val="#wm#"/>
  <p:tag name="KSO_WM_DIAGRAM_GROUP_CODE" val="1"/>
  <p:tag name="KSO_WM_FIGMA_FLAG" val="#fgm#"/>
  <p:tag name="KSO_WM_UNIT_INDEX" val="1_3_1"/>
  <p:tag name="KSO_WM_UNIT_TYPE" val="l_h_a"/>
  <p:tag name="KSO_WM_UNIT_ID" val="_14*l_h_a*1_3_1"/>
  <p:tag name="KSO_WM_TAG_VERSION" val="3.0"/>
  <p:tag name="KSO_WM_UNIT_LAYERLEVEL" val="1_1_1"/>
  <p:tag name="KSO_WM_TEMPLATE_INDEX" val="7"/>
  <p:tag name="KSO_WM_TEMPLATE_CATEGORY" val="custom"/>
</p:tagLst>
</file>

<file path=ppt/tags/tag930.xml><?xml version="1.0" encoding="utf-8"?>
<p:tagLst xmlns:a="http://schemas.openxmlformats.org/drawingml/2006/main" xmlns:r="http://schemas.openxmlformats.org/officeDocument/2006/relationships" xmlns:p="http://schemas.openxmlformats.org/presentationml/2006/main">
  <p:tag name="KSO_WM_BEAUTIFY_FLAG" val="#wm#"/>
  <p:tag name="KSO_WM_DIAGRAM_GROUP_CODE" val="1"/>
  <p:tag name="KSO_WM_FIGMA_FLAG" val="#fgm#"/>
  <p:tag name="KSO_WM_UNIT_INDEX" val="1_3_1"/>
  <p:tag name="KSO_WM_UNIT_TYPE" val="l_h_f"/>
  <p:tag name="KSO_WM_UNIT_ID" val="_14*l_h_f*1_3_1"/>
  <p:tag name="KSO_WM_TAG_VERSION" val="3.0"/>
  <p:tag name="KSO_WM_UNIT_LAYERLEVEL" val="1_1_1"/>
  <p:tag name="KSO_WM_TEMPLATE_INDEX" val="7"/>
  <p:tag name="KSO_WM_TEMPLATE_CATEGORY" val="custom"/>
</p:tagLst>
</file>

<file path=ppt/tags/tag931.xml><?xml version="1.0" encoding="utf-8"?>
<p:tagLst xmlns:a="http://schemas.openxmlformats.org/drawingml/2006/main" xmlns:r="http://schemas.openxmlformats.org/officeDocument/2006/relationships" xmlns:p="http://schemas.openxmlformats.org/presentationml/2006/main">
  <p:tag name="KSO_WM_BEAUTIFY_FLAG" val="#wm#"/>
  <p:tag name="KSO_WM_DIAGRAM_GROUP_CODE" val="1"/>
  <p:tag name="KSO_WM_FIGMA_FLAG" val="#fgm#"/>
  <p:tag name="KSO_WM_UNIT_INDEX" val="1_4_1"/>
  <p:tag name="KSO_WM_UNIT_TYPE" val="l_h_a"/>
  <p:tag name="KSO_WM_UNIT_ID" val="_14*l_h_a*1_4_1"/>
  <p:tag name="KSO_WM_TAG_VERSION" val="3.0"/>
  <p:tag name="KSO_WM_UNIT_LAYERLEVEL" val="1_1_1"/>
  <p:tag name="KSO_WM_TEMPLATE_INDEX" val="7"/>
  <p:tag name="KSO_WM_TEMPLATE_CATEGORY" val="custom"/>
</p:tagLst>
</file>

<file path=ppt/tags/tag932.xml><?xml version="1.0" encoding="utf-8"?>
<p:tagLst xmlns:a="http://schemas.openxmlformats.org/drawingml/2006/main" xmlns:r="http://schemas.openxmlformats.org/officeDocument/2006/relationships" xmlns:p="http://schemas.openxmlformats.org/presentationml/2006/main">
  <p:tag name="KSO_WM_BEAUTIFY_FLAG" val="#wm#"/>
  <p:tag name="KSO_WM_DIAGRAM_GROUP_CODE" val="1"/>
  <p:tag name="KSO_WM_FIGMA_FLAG" val="#fgm#"/>
  <p:tag name="KSO_WM_UNIT_INDEX" val="1_4_1"/>
  <p:tag name="KSO_WM_UNIT_TYPE" val="l_h_f"/>
  <p:tag name="KSO_WM_UNIT_ID" val="_14*l_h_f*1_4_1"/>
  <p:tag name="KSO_WM_TAG_VERSION" val="3.0"/>
  <p:tag name="KSO_WM_UNIT_LAYERLEVEL" val="1_1_1"/>
  <p:tag name="KSO_WM_TEMPLATE_INDEX" val="7"/>
  <p:tag name="KSO_WM_TEMPLATE_CATEGORY" val="custom"/>
</p:tagLst>
</file>

<file path=ppt/tags/tag933.xml><?xml version="1.0" encoding="utf-8"?>
<p:tagLst xmlns:a="http://schemas.openxmlformats.org/drawingml/2006/main" xmlns:r="http://schemas.openxmlformats.org/officeDocument/2006/relationships" xmlns:p="http://schemas.openxmlformats.org/presentationml/2006/main">
  <p:tag name="KSO_WM_UNIT_ID" val="_15**"/>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934.xml><?xml version="1.0" encoding="utf-8"?>
<p:tagLst xmlns:a="http://schemas.openxmlformats.org/drawingml/2006/main" xmlns:r="http://schemas.openxmlformats.org/officeDocument/2006/relationships" xmlns:p="http://schemas.openxmlformats.org/presentationml/2006/main">
  <p:tag name="KSO_WM_UNIT_ID" val="_15**"/>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935.xml><?xml version="1.0" encoding="utf-8"?>
<p:tagLst xmlns:a="http://schemas.openxmlformats.org/drawingml/2006/main" xmlns:r="http://schemas.openxmlformats.org/officeDocument/2006/relationships" xmlns:p="http://schemas.openxmlformats.org/presentationml/2006/main">
  <p:tag name="KSO_WM_UNIT_ID" val="_15**"/>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936.xml><?xml version="1.0" encoding="utf-8"?>
<p:tagLst xmlns:a="http://schemas.openxmlformats.org/drawingml/2006/main" xmlns:r="http://schemas.openxmlformats.org/officeDocument/2006/relationships" xmlns:p="http://schemas.openxmlformats.org/presentationml/2006/main">
  <p:tag name="KSO_WM_BEAUTIFY_FLAG" val="#wm#"/>
  <p:tag name="KSO_WM_FIGMA_FLAG" val="#fgm#"/>
  <p:tag name="KSO_WM_UNIT_INDEX" val="1"/>
  <p:tag name="KSO_WM_UNIT_TYPE" val="a"/>
  <p:tag name="KSO_WM_LAYOUT_CHECK_HASH" val="0984c6cc7b7c43b34550cd9f7f818e84f2395c5d"/>
  <p:tag name="KSO_WM_NEWLAYOUT_ID" val="slide_a784c87bdcc349d2"/>
  <p:tag name="KSO_WM_UNIT_ID" val="_15*a*1"/>
  <p:tag name="KSO_WM_TAG_VERSION" val="3.0"/>
  <p:tag name="KSO_WM_UNIT_LAYERLEVEL" val="1"/>
  <p:tag name="KSO_WM_TEMPLATE_INDEX" val="7"/>
  <p:tag name="KSO_WM_TEMPLATE_CATEGORY" val="custom"/>
</p:tagLst>
</file>

<file path=ppt/tags/tag937.xml><?xml version="1.0" encoding="utf-8"?>
<p:tagLst xmlns:a="http://schemas.openxmlformats.org/drawingml/2006/main" xmlns:r="http://schemas.openxmlformats.org/officeDocument/2006/relationships" xmlns:p="http://schemas.openxmlformats.org/presentationml/2006/main">
  <p:tag name="KSO_WM_BEAUTIFY_FLAG" val="#wm#"/>
  <p:tag name="KSO_WM_FIGMA_FLAG" val="#fgm#"/>
  <p:tag name="KSO_WM_UNIT_INDEX" val="1"/>
  <p:tag name="KSO_WM_UNIT_TYPE" val="d"/>
  <p:tag name="KSO_WM_UNIT_ID" val="_15*d*1"/>
  <p:tag name="KSO_WM_TAG_VERSION" val="3.0"/>
  <p:tag name="KSO_WM_UNIT_LAYERLEVEL" val="1"/>
  <p:tag name="KSO_WM_TEMPLATE_INDEX" val="7"/>
  <p:tag name="KSO_WM_TEMPLATE_CATEGORY" val="custom"/>
</p:tagLst>
</file>

<file path=ppt/tags/tag938.xml><?xml version="1.0" encoding="utf-8"?>
<p:tagLst xmlns:a="http://schemas.openxmlformats.org/drawingml/2006/main" xmlns:r="http://schemas.openxmlformats.org/officeDocument/2006/relationships" xmlns:p="http://schemas.openxmlformats.org/presentationml/2006/main">
  <p:tag name="KSO_WM_FIGMA_DECORATION_INDEX" val="18_contentModel"/>
  <p:tag name="$PH_EXT" val="2"/>
  <p:tag name="KSO_WM_BEAUTIFY_FLAG" val="#wm#"/>
  <p:tag name="KSO_WM_FIGMA_FLAG" val="#fgm#"/>
  <p:tag name="KSO_WM_SHAPE_BGTYPE" val="lt2"/>
  <p:tag name="KSO_WM_SHAPE_BRIGHT_DATA" val="[{&quot;dk1&quot;:-60,&quot;dk2&quot;:-50,&quot;lt1&quot;:90,&quot;lt2&quot;:100},{&quot;dk1&quot;:-60,&quot;dk2&quot;:-50,&quot;lt1&quot;:90,&quot;lt2&quot;:100}]"/>
  <p:tag name="KSO_WM_SHAPE_UPDATE_BRIGHT" val="1"/>
  <p:tag name="KSO_WM_UNIT_INDEX" val="1_1"/>
  <p:tag name="KSO_WM_UNIT_TYPE" val="l_i"/>
  <p:tag name="KSO_WM_UNIT_ID" val="_15*l_i*1_1"/>
  <p:tag name="KSO_WM_TAG_VERSION" val="3.0"/>
  <p:tag name="KSO_WM_UNIT_LAYERLEVEL" val="1_1"/>
  <p:tag name="KSO_WM_TEMPLATE_INDEX" val="7"/>
  <p:tag name="KSO_WM_TEMPLATE_CATEGORY" val="custom"/>
</p:tagLst>
</file>

<file path=ppt/tags/tag939.xml><?xml version="1.0" encoding="utf-8"?>
<p:tagLst xmlns:a="http://schemas.openxmlformats.org/drawingml/2006/main" xmlns:r="http://schemas.openxmlformats.org/officeDocument/2006/relationships" xmlns:p="http://schemas.openxmlformats.org/presentationml/2006/main">
  <p:tag name="KSO_WM_BEAUTIFY_FLAG" val="#wm#"/>
  <p:tag name="KSO_WM_DIAGRAM_GROUP_CODE" val="1"/>
  <p:tag name="KSO_WM_FIGMA_FLAG" val="#fgm#"/>
  <p:tag name="KSO_WM_UNIT_INDEX" val="1_1_1"/>
  <p:tag name="KSO_WM_UNIT_TYPE" val="l_h_a"/>
  <p:tag name="KSO_WM_UNIT_ID" val="_15*l_h_a*1_1_1"/>
  <p:tag name="KSO_WM_TAG_VERSION" val="3.0"/>
  <p:tag name="KSO_WM_UNIT_LAYERLEVEL" val="1_1_1"/>
  <p:tag name="KSO_WM_TEMPLATE_INDEX" val="7"/>
  <p:tag name="KSO_WM_TEMPLATE_CATEGORY" val="custom"/>
</p:tagLst>
</file>

<file path=ppt/tags/tag940.xml><?xml version="1.0" encoding="utf-8"?>
<p:tagLst xmlns:a="http://schemas.openxmlformats.org/drawingml/2006/main" xmlns:r="http://schemas.openxmlformats.org/officeDocument/2006/relationships" xmlns:p="http://schemas.openxmlformats.org/presentationml/2006/main">
  <p:tag name="KSO_WM_BEAUTIFY_FLAG" val="#wm#"/>
  <p:tag name="KSO_WM_DIAGRAM_GROUP_CODE" val="1"/>
  <p:tag name="KSO_WM_FIGMA_FLAG" val="#fgm#"/>
  <p:tag name="KSO_WM_UNIT_INDEX" val="1_1_1"/>
  <p:tag name="KSO_WM_UNIT_TYPE" val="l_h_f"/>
  <p:tag name="KSO_WM_UNIT_ID" val="_15*l_h_f*1_1_1"/>
  <p:tag name="KSO_WM_TAG_VERSION" val="3.0"/>
  <p:tag name="KSO_WM_UNIT_LAYERLEVEL" val="1_1_1"/>
  <p:tag name="KSO_WM_TEMPLATE_INDEX" val="7"/>
  <p:tag name="KSO_WM_TEMPLATE_CATEGORY" val="custom"/>
</p:tagLst>
</file>

<file path=ppt/tags/tag941.xml><?xml version="1.0" encoding="utf-8"?>
<p:tagLst xmlns:a="http://schemas.openxmlformats.org/drawingml/2006/main" xmlns:r="http://schemas.openxmlformats.org/officeDocument/2006/relationships" xmlns:p="http://schemas.openxmlformats.org/presentationml/2006/main">
  <p:tag name="KSO_WM_BEAUTIFY_FLAG" val="#wm#"/>
  <p:tag name="KSO_WM_DIAGRAM_GROUP_CODE" val="1"/>
  <p:tag name="KSO_WM_FIGMA_FLAG" val="#fgm#"/>
  <p:tag name="KSO_WM_UNIT_INDEX" val="1_2_1"/>
  <p:tag name="KSO_WM_UNIT_TYPE" val="l_h_a"/>
  <p:tag name="KSO_WM_UNIT_ID" val="_15*l_h_a*1_2_1"/>
  <p:tag name="KSO_WM_TAG_VERSION" val="3.0"/>
  <p:tag name="KSO_WM_UNIT_LAYERLEVEL" val="1_1_1"/>
  <p:tag name="KSO_WM_TEMPLATE_INDEX" val="7"/>
  <p:tag name="KSO_WM_TEMPLATE_CATEGORY" val="custom"/>
</p:tagLst>
</file>

<file path=ppt/tags/tag942.xml><?xml version="1.0" encoding="utf-8"?>
<p:tagLst xmlns:a="http://schemas.openxmlformats.org/drawingml/2006/main" xmlns:r="http://schemas.openxmlformats.org/officeDocument/2006/relationships" xmlns:p="http://schemas.openxmlformats.org/presentationml/2006/main">
  <p:tag name="KSO_WM_BEAUTIFY_FLAG" val="#wm#"/>
  <p:tag name="KSO_WM_DIAGRAM_GROUP_CODE" val="1"/>
  <p:tag name="KSO_WM_FIGMA_FLAG" val="#fgm#"/>
  <p:tag name="KSO_WM_UNIT_INDEX" val="1_2_1"/>
  <p:tag name="KSO_WM_UNIT_TYPE" val="l_h_f"/>
  <p:tag name="KSO_WM_UNIT_ID" val="_15*l_h_f*1_2_1"/>
  <p:tag name="KSO_WM_TAG_VERSION" val="3.0"/>
  <p:tag name="KSO_WM_UNIT_LAYERLEVEL" val="1_1_1"/>
  <p:tag name="KSO_WM_TEMPLATE_INDEX" val="7"/>
  <p:tag name="KSO_WM_TEMPLATE_CATEGORY" val="custom"/>
</p:tagLst>
</file>

<file path=ppt/tags/tag943.xml><?xml version="1.0" encoding="utf-8"?>
<p:tagLst xmlns:a="http://schemas.openxmlformats.org/drawingml/2006/main" xmlns:r="http://schemas.openxmlformats.org/officeDocument/2006/relationships" xmlns:p="http://schemas.openxmlformats.org/presentationml/2006/main">
  <p:tag name="KSO_WM_BEAUTIFY_FLAG" val="#wm#"/>
  <p:tag name="KSO_WM_DIAGRAM_GROUP_CODE" val="1"/>
  <p:tag name="KSO_WM_FIGMA_FLAG" val="#fgm#"/>
  <p:tag name="KSO_WM_UNIT_INDEX" val="1_3_1"/>
  <p:tag name="KSO_WM_UNIT_TYPE" val="l_h_a"/>
  <p:tag name="KSO_WM_UNIT_ID" val="_15*l_h_a*1_3_1"/>
  <p:tag name="KSO_WM_TAG_VERSION" val="3.0"/>
  <p:tag name="KSO_WM_UNIT_LAYERLEVEL" val="1_1_1"/>
  <p:tag name="KSO_WM_TEMPLATE_INDEX" val="7"/>
  <p:tag name="KSO_WM_TEMPLATE_CATEGORY" val="custom"/>
</p:tagLst>
</file>

<file path=ppt/tags/tag944.xml><?xml version="1.0" encoding="utf-8"?>
<p:tagLst xmlns:a="http://schemas.openxmlformats.org/drawingml/2006/main" xmlns:r="http://schemas.openxmlformats.org/officeDocument/2006/relationships" xmlns:p="http://schemas.openxmlformats.org/presentationml/2006/main">
  <p:tag name="KSO_WM_BEAUTIFY_FLAG" val="#wm#"/>
  <p:tag name="KSO_WM_DIAGRAM_GROUP_CODE" val="1"/>
  <p:tag name="KSO_WM_FIGMA_FLAG" val="#fgm#"/>
  <p:tag name="KSO_WM_UNIT_INDEX" val="1_3_1"/>
  <p:tag name="KSO_WM_UNIT_TYPE" val="l_h_f"/>
  <p:tag name="KSO_WM_UNIT_ID" val="_15*l_h_f*1_3_1"/>
  <p:tag name="KSO_WM_TAG_VERSION" val="3.0"/>
  <p:tag name="KSO_WM_UNIT_LAYERLEVEL" val="1_1_1"/>
  <p:tag name="KSO_WM_TEMPLATE_INDEX" val="7"/>
  <p:tag name="KSO_WM_TEMPLATE_CATEGORY" val="custom"/>
</p:tagLst>
</file>

<file path=ppt/tags/tag945.xml><?xml version="1.0" encoding="utf-8"?>
<p:tagLst xmlns:a="http://schemas.openxmlformats.org/drawingml/2006/main" xmlns:r="http://schemas.openxmlformats.org/officeDocument/2006/relationships" xmlns:p="http://schemas.openxmlformats.org/presentationml/2006/main">
  <p:tag name="KSO_WM_BEAUTIFY_FLAG" val="#wm#"/>
  <p:tag name="KSO_WM_DIAGRAM_GROUP_CODE" val="1"/>
  <p:tag name="KSO_WM_FIGMA_FLAG" val="#fgm#"/>
  <p:tag name="KSO_WM_UNIT_INDEX" val="1_4_1"/>
  <p:tag name="KSO_WM_UNIT_TYPE" val="l_h_a"/>
  <p:tag name="KSO_WM_UNIT_ID" val="_15*l_h_a*1_4_1"/>
  <p:tag name="KSO_WM_TAG_VERSION" val="3.0"/>
  <p:tag name="KSO_WM_UNIT_LAYERLEVEL" val="1_1_1"/>
  <p:tag name="KSO_WM_TEMPLATE_INDEX" val="7"/>
  <p:tag name="KSO_WM_TEMPLATE_CATEGORY" val="custom"/>
</p:tagLst>
</file>

<file path=ppt/tags/tag946.xml><?xml version="1.0" encoding="utf-8"?>
<p:tagLst xmlns:a="http://schemas.openxmlformats.org/drawingml/2006/main" xmlns:r="http://schemas.openxmlformats.org/officeDocument/2006/relationships" xmlns:p="http://schemas.openxmlformats.org/presentationml/2006/main">
  <p:tag name="KSO_WM_BEAUTIFY_FLAG" val="#wm#"/>
  <p:tag name="KSO_WM_DIAGRAM_GROUP_CODE" val="1"/>
  <p:tag name="KSO_WM_FIGMA_FLAG" val="#fgm#"/>
  <p:tag name="KSO_WM_UNIT_INDEX" val="1_4_1"/>
  <p:tag name="KSO_WM_UNIT_TYPE" val="l_h_f"/>
  <p:tag name="KSO_WM_UNIT_ID" val="_15*l_h_f*1_4_1"/>
  <p:tag name="KSO_WM_TAG_VERSION" val="3.0"/>
  <p:tag name="KSO_WM_UNIT_LAYERLEVEL" val="1_1_1"/>
  <p:tag name="KSO_WM_TEMPLATE_INDEX" val="7"/>
  <p:tag name="KSO_WM_TEMPLATE_CATEGORY" val="custom"/>
</p:tagLst>
</file>

<file path=ppt/tags/tag947.xml><?xml version="1.0" encoding="utf-8"?>
<p:tagLst xmlns:a="http://schemas.openxmlformats.org/drawingml/2006/main" xmlns:r="http://schemas.openxmlformats.org/officeDocument/2006/relationships" xmlns:p="http://schemas.openxmlformats.org/presentationml/2006/main">
  <p:tag name="KSO_WM_UNIT_ID" val="_16**"/>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948.xml><?xml version="1.0" encoding="utf-8"?>
<p:tagLst xmlns:a="http://schemas.openxmlformats.org/drawingml/2006/main" xmlns:r="http://schemas.openxmlformats.org/officeDocument/2006/relationships" xmlns:p="http://schemas.openxmlformats.org/presentationml/2006/main">
  <p:tag name="KSO_WM_UNIT_ID" val="_16**"/>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949.xml><?xml version="1.0" encoding="utf-8"?>
<p:tagLst xmlns:a="http://schemas.openxmlformats.org/drawingml/2006/main" xmlns:r="http://schemas.openxmlformats.org/officeDocument/2006/relationships" xmlns:p="http://schemas.openxmlformats.org/presentationml/2006/main">
  <p:tag name="KSO_WM_UNIT_ID" val="_16**"/>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950.xml><?xml version="1.0" encoding="utf-8"?>
<p:tagLst xmlns:a="http://schemas.openxmlformats.org/drawingml/2006/main" xmlns:r="http://schemas.openxmlformats.org/officeDocument/2006/relationships" xmlns:p="http://schemas.openxmlformats.org/presentationml/2006/main">
  <p:tag name="KSO_WM_BEAUTIFY_FLAG" val="#wm#"/>
  <p:tag name="KSO_WM_FIGMA_FLAG" val="#fgm#"/>
  <p:tag name="KSO_WM_UNIT_INDEX" val="1"/>
  <p:tag name="KSO_WM_UNIT_TYPE" val="a"/>
  <p:tag name="KSO_WM_LAYOUT_CHECK_HASH" val="40fe67f843750cee068d5337064dd7216787c692"/>
  <p:tag name="KSO_WM_NEWLAYOUT_ID" val="slide_f95b87826d1fb558"/>
  <p:tag name="KSO_WM_UNIT_ID" val="_16*a*1"/>
  <p:tag name="KSO_WM_TAG_VERSION" val="3.0"/>
  <p:tag name="KSO_WM_UNIT_LAYERLEVEL" val="1"/>
  <p:tag name="KSO_WM_TEMPLATE_INDEX" val="7"/>
  <p:tag name="KSO_WM_TEMPLATE_CATEGORY" val="custom"/>
</p:tagLst>
</file>

<file path=ppt/tags/tag951.xml><?xml version="1.0" encoding="utf-8"?>
<p:tagLst xmlns:a="http://schemas.openxmlformats.org/drawingml/2006/main" xmlns:r="http://schemas.openxmlformats.org/officeDocument/2006/relationships" xmlns:p="http://schemas.openxmlformats.org/presentationml/2006/main">
  <p:tag name="KSO_WM_FIGMA_DECORATION_INDEX" val="18"/>
  <p:tag name="$PH_EXT" val="2"/>
  <p:tag name="KSO_WM_BEAUTIFY_FLAG" val="#wm#"/>
  <p:tag name="KSO_WM_DIAGRAM_GROUP_CODE" val="1"/>
  <p:tag name="KSO_WM_FIGMA_FLAG" val="#fgm#"/>
  <p:tag name="KSO_WM_SHAPE_BGTYPE" val="lt2"/>
  <p:tag name="KSO_WM_SHAPE_BRIGHT_DATA" val="[{&quot;dk1&quot;:-60,&quot;dk2&quot;:-50,&quot;lt1&quot;:90,&quot;lt2&quot;:100},{&quot;dk1&quot;:-60,&quot;dk2&quot;:-50,&quot;lt1&quot;:90,&quot;lt2&quot;:100}]"/>
  <p:tag name="KSO_WM_SHAPE_UPDATE_BRIGHT" val="1"/>
  <p:tag name="KSO_WM_UNIT_INDEX" val="1_1_1"/>
  <p:tag name="KSO_WM_UNIT_TYPE" val="l_h_i"/>
  <p:tag name="KSO_WM_UNIT_ID" val="_16*l_h_i*1_1_1"/>
  <p:tag name="KSO_WM_TAG_VERSION" val="3.0"/>
  <p:tag name="KSO_WM_UNIT_LAYERLEVEL" val="1_1_1"/>
  <p:tag name="KSO_WM_TEMPLATE_INDEX" val="7"/>
  <p:tag name="KSO_WM_TEMPLATE_CATEGORY" val="custom"/>
</p:tagLst>
</file>

<file path=ppt/tags/tag952.xml><?xml version="1.0" encoding="utf-8"?>
<p:tagLst xmlns:a="http://schemas.openxmlformats.org/drawingml/2006/main" xmlns:r="http://schemas.openxmlformats.org/officeDocument/2006/relationships" xmlns:p="http://schemas.openxmlformats.org/presentationml/2006/main">
  <p:tag name="KSO_WM_FIGMA_DECORATION_INDEX" val="16"/>
  <p:tag name="$PH_EXT" val="2"/>
  <p:tag name="KSO_WM_BEAUTIFY_FLAG" val="#wm#"/>
  <p:tag name="KSO_WM_DIAGRAM_GROUP_CODE" val="1"/>
  <p:tag name="KSO_WM_FIGMA_FLAG" val="#fgm#"/>
  <p:tag name="KSO_WM_UNIT_INDEX" val="1_1_2"/>
  <p:tag name="KSO_WM_UNIT_TYPE" val="l_h_i"/>
  <p:tag name="KSO_WM_UNIT_ID" val="_16*l_h_i*1_1_2"/>
  <p:tag name="KSO_WM_TAG_VERSION" val="3.0"/>
  <p:tag name="KSO_WM_UNIT_LAYERLEVEL" val="1_1_1"/>
  <p:tag name="KSO_WM_TEMPLATE_INDEX" val="7"/>
  <p:tag name="KSO_WM_TEMPLATE_CATEGORY" val="custom"/>
</p:tagLst>
</file>

<file path=ppt/tags/tag953.xml><?xml version="1.0" encoding="utf-8"?>
<p:tagLst xmlns:a="http://schemas.openxmlformats.org/drawingml/2006/main" xmlns:r="http://schemas.openxmlformats.org/officeDocument/2006/relationships" xmlns:p="http://schemas.openxmlformats.org/presentationml/2006/main">
  <p:tag name="KSO_WM_FIGMA_DECORATION_INDEX" val="7"/>
  <p:tag name="$PH_EXT" val="1"/>
  <p:tag name="KSO_WM_BEAUTIFY_FLAG" val="#wm#"/>
  <p:tag name="KSO_WM_DIAGRAM_GROUP_CODE" val="1"/>
  <p:tag name="KSO_WM_FIGMA_FLAG" val="#fgm#"/>
  <p:tag name="KSO_WM_UNIT_INDEX" val="1_1_1"/>
  <p:tag name="KSO_WM_UNIT_TYPE" val="l_h_x"/>
  <p:tag name="KSO_WM_UNIT_ID" val="_16*l_h_x*1_1_1"/>
  <p:tag name="KSO_WM_TAG_VERSION" val="3.0"/>
  <p:tag name="KSO_WM_UNIT_LAYERLEVEL" val="1_1_1"/>
  <p:tag name="KSO_WM_TEMPLATE_INDEX" val="7"/>
  <p:tag name="KSO_WM_TEMPLATE_CATEGORY" val="custom"/>
</p:tagLst>
</file>

<file path=ppt/tags/tag954.xml><?xml version="1.0" encoding="utf-8"?>
<p:tagLst xmlns:a="http://schemas.openxmlformats.org/drawingml/2006/main" xmlns:r="http://schemas.openxmlformats.org/officeDocument/2006/relationships" xmlns:p="http://schemas.openxmlformats.org/presentationml/2006/main">
  <p:tag name="KSO_WM_BEAUTIFY_FLAG" val="#wm#"/>
  <p:tag name="KSO_WM_DIAGRAM_GROUP_CODE" val="1"/>
  <p:tag name="KSO_WM_FIGMA_FLAG" val="#fgm#"/>
  <p:tag name="KSO_WM_UNIT_INDEX" val="1_1_1"/>
  <p:tag name="KSO_WM_UNIT_TYPE" val="l_h_a"/>
  <p:tag name="KSO_WM_UNIT_ID" val="_16*l_h_a*1_1_1"/>
  <p:tag name="KSO_WM_TAG_VERSION" val="3.0"/>
  <p:tag name="KSO_WM_UNIT_LAYERLEVEL" val="1_1_1"/>
  <p:tag name="KSO_WM_TEMPLATE_INDEX" val="7"/>
  <p:tag name="KSO_WM_TEMPLATE_CATEGORY" val="custom"/>
</p:tagLst>
</file>

<file path=ppt/tags/tag955.xml><?xml version="1.0" encoding="utf-8"?>
<p:tagLst xmlns:a="http://schemas.openxmlformats.org/drawingml/2006/main" xmlns:r="http://schemas.openxmlformats.org/officeDocument/2006/relationships" xmlns:p="http://schemas.openxmlformats.org/presentationml/2006/main">
  <p:tag name="KSO_WM_BEAUTIFY_FLAG" val="#wm#"/>
  <p:tag name="KSO_WM_DIAGRAM_GROUP_CODE" val="1"/>
  <p:tag name="KSO_WM_FIGMA_FLAG" val="#fgm#"/>
  <p:tag name="KSO_WM_UNIT_INDEX" val="1_1_1"/>
  <p:tag name="KSO_WM_UNIT_TYPE" val="l_h_f"/>
  <p:tag name="KSO_WM_UNIT_ID" val="_16*l_h_f*1_1_1"/>
  <p:tag name="KSO_WM_TAG_VERSION" val="3.0"/>
  <p:tag name="KSO_WM_UNIT_LAYERLEVEL" val="1_1_1"/>
  <p:tag name="KSO_WM_TEMPLATE_INDEX" val="7"/>
  <p:tag name="KSO_WM_TEMPLATE_CATEGORY" val="custom"/>
</p:tagLst>
</file>

<file path=ppt/tags/tag956.xml><?xml version="1.0" encoding="utf-8"?>
<p:tagLst xmlns:a="http://schemas.openxmlformats.org/drawingml/2006/main" xmlns:r="http://schemas.openxmlformats.org/officeDocument/2006/relationships" xmlns:p="http://schemas.openxmlformats.org/presentationml/2006/main">
  <p:tag name="KSO_WM_FIGMA_DECORATION_INDEX" val="17"/>
  <p:tag name="$PH_EXT" val="2"/>
  <p:tag name="KSO_WM_BEAUTIFY_FLAG" val="#wm#"/>
  <p:tag name="KSO_WM_DIAGRAM_GROUP_CODE" val="1"/>
  <p:tag name="KSO_WM_FIGMA_FLAG" val="#fgm#"/>
  <p:tag name="KSO_WM_UNIT_INDEX" val="1_2_1"/>
  <p:tag name="KSO_WM_UNIT_TYPE" val="l_h_i"/>
  <p:tag name="KSO_WM_UNIT_ID" val="_16*l_h_i*1_2_1"/>
  <p:tag name="KSO_WM_TAG_VERSION" val="3.0"/>
  <p:tag name="KSO_WM_UNIT_LAYERLEVEL" val="1_1_1"/>
  <p:tag name="KSO_WM_TEMPLATE_INDEX" val="7"/>
  <p:tag name="KSO_WM_TEMPLATE_CATEGORY" val="custom"/>
</p:tagLst>
</file>

<file path=ppt/tags/tag957.xml><?xml version="1.0" encoding="utf-8"?>
<p:tagLst xmlns:a="http://schemas.openxmlformats.org/drawingml/2006/main" xmlns:r="http://schemas.openxmlformats.org/officeDocument/2006/relationships" xmlns:p="http://schemas.openxmlformats.org/presentationml/2006/main">
  <p:tag name="KSO_WM_FIGMA_DECORATION_INDEX" val="15"/>
  <p:tag name="$PH_EXT" val="2"/>
  <p:tag name="KSO_WM_BEAUTIFY_FLAG" val="#wm#"/>
  <p:tag name="KSO_WM_DIAGRAM_GROUP_CODE" val="1"/>
  <p:tag name="KSO_WM_FIGMA_FLAG" val="#fgm#"/>
  <p:tag name="KSO_WM_UNIT_INDEX" val="1_2_2"/>
  <p:tag name="KSO_WM_UNIT_TYPE" val="l_h_i"/>
  <p:tag name="KSO_WM_UNIT_ID" val="_16*l_h_i*1_2_2"/>
  <p:tag name="KSO_WM_TAG_VERSION" val="3.0"/>
  <p:tag name="KSO_WM_UNIT_LAYERLEVEL" val="1_1_1"/>
  <p:tag name="KSO_WM_TEMPLATE_INDEX" val="7"/>
  <p:tag name="KSO_WM_TEMPLATE_CATEGORY" val="custom"/>
</p:tagLst>
</file>

<file path=ppt/tags/tag958.xml><?xml version="1.0" encoding="utf-8"?>
<p:tagLst xmlns:a="http://schemas.openxmlformats.org/drawingml/2006/main" xmlns:r="http://schemas.openxmlformats.org/officeDocument/2006/relationships" xmlns:p="http://schemas.openxmlformats.org/presentationml/2006/main">
  <p:tag name="KSO_WM_FIGMA_DECORATION_INDEX" val="2"/>
  <p:tag name="$PH_EXT" val="1"/>
  <p:tag name="KSO_WM_BEAUTIFY_FLAG" val="#wm#"/>
  <p:tag name="KSO_WM_DIAGRAM_GROUP_CODE" val="1"/>
  <p:tag name="KSO_WM_FIGMA_FLAG" val="#fgm#"/>
  <p:tag name="KSO_WM_UNIT_INDEX" val="1_2_1"/>
  <p:tag name="KSO_WM_UNIT_TYPE" val="l_h_x"/>
  <p:tag name="KSO_WM_UNIT_ID" val="_16*l_h_x*1_2_1"/>
  <p:tag name="KSO_WM_TAG_VERSION" val="3.0"/>
  <p:tag name="KSO_WM_UNIT_LAYERLEVEL" val="1_1_1"/>
  <p:tag name="KSO_WM_TEMPLATE_INDEX" val="7"/>
  <p:tag name="KSO_WM_TEMPLATE_CATEGORY" val="custom"/>
</p:tagLst>
</file>

<file path=ppt/tags/tag959.xml><?xml version="1.0" encoding="utf-8"?>
<p:tagLst xmlns:a="http://schemas.openxmlformats.org/drawingml/2006/main" xmlns:r="http://schemas.openxmlformats.org/officeDocument/2006/relationships" xmlns:p="http://schemas.openxmlformats.org/presentationml/2006/main">
  <p:tag name="KSO_WM_BEAUTIFY_FLAG" val="#wm#"/>
  <p:tag name="KSO_WM_DIAGRAM_GROUP_CODE" val="1"/>
  <p:tag name="KSO_WM_FIGMA_FLAG" val="#fgm#"/>
  <p:tag name="KSO_WM_UNIT_INDEX" val="1_2_1"/>
  <p:tag name="KSO_WM_UNIT_TYPE" val="l_h_a"/>
  <p:tag name="KSO_WM_UNIT_ID" val="_16*l_h_a*1_2_1"/>
  <p:tag name="KSO_WM_TAG_VERSION" val="3.0"/>
  <p:tag name="KSO_WM_UNIT_LAYERLEVEL" val="1_1_1"/>
  <p:tag name="KSO_WM_TEMPLATE_INDEX" val="7"/>
  <p:tag name="KSO_WM_TEMPLATE_CATEGORY" val="custom"/>
</p:tagLst>
</file>

<file path=ppt/tags/tag960.xml><?xml version="1.0" encoding="utf-8"?>
<p:tagLst xmlns:a="http://schemas.openxmlformats.org/drawingml/2006/main" xmlns:r="http://schemas.openxmlformats.org/officeDocument/2006/relationships" xmlns:p="http://schemas.openxmlformats.org/presentationml/2006/main">
  <p:tag name="KSO_WM_BEAUTIFY_FLAG" val="#wm#"/>
  <p:tag name="KSO_WM_DIAGRAM_GROUP_CODE" val="1"/>
  <p:tag name="KSO_WM_FIGMA_FLAG" val="#fgm#"/>
  <p:tag name="KSO_WM_UNIT_INDEX" val="1_2_1"/>
  <p:tag name="KSO_WM_UNIT_TYPE" val="l_h_f"/>
  <p:tag name="KSO_WM_UNIT_ID" val="_16*l_h_f*1_2_1"/>
  <p:tag name="KSO_WM_TAG_VERSION" val="3.0"/>
  <p:tag name="KSO_WM_UNIT_LAYERLEVEL" val="1_1_1"/>
  <p:tag name="KSO_WM_TEMPLATE_INDEX" val="7"/>
  <p:tag name="KSO_WM_TEMPLATE_CATEGORY" val="custom"/>
</p:tagLst>
</file>

<file path=ppt/tags/tag961.xml><?xml version="1.0" encoding="utf-8"?>
<p:tagLst xmlns:a="http://schemas.openxmlformats.org/drawingml/2006/main" xmlns:r="http://schemas.openxmlformats.org/officeDocument/2006/relationships" xmlns:p="http://schemas.openxmlformats.org/presentationml/2006/main">
  <p:tag name="KSO_WM_FIGMA_DECORATION_INDEX" val="17"/>
  <p:tag name="$PH_EXT" val="2"/>
  <p:tag name="KSO_WM_BEAUTIFY_FLAG" val="#wm#"/>
  <p:tag name="KSO_WM_DIAGRAM_GROUP_CODE" val="1"/>
  <p:tag name="KSO_WM_FIGMA_FLAG" val="#fgm#"/>
  <p:tag name="KSO_WM_UNIT_INDEX" val="1_3_1"/>
  <p:tag name="KSO_WM_UNIT_TYPE" val="l_h_i"/>
  <p:tag name="KSO_WM_UNIT_ID" val="_16*l_h_i*1_3_1"/>
  <p:tag name="KSO_WM_TAG_VERSION" val="3.0"/>
  <p:tag name="KSO_WM_UNIT_LAYERLEVEL" val="1_1_1"/>
  <p:tag name="KSO_WM_TEMPLATE_INDEX" val="7"/>
  <p:tag name="KSO_WM_TEMPLATE_CATEGORY" val="custom"/>
</p:tagLst>
</file>

<file path=ppt/tags/tag962.xml><?xml version="1.0" encoding="utf-8"?>
<p:tagLst xmlns:a="http://schemas.openxmlformats.org/drawingml/2006/main" xmlns:r="http://schemas.openxmlformats.org/officeDocument/2006/relationships" xmlns:p="http://schemas.openxmlformats.org/presentationml/2006/main">
  <p:tag name="KSO_WM_FIGMA_DECORATION_INDEX" val="15"/>
  <p:tag name="$PH_EXT" val="2"/>
  <p:tag name="KSO_WM_BEAUTIFY_FLAG" val="#wm#"/>
  <p:tag name="KSO_WM_DIAGRAM_GROUP_CODE" val="1"/>
  <p:tag name="KSO_WM_FIGMA_FLAG" val="#fgm#"/>
  <p:tag name="KSO_WM_UNIT_INDEX" val="1_3_2"/>
  <p:tag name="KSO_WM_UNIT_TYPE" val="l_h_i"/>
  <p:tag name="KSO_WM_UNIT_ID" val="_16*l_h_i*1_3_2"/>
  <p:tag name="KSO_WM_TAG_VERSION" val="3.0"/>
  <p:tag name="KSO_WM_UNIT_LAYERLEVEL" val="1_1_1"/>
  <p:tag name="KSO_WM_TEMPLATE_INDEX" val="7"/>
  <p:tag name="KSO_WM_TEMPLATE_CATEGORY" val="custom"/>
</p:tagLst>
</file>

<file path=ppt/tags/tag963.xml><?xml version="1.0" encoding="utf-8"?>
<p:tagLst xmlns:a="http://schemas.openxmlformats.org/drawingml/2006/main" xmlns:r="http://schemas.openxmlformats.org/officeDocument/2006/relationships" xmlns:p="http://schemas.openxmlformats.org/presentationml/2006/main">
  <p:tag name="KSO_WM_FIGMA_DECORATION_INDEX" val="3"/>
  <p:tag name="$PH_EXT" val="1"/>
  <p:tag name="KSO_WM_BEAUTIFY_FLAG" val="#wm#"/>
  <p:tag name="KSO_WM_DIAGRAM_GROUP_CODE" val="1"/>
  <p:tag name="KSO_WM_FIGMA_FLAG" val="#fgm#"/>
  <p:tag name="KSO_WM_UNIT_INDEX" val="1_3_1"/>
  <p:tag name="KSO_WM_UNIT_TYPE" val="l_h_x"/>
  <p:tag name="KSO_WM_UNIT_ID" val="_16*l_h_x*1_3_1"/>
  <p:tag name="KSO_WM_TAG_VERSION" val="3.0"/>
  <p:tag name="KSO_WM_UNIT_LAYERLEVEL" val="1_1_1"/>
  <p:tag name="KSO_WM_TEMPLATE_INDEX" val="7"/>
  <p:tag name="KSO_WM_TEMPLATE_CATEGORY" val="custom"/>
</p:tagLst>
</file>

<file path=ppt/tags/tag964.xml><?xml version="1.0" encoding="utf-8"?>
<p:tagLst xmlns:a="http://schemas.openxmlformats.org/drawingml/2006/main" xmlns:r="http://schemas.openxmlformats.org/officeDocument/2006/relationships" xmlns:p="http://schemas.openxmlformats.org/presentationml/2006/main">
  <p:tag name="KSO_WM_BEAUTIFY_FLAG" val="#wm#"/>
  <p:tag name="KSO_WM_DIAGRAM_GROUP_CODE" val="1"/>
  <p:tag name="KSO_WM_FIGMA_FLAG" val="#fgm#"/>
  <p:tag name="KSO_WM_UNIT_INDEX" val="1_3_1"/>
  <p:tag name="KSO_WM_UNIT_TYPE" val="l_h_a"/>
  <p:tag name="KSO_WM_UNIT_ID" val="_16*l_h_a*1_3_1"/>
  <p:tag name="KSO_WM_TAG_VERSION" val="3.0"/>
  <p:tag name="KSO_WM_UNIT_LAYERLEVEL" val="1_1_1"/>
  <p:tag name="KSO_WM_TEMPLATE_INDEX" val="7"/>
  <p:tag name="KSO_WM_TEMPLATE_CATEGORY" val="custom"/>
</p:tagLst>
</file>

<file path=ppt/tags/tag965.xml><?xml version="1.0" encoding="utf-8"?>
<p:tagLst xmlns:a="http://schemas.openxmlformats.org/drawingml/2006/main" xmlns:r="http://schemas.openxmlformats.org/officeDocument/2006/relationships" xmlns:p="http://schemas.openxmlformats.org/presentationml/2006/main">
  <p:tag name="KSO_WM_BEAUTIFY_FLAG" val="#wm#"/>
  <p:tag name="KSO_WM_DIAGRAM_GROUP_CODE" val="1"/>
  <p:tag name="KSO_WM_FIGMA_FLAG" val="#fgm#"/>
  <p:tag name="KSO_WM_UNIT_INDEX" val="1_3_1"/>
  <p:tag name="KSO_WM_UNIT_TYPE" val="l_h_f"/>
  <p:tag name="KSO_WM_UNIT_ID" val="_16*l_h_f*1_3_1"/>
  <p:tag name="KSO_WM_TAG_VERSION" val="3.0"/>
  <p:tag name="KSO_WM_UNIT_LAYERLEVEL" val="1_1_1"/>
  <p:tag name="KSO_WM_TEMPLATE_INDEX" val="7"/>
  <p:tag name="KSO_WM_TEMPLATE_CATEGORY" val="custom"/>
</p:tagLst>
</file>

<file path=ppt/tags/tag966.xml><?xml version="1.0" encoding="utf-8"?>
<p:tagLst xmlns:a="http://schemas.openxmlformats.org/drawingml/2006/main" xmlns:r="http://schemas.openxmlformats.org/officeDocument/2006/relationships" xmlns:p="http://schemas.openxmlformats.org/presentationml/2006/main">
  <p:tag name="KSO_WM_FIGMA_DECORATION_INDEX" val="18"/>
  <p:tag name="$PH_EXT" val="2"/>
  <p:tag name="KSO_WM_BEAUTIFY_FLAG" val="#wm#"/>
  <p:tag name="KSO_WM_DIAGRAM_GROUP_CODE" val="1"/>
  <p:tag name="KSO_WM_FIGMA_FLAG" val="#fgm#"/>
  <p:tag name="KSO_WM_SHAPE_BGTYPE" val="lt2"/>
  <p:tag name="KSO_WM_SHAPE_BRIGHT_DATA" val="[{&quot;dk1&quot;:-60,&quot;dk2&quot;:-50,&quot;lt1&quot;:90,&quot;lt2&quot;:100},{&quot;dk1&quot;:-60,&quot;dk2&quot;:-50,&quot;lt1&quot;:90,&quot;lt2&quot;:100}]"/>
  <p:tag name="KSO_WM_SHAPE_UPDATE_BRIGHT" val="1"/>
  <p:tag name="KSO_WM_UNIT_INDEX" val="1_4_1"/>
  <p:tag name="KSO_WM_UNIT_TYPE" val="l_h_i"/>
  <p:tag name="KSO_WM_UNIT_ID" val="_16*l_h_i*1_4_1"/>
  <p:tag name="KSO_WM_TAG_VERSION" val="3.0"/>
  <p:tag name="KSO_WM_UNIT_LAYERLEVEL" val="1_1_1"/>
  <p:tag name="KSO_WM_TEMPLATE_INDEX" val="7"/>
  <p:tag name="KSO_WM_TEMPLATE_CATEGORY" val="custom"/>
</p:tagLst>
</file>

<file path=ppt/tags/tag967.xml><?xml version="1.0" encoding="utf-8"?>
<p:tagLst xmlns:a="http://schemas.openxmlformats.org/drawingml/2006/main" xmlns:r="http://schemas.openxmlformats.org/officeDocument/2006/relationships" xmlns:p="http://schemas.openxmlformats.org/presentationml/2006/main">
  <p:tag name="KSO_WM_FIGMA_DECORATION_INDEX" val="16"/>
  <p:tag name="$PH_EXT" val="2"/>
  <p:tag name="KSO_WM_BEAUTIFY_FLAG" val="#wm#"/>
  <p:tag name="KSO_WM_DIAGRAM_GROUP_CODE" val="1"/>
  <p:tag name="KSO_WM_FIGMA_FLAG" val="#fgm#"/>
  <p:tag name="KSO_WM_UNIT_INDEX" val="1_4_2"/>
  <p:tag name="KSO_WM_UNIT_TYPE" val="l_h_i"/>
  <p:tag name="KSO_WM_UNIT_ID" val="_16*l_h_i*1_4_2"/>
  <p:tag name="KSO_WM_TAG_VERSION" val="3.0"/>
  <p:tag name="KSO_WM_UNIT_LAYERLEVEL" val="1_1_1"/>
  <p:tag name="KSO_WM_TEMPLATE_INDEX" val="7"/>
  <p:tag name="KSO_WM_TEMPLATE_CATEGORY" val="custom"/>
</p:tagLst>
</file>

<file path=ppt/tags/tag968.xml><?xml version="1.0" encoding="utf-8"?>
<p:tagLst xmlns:a="http://schemas.openxmlformats.org/drawingml/2006/main" xmlns:r="http://schemas.openxmlformats.org/officeDocument/2006/relationships" xmlns:p="http://schemas.openxmlformats.org/presentationml/2006/main">
  <p:tag name="KSO_WM_FIGMA_DECORATION_INDEX" val="10"/>
  <p:tag name="$PH_EXT" val="1"/>
  <p:tag name="KSO_WM_BEAUTIFY_FLAG" val="#wm#"/>
  <p:tag name="KSO_WM_DIAGRAM_GROUP_CODE" val="1"/>
  <p:tag name="KSO_WM_FIGMA_FLAG" val="#fgm#"/>
  <p:tag name="KSO_WM_UNIT_INDEX" val="1_4_1"/>
  <p:tag name="KSO_WM_UNIT_TYPE" val="l_h_x"/>
  <p:tag name="KSO_WM_UNIT_ID" val="_16*l_h_x*1_4_1"/>
  <p:tag name="KSO_WM_TAG_VERSION" val="3.0"/>
  <p:tag name="KSO_WM_UNIT_LAYERLEVEL" val="1_1_1"/>
  <p:tag name="KSO_WM_TEMPLATE_INDEX" val="7"/>
  <p:tag name="KSO_WM_TEMPLATE_CATEGORY" val="custom"/>
</p:tagLst>
</file>

<file path=ppt/tags/tag969.xml><?xml version="1.0" encoding="utf-8"?>
<p:tagLst xmlns:a="http://schemas.openxmlformats.org/drawingml/2006/main" xmlns:r="http://schemas.openxmlformats.org/officeDocument/2006/relationships" xmlns:p="http://schemas.openxmlformats.org/presentationml/2006/main">
  <p:tag name="KSO_WM_BEAUTIFY_FLAG" val="#wm#"/>
  <p:tag name="KSO_WM_DIAGRAM_GROUP_CODE" val="1"/>
  <p:tag name="KSO_WM_FIGMA_FLAG" val="#fgm#"/>
  <p:tag name="KSO_WM_UNIT_INDEX" val="1_4_1"/>
  <p:tag name="KSO_WM_UNIT_TYPE" val="l_h_a"/>
  <p:tag name="KSO_WM_UNIT_ID" val="_16*l_h_a*1_4_1"/>
  <p:tag name="KSO_WM_TAG_VERSION" val="3.0"/>
  <p:tag name="KSO_WM_UNIT_LAYERLEVEL" val="1_1_1"/>
  <p:tag name="KSO_WM_TEMPLATE_INDEX" val="7"/>
  <p:tag name="KSO_WM_TEMPLATE_CATEGORY" val="custom"/>
</p:tagLst>
</file>

<file path=ppt/tags/tag970.xml><?xml version="1.0" encoding="utf-8"?>
<p:tagLst xmlns:a="http://schemas.openxmlformats.org/drawingml/2006/main" xmlns:r="http://schemas.openxmlformats.org/officeDocument/2006/relationships" xmlns:p="http://schemas.openxmlformats.org/presentationml/2006/main">
  <p:tag name="KSO_WM_BEAUTIFY_FLAG" val="#wm#"/>
  <p:tag name="KSO_WM_DIAGRAM_GROUP_CODE" val="1"/>
  <p:tag name="KSO_WM_FIGMA_FLAG" val="#fgm#"/>
  <p:tag name="KSO_WM_UNIT_INDEX" val="1_4_1"/>
  <p:tag name="KSO_WM_UNIT_TYPE" val="l_h_f"/>
  <p:tag name="KSO_WM_UNIT_ID" val="_16*l_h_f*1_4_1"/>
  <p:tag name="KSO_WM_TAG_VERSION" val="3.0"/>
  <p:tag name="KSO_WM_UNIT_LAYERLEVEL" val="1_1_1"/>
  <p:tag name="KSO_WM_TEMPLATE_INDEX" val="7"/>
  <p:tag name="KSO_WM_TEMPLATE_CATEGORY" val="custom"/>
</p:tagLst>
</file>

<file path=ppt/tags/tag971.xml><?xml version="1.0" encoding="utf-8"?>
<p:tagLst xmlns:a="http://schemas.openxmlformats.org/drawingml/2006/main" xmlns:r="http://schemas.openxmlformats.org/officeDocument/2006/relationships" xmlns:p="http://schemas.openxmlformats.org/presentationml/2006/main">
  <p:tag name="KSO_WM_UNIT_ID" val="_17**"/>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972.xml><?xml version="1.0" encoding="utf-8"?>
<p:tagLst xmlns:a="http://schemas.openxmlformats.org/drawingml/2006/main" xmlns:r="http://schemas.openxmlformats.org/officeDocument/2006/relationships" xmlns:p="http://schemas.openxmlformats.org/presentationml/2006/main">
  <p:tag name="KSO_WM_UNIT_ID" val="_17**"/>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973.xml><?xml version="1.0" encoding="utf-8"?>
<p:tagLst xmlns:a="http://schemas.openxmlformats.org/drawingml/2006/main" xmlns:r="http://schemas.openxmlformats.org/officeDocument/2006/relationships" xmlns:p="http://schemas.openxmlformats.org/presentationml/2006/main">
  <p:tag name="KSO_WM_UNIT_ID" val="_17**"/>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974.xml><?xml version="1.0" encoding="utf-8"?>
<p:tagLst xmlns:a="http://schemas.openxmlformats.org/drawingml/2006/main" xmlns:r="http://schemas.openxmlformats.org/officeDocument/2006/relationships" xmlns:p="http://schemas.openxmlformats.org/presentationml/2006/main">
  <p:tag name="KSO_WM_BEAUTIFY_FLAG" val="#wm#"/>
  <p:tag name="KSO_WM_FIGMA_FLAG" val="#fgm#"/>
  <p:tag name="KSO_WM_UNIT_INDEX" val="1"/>
  <p:tag name="KSO_WM_UNIT_TYPE" val="a"/>
  <p:tag name="KSO_WM_LAYOUT_CHECK_HASH" val="e955338f88407110c612853c3a40a522d53b6575"/>
  <p:tag name="KSO_WM_NEWLAYOUT_ID" val="slide_53629428e7f15b24"/>
  <p:tag name="KSO_WM_UNIT_ID" val="_17*a*1"/>
  <p:tag name="KSO_WM_TAG_VERSION" val="3.0"/>
  <p:tag name="KSO_WM_UNIT_LAYERLEVEL" val="1"/>
  <p:tag name="KSO_WM_TEMPLATE_INDEX" val="7"/>
  <p:tag name="KSO_WM_TEMPLATE_CATEGORY" val="custom"/>
</p:tagLst>
</file>

<file path=ppt/tags/tag975.xml><?xml version="1.0" encoding="utf-8"?>
<p:tagLst xmlns:a="http://schemas.openxmlformats.org/drawingml/2006/main" xmlns:r="http://schemas.openxmlformats.org/officeDocument/2006/relationships" xmlns:p="http://schemas.openxmlformats.org/presentationml/2006/main">
  <p:tag name="KSO_WM_BEAUTIFY_FLAG" val="#wm#"/>
  <p:tag name="KSO_WM_FIGMA_FLAG" val="#fgm#"/>
  <p:tag name="KSO_WM_UNIT_INDEX" val="1"/>
  <p:tag name="KSO_WM_UNIT_TYPE" val="d"/>
  <p:tag name="KSO_WM_UNIT_ID" val="_17*d*1"/>
  <p:tag name="KSO_WM_TAG_VERSION" val="3.0"/>
  <p:tag name="KSO_WM_UNIT_LAYERLEVEL" val="1"/>
  <p:tag name="KSO_WM_TEMPLATE_INDEX" val="7"/>
  <p:tag name="KSO_WM_TEMPLATE_CATEGORY" val="custom"/>
</p:tagLst>
</file>

<file path=ppt/tags/tag976.xml><?xml version="1.0" encoding="utf-8"?>
<p:tagLst xmlns:a="http://schemas.openxmlformats.org/drawingml/2006/main" xmlns:r="http://schemas.openxmlformats.org/officeDocument/2006/relationships" xmlns:p="http://schemas.openxmlformats.org/presentationml/2006/main">
  <p:tag name="KSO_WM_FIGMA_DECORATION_INDEX" val="19"/>
  <p:tag name="$PH_EXT" val="2"/>
  <p:tag name="KSO_WM_BEAUTIFY_FLAG" val="#wm#"/>
  <p:tag name="KSO_WM_DIAGRAM_GROUP_CODE" val="1"/>
  <p:tag name="KSO_WM_FIGMA_FLAG" val="#fgm#"/>
  <p:tag name="KSO_WM_UNIT_INDEX" val="1_1_1"/>
  <p:tag name="KSO_WM_UNIT_TYPE" val="l_h_i"/>
  <p:tag name="KSO_WM_UNIT_ID" val="_17*l_h_i*1_1_1"/>
  <p:tag name="KSO_WM_TAG_VERSION" val="3.0"/>
  <p:tag name="KSO_WM_UNIT_LAYERLEVEL" val="1_1_1"/>
  <p:tag name="KSO_WM_TEMPLATE_INDEX" val="7"/>
  <p:tag name="KSO_WM_TEMPLATE_CATEGORY" val="custom"/>
</p:tagLst>
</file>

<file path=ppt/tags/tag977.xml><?xml version="1.0" encoding="utf-8"?>
<p:tagLst xmlns:a="http://schemas.openxmlformats.org/drawingml/2006/main" xmlns:r="http://schemas.openxmlformats.org/officeDocument/2006/relationships" xmlns:p="http://schemas.openxmlformats.org/presentationml/2006/main">
  <p:tag name="KSO_WM_BEAUTIFY_FLAG" val="#wm#"/>
  <p:tag name="KSO_WM_DIAGRAM_GROUP_CODE" val="1"/>
  <p:tag name="KSO_WM_FIGMA_FLAG" val="#fgm#"/>
  <p:tag name="KSO_WM_UNIT_INDEX" val="1_1_1"/>
  <p:tag name="KSO_WM_UNIT_TYPE" val="l_h_a"/>
  <p:tag name="KSO_WM_UNIT_ID" val="_17*l_h_a*1_1_1"/>
  <p:tag name="KSO_WM_TAG_VERSION" val="3.0"/>
  <p:tag name="KSO_WM_UNIT_LAYERLEVEL" val="1_1_1"/>
  <p:tag name="KSO_WM_TEMPLATE_INDEX" val="7"/>
  <p:tag name="KSO_WM_TEMPLATE_CATEGORY" val="custom"/>
</p:tagLst>
</file>

<file path=ppt/tags/tag978.xml><?xml version="1.0" encoding="utf-8"?>
<p:tagLst xmlns:a="http://schemas.openxmlformats.org/drawingml/2006/main" xmlns:r="http://schemas.openxmlformats.org/officeDocument/2006/relationships" xmlns:p="http://schemas.openxmlformats.org/presentationml/2006/main">
  <p:tag name="KSO_WM_BEAUTIFY_FLAG" val="#wm#"/>
  <p:tag name="KSO_WM_DIAGRAM_GROUP_CODE" val="1"/>
  <p:tag name="KSO_WM_FIGMA_FLAG" val="#fgm#"/>
  <p:tag name="KSO_WM_UNIT_INDEX" val="1_1_1"/>
  <p:tag name="KSO_WM_UNIT_TYPE" val="l_h_f"/>
  <p:tag name="KSO_WM_UNIT_ID" val="_17*l_h_f*1_1_1"/>
  <p:tag name="KSO_WM_TAG_VERSION" val="3.0"/>
  <p:tag name="KSO_WM_UNIT_LAYERLEVEL" val="1_1_1"/>
  <p:tag name="KSO_WM_TEMPLATE_INDEX" val="7"/>
  <p:tag name="KSO_WM_TEMPLATE_CATEGORY" val="custom"/>
</p:tagLst>
</file>

<file path=ppt/tags/tag979.xml><?xml version="1.0" encoding="utf-8"?>
<p:tagLst xmlns:a="http://schemas.openxmlformats.org/drawingml/2006/main" xmlns:r="http://schemas.openxmlformats.org/officeDocument/2006/relationships" xmlns:p="http://schemas.openxmlformats.org/presentationml/2006/main">
  <p:tag name="KSO_WM_FIGMA_DECORATION_INDEX" val="19"/>
  <p:tag name="$PH_EXT" val="2"/>
  <p:tag name="KSO_WM_BEAUTIFY_FLAG" val="#wm#"/>
  <p:tag name="KSO_WM_DIAGRAM_GROUP_CODE" val="1"/>
  <p:tag name="KSO_WM_FIGMA_FLAG" val="#fgm#"/>
  <p:tag name="KSO_WM_UNIT_INDEX" val="1_2_1"/>
  <p:tag name="KSO_WM_UNIT_TYPE" val="l_h_i"/>
  <p:tag name="KSO_WM_UNIT_ID" val="_17*l_h_i*1_2_1"/>
  <p:tag name="KSO_WM_TAG_VERSION" val="3.0"/>
  <p:tag name="KSO_WM_UNIT_LAYERLEVEL" val="1_1_1"/>
  <p:tag name="KSO_WM_TEMPLATE_INDEX" val="7"/>
  <p:tag name="KSO_WM_TEMPLATE_CATEGORY" val="custom"/>
</p:tagLst>
</file>

<file path=ppt/tags/tag980.xml><?xml version="1.0" encoding="utf-8"?>
<p:tagLst xmlns:a="http://schemas.openxmlformats.org/drawingml/2006/main" xmlns:r="http://schemas.openxmlformats.org/officeDocument/2006/relationships" xmlns:p="http://schemas.openxmlformats.org/presentationml/2006/main">
  <p:tag name="KSO_WM_BEAUTIFY_FLAG" val="#wm#"/>
  <p:tag name="KSO_WM_DIAGRAM_GROUP_CODE" val="1"/>
  <p:tag name="KSO_WM_FIGMA_FLAG" val="#fgm#"/>
  <p:tag name="KSO_WM_UNIT_INDEX" val="1_2_1"/>
  <p:tag name="KSO_WM_UNIT_TYPE" val="l_h_a"/>
  <p:tag name="KSO_WM_UNIT_ID" val="_17*l_h_a*1_2_1"/>
  <p:tag name="KSO_WM_TAG_VERSION" val="3.0"/>
  <p:tag name="KSO_WM_UNIT_LAYERLEVEL" val="1_1_1"/>
  <p:tag name="KSO_WM_TEMPLATE_INDEX" val="7"/>
  <p:tag name="KSO_WM_TEMPLATE_CATEGORY" val="custom"/>
</p:tagLst>
</file>

<file path=ppt/tags/tag981.xml><?xml version="1.0" encoding="utf-8"?>
<p:tagLst xmlns:a="http://schemas.openxmlformats.org/drawingml/2006/main" xmlns:r="http://schemas.openxmlformats.org/officeDocument/2006/relationships" xmlns:p="http://schemas.openxmlformats.org/presentationml/2006/main">
  <p:tag name="KSO_WM_BEAUTIFY_FLAG" val="#wm#"/>
  <p:tag name="KSO_WM_DIAGRAM_GROUP_CODE" val="1"/>
  <p:tag name="KSO_WM_FIGMA_FLAG" val="#fgm#"/>
  <p:tag name="KSO_WM_UNIT_INDEX" val="1_2_1"/>
  <p:tag name="KSO_WM_UNIT_TYPE" val="l_h_f"/>
  <p:tag name="KSO_WM_UNIT_ID" val="_17*l_h_f*1_2_1"/>
  <p:tag name="KSO_WM_TAG_VERSION" val="3.0"/>
  <p:tag name="KSO_WM_UNIT_LAYERLEVEL" val="1_1_1"/>
  <p:tag name="KSO_WM_TEMPLATE_INDEX" val="7"/>
  <p:tag name="KSO_WM_TEMPLATE_CATEGORY" val="custom"/>
</p:tagLst>
</file>

<file path=ppt/tags/tag982.xml><?xml version="1.0" encoding="utf-8"?>
<p:tagLst xmlns:a="http://schemas.openxmlformats.org/drawingml/2006/main" xmlns:r="http://schemas.openxmlformats.org/officeDocument/2006/relationships" xmlns:p="http://schemas.openxmlformats.org/presentationml/2006/main">
  <p:tag name="KSO_WM_FIGMA_DECORATION_INDEX" val="19"/>
  <p:tag name="$PH_EXT" val="2"/>
  <p:tag name="KSO_WM_BEAUTIFY_FLAG" val="#wm#"/>
  <p:tag name="KSO_WM_DIAGRAM_GROUP_CODE" val="1"/>
  <p:tag name="KSO_WM_FIGMA_FLAG" val="#fgm#"/>
  <p:tag name="KSO_WM_UNIT_INDEX" val="1_3_1"/>
  <p:tag name="KSO_WM_UNIT_TYPE" val="l_h_i"/>
  <p:tag name="KSO_WM_UNIT_ID" val="_17*l_h_i*1_3_1"/>
  <p:tag name="KSO_WM_TAG_VERSION" val="3.0"/>
  <p:tag name="KSO_WM_UNIT_LAYERLEVEL" val="1_1_1"/>
  <p:tag name="KSO_WM_TEMPLATE_INDEX" val="7"/>
  <p:tag name="KSO_WM_TEMPLATE_CATEGORY" val="custom"/>
</p:tagLst>
</file>

<file path=ppt/tags/tag983.xml><?xml version="1.0" encoding="utf-8"?>
<p:tagLst xmlns:a="http://schemas.openxmlformats.org/drawingml/2006/main" xmlns:r="http://schemas.openxmlformats.org/officeDocument/2006/relationships" xmlns:p="http://schemas.openxmlformats.org/presentationml/2006/main">
  <p:tag name="KSO_WM_BEAUTIFY_FLAG" val="#wm#"/>
  <p:tag name="KSO_WM_DIAGRAM_GROUP_CODE" val="1"/>
  <p:tag name="KSO_WM_FIGMA_FLAG" val="#fgm#"/>
  <p:tag name="KSO_WM_UNIT_INDEX" val="1_3_1"/>
  <p:tag name="KSO_WM_UNIT_TYPE" val="l_h_a"/>
  <p:tag name="KSO_WM_UNIT_ID" val="_17*l_h_a*1_3_1"/>
  <p:tag name="KSO_WM_TAG_VERSION" val="3.0"/>
  <p:tag name="KSO_WM_UNIT_LAYERLEVEL" val="1_1_1"/>
  <p:tag name="KSO_WM_TEMPLATE_INDEX" val="7"/>
  <p:tag name="KSO_WM_TEMPLATE_CATEGORY" val="custom"/>
</p:tagLst>
</file>

<file path=ppt/tags/tag984.xml><?xml version="1.0" encoding="utf-8"?>
<p:tagLst xmlns:a="http://schemas.openxmlformats.org/drawingml/2006/main" xmlns:r="http://schemas.openxmlformats.org/officeDocument/2006/relationships" xmlns:p="http://schemas.openxmlformats.org/presentationml/2006/main">
  <p:tag name="KSO_WM_BEAUTIFY_FLAG" val="#wm#"/>
  <p:tag name="KSO_WM_DIAGRAM_GROUP_CODE" val="1"/>
  <p:tag name="KSO_WM_FIGMA_FLAG" val="#fgm#"/>
  <p:tag name="KSO_WM_UNIT_INDEX" val="1_3_1"/>
  <p:tag name="KSO_WM_UNIT_TYPE" val="l_h_f"/>
  <p:tag name="KSO_WM_UNIT_ID" val="_17*l_h_f*1_3_1"/>
  <p:tag name="KSO_WM_TAG_VERSION" val="3.0"/>
  <p:tag name="KSO_WM_UNIT_LAYERLEVEL" val="1_1_1"/>
  <p:tag name="KSO_WM_TEMPLATE_INDEX" val="7"/>
  <p:tag name="KSO_WM_TEMPLATE_CATEGORY" val="custom"/>
</p:tagLst>
</file>

<file path=ppt/tags/tag985.xml><?xml version="1.0" encoding="utf-8"?>
<p:tagLst xmlns:a="http://schemas.openxmlformats.org/drawingml/2006/main" xmlns:r="http://schemas.openxmlformats.org/officeDocument/2006/relationships" xmlns:p="http://schemas.openxmlformats.org/presentationml/2006/main">
  <p:tag name="KSO_WM_FIGMA_DECORATION_INDEX" val="19"/>
  <p:tag name="$PH_EXT" val="2"/>
  <p:tag name="KSO_WM_BEAUTIFY_FLAG" val="#wm#"/>
  <p:tag name="KSO_WM_DIAGRAM_GROUP_CODE" val="1"/>
  <p:tag name="KSO_WM_FIGMA_FLAG" val="#fgm#"/>
  <p:tag name="KSO_WM_UNIT_INDEX" val="1_4_1"/>
  <p:tag name="KSO_WM_UNIT_TYPE" val="l_h_i"/>
  <p:tag name="KSO_WM_UNIT_ID" val="_17*l_h_i*1_4_1"/>
  <p:tag name="KSO_WM_TAG_VERSION" val="3.0"/>
  <p:tag name="KSO_WM_UNIT_LAYERLEVEL" val="1_1_1"/>
  <p:tag name="KSO_WM_TEMPLATE_INDEX" val="7"/>
  <p:tag name="KSO_WM_TEMPLATE_CATEGORY" val="custom"/>
</p:tagLst>
</file>

<file path=ppt/tags/tag986.xml><?xml version="1.0" encoding="utf-8"?>
<p:tagLst xmlns:a="http://schemas.openxmlformats.org/drawingml/2006/main" xmlns:r="http://schemas.openxmlformats.org/officeDocument/2006/relationships" xmlns:p="http://schemas.openxmlformats.org/presentationml/2006/main">
  <p:tag name="KSO_WM_BEAUTIFY_FLAG" val="#wm#"/>
  <p:tag name="KSO_WM_DIAGRAM_GROUP_CODE" val="1"/>
  <p:tag name="KSO_WM_FIGMA_FLAG" val="#fgm#"/>
  <p:tag name="KSO_WM_UNIT_INDEX" val="1_4_1"/>
  <p:tag name="KSO_WM_UNIT_TYPE" val="l_h_a"/>
  <p:tag name="KSO_WM_UNIT_ID" val="_17*l_h_a*1_4_1"/>
  <p:tag name="KSO_WM_TAG_VERSION" val="3.0"/>
  <p:tag name="KSO_WM_UNIT_LAYERLEVEL" val="1_1_1"/>
  <p:tag name="KSO_WM_TEMPLATE_INDEX" val="7"/>
  <p:tag name="KSO_WM_TEMPLATE_CATEGORY" val="custom"/>
</p:tagLst>
</file>

<file path=ppt/tags/tag987.xml><?xml version="1.0" encoding="utf-8"?>
<p:tagLst xmlns:a="http://schemas.openxmlformats.org/drawingml/2006/main" xmlns:r="http://schemas.openxmlformats.org/officeDocument/2006/relationships" xmlns:p="http://schemas.openxmlformats.org/presentationml/2006/main">
  <p:tag name="KSO_WM_BEAUTIFY_FLAG" val="#wm#"/>
  <p:tag name="KSO_WM_DIAGRAM_GROUP_CODE" val="1"/>
  <p:tag name="KSO_WM_FIGMA_FLAG" val="#fgm#"/>
  <p:tag name="KSO_WM_UNIT_INDEX" val="1_4_1"/>
  <p:tag name="KSO_WM_UNIT_TYPE" val="l_h_f"/>
  <p:tag name="KSO_WM_UNIT_ID" val="_17*l_h_f*1_4_1"/>
  <p:tag name="KSO_WM_TAG_VERSION" val="3.0"/>
  <p:tag name="KSO_WM_UNIT_LAYERLEVEL" val="1_1_1"/>
  <p:tag name="KSO_WM_TEMPLATE_INDEX" val="7"/>
  <p:tag name="KSO_WM_TEMPLATE_CATEGORY" val="custom"/>
</p:tagLst>
</file>

<file path=ppt/tags/tag988.xml><?xml version="1.0" encoding="utf-8"?>
<p:tagLst xmlns:a="http://schemas.openxmlformats.org/drawingml/2006/main" xmlns:r="http://schemas.openxmlformats.org/officeDocument/2006/relationships" xmlns:p="http://schemas.openxmlformats.org/presentationml/2006/main">
  <p:tag name="KSO_WM_UNIT_ID" val="_18**"/>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989.xml><?xml version="1.0" encoding="utf-8"?>
<p:tagLst xmlns:a="http://schemas.openxmlformats.org/drawingml/2006/main" xmlns:r="http://schemas.openxmlformats.org/officeDocument/2006/relationships" xmlns:p="http://schemas.openxmlformats.org/presentationml/2006/main">
  <p:tag name="KSO_WM_UNIT_ID" val="_18**"/>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990.xml><?xml version="1.0" encoding="utf-8"?>
<p:tagLst xmlns:a="http://schemas.openxmlformats.org/drawingml/2006/main" xmlns:r="http://schemas.openxmlformats.org/officeDocument/2006/relationships" xmlns:p="http://schemas.openxmlformats.org/presentationml/2006/main">
  <p:tag name="KSO_WM_UNIT_ID" val="_18**"/>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991.xml><?xml version="1.0" encoding="utf-8"?>
<p:tagLst xmlns:a="http://schemas.openxmlformats.org/drawingml/2006/main" xmlns:r="http://schemas.openxmlformats.org/officeDocument/2006/relationships" xmlns:p="http://schemas.openxmlformats.org/presentationml/2006/main">
  <p:tag name="KSO_WM_BEAUTIFY_FLAG" val="#wm#"/>
  <p:tag name="KSO_WM_FIGMA_FLAG" val="#fgm#"/>
  <p:tag name="KSO_WM_UNIT_INDEX" val="1"/>
  <p:tag name="KSO_WM_UNIT_TYPE" val="a"/>
  <p:tag name="KSO_WM_LAYOUT_CHECK_HASH" val="41f15950e125fc2382b9893122bafd315b2f6ca9"/>
  <p:tag name="KSO_WM_NEWLAYOUT_ID" val="slide_cce2eb3a906a8f67"/>
  <p:tag name="KSO_WM_UNIT_ID" val="_18*a*1"/>
  <p:tag name="KSO_WM_TAG_VERSION" val="3.0"/>
  <p:tag name="KSO_WM_UNIT_LAYERLEVEL" val="1"/>
  <p:tag name="KSO_WM_TEMPLATE_INDEX" val="7"/>
  <p:tag name="KSO_WM_TEMPLATE_CATEGORY" val="custom"/>
</p:tagLst>
</file>

<file path=ppt/tags/tag992.xml><?xml version="1.0" encoding="utf-8"?>
<p:tagLst xmlns:a="http://schemas.openxmlformats.org/drawingml/2006/main" xmlns:r="http://schemas.openxmlformats.org/officeDocument/2006/relationships" xmlns:p="http://schemas.openxmlformats.org/presentationml/2006/main">
  <p:tag name="KSO_WM_FIGMA_DECORATION_INDEX" val="18"/>
  <p:tag name="$PH_EXT" val="2"/>
  <p:tag name="KSO_WM_BEAUTIFY_FLAG" val="#wm#"/>
  <p:tag name="KSO_WM_DIAGRAM_GROUP_CODE" val="1"/>
  <p:tag name="KSO_WM_FIGMA_FLAG" val="#fgm#"/>
  <p:tag name="KSO_WM_SHAPE_BGTYPE" val="lt2"/>
  <p:tag name="KSO_WM_SHAPE_BRIGHT_DATA" val="[{&quot;dk1&quot;:-60,&quot;dk2&quot;:-50,&quot;lt1&quot;:90,&quot;lt2&quot;:100},{&quot;dk1&quot;:-60,&quot;dk2&quot;:-50,&quot;lt1&quot;:90,&quot;lt2&quot;:100}]"/>
  <p:tag name="KSO_WM_SHAPE_UPDATE_BRIGHT" val="1"/>
  <p:tag name="KSO_WM_UNIT_INDEX" val="1_1_1"/>
  <p:tag name="KSO_WM_UNIT_TYPE" val="l_h_i"/>
  <p:tag name="KSO_WM_UNIT_ID" val="_18*l_h_i*1_1_1"/>
  <p:tag name="KSO_WM_TAG_VERSION" val="3.0"/>
  <p:tag name="KSO_WM_UNIT_LAYERLEVEL" val="1_1_1"/>
  <p:tag name="KSO_WM_TEMPLATE_INDEX" val="7"/>
  <p:tag name="KSO_WM_TEMPLATE_CATEGORY" val="custom"/>
</p:tagLst>
</file>

<file path=ppt/tags/tag993.xml><?xml version="1.0" encoding="utf-8"?>
<p:tagLst xmlns:a="http://schemas.openxmlformats.org/drawingml/2006/main" xmlns:r="http://schemas.openxmlformats.org/officeDocument/2006/relationships" xmlns:p="http://schemas.openxmlformats.org/presentationml/2006/main">
  <p:tag name="KSO_WM_BEAUTIFY_FLAG" val="#wm#"/>
  <p:tag name="KSO_WM_DIAGRAM_GROUP_CODE" val="1"/>
  <p:tag name="KSO_WM_FIGMA_FLAG" val="#fgm#"/>
  <p:tag name="KSO_WM_UNIT_INDEX" val="1_1_1"/>
  <p:tag name="KSO_WM_UNIT_TYPE" val="l_h_d"/>
  <p:tag name="KSO_WM_UNIT_ID" val="_18*l_h_d*1_1_1"/>
  <p:tag name="KSO_WM_TAG_VERSION" val="3.0"/>
  <p:tag name="KSO_WM_UNIT_LAYERLEVEL" val="1_1_1"/>
  <p:tag name="KSO_WM_TEMPLATE_INDEX" val="7"/>
  <p:tag name="KSO_WM_TEMPLATE_CATEGORY" val="custom"/>
</p:tagLst>
</file>

<file path=ppt/tags/tag994.xml><?xml version="1.0" encoding="utf-8"?>
<p:tagLst xmlns:a="http://schemas.openxmlformats.org/drawingml/2006/main" xmlns:r="http://schemas.openxmlformats.org/officeDocument/2006/relationships" xmlns:p="http://schemas.openxmlformats.org/presentationml/2006/main">
  <p:tag name="KSO_WM_BEAUTIFY_FLAG" val="#wm#"/>
  <p:tag name="KSO_WM_DIAGRAM_GROUP_CODE" val="1"/>
  <p:tag name="KSO_WM_FIGMA_FLAG" val="#fgm#"/>
  <p:tag name="KSO_WM_UNIT_INDEX" val="1_1_1"/>
  <p:tag name="KSO_WM_UNIT_TYPE" val="l_h_a"/>
  <p:tag name="KSO_WM_UNIT_ID" val="_18*l_h_a*1_1_1"/>
  <p:tag name="KSO_WM_TAG_VERSION" val="3.0"/>
  <p:tag name="KSO_WM_UNIT_LAYERLEVEL" val="1_1_1"/>
  <p:tag name="KSO_WM_TEMPLATE_INDEX" val="7"/>
  <p:tag name="KSO_WM_TEMPLATE_CATEGORY" val="custom"/>
</p:tagLst>
</file>

<file path=ppt/tags/tag995.xml><?xml version="1.0" encoding="utf-8"?>
<p:tagLst xmlns:a="http://schemas.openxmlformats.org/drawingml/2006/main" xmlns:r="http://schemas.openxmlformats.org/officeDocument/2006/relationships" xmlns:p="http://schemas.openxmlformats.org/presentationml/2006/main">
  <p:tag name="KSO_WM_BEAUTIFY_FLAG" val="#wm#"/>
  <p:tag name="KSO_WM_DIAGRAM_GROUP_CODE" val="1"/>
  <p:tag name="KSO_WM_FIGMA_FLAG" val="#fgm#"/>
  <p:tag name="KSO_WM_UNIT_INDEX" val="1_1_1"/>
  <p:tag name="KSO_WM_UNIT_TYPE" val="l_h_f"/>
  <p:tag name="KSO_WM_UNIT_ID" val="_18*l_h_f*1_1_1"/>
  <p:tag name="KSO_WM_TAG_VERSION" val="3.0"/>
  <p:tag name="KSO_WM_UNIT_LAYERLEVEL" val="1_1_1"/>
  <p:tag name="KSO_WM_TEMPLATE_INDEX" val="7"/>
  <p:tag name="KSO_WM_TEMPLATE_CATEGORY" val="custom"/>
</p:tagLst>
</file>

<file path=ppt/tags/tag996.xml><?xml version="1.0" encoding="utf-8"?>
<p:tagLst xmlns:a="http://schemas.openxmlformats.org/drawingml/2006/main" xmlns:r="http://schemas.openxmlformats.org/officeDocument/2006/relationships" xmlns:p="http://schemas.openxmlformats.org/presentationml/2006/main">
  <p:tag name="KSO_WM_FIGMA_DECORATION_INDEX" val="17"/>
  <p:tag name="$PH_EXT" val="2"/>
  <p:tag name="KSO_WM_BEAUTIFY_FLAG" val="#wm#"/>
  <p:tag name="KSO_WM_DIAGRAM_GROUP_CODE" val="1"/>
  <p:tag name="KSO_WM_FIGMA_FLAG" val="#fgm#"/>
  <p:tag name="KSO_WM_UNIT_INDEX" val="1_2_1"/>
  <p:tag name="KSO_WM_UNIT_TYPE" val="l_h_i"/>
  <p:tag name="KSO_WM_UNIT_ID" val="_18*l_h_i*1_2_1"/>
  <p:tag name="KSO_WM_TAG_VERSION" val="3.0"/>
  <p:tag name="KSO_WM_UNIT_LAYERLEVEL" val="1_1_1"/>
  <p:tag name="KSO_WM_TEMPLATE_INDEX" val="7"/>
  <p:tag name="KSO_WM_TEMPLATE_CATEGORY" val="custom"/>
</p:tagLst>
</file>

<file path=ppt/tags/tag997.xml><?xml version="1.0" encoding="utf-8"?>
<p:tagLst xmlns:a="http://schemas.openxmlformats.org/drawingml/2006/main" xmlns:r="http://schemas.openxmlformats.org/officeDocument/2006/relationships" xmlns:p="http://schemas.openxmlformats.org/presentationml/2006/main">
  <p:tag name="KSO_WM_BEAUTIFY_FLAG" val="#wm#"/>
  <p:tag name="KSO_WM_DIAGRAM_GROUP_CODE" val="1"/>
  <p:tag name="KSO_WM_FIGMA_FLAG" val="#fgm#"/>
  <p:tag name="KSO_WM_UNIT_INDEX" val="1_2_1"/>
  <p:tag name="KSO_WM_UNIT_TYPE" val="l_h_d"/>
  <p:tag name="KSO_WM_UNIT_ID" val="_18*l_h_d*1_2_1"/>
  <p:tag name="KSO_WM_TAG_VERSION" val="3.0"/>
  <p:tag name="KSO_WM_UNIT_LAYERLEVEL" val="1_1_1"/>
  <p:tag name="KSO_WM_TEMPLATE_INDEX" val="7"/>
  <p:tag name="KSO_WM_TEMPLATE_CATEGORY" val="custom"/>
</p:tagLst>
</file>

<file path=ppt/tags/tag998.xml><?xml version="1.0" encoding="utf-8"?>
<p:tagLst xmlns:a="http://schemas.openxmlformats.org/drawingml/2006/main" xmlns:r="http://schemas.openxmlformats.org/officeDocument/2006/relationships" xmlns:p="http://schemas.openxmlformats.org/presentationml/2006/main">
  <p:tag name="KSO_WM_BEAUTIFY_FLAG" val="#wm#"/>
  <p:tag name="KSO_WM_DIAGRAM_GROUP_CODE" val="1"/>
  <p:tag name="KSO_WM_FIGMA_FLAG" val="#fgm#"/>
  <p:tag name="KSO_WM_UNIT_INDEX" val="1_2_1"/>
  <p:tag name="KSO_WM_UNIT_TYPE" val="l_h_a"/>
  <p:tag name="KSO_WM_UNIT_ID" val="_18*l_h_a*1_2_1"/>
  <p:tag name="KSO_WM_TAG_VERSION" val="3.0"/>
  <p:tag name="KSO_WM_UNIT_LAYERLEVEL" val="1_1_1"/>
  <p:tag name="KSO_WM_TEMPLATE_INDEX" val="7"/>
  <p:tag name="KSO_WM_TEMPLATE_CATEGORY" val="custom"/>
</p:tagLst>
</file>

<file path=ppt/tags/tag999.xml><?xml version="1.0" encoding="utf-8"?>
<p:tagLst xmlns:a="http://schemas.openxmlformats.org/drawingml/2006/main" xmlns:r="http://schemas.openxmlformats.org/officeDocument/2006/relationships" xmlns:p="http://schemas.openxmlformats.org/presentationml/2006/main">
  <p:tag name="KSO_WM_BEAUTIFY_FLAG" val="#wm#"/>
  <p:tag name="KSO_WM_DIAGRAM_GROUP_CODE" val="1"/>
  <p:tag name="KSO_WM_FIGMA_FLAG" val="#fgm#"/>
  <p:tag name="KSO_WM_UNIT_INDEX" val="1_2_1"/>
  <p:tag name="KSO_WM_UNIT_TYPE" val="l_h_f"/>
  <p:tag name="KSO_WM_UNIT_ID" val="_18*l_h_f*1_2_1"/>
  <p:tag name="KSO_WM_TAG_VERSION" val="3.0"/>
  <p:tag name="KSO_WM_UNIT_LAYERLEVEL" val="1_1_1"/>
  <p:tag name="KSO_WM_TEMPLATE_INDEX" val="7"/>
  <p:tag name="KSO_WM_TEMPLATE_CATEGORY" val="custom"/>
</p:tagLst>
</file>

<file path=ppt/tags/tag1000.xml><?xml version="1.0" encoding="utf-8"?>
<p:tagLst xmlns:a="http://schemas.openxmlformats.org/drawingml/2006/main" xmlns:r="http://schemas.openxmlformats.org/officeDocument/2006/relationships" xmlns:p="http://schemas.openxmlformats.org/presentationml/2006/main">
  <p:tag name="KSO_WM_FIGMA_DECORATION_INDEX" val="18"/>
  <p:tag name="$PH_EXT" val="2"/>
  <p:tag name="KSO_WM_BEAUTIFY_FLAG" val="#wm#"/>
  <p:tag name="KSO_WM_DIAGRAM_GROUP_CODE" val="1"/>
  <p:tag name="KSO_WM_FIGMA_FLAG" val="#fgm#"/>
  <p:tag name="KSO_WM_SHAPE_BGTYPE" val="lt2"/>
  <p:tag name="KSO_WM_SHAPE_BRIGHT_DATA" val="[{&quot;dk1&quot;:-60,&quot;dk2&quot;:-50,&quot;lt1&quot;:90,&quot;lt2&quot;:100},{&quot;dk1&quot;:-60,&quot;dk2&quot;:-50,&quot;lt1&quot;:90,&quot;lt2&quot;:100}]"/>
  <p:tag name="KSO_WM_SHAPE_UPDATE_BRIGHT" val="1"/>
  <p:tag name="KSO_WM_UNIT_INDEX" val="1_3_1"/>
  <p:tag name="KSO_WM_UNIT_TYPE" val="l_h_i"/>
  <p:tag name="KSO_WM_UNIT_ID" val="_18*l_h_i*1_3_1"/>
  <p:tag name="KSO_WM_TAG_VERSION" val="3.0"/>
  <p:tag name="KSO_WM_UNIT_LAYERLEVEL" val="1_1_1"/>
  <p:tag name="KSO_WM_TEMPLATE_INDEX" val="7"/>
  <p:tag name="KSO_WM_TEMPLATE_CATEGORY" val="custom"/>
</p:tagLst>
</file>

<file path=ppt/tags/tag1001.xml><?xml version="1.0" encoding="utf-8"?>
<p:tagLst xmlns:a="http://schemas.openxmlformats.org/drawingml/2006/main" xmlns:r="http://schemas.openxmlformats.org/officeDocument/2006/relationships" xmlns:p="http://schemas.openxmlformats.org/presentationml/2006/main">
  <p:tag name="KSO_WM_BEAUTIFY_FLAG" val="#wm#"/>
  <p:tag name="KSO_WM_DIAGRAM_GROUP_CODE" val="1"/>
  <p:tag name="KSO_WM_FIGMA_FLAG" val="#fgm#"/>
  <p:tag name="KSO_WM_UNIT_INDEX" val="1_3_1"/>
  <p:tag name="KSO_WM_UNIT_TYPE" val="l_h_d"/>
  <p:tag name="KSO_WM_UNIT_ID" val="_18*l_h_d*1_3_1"/>
  <p:tag name="KSO_WM_TAG_VERSION" val="3.0"/>
  <p:tag name="KSO_WM_UNIT_LAYERLEVEL" val="1_1_1"/>
  <p:tag name="KSO_WM_TEMPLATE_INDEX" val="7"/>
  <p:tag name="KSO_WM_TEMPLATE_CATEGORY" val="custom"/>
</p:tagLst>
</file>

<file path=ppt/tags/tag1002.xml><?xml version="1.0" encoding="utf-8"?>
<p:tagLst xmlns:a="http://schemas.openxmlformats.org/drawingml/2006/main" xmlns:r="http://schemas.openxmlformats.org/officeDocument/2006/relationships" xmlns:p="http://schemas.openxmlformats.org/presentationml/2006/main">
  <p:tag name="KSO_WM_BEAUTIFY_FLAG" val="#wm#"/>
  <p:tag name="KSO_WM_DIAGRAM_GROUP_CODE" val="1"/>
  <p:tag name="KSO_WM_FIGMA_FLAG" val="#fgm#"/>
  <p:tag name="KSO_WM_UNIT_INDEX" val="1_3_1"/>
  <p:tag name="KSO_WM_UNIT_TYPE" val="l_h_a"/>
  <p:tag name="KSO_WM_UNIT_ID" val="_18*l_h_a*1_3_1"/>
  <p:tag name="KSO_WM_TAG_VERSION" val="3.0"/>
  <p:tag name="KSO_WM_UNIT_LAYERLEVEL" val="1_1_1"/>
  <p:tag name="KSO_WM_TEMPLATE_INDEX" val="7"/>
  <p:tag name="KSO_WM_TEMPLATE_CATEGORY" val="custom"/>
</p:tagLst>
</file>

<file path=ppt/tags/tag1003.xml><?xml version="1.0" encoding="utf-8"?>
<p:tagLst xmlns:a="http://schemas.openxmlformats.org/drawingml/2006/main" xmlns:r="http://schemas.openxmlformats.org/officeDocument/2006/relationships" xmlns:p="http://schemas.openxmlformats.org/presentationml/2006/main">
  <p:tag name="KSO_WM_BEAUTIFY_FLAG" val="#wm#"/>
  <p:tag name="KSO_WM_DIAGRAM_GROUP_CODE" val="1"/>
  <p:tag name="KSO_WM_FIGMA_FLAG" val="#fgm#"/>
  <p:tag name="KSO_WM_UNIT_INDEX" val="1_3_1"/>
  <p:tag name="KSO_WM_UNIT_TYPE" val="l_h_f"/>
  <p:tag name="KSO_WM_UNIT_ID" val="_18*l_h_f*1_3_1"/>
  <p:tag name="KSO_WM_TAG_VERSION" val="3.0"/>
  <p:tag name="KSO_WM_UNIT_LAYERLEVEL" val="1_1_1"/>
  <p:tag name="KSO_WM_TEMPLATE_INDEX" val="7"/>
  <p:tag name="KSO_WM_TEMPLATE_CATEGORY" val="custom"/>
</p:tagLst>
</file>

<file path=ppt/tags/tag1004.xml><?xml version="1.0" encoding="utf-8"?>
<p:tagLst xmlns:a="http://schemas.openxmlformats.org/drawingml/2006/main" xmlns:r="http://schemas.openxmlformats.org/officeDocument/2006/relationships" xmlns:p="http://schemas.openxmlformats.org/presentationml/2006/main">
  <p:tag name="KSO_WM_UNIT_ID" val="_19**"/>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1005.xml><?xml version="1.0" encoding="utf-8"?>
<p:tagLst xmlns:a="http://schemas.openxmlformats.org/drawingml/2006/main" xmlns:r="http://schemas.openxmlformats.org/officeDocument/2006/relationships" xmlns:p="http://schemas.openxmlformats.org/presentationml/2006/main">
  <p:tag name="KSO_WM_UNIT_ID" val="_19**"/>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1006.xml><?xml version="1.0" encoding="utf-8"?>
<p:tagLst xmlns:a="http://schemas.openxmlformats.org/drawingml/2006/main" xmlns:r="http://schemas.openxmlformats.org/officeDocument/2006/relationships" xmlns:p="http://schemas.openxmlformats.org/presentationml/2006/main">
  <p:tag name="KSO_WM_UNIT_ID" val="_19**"/>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1007.xml><?xml version="1.0" encoding="utf-8"?>
<p:tagLst xmlns:a="http://schemas.openxmlformats.org/drawingml/2006/main" xmlns:r="http://schemas.openxmlformats.org/officeDocument/2006/relationships" xmlns:p="http://schemas.openxmlformats.org/presentationml/2006/main">
  <p:tag name="KSO_WM_BEAUTIFY_FLAG" val="#wm#"/>
  <p:tag name="KSO_WM_FIGMA_FLAG" val="#fgm#"/>
  <p:tag name="KSO_WM_UNIT_INDEX" val="1"/>
  <p:tag name="KSO_WM_UNIT_TYPE" val="a"/>
  <p:tag name="KSO_WM_LAYOUT_CHECK_HASH" val="9bdf00ca009b910315e1b8340ead116c67774735"/>
  <p:tag name="KSO_WM_NEWLAYOUT_ID" val="slide_27499d0af7e3fc6a"/>
  <p:tag name="KSO_WM_UNIT_ID" val="_19*a*1"/>
  <p:tag name="KSO_WM_TAG_VERSION" val="3.0"/>
  <p:tag name="KSO_WM_UNIT_LAYERLEVEL" val="1"/>
  <p:tag name="KSO_WM_TEMPLATE_INDEX" val="7"/>
  <p:tag name="KSO_WM_TEMPLATE_CATEGORY" val="custom"/>
</p:tagLst>
</file>

<file path=ppt/tags/tag1008.xml><?xml version="1.0" encoding="utf-8"?>
<p:tagLst xmlns:a="http://schemas.openxmlformats.org/drawingml/2006/main" xmlns:r="http://schemas.openxmlformats.org/officeDocument/2006/relationships" xmlns:p="http://schemas.openxmlformats.org/presentationml/2006/main">
  <p:tag name="KSO_WM_BEAUTIFY_FLAG" val="#wm#"/>
  <p:tag name="KSO_WM_DIAGRAM_GROUP_CODE" val="1"/>
  <p:tag name="KSO_WM_FIGMA_FLAG" val="#fgm#"/>
  <p:tag name="KSO_WM_UNIT_INDEX" val="1_1_1"/>
  <p:tag name="KSO_WM_UNIT_TYPE" val="l_h_d"/>
  <p:tag name="KSO_WM_UNIT_ID" val="_19*l_h_d*1_1_1"/>
  <p:tag name="KSO_WM_TAG_VERSION" val="3.0"/>
  <p:tag name="KSO_WM_UNIT_LAYERLEVEL" val="1_1_1"/>
  <p:tag name="KSO_WM_TEMPLATE_INDEX" val="7"/>
  <p:tag name="KSO_WM_TEMPLATE_CATEGORY" val="custom"/>
</p:tagLst>
</file>

<file path=ppt/tags/tag1009.xml><?xml version="1.0" encoding="utf-8"?>
<p:tagLst xmlns:a="http://schemas.openxmlformats.org/drawingml/2006/main" xmlns:r="http://schemas.openxmlformats.org/officeDocument/2006/relationships" xmlns:p="http://schemas.openxmlformats.org/presentationml/2006/main">
  <p:tag name="KSO_WM_BEAUTIFY_FLAG" val="#wm#"/>
  <p:tag name="KSO_WM_DIAGRAM_GROUP_CODE" val="1"/>
  <p:tag name="KSO_WM_FIGMA_FLAG" val="#fgm#"/>
  <p:tag name="KSO_WM_UNIT_INDEX" val="1_1_1"/>
  <p:tag name="KSO_WM_UNIT_TYPE" val="l_h_a"/>
  <p:tag name="KSO_WM_UNIT_ID" val="_19*l_h_a*1_1_1"/>
  <p:tag name="KSO_WM_TAG_VERSION" val="3.0"/>
  <p:tag name="KSO_WM_UNIT_LAYERLEVEL" val="1_1_1"/>
  <p:tag name="KSO_WM_TEMPLATE_INDEX" val="7"/>
  <p:tag name="KSO_WM_TEMPLATE_CATEGORY" val="custom"/>
</p:tagLst>
</file>

<file path=ppt/tags/tag1010.xml><?xml version="1.0" encoding="utf-8"?>
<p:tagLst xmlns:a="http://schemas.openxmlformats.org/drawingml/2006/main" xmlns:r="http://schemas.openxmlformats.org/officeDocument/2006/relationships" xmlns:p="http://schemas.openxmlformats.org/presentationml/2006/main">
  <p:tag name="KSO_WM_BEAUTIFY_FLAG" val="#wm#"/>
  <p:tag name="KSO_WM_DIAGRAM_GROUP_CODE" val="1"/>
  <p:tag name="KSO_WM_FIGMA_FLAG" val="#fgm#"/>
  <p:tag name="KSO_WM_UNIT_INDEX" val="1_1_1"/>
  <p:tag name="KSO_WM_UNIT_TYPE" val="l_h_f"/>
  <p:tag name="KSO_WM_UNIT_ID" val="_19*l_h_f*1_1_1"/>
  <p:tag name="KSO_WM_TAG_VERSION" val="3.0"/>
  <p:tag name="KSO_WM_UNIT_LAYERLEVEL" val="1_1_1"/>
  <p:tag name="KSO_WM_TEMPLATE_INDEX" val="7"/>
  <p:tag name="KSO_WM_TEMPLATE_CATEGORY" val="custom"/>
</p:tagLst>
</file>

<file path=ppt/tags/tag1011.xml><?xml version="1.0" encoding="utf-8"?>
<p:tagLst xmlns:a="http://schemas.openxmlformats.org/drawingml/2006/main" xmlns:r="http://schemas.openxmlformats.org/officeDocument/2006/relationships" xmlns:p="http://schemas.openxmlformats.org/presentationml/2006/main">
  <p:tag name="KSO_WM_BEAUTIFY_FLAG" val="#wm#"/>
  <p:tag name="KSO_WM_DIAGRAM_GROUP_CODE" val="1"/>
  <p:tag name="KSO_WM_FIGMA_FLAG" val="#fgm#"/>
  <p:tag name="KSO_WM_UNIT_INDEX" val="1_2_1"/>
  <p:tag name="KSO_WM_UNIT_TYPE" val="l_h_d"/>
  <p:tag name="KSO_WM_UNIT_ID" val="_19*l_h_d*1_2_1"/>
  <p:tag name="KSO_WM_TAG_VERSION" val="3.0"/>
  <p:tag name="KSO_WM_UNIT_LAYERLEVEL" val="1_1_1"/>
  <p:tag name="KSO_WM_TEMPLATE_INDEX" val="7"/>
  <p:tag name="KSO_WM_TEMPLATE_CATEGORY" val="custom"/>
</p:tagLst>
</file>

<file path=ppt/tags/tag1012.xml><?xml version="1.0" encoding="utf-8"?>
<p:tagLst xmlns:a="http://schemas.openxmlformats.org/drawingml/2006/main" xmlns:r="http://schemas.openxmlformats.org/officeDocument/2006/relationships" xmlns:p="http://schemas.openxmlformats.org/presentationml/2006/main">
  <p:tag name="KSO_WM_BEAUTIFY_FLAG" val="#wm#"/>
  <p:tag name="KSO_WM_DIAGRAM_GROUP_CODE" val="1"/>
  <p:tag name="KSO_WM_FIGMA_FLAG" val="#fgm#"/>
  <p:tag name="KSO_WM_UNIT_INDEX" val="1_2_1"/>
  <p:tag name="KSO_WM_UNIT_TYPE" val="l_h_a"/>
  <p:tag name="KSO_WM_UNIT_ID" val="_19*l_h_a*1_2_1"/>
  <p:tag name="KSO_WM_TAG_VERSION" val="3.0"/>
  <p:tag name="KSO_WM_UNIT_LAYERLEVEL" val="1_1_1"/>
  <p:tag name="KSO_WM_TEMPLATE_INDEX" val="7"/>
  <p:tag name="KSO_WM_TEMPLATE_CATEGORY" val="custom"/>
</p:tagLst>
</file>

<file path=ppt/tags/tag1013.xml><?xml version="1.0" encoding="utf-8"?>
<p:tagLst xmlns:a="http://schemas.openxmlformats.org/drawingml/2006/main" xmlns:r="http://schemas.openxmlformats.org/officeDocument/2006/relationships" xmlns:p="http://schemas.openxmlformats.org/presentationml/2006/main">
  <p:tag name="KSO_WM_BEAUTIFY_FLAG" val="#wm#"/>
  <p:tag name="KSO_WM_DIAGRAM_GROUP_CODE" val="1"/>
  <p:tag name="KSO_WM_FIGMA_FLAG" val="#fgm#"/>
  <p:tag name="KSO_WM_UNIT_INDEX" val="1_2_1"/>
  <p:tag name="KSO_WM_UNIT_TYPE" val="l_h_f"/>
  <p:tag name="KSO_WM_UNIT_ID" val="_19*l_h_f*1_2_1"/>
  <p:tag name="KSO_WM_TAG_VERSION" val="3.0"/>
  <p:tag name="KSO_WM_UNIT_LAYERLEVEL" val="1_1_1"/>
  <p:tag name="KSO_WM_TEMPLATE_INDEX" val="7"/>
  <p:tag name="KSO_WM_TEMPLATE_CATEGORY" val="custom"/>
</p:tagLst>
</file>

<file path=ppt/tags/tag1014.xml><?xml version="1.0" encoding="utf-8"?>
<p:tagLst xmlns:a="http://schemas.openxmlformats.org/drawingml/2006/main" xmlns:r="http://schemas.openxmlformats.org/officeDocument/2006/relationships" xmlns:p="http://schemas.openxmlformats.org/presentationml/2006/main">
  <p:tag name="KSO_WM_BEAUTIFY_FLAG" val="#wm#"/>
  <p:tag name="KSO_WM_DIAGRAM_GROUP_CODE" val="1"/>
  <p:tag name="KSO_WM_FIGMA_FLAG" val="#fgm#"/>
  <p:tag name="KSO_WM_UNIT_INDEX" val="1_3_1"/>
  <p:tag name="KSO_WM_UNIT_TYPE" val="l_h_d"/>
  <p:tag name="KSO_WM_UNIT_ID" val="_19*l_h_d*1_3_1"/>
  <p:tag name="KSO_WM_TAG_VERSION" val="3.0"/>
  <p:tag name="KSO_WM_UNIT_LAYERLEVEL" val="1_1_1"/>
  <p:tag name="KSO_WM_TEMPLATE_INDEX" val="7"/>
  <p:tag name="KSO_WM_TEMPLATE_CATEGORY" val="custom"/>
</p:tagLst>
</file>

<file path=ppt/tags/tag1015.xml><?xml version="1.0" encoding="utf-8"?>
<p:tagLst xmlns:a="http://schemas.openxmlformats.org/drawingml/2006/main" xmlns:r="http://schemas.openxmlformats.org/officeDocument/2006/relationships" xmlns:p="http://schemas.openxmlformats.org/presentationml/2006/main">
  <p:tag name="KSO_WM_BEAUTIFY_FLAG" val="#wm#"/>
  <p:tag name="KSO_WM_DIAGRAM_GROUP_CODE" val="1"/>
  <p:tag name="KSO_WM_FIGMA_FLAG" val="#fgm#"/>
  <p:tag name="KSO_WM_UNIT_INDEX" val="1_3_1"/>
  <p:tag name="KSO_WM_UNIT_TYPE" val="l_h_a"/>
  <p:tag name="KSO_WM_UNIT_ID" val="_19*l_h_a*1_3_1"/>
  <p:tag name="KSO_WM_TAG_VERSION" val="3.0"/>
  <p:tag name="KSO_WM_UNIT_LAYERLEVEL" val="1_1_1"/>
  <p:tag name="KSO_WM_TEMPLATE_INDEX" val="7"/>
  <p:tag name="KSO_WM_TEMPLATE_CATEGORY" val="custom"/>
</p:tagLst>
</file>

<file path=ppt/tags/tag1016.xml><?xml version="1.0" encoding="utf-8"?>
<p:tagLst xmlns:a="http://schemas.openxmlformats.org/drawingml/2006/main" xmlns:r="http://schemas.openxmlformats.org/officeDocument/2006/relationships" xmlns:p="http://schemas.openxmlformats.org/presentationml/2006/main">
  <p:tag name="KSO_WM_BEAUTIFY_FLAG" val="#wm#"/>
  <p:tag name="KSO_WM_DIAGRAM_GROUP_CODE" val="1"/>
  <p:tag name="KSO_WM_FIGMA_FLAG" val="#fgm#"/>
  <p:tag name="KSO_WM_UNIT_INDEX" val="1_3_1"/>
  <p:tag name="KSO_WM_UNIT_TYPE" val="l_h_f"/>
  <p:tag name="KSO_WM_UNIT_ID" val="_19*l_h_f*1_3_1"/>
  <p:tag name="KSO_WM_TAG_VERSION" val="3.0"/>
  <p:tag name="KSO_WM_UNIT_LAYERLEVEL" val="1_1_1"/>
  <p:tag name="KSO_WM_TEMPLATE_INDEX" val="7"/>
  <p:tag name="KSO_WM_TEMPLATE_CATEGORY" val="custom"/>
</p:tagLst>
</file>

<file path=ppt/tags/tag1017.xml><?xml version="1.0" encoding="utf-8"?>
<p:tagLst xmlns:a="http://schemas.openxmlformats.org/drawingml/2006/main" xmlns:r="http://schemas.openxmlformats.org/officeDocument/2006/relationships" xmlns:p="http://schemas.openxmlformats.org/presentationml/2006/main">
  <p:tag name="KSO_WM_UNIT_ID" val="_2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1018.xml><?xml version="1.0" encoding="utf-8"?>
<p:tagLst xmlns:a="http://schemas.openxmlformats.org/drawingml/2006/main" xmlns:r="http://schemas.openxmlformats.org/officeDocument/2006/relationships" xmlns:p="http://schemas.openxmlformats.org/presentationml/2006/main">
  <p:tag name="KSO_WM_UNIT_ID" val="_2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1019.xml><?xml version="1.0" encoding="utf-8"?>
<p:tagLst xmlns:a="http://schemas.openxmlformats.org/drawingml/2006/main" xmlns:r="http://schemas.openxmlformats.org/officeDocument/2006/relationships" xmlns:p="http://schemas.openxmlformats.org/presentationml/2006/main">
  <p:tag name="KSO_WM_UNIT_ID" val="_2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1020.xml><?xml version="1.0" encoding="utf-8"?>
<p:tagLst xmlns:a="http://schemas.openxmlformats.org/drawingml/2006/main" xmlns:r="http://schemas.openxmlformats.org/officeDocument/2006/relationships" xmlns:p="http://schemas.openxmlformats.org/presentationml/2006/main">
  <p:tag name="KSO_WM_BEAUTIFY_FLAG" val="#wm#"/>
  <p:tag name="KSO_WM_FIGMA_FLAG" val="#fgm#"/>
  <p:tag name="KSO_WM_UNIT_INDEX" val="1"/>
  <p:tag name="KSO_WM_UNIT_TYPE" val="a"/>
  <p:tag name="KSO_WM_LAYOUT_CHECK_HASH" val="d6a19724c0232696906b975d5c1a3532b71a8752"/>
  <p:tag name="KSO_WM_NEWLAYOUT_ID" val="slide_4e8a2b389c8bbf30"/>
  <p:tag name="KSO_WM_UNIT_ID" val="_20*a*1"/>
  <p:tag name="KSO_WM_TAG_VERSION" val="3.0"/>
  <p:tag name="KSO_WM_UNIT_LAYERLEVEL" val="1"/>
  <p:tag name="KSO_WM_TEMPLATE_INDEX" val="7"/>
  <p:tag name="KSO_WM_TEMPLATE_CATEGORY" val="custom"/>
</p:tagLst>
</file>

<file path=ppt/tags/tag1021.xml><?xml version="1.0" encoding="utf-8"?>
<p:tagLst xmlns:a="http://schemas.openxmlformats.org/drawingml/2006/main" xmlns:r="http://schemas.openxmlformats.org/officeDocument/2006/relationships" xmlns:p="http://schemas.openxmlformats.org/presentationml/2006/main">
  <p:tag name="KSO_WM_FIGMA_DECORATION_INDEX" val="18"/>
  <p:tag name="$PH_EXT" val="2"/>
  <p:tag name="KSO_WM_BEAUTIFY_FLAG" val="#wm#"/>
  <p:tag name="KSO_WM_DIAGRAM_GROUP_CODE" val="1"/>
  <p:tag name="KSO_WM_FIGMA_FLAG" val="#fgm#"/>
  <p:tag name="KSO_WM_SHAPE_BGTYPE" val="lt2"/>
  <p:tag name="KSO_WM_SHAPE_BRIGHT_DATA" val="[{&quot;dk1&quot;:-60,&quot;dk2&quot;:-50,&quot;lt1&quot;:90,&quot;lt2&quot;:100},{&quot;dk1&quot;:-60,&quot;dk2&quot;:-50,&quot;lt1&quot;:90,&quot;lt2&quot;:100}]"/>
  <p:tag name="KSO_WM_SHAPE_UPDATE_BRIGHT" val="1"/>
  <p:tag name="KSO_WM_UNIT_INDEX" val="1_1_1"/>
  <p:tag name="KSO_WM_UNIT_TYPE" val="l_h_i"/>
  <p:tag name="KSO_WM_UNIT_ID" val="_20*l_h_i*1_1_1"/>
  <p:tag name="KSO_WM_TAG_VERSION" val="3.0"/>
  <p:tag name="KSO_WM_UNIT_LAYERLEVEL" val="1_1_1"/>
  <p:tag name="KSO_WM_TEMPLATE_INDEX" val="7"/>
  <p:tag name="KSO_WM_TEMPLATE_CATEGORY" val="custom"/>
</p:tagLst>
</file>

<file path=ppt/tags/tag1022.xml><?xml version="1.0" encoding="utf-8"?>
<p:tagLst xmlns:a="http://schemas.openxmlformats.org/drawingml/2006/main" xmlns:r="http://schemas.openxmlformats.org/officeDocument/2006/relationships" xmlns:p="http://schemas.openxmlformats.org/presentationml/2006/main">
  <p:tag name="KSO_WM_BEAUTIFY_FLAG" val="#wm#"/>
  <p:tag name="KSO_WM_DIAGRAM_GROUP_CODE" val="1"/>
  <p:tag name="KSO_WM_FIGMA_FLAG" val="#fgm#"/>
  <p:tag name="KSO_WM_UNIT_INDEX" val="1_1_1"/>
  <p:tag name="KSO_WM_UNIT_TYPE" val="l_h_d"/>
  <p:tag name="KSO_WM_UNIT_ID" val="_20*l_h_d*1_1_1"/>
  <p:tag name="KSO_WM_TAG_VERSION" val="3.0"/>
  <p:tag name="KSO_WM_UNIT_LAYERLEVEL" val="1_1_1"/>
  <p:tag name="KSO_WM_TEMPLATE_INDEX" val="7"/>
  <p:tag name="KSO_WM_TEMPLATE_CATEGORY" val="custom"/>
</p:tagLst>
</file>

<file path=ppt/tags/tag1023.xml><?xml version="1.0" encoding="utf-8"?>
<p:tagLst xmlns:a="http://schemas.openxmlformats.org/drawingml/2006/main" xmlns:r="http://schemas.openxmlformats.org/officeDocument/2006/relationships" xmlns:p="http://schemas.openxmlformats.org/presentationml/2006/main">
  <p:tag name="KSO_WM_BEAUTIFY_FLAG" val="#wm#"/>
  <p:tag name="KSO_WM_DIAGRAM_GROUP_CODE" val="1"/>
  <p:tag name="KSO_WM_FIGMA_FLAG" val="#fgm#"/>
  <p:tag name="KSO_WM_UNIT_INDEX" val="1_1_1"/>
  <p:tag name="KSO_WM_UNIT_TYPE" val="l_h_a"/>
  <p:tag name="KSO_WM_UNIT_ID" val="_20*l_h_a*1_1_1"/>
  <p:tag name="KSO_WM_TAG_VERSION" val="3.0"/>
  <p:tag name="KSO_WM_UNIT_LAYERLEVEL" val="1_1_1"/>
  <p:tag name="KSO_WM_TEMPLATE_INDEX" val="7"/>
  <p:tag name="KSO_WM_TEMPLATE_CATEGORY" val="custom"/>
</p:tagLst>
</file>

<file path=ppt/tags/tag1024.xml><?xml version="1.0" encoding="utf-8"?>
<p:tagLst xmlns:a="http://schemas.openxmlformats.org/drawingml/2006/main" xmlns:r="http://schemas.openxmlformats.org/officeDocument/2006/relationships" xmlns:p="http://schemas.openxmlformats.org/presentationml/2006/main">
  <p:tag name="KSO_WM_BEAUTIFY_FLAG" val="#wm#"/>
  <p:tag name="KSO_WM_DIAGRAM_GROUP_CODE" val="1"/>
  <p:tag name="KSO_WM_FIGMA_FLAG" val="#fgm#"/>
  <p:tag name="KSO_WM_UNIT_INDEX" val="1_1_1"/>
  <p:tag name="KSO_WM_UNIT_TYPE" val="l_h_f"/>
  <p:tag name="KSO_WM_UNIT_ID" val="_20*l_h_f*1_1_1"/>
  <p:tag name="KSO_WM_TAG_VERSION" val="3.0"/>
  <p:tag name="KSO_WM_UNIT_LAYERLEVEL" val="1_1_1"/>
  <p:tag name="KSO_WM_TEMPLATE_INDEX" val="7"/>
  <p:tag name="KSO_WM_TEMPLATE_CATEGORY" val="custom"/>
</p:tagLst>
</file>

<file path=ppt/tags/tag1025.xml><?xml version="1.0" encoding="utf-8"?>
<p:tagLst xmlns:a="http://schemas.openxmlformats.org/drawingml/2006/main" xmlns:r="http://schemas.openxmlformats.org/officeDocument/2006/relationships" xmlns:p="http://schemas.openxmlformats.org/presentationml/2006/main">
  <p:tag name="KSO_WM_FIGMA_DECORATION_INDEX" val="18"/>
  <p:tag name="$PH_EXT" val="2"/>
  <p:tag name="KSO_WM_BEAUTIFY_FLAG" val="#wm#"/>
  <p:tag name="KSO_WM_DIAGRAM_GROUP_CODE" val="1"/>
  <p:tag name="KSO_WM_FIGMA_FLAG" val="#fgm#"/>
  <p:tag name="KSO_WM_SHAPE_BGTYPE" val="lt2"/>
  <p:tag name="KSO_WM_SHAPE_BRIGHT_DATA" val="[{&quot;dk1&quot;:-60,&quot;dk2&quot;:-50,&quot;lt1&quot;:90,&quot;lt2&quot;:100},{&quot;dk1&quot;:-60,&quot;dk2&quot;:-50,&quot;lt1&quot;:90,&quot;lt2&quot;:100}]"/>
  <p:tag name="KSO_WM_SHAPE_UPDATE_BRIGHT" val="1"/>
  <p:tag name="KSO_WM_UNIT_INDEX" val="1_2_1"/>
  <p:tag name="KSO_WM_UNIT_TYPE" val="l_h_i"/>
  <p:tag name="KSO_WM_UNIT_ID" val="_20*l_h_i*1_2_1"/>
  <p:tag name="KSO_WM_TAG_VERSION" val="3.0"/>
  <p:tag name="KSO_WM_UNIT_LAYERLEVEL" val="1_1_1"/>
  <p:tag name="KSO_WM_TEMPLATE_INDEX" val="7"/>
  <p:tag name="KSO_WM_TEMPLATE_CATEGORY" val="custom"/>
</p:tagLst>
</file>

<file path=ppt/tags/tag1026.xml><?xml version="1.0" encoding="utf-8"?>
<p:tagLst xmlns:a="http://schemas.openxmlformats.org/drawingml/2006/main" xmlns:r="http://schemas.openxmlformats.org/officeDocument/2006/relationships" xmlns:p="http://schemas.openxmlformats.org/presentationml/2006/main">
  <p:tag name="KSO_WM_BEAUTIFY_FLAG" val="#wm#"/>
  <p:tag name="KSO_WM_DIAGRAM_GROUP_CODE" val="1"/>
  <p:tag name="KSO_WM_FIGMA_FLAG" val="#fgm#"/>
  <p:tag name="KSO_WM_UNIT_INDEX" val="1_2_1"/>
  <p:tag name="KSO_WM_UNIT_TYPE" val="l_h_d"/>
  <p:tag name="KSO_WM_UNIT_ID" val="_20*l_h_d*1_2_1"/>
  <p:tag name="KSO_WM_TAG_VERSION" val="3.0"/>
  <p:tag name="KSO_WM_UNIT_LAYERLEVEL" val="1_1_1"/>
  <p:tag name="KSO_WM_TEMPLATE_INDEX" val="7"/>
  <p:tag name="KSO_WM_TEMPLATE_CATEGORY" val="custom"/>
</p:tagLst>
</file>

<file path=ppt/tags/tag1027.xml><?xml version="1.0" encoding="utf-8"?>
<p:tagLst xmlns:a="http://schemas.openxmlformats.org/drawingml/2006/main" xmlns:r="http://schemas.openxmlformats.org/officeDocument/2006/relationships" xmlns:p="http://schemas.openxmlformats.org/presentationml/2006/main">
  <p:tag name="KSO_WM_BEAUTIFY_FLAG" val="#wm#"/>
  <p:tag name="KSO_WM_DIAGRAM_GROUP_CODE" val="1"/>
  <p:tag name="KSO_WM_FIGMA_FLAG" val="#fgm#"/>
  <p:tag name="KSO_WM_UNIT_INDEX" val="1_2_1"/>
  <p:tag name="KSO_WM_UNIT_TYPE" val="l_h_a"/>
  <p:tag name="KSO_WM_UNIT_ID" val="_20*l_h_a*1_2_1"/>
  <p:tag name="KSO_WM_TAG_VERSION" val="3.0"/>
  <p:tag name="KSO_WM_UNIT_LAYERLEVEL" val="1_1_1"/>
  <p:tag name="KSO_WM_TEMPLATE_INDEX" val="7"/>
  <p:tag name="KSO_WM_TEMPLATE_CATEGORY" val="custom"/>
</p:tagLst>
</file>

<file path=ppt/tags/tag1028.xml><?xml version="1.0" encoding="utf-8"?>
<p:tagLst xmlns:a="http://schemas.openxmlformats.org/drawingml/2006/main" xmlns:r="http://schemas.openxmlformats.org/officeDocument/2006/relationships" xmlns:p="http://schemas.openxmlformats.org/presentationml/2006/main">
  <p:tag name="KSO_WM_BEAUTIFY_FLAG" val="#wm#"/>
  <p:tag name="KSO_WM_DIAGRAM_GROUP_CODE" val="1"/>
  <p:tag name="KSO_WM_FIGMA_FLAG" val="#fgm#"/>
  <p:tag name="KSO_WM_UNIT_INDEX" val="1_2_1"/>
  <p:tag name="KSO_WM_UNIT_TYPE" val="l_h_f"/>
  <p:tag name="KSO_WM_UNIT_ID" val="_20*l_h_f*1_2_1"/>
  <p:tag name="KSO_WM_TAG_VERSION" val="3.0"/>
  <p:tag name="KSO_WM_UNIT_LAYERLEVEL" val="1_1_1"/>
  <p:tag name="KSO_WM_TEMPLATE_INDEX" val="7"/>
  <p:tag name="KSO_WM_TEMPLATE_CATEGORY" val="custom"/>
</p:tagLst>
</file>

<file path=ppt/tags/tag1029.xml><?xml version="1.0" encoding="utf-8"?>
<p:tagLst xmlns:a="http://schemas.openxmlformats.org/drawingml/2006/main" xmlns:r="http://schemas.openxmlformats.org/officeDocument/2006/relationships" xmlns:p="http://schemas.openxmlformats.org/presentationml/2006/main">
  <p:tag name="KSO_WM_FIGMA_DECORATION_INDEX" val="18"/>
  <p:tag name="$PH_EXT" val="2"/>
  <p:tag name="KSO_WM_BEAUTIFY_FLAG" val="#wm#"/>
  <p:tag name="KSO_WM_DIAGRAM_GROUP_CODE" val="1"/>
  <p:tag name="KSO_WM_FIGMA_FLAG" val="#fgm#"/>
  <p:tag name="KSO_WM_SHAPE_BGTYPE" val="lt2"/>
  <p:tag name="KSO_WM_SHAPE_BRIGHT_DATA" val="[{&quot;dk1&quot;:-60,&quot;dk2&quot;:-50,&quot;lt1&quot;:90,&quot;lt2&quot;:100},{&quot;dk1&quot;:-60,&quot;dk2&quot;:-50,&quot;lt1&quot;:90,&quot;lt2&quot;:100}]"/>
  <p:tag name="KSO_WM_SHAPE_UPDATE_BRIGHT" val="1"/>
  <p:tag name="KSO_WM_UNIT_INDEX" val="1_3_1"/>
  <p:tag name="KSO_WM_UNIT_TYPE" val="l_h_i"/>
  <p:tag name="KSO_WM_UNIT_ID" val="_20*l_h_i*1_3_1"/>
  <p:tag name="KSO_WM_TAG_VERSION" val="3.0"/>
  <p:tag name="KSO_WM_UNIT_LAYERLEVEL" val="1_1_1"/>
  <p:tag name="KSO_WM_TEMPLATE_INDEX" val="7"/>
  <p:tag name="KSO_WM_TEMPLATE_CATEGORY" val="custom"/>
</p:tagLst>
</file>

<file path=ppt/tags/tag1030.xml><?xml version="1.0" encoding="utf-8"?>
<p:tagLst xmlns:a="http://schemas.openxmlformats.org/drawingml/2006/main" xmlns:r="http://schemas.openxmlformats.org/officeDocument/2006/relationships" xmlns:p="http://schemas.openxmlformats.org/presentationml/2006/main">
  <p:tag name="KSO_WM_BEAUTIFY_FLAG" val="#wm#"/>
  <p:tag name="KSO_WM_DIAGRAM_GROUP_CODE" val="1"/>
  <p:tag name="KSO_WM_FIGMA_FLAG" val="#fgm#"/>
  <p:tag name="KSO_WM_UNIT_INDEX" val="1_3_1"/>
  <p:tag name="KSO_WM_UNIT_TYPE" val="l_h_d"/>
  <p:tag name="KSO_WM_UNIT_ID" val="_20*l_h_d*1_3_1"/>
  <p:tag name="KSO_WM_TAG_VERSION" val="3.0"/>
  <p:tag name="KSO_WM_UNIT_LAYERLEVEL" val="1_1_1"/>
  <p:tag name="KSO_WM_TEMPLATE_INDEX" val="7"/>
  <p:tag name="KSO_WM_TEMPLATE_CATEGORY" val="custom"/>
</p:tagLst>
</file>

<file path=ppt/tags/tag1031.xml><?xml version="1.0" encoding="utf-8"?>
<p:tagLst xmlns:a="http://schemas.openxmlformats.org/drawingml/2006/main" xmlns:r="http://schemas.openxmlformats.org/officeDocument/2006/relationships" xmlns:p="http://schemas.openxmlformats.org/presentationml/2006/main">
  <p:tag name="KSO_WM_BEAUTIFY_FLAG" val="#wm#"/>
  <p:tag name="KSO_WM_DIAGRAM_GROUP_CODE" val="1"/>
  <p:tag name="KSO_WM_FIGMA_FLAG" val="#fgm#"/>
  <p:tag name="KSO_WM_UNIT_INDEX" val="1_3_1"/>
  <p:tag name="KSO_WM_UNIT_TYPE" val="l_h_a"/>
  <p:tag name="KSO_WM_UNIT_ID" val="_20*l_h_a*1_3_1"/>
  <p:tag name="KSO_WM_TAG_VERSION" val="3.0"/>
  <p:tag name="KSO_WM_UNIT_LAYERLEVEL" val="1_1_1"/>
  <p:tag name="KSO_WM_TEMPLATE_INDEX" val="7"/>
  <p:tag name="KSO_WM_TEMPLATE_CATEGORY" val="custom"/>
</p:tagLst>
</file>

<file path=ppt/tags/tag1032.xml><?xml version="1.0" encoding="utf-8"?>
<p:tagLst xmlns:a="http://schemas.openxmlformats.org/drawingml/2006/main" xmlns:r="http://schemas.openxmlformats.org/officeDocument/2006/relationships" xmlns:p="http://schemas.openxmlformats.org/presentationml/2006/main">
  <p:tag name="KSO_WM_BEAUTIFY_FLAG" val="#wm#"/>
  <p:tag name="KSO_WM_DIAGRAM_GROUP_CODE" val="1"/>
  <p:tag name="KSO_WM_FIGMA_FLAG" val="#fgm#"/>
  <p:tag name="KSO_WM_UNIT_INDEX" val="1_3_1"/>
  <p:tag name="KSO_WM_UNIT_TYPE" val="l_h_f"/>
  <p:tag name="KSO_WM_UNIT_ID" val="_20*l_h_f*1_3_1"/>
  <p:tag name="KSO_WM_TAG_VERSION" val="3.0"/>
  <p:tag name="KSO_WM_UNIT_LAYERLEVEL" val="1_1_1"/>
  <p:tag name="KSO_WM_TEMPLATE_INDEX" val="7"/>
  <p:tag name="KSO_WM_TEMPLATE_CATEGORY" val="custom"/>
</p:tagLst>
</file>

<file path=ppt/tags/tag1033.xml><?xml version="1.0" encoding="utf-8"?>
<p:tagLst xmlns:a="http://schemas.openxmlformats.org/drawingml/2006/main" xmlns:r="http://schemas.openxmlformats.org/officeDocument/2006/relationships" xmlns:p="http://schemas.openxmlformats.org/presentationml/2006/main">
  <p:tag name="KSO_WM_UNIT_ID" val="_2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1034.xml><?xml version="1.0" encoding="utf-8"?>
<p:tagLst xmlns:a="http://schemas.openxmlformats.org/drawingml/2006/main" xmlns:r="http://schemas.openxmlformats.org/officeDocument/2006/relationships" xmlns:p="http://schemas.openxmlformats.org/presentationml/2006/main">
  <p:tag name="KSO_WM_UNIT_ID" val="_2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1035.xml><?xml version="1.0" encoding="utf-8"?>
<p:tagLst xmlns:a="http://schemas.openxmlformats.org/drawingml/2006/main" xmlns:r="http://schemas.openxmlformats.org/officeDocument/2006/relationships" xmlns:p="http://schemas.openxmlformats.org/presentationml/2006/main">
  <p:tag name="KSO_WM_UNIT_ID" val="_2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1036.xml><?xml version="1.0" encoding="utf-8"?>
<p:tagLst xmlns:a="http://schemas.openxmlformats.org/drawingml/2006/main" xmlns:r="http://schemas.openxmlformats.org/officeDocument/2006/relationships" xmlns:p="http://schemas.openxmlformats.org/presentationml/2006/main">
  <p:tag name="KSO_WM_BEAUTIFY_FLAG" val="#wm#"/>
  <p:tag name="KSO_WM_FIGMA_FLAG" val="#fgm#"/>
  <p:tag name="KSO_WM_UNIT_INDEX" val="1"/>
  <p:tag name="KSO_WM_UNIT_TYPE" val="a"/>
  <p:tag name="KSO_WM_LAYOUT_CHECK_HASH" val="cd7a84570c189ffdffa53afdd97d6313ce2f61ac"/>
  <p:tag name="KSO_WM_NEWLAYOUT_ID" val="slide_865fe7baa74391ac"/>
  <p:tag name="KSO_WM_UNIT_ID" val="_21*a*1"/>
  <p:tag name="KSO_WM_TAG_VERSION" val="3.0"/>
  <p:tag name="KSO_WM_UNIT_LAYERLEVEL" val="1"/>
  <p:tag name="KSO_WM_TEMPLATE_INDEX" val="7"/>
  <p:tag name="KSO_WM_TEMPLATE_CATEGORY" val="custom"/>
</p:tagLst>
</file>

<file path=ppt/tags/tag1037.xml><?xml version="1.0" encoding="utf-8"?>
<p:tagLst xmlns:a="http://schemas.openxmlformats.org/drawingml/2006/main" xmlns:r="http://schemas.openxmlformats.org/officeDocument/2006/relationships" xmlns:p="http://schemas.openxmlformats.org/presentationml/2006/main">
  <p:tag name="KSO_WM_FIGMA_DECORATION_INDEX" val="18"/>
  <p:tag name="$PH_EXT" val="2"/>
  <p:tag name="KSO_WM_BEAUTIFY_FLAG" val="#wm#"/>
  <p:tag name="KSO_WM_DIAGRAM_GROUP_CODE" val="1"/>
  <p:tag name="KSO_WM_FIGMA_FLAG" val="#fgm#"/>
  <p:tag name="KSO_WM_SHAPE_BGTYPE" val="lt2"/>
  <p:tag name="KSO_WM_SHAPE_BRIGHT_DATA" val="[{&quot;dk1&quot;:-60,&quot;dk2&quot;:-50,&quot;lt1&quot;:90,&quot;lt2&quot;:100},{&quot;dk1&quot;:-60,&quot;dk2&quot;:-50,&quot;lt1&quot;:90,&quot;lt2&quot;:100}]"/>
  <p:tag name="KSO_WM_SHAPE_UPDATE_BRIGHT" val="1"/>
  <p:tag name="KSO_WM_UNIT_INDEX" val="1_1_1"/>
  <p:tag name="KSO_WM_UNIT_TYPE" val="l_h_i"/>
  <p:tag name="KSO_WM_UNIT_ID" val="_21*l_h_i*1_1_1"/>
  <p:tag name="KSO_WM_TAG_VERSION" val="3.0"/>
  <p:tag name="KSO_WM_UNIT_LAYERLEVEL" val="1_1_1"/>
  <p:tag name="KSO_WM_TEMPLATE_INDEX" val="7"/>
  <p:tag name="KSO_WM_TEMPLATE_CATEGORY" val="custom"/>
</p:tagLst>
</file>

<file path=ppt/tags/tag1038.xml><?xml version="1.0" encoding="utf-8"?>
<p:tagLst xmlns:a="http://schemas.openxmlformats.org/drawingml/2006/main" xmlns:r="http://schemas.openxmlformats.org/officeDocument/2006/relationships" xmlns:p="http://schemas.openxmlformats.org/presentationml/2006/main">
  <p:tag name="KSO_WM_FIGMA_DECORATION_INDEX" val="1"/>
  <p:tag name="$PH_EXT" val="1"/>
  <p:tag name="KSO_WM_BEAUTIFY_FLAG" val="#wm#"/>
  <p:tag name="KSO_WM_DIAGRAM_GROUP_CODE" val="1"/>
  <p:tag name="KSO_WM_FIGMA_FLAG" val="#fgm#"/>
  <p:tag name="KSO_WM_UNIT_INDEX" val="1_1_1"/>
  <p:tag name="KSO_WM_UNIT_TYPE" val="l_h_x"/>
  <p:tag name="KSO_WM_UNIT_ID" val="_21*l_h_x*1_1_1"/>
  <p:tag name="KSO_WM_TAG_VERSION" val="3.0"/>
  <p:tag name="KSO_WM_UNIT_LAYERLEVEL" val="1_1_1"/>
  <p:tag name="KSO_WM_TEMPLATE_INDEX" val="7"/>
  <p:tag name="KSO_WM_TEMPLATE_CATEGORY" val="custom"/>
</p:tagLst>
</file>

<file path=ppt/tags/tag1039.xml><?xml version="1.0" encoding="utf-8"?>
<p:tagLst xmlns:a="http://schemas.openxmlformats.org/drawingml/2006/main" xmlns:r="http://schemas.openxmlformats.org/officeDocument/2006/relationships" xmlns:p="http://schemas.openxmlformats.org/presentationml/2006/main">
  <p:tag name="KSO_WM_BEAUTIFY_FLAG" val="#wm#"/>
  <p:tag name="KSO_WM_DIAGRAM_GROUP_CODE" val="1"/>
  <p:tag name="KSO_WM_FIGMA_FLAG" val="#fgm#"/>
  <p:tag name="KSO_WM_UNIT_INDEX" val="1_1_1"/>
  <p:tag name="KSO_WM_UNIT_TYPE" val="l_h_a"/>
  <p:tag name="KSO_WM_UNIT_ID" val="_21*l_h_a*1_1_1"/>
  <p:tag name="KSO_WM_TAG_VERSION" val="3.0"/>
  <p:tag name="KSO_WM_UNIT_LAYERLEVEL" val="1_1_1"/>
  <p:tag name="KSO_WM_TEMPLATE_INDEX" val="7"/>
  <p:tag name="KSO_WM_TEMPLATE_CATEGORY" val="custom"/>
</p:tagLst>
</file>

<file path=ppt/tags/tag1040.xml><?xml version="1.0" encoding="utf-8"?>
<p:tagLst xmlns:a="http://schemas.openxmlformats.org/drawingml/2006/main" xmlns:r="http://schemas.openxmlformats.org/officeDocument/2006/relationships" xmlns:p="http://schemas.openxmlformats.org/presentationml/2006/main">
  <p:tag name="KSO_WM_BEAUTIFY_FLAG" val="#wm#"/>
  <p:tag name="KSO_WM_DIAGRAM_GROUP_CODE" val="1"/>
  <p:tag name="KSO_WM_FIGMA_FLAG" val="#fgm#"/>
  <p:tag name="KSO_WM_UNIT_INDEX" val="1_1_1"/>
  <p:tag name="KSO_WM_UNIT_TYPE" val="l_h_f"/>
  <p:tag name="KSO_WM_UNIT_ID" val="_21*l_h_f*1_1_1"/>
  <p:tag name="KSO_WM_TAG_VERSION" val="3.0"/>
  <p:tag name="KSO_WM_UNIT_LAYERLEVEL" val="1_1_1"/>
  <p:tag name="KSO_WM_TEMPLATE_INDEX" val="7"/>
  <p:tag name="KSO_WM_TEMPLATE_CATEGORY" val="custom"/>
</p:tagLst>
</file>

<file path=ppt/tags/tag1041.xml><?xml version="1.0" encoding="utf-8"?>
<p:tagLst xmlns:a="http://schemas.openxmlformats.org/drawingml/2006/main" xmlns:r="http://schemas.openxmlformats.org/officeDocument/2006/relationships" xmlns:p="http://schemas.openxmlformats.org/presentationml/2006/main">
  <p:tag name="KSO_WM_FIGMA_DECORATION_INDEX" val="18"/>
  <p:tag name="$PH_EXT" val="2"/>
  <p:tag name="KSO_WM_BEAUTIFY_FLAG" val="#wm#"/>
  <p:tag name="KSO_WM_DIAGRAM_GROUP_CODE" val="1"/>
  <p:tag name="KSO_WM_FIGMA_FLAG" val="#fgm#"/>
  <p:tag name="KSO_WM_SHAPE_BGTYPE" val="lt2"/>
  <p:tag name="KSO_WM_SHAPE_BRIGHT_DATA" val="[{&quot;dk1&quot;:-60,&quot;dk2&quot;:-50,&quot;lt1&quot;:90,&quot;lt2&quot;:100},{&quot;dk1&quot;:-60,&quot;dk2&quot;:-50,&quot;lt1&quot;:90,&quot;lt2&quot;:100}]"/>
  <p:tag name="KSO_WM_SHAPE_UPDATE_BRIGHT" val="1"/>
  <p:tag name="KSO_WM_UNIT_INDEX" val="1_2_1"/>
  <p:tag name="KSO_WM_UNIT_TYPE" val="l_h_i"/>
  <p:tag name="KSO_WM_UNIT_ID" val="_21*l_h_i*1_2_1"/>
  <p:tag name="KSO_WM_TAG_VERSION" val="3.0"/>
  <p:tag name="KSO_WM_UNIT_LAYERLEVEL" val="1_1_1"/>
  <p:tag name="KSO_WM_TEMPLATE_INDEX" val="7"/>
  <p:tag name="KSO_WM_TEMPLATE_CATEGORY" val="custom"/>
</p:tagLst>
</file>

<file path=ppt/tags/tag1042.xml><?xml version="1.0" encoding="utf-8"?>
<p:tagLst xmlns:a="http://schemas.openxmlformats.org/drawingml/2006/main" xmlns:r="http://schemas.openxmlformats.org/officeDocument/2006/relationships" xmlns:p="http://schemas.openxmlformats.org/presentationml/2006/main">
  <p:tag name="KSO_WM_FIGMA_DECORATION_INDEX" val="2"/>
  <p:tag name="$PH_EXT" val="1"/>
  <p:tag name="KSO_WM_BEAUTIFY_FLAG" val="#wm#"/>
  <p:tag name="KSO_WM_DIAGRAM_GROUP_CODE" val="1"/>
  <p:tag name="KSO_WM_FIGMA_FLAG" val="#fgm#"/>
  <p:tag name="KSO_WM_UNIT_INDEX" val="1_2_1"/>
  <p:tag name="KSO_WM_UNIT_TYPE" val="l_h_x"/>
  <p:tag name="KSO_WM_UNIT_ID" val="_21*l_h_x*1_2_1"/>
  <p:tag name="KSO_WM_TAG_VERSION" val="3.0"/>
  <p:tag name="KSO_WM_UNIT_LAYERLEVEL" val="1_1_1"/>
  <p:tag name="KSO_WM_TEMPLATE_INDEX" val="7"/>
  <p:tag name="KSO_WM_TEMPLATE_CATEGORY" val="custom"/>
</p:tagLst>
</file>

<file path=ppt/tags/tag1043.xml><?xml version="1.0" encoding="utf-8"?>
<p:tagLst xmlns:a="http://schemas.openxmlformats.org/drawingml/2006/main" xmlns:r="http://schemas.openxmlformats.org/officeDocument/2006/relationships" xmlns:p="http://schemas.openxmlformats.org/presentationml/2006/main">
  <p:tag name="KSO_WM_BEAUTIFY_FLAG" val="#wm#"/>
  <p:tag name="KSO_WM_DIAGRAM_GROUP_CODE" val="1"/>
  <p:tag name="KSO_WM_FIGMA_FLAG" val="#fgm#"/>
  <p:tag name="KSO_WM_UNIT_INDEX" val="1_2_1"/>
  <p:tag name="KSO_WM_UNIT_TYPE" val="l_h_a"/>
  <p:tag name="KSO_WM_UNIT_ID" val="_21*l_h_a*1_2_1"/>
  <p:tag name="KSO_WM_TAG_VERSION" val="3.0"/>
  <p:tag name="KSO_WM_UNIT_LAYERLEVEL" val="1_1_1"/>
  <p:tag name="KSO_WM_TEMPLATE_INDEX" val="7"/>
  <p:tag name="KSO_WM_TEMPLATE_CATEGORY" val="custom"/>
</p:tagLst>
</file>

<file path=ppt/tags/tag1044.xml><?xml version="1.0" encoding="utf-8"?>
<p:tagLst xmlns:a="http://schemas.openxmlformats.org/drawingml/2006/main" xmlns:r="http://schemas.openxmlformats.org/officeDocument/2006/relationships" xmlns:p="http://schemas.openxmlformats.org/presentationml/2006/main">
  <p:tag name="KSO_WM_BEAUTIFY_FLAG" val="#wm#"/>
  <p:tag name="KSO_WM_DIAGRAM_GROUP_CODE" val="1"/>
  <p:tag name="KSO_WM_FIGMA_FLAG" val="#fgm#"/>
  <p:tag name="KSO_WM_UNIT_INDEX" val="1_2_1"/>
  <p:tag name="KSO_WM_UNIT_TYPE" val="l_h_f"/>
  <p:tag name="KSO_WM_UNIT_ID" val="_21*l_h_f*1_2_1"/>
  <p:tag name="KSO_WM_TAG_VERSION" val="3.0"/>
  <p:tag name="KSO_WM_UNIT_LAYERLEVEL" val="1_1_1"/>
  <p:tag name="KSO_WM_TEMPLATE_INDEX" val="7"/>
  <p:tag name="KSO_WM_TEMPLATE_CATEGORY" val="custom"/>
</p:tagLst>
</file>

<file path=ppt/tags/tag1045.xml><?xml version="1.0" encoding="utf-8"?>
<p:tagLst xmlns:a="http://schemas.openxmlformats.org/drawingml/2006/main" xmlns:r="http://schemas.openxmlformats.org/officeDocument/2006/relationships" xmlns:p="http://schemas.openxmlformats.org/presentationml/2006/main">
  <p:tag name="KSO_WM_FIGMA_DECORATION_INDEX" val="18"/>
  <p:tag name="$PH_EXT" val="2"/>
  <p:tag name="KSO_WM_BEAUTIFY_FLAG" val="#wm#"/>
  <p:tag name="KSO_WM_DIAGRAM_GROUP_CODE" val="1"/>
  <p:tag name="KSO_WM_FIGMA_FLAG" val="#fgm#"/>
  <p:tag name="KSO_WM_SHAPE_BGTYPE" val="lt2"/>
  <p:tag name="KSO_WM_SHAPE_BRIGHT_DATA" val="[{&quot;dk1&quot;:-60,&quot;dk2&quot;:-50,&quot;lt1&quot;:90,&quot;lt2&quot;:100},{&quot;dk1&quot;:-60,&quot;dk2&quot;:-50,&quot;lt1&quot;:90,&quot;lt2&quot;:100}]"/>
  <p:tag name="KSO_WM_SHAPE_UPDATE_BRIGHT" val="1"/>
  <p:tag name="KSO_WM_UNIT_INDEX" val="1_3_1"/>
  <p:tag name="KSO_WM_UNIT_TYPE" val="l_h_i"/>
  <p:tag name="KSO_WM_UNIT_ID" val="_21*l_h_i*1_3_1"/>
  <p:tag name="KSO_WM_TAG_VERSION" val="3.0"/>
  <p:tag name="KSO_WM_UNIT_LAYERLEVEL" val="1_1_1"/>
  <p:tag name="KSO_WM_TEMPLATE_INDEX" val="7"/>
  <p:tag name="KSO_WM_TEMPLATE_CATEGORY" val="custom"/>
</p:tagLst>
</file>

<file path=ppt/tags/tag1046.xml><?xml version="1.0" encoding="utf-8"?>
<p:tagLst xmlns:a="http://schemas.openxmlformats.org/drawingml/2006/main" xmlns:r="http://schemas.openxmlformats.org/officeDocument/2006/relationships" xmlns:p="http://schemas.openxmlformats.org/presentationml/2006/main">
  <p:tag name="KSO_WM_FIGMA_DECORATION_INDEX" val="3"/>
  <p:tag name="$PH_EXT" val="1"/>
  <p:tag name="KSO_WM_BEAUTIFY_FLAG" val="#wm#"/>
  <p:tag name="KSO_WM_DIAGRAM_GROUP_CODE" val="1"/>
  <p:tag name="KSO_WM_FIGMA_FLAG" val="#fgm#"/>
  <p:tag name="KSO_WM_UNIT_INDEX" val="1_3_1"/>
  <p:tag name="KSO_WM_UNIT_TYPE" val="l_h_x"/>
  <p:tag name="KSO_WM_UNIT_ID" val="_21*l_h_x*1_3_1"/>
  <p:tag name="KSO_WM_TAG_VERSION" val="3.0"/>
  <p:tag name="KSO_WM_UNIT_LAYERLEVEL" val="1_1_1"/>
  <p:tag name="KSO_WM_TEMPLATE_INDEX" val="7"/>
  <p:tag name="KSO_WM_TEMPLATE_CATEGORY" val="custom"/>
</p:tagLst>
</file>

<file path=ppt/tags/tag1047.xml><?xml version="1.0" encoding="utf-8"?>
<p:tagLst xmlns:a="http://schemas.openxmlformats.org/drawingml/2006/main" xmlns:r="http://schemas.openxmlformats.org/officeDocument/2006/relationships" xmlns:p="http://schemas.openxmlformats.org/presentationml/2006/main">
  <p:tag name="KSO_WM_BEAUTIFY_FLAG" val="#wm#"/>
  <p:tag name="KSO_WM_DIAGRAM_GROUP_CODE" val="1"/>
  <p:tag name="KSO_WM_FIGMA_FLAG" val="#fgm#"/>
  <p:tag name="KSO_WM_UNIT_INDEX" val="1_3_1"/>
  <p:tag name="KSO_WM_UNIT_TYPE" val="l_h_a"/>
  <p:tag name="KSO_WM_UNIT_ID" val="_21*l_h_a*1_3_1"/>
  <p:tag name="KSO_WM_TAG_VERSION" val="3.0"/>
  <p:tag name="KSO_WM_UNIT_LAYERLEVEL" val="1_1_1"/>
  <p:tag name="KSO_WM_TEMPLATE_INDEX" val="7"/>
  <p:tag name="KSO_WM_TEMPLATE_CATEGORY" val="custom"/>
</p:tagLst>
</file>

<file path=ppt/tags/tag1048.xml><?xml version="1.0" encoding="utf-8"?>
<p:tagLst xmlns:a="http://schemas.openxmlformats.org/drawingml/2006/main" xmlns:r="http://schemas.openxmlformats.org/officeDocument/2006/relationships" xmlns:p="http://schemas.openxmlformats.org/presentationml/2006/main">
  <p:tag name="KSO_WM_BEAUTIFY_FLAG" val="#wm#"/>
  <p:tag name="KSO_WM_DIAGRAM_GROUP_CODE" val="1"/>
  <p:tag name="KSO_WM_FIGMA_FLAG" val="#fgm#"/>
  <p:tag name="KSO_WM_UNIT_INDEX" val="1_3_1"/>
  <p:tag name="KSO_WM_UNIT_TYPE" val="l_h_f"/>
  <p:tag name="KSO_WM_UNIT_ID" val="_21*l_h_f*1_3_1"/>
  <p:tag name="KSO_WM_TAG_VERSION" val="3.0"/>
  <p:tag name="KSO_WM_UNIT_LAYERLEVEL" val="1_1_1"/>
  <p:tag name="KSO_WM_TEMPLATE_INDEX" val="7"/>
  <p:tag name="KSO_WM_TEMPLATE_CATEGORY" val="custom"/>
</p:tagLst>
</file>

<file path=ppt/tags/tag1049.xml><?xml version="1.0" encoding="utf-8"?>
<p:tagLst xmlns:a="http://schemas.openxmlformats.org/drawingml/2006/main" xmlns:r="http://schemas.openxmlformats.org/officeDocument/2006/relationships" xmlns:p="http://schemas.openxmlformats.org/presentationml/2006/main">
  <p:tag name="KSO_WM_UNIT_ID" val="_22**"/>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1050.xml><?xml version="1.0" encoding="utf-8"?>
<p:tagLst xmlns:a="http://schemas.openxmlformats.org/drawingml/2006/main" xmlns:r="http://schemas.openxmlformats.org/officeDocument/2006/relationships" xmlns:p="http://schemas.openxmlformats.org/presentationml/2006/main">
  <p:tag name="KSO_WM_UNIT_ID" val="_22**"/>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1051.xml><?xml version="1.0" encoding="utf-8"?>
<p:tagLst xmlns:a="http://schemas.openxmlformats.org/drawingml/2006/main" xmlns:r="http://schemas.openxmlformats.org/officeDocument/2006/relationships" xmlns:p="http://schemas.openxmlformats.org/presentationml/2006/main">
  <p:tag name="KSO_WM_UNIT_ID" val="_22**"/>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1052.xml><?xml version="1.0" encoding="utf-8"?>
<p:tagLst xmlns:a="http://schemas.openxmlformats.org/drawingml/2006/main" xmlns:r="http://schemas.openxmlformats.org/officeDocument/2006/relationships" xmlns:p="http://schemas.openxmlformats.org/presentationml/2006/main">
  <p:tag name="KSO_WM_BEAUTIFY_FLAG" val="#wm#"/>
  <p:tag name="KSO_WM_FIGMA_FLAG" val="#fgm#"/>
  <p:tag name="KSO_WM_UNIT_INDEX" val="1"/>
  <p:tag name="KSO_WM_UNIT_TYPE" val="a"/>
  <p:tag name="KSO_WM_LAYOUT_CHECK_HASH" val="05158942e522d392f06f43dcc3b091e45a7c9206"/>
  <p:tag name="KSO_WM_NEWLAYOUT_ID" val="slide_97e71a9c1fd50a82"/>
  <p:tag name="KSO_WM_UNIT_ID" val="_22*a*1"/>
  <p:tag name="KSO_WM_TAG_VERSION" val="3.0"/>
  <p:tag name="KSO_WM_UNIT_LAYERLEVEL" val="1"/>
  <p:tag name="KSO_WM_TEMPLATE_INDEX" val="7"/>
  <p:tag name="KSO_WM_TEMPLATE_CATEGORY" val="custom"/>
</p:tagLst>
</file>

<file path=ppt/tags/tag1053.xml><?xml version="1.0" encoding="utf-8"?>
<p:tagLst xmlns:a="http://schemas.openxmlformats.org/drawingml/2006/main" xmlns:r="http://schemas.openxmlformats.org/officeDocument/2006/relationships" xmlns:p="http://schemas.openxmlformats.org/presentationml/2006/main">
  <p:tag name="KSO_WM_BEAUTIFY_FLAG" val="#wm#"/>
  <p:tag name="KSO_WM_FIGMA_FLAG" val="#fgm#"/>
  <p:tag name="KSO_WM_UNIT_INDEX" val="1"/>
  <p:tag name="KSO_WM_UNIT_TYPE" val="d"/>
  <p:tag name="KSO_WM_UNIT_ID" val="_22*d*1"/>
  <p:tag name="KSO_WM_TAG_VERSION" val="3.0"/>
  <p:tag name="KSO_WM_UNIT_LAYERLEVEL" val="1"/>
  <p:tag name="KSO_WM_TEMPLATE_INDEX" val="7"/>
  <p:tag name="KSO_WM_TEMPLATE_CATEGORY" val="custom"/>
</p:tagLst>
</file>

<file path=ppt/tags/tag1054.xml><?xml version="1.0" encoding="utf-8"?>
<p:tagLst xmlns:a="http://schemas.openxmlformats.org/drawingml/2006/main" xmlns:r="http://schemas.openxmlformats.org/officeDocument/2006/relationships" xmlns:p="http://schemas.openxmlformats.org/presentationml/2006/main">
  <p:tag name="KSO_WM_FIGMA_DECORATION_INDEX" val="19"/>
  <p:tag name="$PH_EXT" val="2"/>
  <p:tag name="KSO_WM_BEAUTIFY_FLAG" val="#wm#"/>
  <p:tag name="KSO_WM_DIAGRAM_GROUP_CODE" val="1"/>
  <p:tag name="KSO_WM_FIGMA_FLAG" val="#fgm#"/>
  <p:tag name="KSO_WM_UNIT_INDEX" val="1_1_1"/>
  <p:tag name="KSO_WM_UNIT_TYPE" val="l_h_i"/>
  <p:tag name="KSO_WM_UNIT_ID" val="_22*l_h_i*1_1_1"/>
  <p:tag name="KSO_WM_TAG_VERSION" val="3.0"/>
  <p:tag name="KSO_WM_UNIT_LAYERLEVEL" val="1_1_1"/>
  <p:tag name="KSO_WM_TEMPLATE_INDEX" val="7"/>
  <p:tag name="KSO_WM_TEMPLATE_CATEGORY" val="custom"/>
</p:tagLst>
</file>

<file path=ppt/tags/tag1055.xml><?xml version="1.0" encoding="utf-8"?>
<p:tagLst xmlns:a="http://schemas.openxmlformats.org/drawingml/2006/main" xmlns:r="http://schemas.openxmlformats.org/officeDocument/2006/relationships" xmlns:p="http://schemas.openxmlformats.org/presentationml/2006/main">
  <p:tag name="KSO_WM_BEAUTIFY_FLAG" val="#wm#"/>
  <p:tag name="KSO_WM_DIAGRAM_GROUP_CODE" val="1"/>
  <p:tag name="KSO_WM_FIGMA_FLAG" val="#fgm#"/>
  <p:tag name="KSO_WM_UNIT_INDEX" val="1_1_1"/>
  <p:tag name="KSO_WM_UNIT_TYPE" val="l_h_a"/>
  <p:tag name="KSO_WM_UNIT_ID" val="_22*l_h_a*1_1_1"/>
  <p:tag name="KSO_WM_TAG_VERSION" val="3.0"/>
  <p:tag name="KSO_WM_UNIT_LAYERLEVEL" val="1_1_1"/>
  <p:tag name="KSO_WM_TEMPLATE_INDEX" val="7"/>
  <p:tag name="KSO_WM_TEMPLATE_CATEGORY" val="custom"/>
</p:tagLst>
</file>

<file path=ppt/tags/tag1056.xml><?xml version="1.0" encoding="utf-8"?>
<p:tagLst xmlns:a="http://schemas.openxmlformats.org/drawingml/2006/main" xmlns:r="http://schemas.openxmlformats.org/officeDocument/2006/relationships" xmlns:p="http://schemas.openxmlformats.org/presentationml/2006/main">
  <p:tag name="KSO_WM_BEAUTIFY_FLAG" val="#wm#"/>
  <p:tag name="KSO_WM_DIAGRAM_GROUP_CODE" val="1"/>
  <p:tag name="KSO_WM_FIGMA_FLAG" val="#fgm#"/>
  <p:tag name="KSO_WM_UNIT_INDEX" val="1_1_1"/>
  <p:tag name="KSO_WM_UNIT_TYPE" val="l_h_f"/>
  <p:tag name="KSO_WM_UNIT_ID" val="_22*l_h_f*1_1_1"/>
  <p:tag name="KSO_WM_TAG_VERSION" val="3.0"/>
  <p:tag name="KSO_WM_UNIT_LAYERLEVEL" val="1_1_1"/>
  <p:tag name="KSO_WM_TEMPLATE_INDEX" val="7"/>
  <p:tag name="KSO_WM_TEMPLATE_CATEGORY" val="custom"/>
</p:tagLst>
</file>

<file path=ppt/tags/tag1057.xml><?xml version="1.0" encoding="utf-8"?>
<p:tagLst xmlns:a="http://schemas.openxmlformats.org/drawingml/2006/main" xmlns:r="http://schemas.openxmlformats.org/officeDocument/2006/relationships" xmlns:p="http://schemas.openxmlformats.org/presentationml/2006/main">
  <p:tag name="KSO_WM_FIGMA_DECORATION_INDEX" val="19"/>
  <p:tag name="$PH_EXT" val="2"/>
  <p:tag name="KSO_WM_BEAUTIFY_FLAG" val="#wm#"/>
  <p:tag name="KSO_WM_DIAGRAM_GROUP_CODE" val="1"/>
  <p:tag name="KSO_WM_FIGMA_FLAG" val="#fgm#"/>
  <p:tag name="KSO_WM_UNIT_INDEX" val="1_2_1"/>
  <p:tag name="KSO_WM_UNIT_TYPE" val="l_h_i"/>
  <p:tag name="KSO_WM_UNIT_ID" val="_22*l_h_i*1_2_1"/>
  <p:tag name="KSO_WM_TAG_VERSION" val="3.0"/>
  <p:tag name="KSO_WM_UNIT_LAYERLEVEL" val="1_1_1"/>
  <p:tag name="KSO_WM_TEMPLATE_INDEX" val="7"/>
  <p:tag name="KSO_WM_TEMPLATE_CATEGORY" val="custom"/>
</p:tagLst>
</file>

<file path=ppt/tags/tag1058.xml><?xml version="1.0" encoding="utf-8"?>
<p:tagLst xmlns:a="http://schemas.openxmlformats.org/drawingml/2006/main" xmlns:r="http://schemas.openxmlformats.org/officeDocument/2006/relationships" xmlns:p="http://schemas.openxmlformats.org/presentationml/2006/main">
  <p:tag name="KSO_WM_BEAUTIFY_FLAG" val="#wm#"/>
  <p:tag name="KSO_WM_DIAGRAM_GROUP_CODE" val="1"/>
  <p:tag name="KSO_WM_FIGMA_FLAG" val="#fgm#"/>
  <p:tag name="KSO_WM_UNIT_INDEX" val="1_2_1"/>
  <p:tag name="KSO_WM_UNIT_TYPE" val="l_h_a"/>
  <p:tag name="KSO_WM_UNIT_ID" val="_22*l_h_a*1_2_1"/>
  <p:tag name="KSO_WM_TAG_VERSION" val="3.0"/>
  <p:tag name="KSO_WM_UNIT_LAYERLEVEL" val="1_1_1"/>
  <p:tag name="KSO_WM_TEMPLATE_INDEX" val="7"/>
  <p:tag name="KSO_WM_TEMPLATE_CATEGORY" val="custom"/>
</p:tagLst>
</file>

<file path=ppt/tags/tag1059.xml><?xml version="1.0" encoding="utf-8"?>
<p:tagLst xmlns:a="http://schemas.openxmlformats.org/drawingml/2006/main" xmlns:r="http://schemas.openxmlformats.org/officeDocument/2006/relationships" xmlns:p="http://schemas.openxmlformats.org/presentationml/2006/main">
  <p:tag name="KSO_WM_BEAUTIFY_FLAG" val="#wm#"/>
  <p:tag name="KSO_WM_DIAGRAM_GROUP_CODE" val="1"/>
  <p:tag name="KSO_WM_FIGMA_FLAG" val="#fgm#"/>
  <p:tag name="KSO_WM_UNIT_INDEX" val="1_2_1"/>
  <p:tag name="KSO_WM_UNIT_TYPE" val="l_h_f"/>
  <p:tag name="KSO_WM_UNIT_ID" val="_22*l_h_f*1_2_1"/>
  <p:tag name="KSO_WM_TAG_VERSION" val="3.0"/>
  <p:tag name="KSO_WM_UNIT_LAYERLEVEL" val="1_1_1"/>
  <p:tag name="KSO_WM_TEMPLATE_INDEX" val="7"/>
  <p:tag name="KSO_WM_TEMPLATE_CATEGORY" val="custom"/>
</p:tagLst>
</file>

<file path=ppt/tags/tag1060.xml><?xml version="1.0" encoding="utf-8"?>
<p:tagLst xmlns:a="http://schemas.openxmlformats.org/drawingml/2006/main" xmlns:r="http://schemas.openxmlformats.org/officeDocument/2006/relationships" xmlns:p="http://schemas.openxmlformats.org/presentationml/2006/main">
  <p:tag name="KSO_WM_FIGMA_DECORATION_INDEX" val="19"/>
  <p:tag name="$PH_EXT" val="2"/>
  <p:tag name="KSO_WM_BEAUTIFY_FLAG" val="#wm#"/>
  <p:tag name="KSO_WM_DIAGRAM_GROUP_CODE" val="1"/>
  <p:tag name="KSO_WM_FIGMA_FLAG" val="#fgm#"/>
  <p:tag name="KSO_WM_UNIT_INDEX" val="1_3_1"/>
  <p:tag name="KSO_WM_UNIT_TYPE" val="l_h_i"/>
  <p:tag name="KSO_WM_UNIT_ID" val="_22*l_h_i*1_3_1"/>
  <p:tag name="KSO_WM_TAG_VERSION" val="3.0"/>
  <p:tag name="KSO_WM_UNIT_LAYERLEVEL" val="1_1_1"/>
  <p:tag name="KSO_WM_TEMPLATE_INDEX" val="7"/>
  <p:tag name="KSO_WM_TEMPLATE_CATEGORY" val="custom"/>
</p:tagLst>
</file>

<file path=ppt/tags/tag1061.xml><?xml version="1.0" encoding="utf-8"?>
<p:tagLst xmlns:a="http://schemas.openxmlformats.org/drawingml/2006/main" xmlns:r="http://schemas.openxmlformats.org/officeDocument/2006/relationships" xmlns:p="http://schemas.openxmlformats.org/presentationml/2006/main">
  <p:tag name="KSO_WM_BEAUTIFY_FLAG" val="#wm#"/>
  <p:tag name="KSO_WM_DIAGRAM_GROUP_CODE" val="1"/>
  <p:tag name="KSO_WM_FIGMA_FLAG" val="#fgm#"/>
  <p:tag name="KSO_WM_UNIT_INDEX" val="1_3_1"/>
  <p:tag name="KSO_WM_UNIT_TYPE" val="l_h_a"/>
  <p:tag name="KSO_WM_UNIT_ID" val="_22*l_h_a*1_3_1"/>
  <p:tag name="KSO_WM_TAG_VERSION" val="3.0"/>
  <p:tag name="KSO_WM_UNIT_LAYERLEVEL" val="1_1_1"/>
  <p:tag name="KSO_WM_TEMPLATE_INDEX" val="7"/>
  <p:tag name="KSO_WM_TEMPLATE_CATEGORY" val="custom"/>
</p:tagLst>
</file>

<file path=ppt/tags/tag1062.xml><?xml version="1.0" encoding="utf-8"?>
<p:tagLst xmlns:a="http://schemas.openxmlformats.org/drawingml/2006/main" xmlns:r="http://schemas.openxmlformats.org/officeDocument/2006/relationships" xmlns:p="http://schemas.openxmlformats.org/presentationml/2006/main">
  <p:tag name="KSO_WM_BEAUTIFY_FLAG" val="#wm#"/>
  <p:tag name="KSO_WM_DIAGRAM_GROUP_CODE" val="1"/>
  <p:tag name="KSO_WM_FIGMA_FLAG" val="#fgm#"/>
  <p:tag name="KSO_WM_UNIT_INDEX" val="1_3_1"/>
  <p:tag name="KSO_WM_UNIT_TYPE" val="l_h_f"/>
  <p:tag name="KSO_WM_UNIT_ID" val="_22*l_h_f*1_3_1"/>
  <p:tag name="KSO_WM_TAG_VERSION" val="3.0"/>
  <p:tag name="KSO_WM_UNIT_LAYERLEVEL" val="1_1_1"/>
  <p:tag name="KSO_WM_TEMPLATE_INDEX" val="7"/>
  <p:tag name="KSO_WM_TEMPLATE_CATEGORY" val="custom"/>
</p:tagLst>
</file>

<file path=ppt/tags/tag1063.xml><?xml version="1.0" encoding="utf-8"?>
<p:tagLst xmlns:a="http://schemas.openxmlformats.org/drawingml/2006/main" xmlns:r="http://schemas.openxmlformats.org/officeDocument/2006/relationships" xmlns:p="http://schemas.openxmlformats.org/presentationml/2006/main">
  <p:tag name="KSO_WM_UNIT_TYPE" val="i"/>
  <p:tag name="KSO_WM_UNIT_INDEX" val="1"/>
  <p:tag name="KSO_WM_BEAUTIFY_FLAG" val="#wm#"/>
  <p:tag name="KSO_WM_TAG_VERSION" val="3.0"/>
  <p:tag name="KSO_WM_UNIT_ID" val="_23*i*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1064.xml><?xml version="1.0" encoding="utf-8"?>
<p:tagLst xmlns:a="http://schemas.openxmlformats.org/drawingml/2006/main" xmlns:r="http://schemas.openxmlformats.org/officeDocument/2006/relationships" xmlns:p="http://schemas.openxmlformats.org/presentationml/2006/main">
  <p:tag name="KSO_WM_UNIT_TYPE" val="i"/>
  <p:tag name="KSO_WM_UNIT_INDEX" val="13"/>
  <p:tag name="KSO_WM_BEAUTIFY_FLAG" val="#wm#"/>
  <p:tag name="KSO_WM_TAG_VERSION" val="3.0"/>
  <p:tag name="KSO_WM_UNIT_ID" val="_23*i*13"/>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1065.xml><?xml version="1.0" encoding="utf-8"?>
<p:tagLst xmlns:a="http://schemas.openxmlformats.org/drawingml/2006/main" xmlns:r="http://schemas.openxmlformats.org/officeDocument/2006/relationships" xmlns:p="http://schemas.openxmlformats.org/presentationml/2006/main">
  <p:tag name="KSO_WM_UNIT_TYPE" val="i"/>
  <p:tag name="KSO_WM_UNIT_INDEX" val="2"/>
  <p:tag name="KSO_WM_BEAUTIFY_FLAG" val="#wm#"/>
  <p:tag name="KSO_WM_TAG_VERSION" val="3.0"/>
  <p:tag name="KSO_WM_UNIT_ID" val="_23*i*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1066.xml><?xml version="1.0" encoding="utf-8"?>
<p:tagLst xmlns:a="http://schemas.openxmlformats.org/drawingml/2006/main" xmlns:r="http://schemas.openxmlformats.org/officeDocument/2006/relationships" xmlns:p="http://schemas.openxmlformats.org/presentationml/2006/main">
  <p:tag name="KSO_WM_UNIT_TYPE" val="i"/>
  <p:tag name="KSO_WM_UNIT_INDEX" val="3"/>
  <p:tag name="KSO_WM_BEAUTIFY_FLAG" val="#wm#"/>
  <p:tag name="KSO_WM_TAG_VERSION" val="3.0"/>
  <p:tag name="KSO_WM_UNIT_ID" val="_23*i*3"/>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1067.xml><?xml version="1.0" encoding="utf-8"?>
<p:tagLst xmlns:a="http://schemas.openxmlformats.org/drawingml/2006/main" xmlns:r="http://schemas.openxmlformats.org/officeDocument/2006/relationships" xmlns:p="http://schemas.openxmlformats.org/presentationml/2006/main">
  <p:tag name="KSO_WM_UNIT_TYPE" val="i"/>
  <p:tag name="KSO_WM_UNIT_INDEX" val="6"/>
  <p:tag name="KSO_WM_BEAUTIFY_FLAG" val="#wm#"/>
  <p:tag name="KSO_WM_TAG_VERSION" val="3.0"/>
  <p:tag name="KSO_WM_UNIT_ID" val="_23*i*6"/>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1068.xml><?xml version="1.0" encoding="utf-8"?>
<p:tagLst xmlns:a="http://schemas.openxmlformats.org/drawingml/2006/main" xmlns:r="http://schemas.openxmlformats.org/officeDocument/2006/relationships" xmlns:p="http://schemas.openxmlformats.org/presentationml/2006/main">
  <p:tag name="KSO_WM_UNIT_TYPE" val="i"/>
  <p:tag name="KSO_WM_UNIT_INDEX" val="5"/>
  <p:tag name="KSO_WM_BEAUTIFY_FLAG" val="#wm#"/>
  <p:tag name="KSO_WM_TAG_VERSION" val="3.0"/>
  <p:tag name="KSO_WM_UNIT_ID" val="_23*i*5"/>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1069.xml><?xml version="1.0" encoding="utf-8"?>
<p:tagLst xmlns:a="http://schemas.openxmlformats.org/drawingml/2006/main" xmlns:r="http://schemas.openxmlformats.org/officeDocument/2006/relationships" xmlns:p="http://schemas.openxmlformats.org/presentationml/2006/main">
  <p:tag name="KSO_WM_UNIT_TYPE" val="i"/>
  <p:tag name="KSO_WM_UNIT_INDEX" val="11"/>
  <p:tag name="KSO_WM_BEAUTIFY_FLAG" val="#wm#"/>
  <p:tag name="KSO_WM_TAG_VERSION" val="3.0"/>
  <p:tag name="KSO_WM_UNIT_ID" val="_23*i*1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1070.xml><?xml version="1.0" encoding="utf-8"?>
<p:tagLst xmlns:a="http://schemas.openxmlformats.org/drawingml/2006/main" xmlns:r="http://schemas.openxmlformats.org/officeDocument/2006/relationships" xmlns:p="http://schemas.openxmlformats.org/presentationml/2006/main">
  <p:tag name="KSO_WM_UNIT_TYPE" val="i"/>
  <p:tag name="KSO_WM_UNIT_INDEX" val="9"/>
  <p:tag name="KSO_WM_BEAUTIFY_FLAG" val="#wm#"/>
  <p:tag name="KSO_WM_TAG_VERSION" val="3.0"/>
  <p:tag name="KSO_WM_UNIT_ID" val="_23*i*9"/>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1071.xml><?xml version="1.0" encoding="utf-8"?>
<p:tagLst xmlns:a="http://schemas.openxmlformats.org/drawingml/2006/main" xmlns:r="http://schemas.openxmlformats.org/officeDocument/2006/relationships" xmlns:p="http://schemas.openxmlformats.org/presentationml/2006/main">
  <p:tag name="KSO_WM_UNIT_TYPE" val="i"/>
  <p:tag name="KSO_WM_UNIT_INDEX" val="8"/>
  <p:tag name="KSO_WM_BEAUTIFY_FLAG" val="#wm#"/>
  <p:tag name="KSO_WM_TAG_VERSION" val="3.0"/>
  <p:tag name="KSO_WM_UNIT_ID" val="_23*i*8"/>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1072.xml><?xml version="1.0" encoding="utf-8"?>
<p:tagLst xmlns:a="http://schemas.openxmlformats.org/drawingml/2006/main" xmlns:r="http://schemas.openxmlformats.org/officeDocument/2006/relationships" xmlns:p="http://schemas.openxmlformats.org/presentationml/2006/main">
  <p:tag name="KSO_WM_UNIT_TYPE" val="i"/>
  <p:tag name="KSO_WM_UNIT_INDEX" val="10"/>
  <p:tag name="KSO_WM_BEAUTIFY_FLAG" val="#wm#"/>
  <p:tag name="KSO_WM_TAG_VERSION" val="3.0"/>
  <p:tag name="KSO_WM_UNIT_ID" val="_23*i*1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1073.xml><?xml version="1.0" encoding="utf-8"?>
<p:tagLst xmlns:a="http://schemas.openxmlformats.org/drawingml/2006/main" xmlns:r="http://schemas.openxmlformats.org/officeDocument/2006/relationships" xmlns:p="http://schemas.openxmlformats.org/presentationml/2006/main">
  <p:tag name="KSO_WM_UNIT_ID" val="_23**"/>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1074.xml><?xml version="1.0" encoding="utf-8"?>
<p:tagLst xmlns:a="http://schemas.openxmlformats.org/drawingml/2006/main" xmlns:r="http://schemas.openxmlformats.org/officeDocument/2006/relationships" xmlns:p="http://schemas.openxmlformats.org/presentationml/2006/main">
  <p:tag name="KSO_WM_UNIT_ID" val="_23**"/>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1075.xml><?xml version="1.0" encoding="utf-8"?>
<p:tagLst xmlns:a="http://schemas.openxmlformats.org/drawingml/2006/main" xmlns:r="http://schemas.openxmlformats.org/officeDocument/2006/relationships" xmlns:p="http://schemas.openxmlformats.org/presentationml/2006/main">
  <p:tag name="KSO_WM_UNIT_ID" val="_23**"/>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1076.xml><?xml version="1.0" encoding="utf-8"?>
<p:tagLst xmlns:a="http://schemas.openxmlformats.org/drawingml/2006/main" xmlns:r="http://schemas.openxmlformats.org/officeDocument/2006/relationships" xmlns:p="http://schemas.openxmlformats.org/presentationml/2006/main">
  <p:tag name="KSO_WM_UNIT_TYPE" val="i"/>
  <p:tag name="KSO_WM_UNIT_INDEX" val="4"/>
  <p:tag name="KSO_WM_BEAUTIFY_FLAG" val="#wm#"/>
  <p:tag name="KSO_WM_TAG_VERSION" val="3.0"/>
  <p:tag name="KSO_WM_UNIT_ID" val="_23*i*4"/>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1077.xml><?xml version="1.0" encoding="utf-8"?>
<p:tagLst xmlns:a="http://schemas.openxmlformats.org/drawingml/2006/main" xmlns:r="http://schemas.openxmlformats.org/officeDocument/2006/relationships" xmlns:p="http://schemas.openxmlformats.org/presentationml/2006/main">
  <p:tag name="KSO_WM_UNIT_TYPE" val="i"/>
  <p:tag name="KSO_WM_UNIT_INDEX" val="12"/>
  <p:tag name="KSO_WM_BEAUTIFY_FLAG" val="#wm#"/>
  <p:tag name="KSO_WM_TAG_VERSION" val="3.0"/>
  <p:tag name="KSO_WM_UNIT_ID" val="_23*i*1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1078.xml><?xml version="1.0" encoding="utf-8"?>
<p:tagLst xmlns:a="http://schemas.openxmlformats.org/drawingml/2006/main" xmlns:r="http://schemas.openxmlformats.org/officeDocument/2006/relationships" xmlns:p="http://schemas.openxmlformats.org/presentationml/2006/main">
  <p:tag name="KSO_WM_UNIT_TYPE" val="a"/>
  <p:tag name="KSO_WM_BEAUTIFY_FLAG" val="#wm#"/>
  <p:tag name="KSO_WM_FIGMA_FLAG" val="#fgm#"/>
  <p:tag name="KSO_WM_UNIT_INDEX" val="1"/>
  <p:tag name="KSO_WM_UNIT_TEXT_TYPE" val="1"/>
  <p:tag name="KSO_WM_LAYOUT_CHECK_HASH" val="336e75c4b7c107cb6cac18a63e7083e8ba24c1d8"/>
  <p:tag name="KSO_WM_NEWLAYOUT_ID" val="1678"/>
  <p:tag name="KSO_WM_UNIT_ID" val="_23*a*1"/>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1079.xml><?xml version="1.0" encoding="utf-8"?>
<p:tagLst xmlns:a="http://schemas.openxmlformats.org/drawingml/2006/main" xmlns:r="http://schemas.openxmlformats.org/officeDocument/2006/relationships" xmlns:p="http://schemas.openxmlformats.org/presentationml/2006/main">
  <p:tag name="KSO_WM_UNIT_TYPE" val="e"/>
  <p:tag name="KSO_WM_BEAUTIFY_FLAG" val="#wm#"/>
  <p:tag name="KSO_WM_FIGMA_FLAG" val="#fgm#"/>
  <p:tag name="KSO_WM_UNIT_INDEX" val="1"/>
  <p:tag name="KSO_WM_UNIT_ID" val="_23*e*1"/>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1080.xml><?xml version="1.0" encoding="utf-8"?>
<p:tagLst xmlns:a="http://schemas.openxmlformats.org/drawingml/2006/main" xmlns:r="http://schemas.openxmlformats.org/officeDocument/2006/relationships" xmlns:p="http://schemas.openxmlformats.org/presentationml/2006/main">
  <p:tag name="KSO_WM_UNIT_ID" val="_23**"/>
  <p:tag name="KSO_WM_BEAUTIFY_FLAG" val="#wm#"/>
  <p:tag name="KSO_WM_TAG_VERSION" val="3.0"/>
  <p:tag name="KSO_WM_UNIT_LAYERLEVEL" val="1"/>
  <p:tag name="KSO_WM_TEMPLATE_INDEX" val="7"/>
  <p:tag name="KSO_WM_TEMPLATE_CATEGORY" val="custom"/>
</p:tagLst>
</file>

<file path=ppt/tags/tag1081.xml><?xml version="1.0" encoding="utf-8"?>
<p:tagLst xmlns:a="http://schemas.openxmlformats.org/drawingml/2006/main" xmlns:r="http://schemas.openxmlformats.org/officeDocument/2006/relationships" xmlns:p="http://schemas.openxmlformats.org/presentationml/2006/main">
  <p:tag name="KSO_WM_UNIT_ID" val="_24**"/>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1082.xml><?xml version="1.0" encoding="utf-8"?>
<p:tagLst xmlns:a="http://schemas.openxmlformats.org/drawingml/2006/main" xmlns:r="http://schemas.openxmlformats.org/officeDocument/2006/relationships" xmlns:p="http://schemas.openxmlformats.org/presentationml/2006/main">
  <p:tag name="KSO_WM_UNIT_ID" val="_24**"/>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1083.xml><?xml version="1.0" encoding="utf-8"?>
<p:tagLst xmlns:a="http://schemas.openxmlformats.org/drawingml/2006/main" xmlns:r="http://schemas.openxmlformats.org/officeDocument/2006/relationships" xmlns:p="http://schemas.openxmlformats.org/presentationml/2006/main">
  <p:tag name="KSO_WM_UNIT_ID" val="_24**"/>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1084.xml><?xml version="1.0" encoding="utf-8"?>
<p:tagLst xmlns:a="http://schemas.openxmlformats.org/drawingml/2006/main" xmlns:r="http://schemas.openxmlformats.org/officeDocument/2006/relationships" xmlns:p="http://schemas.openxmlformats.org/presentationml/2006/main">
  <p:tag name="KSO_WM_BEAUTIFY_FLAG" val="#wm#"/>
  <p:tag name="KSO_WM_FIGMA_FLAG" val="#fgm#"/>
  <p:tag name="KSO_WM_UNIT_INDEX" val="1"/>
  <p:tag name="KSO_WM_UNIT_TEXT_TYPE" val="1"/>
  <p:tag name="KSO_WM_UNIT_TYPE" val="b"/>
  <p:tag name="KSO_WM_UNIT_ID" val="_24*b*1"/>
  <p:tag name="KSO_WM_TAG_VERSION" val="3.0"/>
  <p:tag name="KSO_WM_UNIT_LAYERLEVEL" val="1"/>
  <p:tag name="KSO_WM_TEMPLATE_INDEX" val="7"/>
  <p:tag name="KSO_WM_TEMPLATE_CATEGORY" val="custom"/>
</p:tagLst>
</file>

<file path=ppt/tags/tag1085.xml><?xml version="1.0" encoding="utf-8"?>
<p:tagLst xmlns:a="http://schemas.openxmlformats.org/drawingml/2006/main" xmlns:r="http://schemas.openxmlformats.org/officeDocument/2006/relationships" xmlns:p="http://schemas.openxmlformats.org/presentationml/2006/main">
  <p:tag name="KSO_WM_BEAUTIFY_FLAG" val="#wm#"/>
  <p:tag name="KSO_WM_FIGMA_FLAG" val="#fgm#"/>
  <p:tag name="KSO_WM_UNIT_INDEX" val="1"/>
  <p:tag name="KSO_WM_UNIT_TEXT_TYPE" val="1"/>
  <p:tag name="KSO_WM_UNIT_TYPE" val="a"/>
  <p:tag name="KSO_WM_LAYOUT_CHECK_HASH" val="bd9983c44090d06e7b24546ab468b444d4b104a2"/>
  <p:tag name="KSO_WM_NEWLAYOUT_ID" val="slide_cea45c27deb23863"/>
  <p:tag name="KSO_WM_UNIT_ID" val="_24*a*1"/>
  <p:tag name="KSO_WM_TAG_VERSION" val="3.0"/>
  <p:tag name="KSO_WM_UNIT_LAYERLEVEL" val="1"/>
  <p:tag name="KSO_WM_TEMPLATE_INDEX" val="7"/>
  <p:tag name="KSO_WM_TEMPLATE_CATEGORY" val="custom"/>
</p:tagLst>
</file>

<file path=ppt/tags/tag1086.xml><?xml version="1.0" encoding="utf-8"?>
<p:tagLst xmlns:a="http://schemas.openxmlformats.org/drawingml/2006/main" xmlns:r="http://schemas.openxmlformats.org/officeDocument/2006/relationships" xmlns:p="http://schemas.openxmlformats.org/presentationml/2006/main">
  <p:tag name="KSO_WM_BEAUTIFY_FLAG" val="#wm#"/>
  <p:tag name="KSO_WM_DIAGRAM_GROUP_CODE" val="1"/>
  <p:tag name="KSO_WM_FIGMA_FLAG" val="#fgm#"/>
  <p:tag name="KSO_WM_UNIT_INDEX" val="1_1_1"/>
  <p:tag name="KSO_WM_UNIT_SUBTYPE" val="d"/>
  <p:tag name="KSO_WM_UNIT_TYPE" val="l_h_i"/>
  <p:tag name="KSO_WM_UNIT_ID" val="_24*l_h_i*1_1_1"/>
  <p:tag name="KSO_WM_TAG_VERSION" val="3.0"/>
  <p:tag name="KSO_WM_UNIT_LAYERLEVEL" val="1_1_1"/>
  <p:tag name="KSO_WM_TEMPLATE_INDEX" val="7"/>
  <p:tag name="KSO_WM_TEMPLATE_CATEGORY" val="custom"/>
</p:tagLst>
</file>

<file path=ppt/tags/tag1087.xml><?xml version="1.0" encoding="utf-8"?>
<p:tagLst xmlns:a="http://schemas.openxmlformats.org/drawingml/2006/main" xmlns:r="http://schemas.openxmlformats.org/officeDocument/2006/relationships" xmlns:p="http://schemas.openxmlformats.org/presentationml/2006/main">
  <p:tag name="KSO_WM_FIGMA_DECORATION_INDEX" val="25"/>
  <p:tag name="$PH_EXT" val="2"/>
  <p:tag name="KSO_WM_BEAUTIFY_FLAG" val="#wm#"/>
  <p:tag name="KSO_WM_DIAGRAM_GROUP_CODE" val="1"/>
  <p:tag name="KSO_WM_FIGMA_FLAG" val="#fgm#"/>
  <p:tag name="KSO_WM_UNIT_INDEX" val="1_1_2"/>
  <p:tag name="KSO_WM_UNIT_TYPE" val="l_h_i"/>
  <p:tag name="KSO_WM_UNIT_ID" val="_24*l_h_i*1_1_2"/>
  <p:tag name="KSO_WM_TAG_VERSION" val="3.0"/>
  <p:tag name="KSO_WM_UNIT_LAYERLEVEL" val="1_1_1"/>
  <p:tag name="KSO_WM_TEMPLATE_INDEX" val="7"/>
  <p:tag name="KSO_WM_TEMPLATE_CATEGORY" val="custom"/>
</p:tagLst>
</file>

<file path=ppt/tags/tag1088.xml><?xml version="1.0" encoding="utf-8"?>
<p:tagLst xmlns:a="http://schemas.openxmlformats.org/drawingml/2006/main" xmlns:r="http://schemas.openxmlformats.org/officeDocument/2006/relationships" xmlns:p="http://schemas.openxmlformats.org/presentationml/2006/main">
  <p:tag name="KSO_WM_BEAUTIFY_FLAG" val="#wm#"/>
  <p:tag name="KSO_WM_DIAGRAM_GROUP_CODE" val="1"/>
  <p:tag name="KSO_WM_FIGMA_FLAG" val="#fgm#"/>
  <p:tag name="KSO_WM_UNIT_INDEX" val="1_1_1"/>
  <p:tag name="KSO_WM_UNIT_TYPE" val="l_h_a"/>
  <p:tag name="KSO_WM_UNIT_ID" val="_24*l_h_a*1_1_1"/>
  <p:tag name="KSO_WM_TAG_VERSION" val="3.0"/>
  <p:tag name="KSO_WM_UNIT_LAYERLEVEL" val="1_1_1"/>
  <p:tag name="KSO_WM_TEMPLATE_INDEX" val="7"/>
  <p:tag name="KSO_WM_TEMPLATE_CATEGORY" val="custom"/>
</p:tagLst>
</file>

<file path=ppt/tags/tag1089.xml><?xml version="1.0" encoding="utf-8"?>
<p:tagLst xmlns:a="http://schemas.openxmlformats.org/drawingml/2006/main" xmlns:r="http://schemas.openxmlformats.org/officeDocument/2006/relationships" xmlns:p="http://schemas.openxmlformats.org/presentationml/2006/main">
  <p:tag name="KSO_WM_BEAUTIFY_FLAG" val="#wm#"/>
  <p:tag name="KSO_WM_DIAGRAM_GROUP_CODE" val="1"/>
  <p:tag name="KSO_WM_FIGMA_FLAG" val="#fgm#"/>
  <p:tag name="KSO_WM_UNIT_INDEX" val="1_2_1"/>
  <p:tag name="KSO_WM_UNIT_SUBTYPE" val="d"/>
  <p:tag name="KSO_WM_UNIT_TYPE" val="l_h_i"/>
  <p:tag name="KSO_WM_UNIT_ID" val="_24*l_h_i*1_2_1"/>
  <p:tag name="KSO_WM_TAG_VERSION" val="3.0"/>
  <p:tag name="KSO_WM_UNIT_LAYERLEVEL" val="1_1_1"/>
  <p:tag name="KSO_WM_TEMPLATE_INDEX" val="7"/>
  <p:tag name="KSO_WM_TEMPLATE_CATEGORY" val="custom"/>
</p:tagLst>
</file>

<file path=ppt/tags/tag1090.xml><?xml version="1.0" encoding="utf-8"?>
<p:tagLst xmlns:a="http://schemas.openxmlformats.org/drawingml/2006/main" xmlns:r="http://schemas.openxmlformats.org/officeDocument/2006/relationships" xmlns:p="http://schemas.openxmlformats.org/presentationml/2006/main">
  <p:tag name="KSO_WM_FIGMA_DECORATION_INDEX" val="25"/>
  <p:tag name="$PH_EXT" val="2"/>
  <p:tag name="KSO_WM_BEAUTIFY_FLAG" val="#wm#"/>
  <p:tag name="KSO_WM_DIAGRAM_GROUP_CODE" val="1"/>
  <p:tag name="KSO_WM_FIGMA_FLAG" val="#fgm#"/>
  <p:tag name="KSO_WM_UNIT_INDEX" val="1_2_2"/>
  <p:tag name="KSO_WM_UNIT_TYPE" val="l_h_i"/>
  <p:tag name="KSO_WM_UNIT_ID" val="_24*l_h_i*1_2_2"/>
  <p:tag name="KSO_WM_TAG_VERSION" val="3.0"/>
  <p:tag name="KSO_WM_UNIT_LAYERLEVEL" val="1_1_1"/>
  <p:tag name="KSO_WM_TEMPLATE_INDEX" val="7"/>
  <p:tag name="KSO_WM_TEMPLATE_CATEGORY" val="custom"/>
</p:tagLst>
</file>

<file path=ppt/tags/tag1091.xml><?xml version="1.0" encoding="utf-8"?>
<p:tagLst xmlns:a="http://schemas.openxmlformats.org/drawingml/2006/main" xmlns:r="http://schemas.openxmlformats.org/officeDocument/2006/relationships" xmlns:p="http://schemas.openxmlformats.org/presentationml/2006/main">
  <p:tag name="KSO_WM_BEAUTIFY_FLAG" val="#wm#"/>
  <p:tag name="KSO_WM_DIAGRAM_GROUP_CODE" val="1"/>
  <p:tag name="KSO_WM_FIGMA_FLAG" val="#fgm#"/>
  <p:tag name="KSO_WM_UNIT_INDEX" val="1_2_1"/>
  <p:tag name="KSO_WM_UNIT_TYPE" val="l_h_a"/>
  <p:tag name="KSO_WM_UNIT_ID" val="_24*l_h_a*1_2_1"/>
  <p:tag name="KSO_WM_TAG_VERSION" val="3.0"/>
  <p:tag name="KSO_WM_UNIT_LAYERLEVEL" val="1_1_1"/>
  <p:tag name="KSO_WM_TEMPLATE_INDEX" val="7"/>
  <p:tag name="KSO_WM_TEMPLATE_CATEGORY" val="custom"/>
</p:tagLst>
</file>

<file path=ppt/tags/tag1092.xml><?xml version="1.0" encoding="utf-8"?>
<p:tagLst xmlns:a="http://schemas.openxmlformats.org/drawingml/2006/main" xmlns:r="http://schemas.openxmlformats.org/officeDocument/2006/relationships" xmlns:p="http://schemas.openxmlformats.org/presentationml/2006/main">
  <p:tag name="KSO_WM_BEAUTIFY_FLAG" val="#wm#"/>
  <p:tag name="KSO_WM_DIAGRAM_GROUP_CODE" val="1"/>
  <p:tag name="KSO_WM_FIGMA_FLAG" val="#fgm#"/>
  <p:tag name="KSO_WM_UNIT_INDEX" val="1_3_1"/>
  <p:tag name="KSO_WM_UNIT_SUBTYPE" val="d"/>
  <p:tag name="KSO_WM_UNIT_TYPE" val="l_h_i"/>
  <p:tag name="KSO_WM_UNIT_ID" val="_24*l_h_i*1_3_1"/>
  <p:tag name="KSO_WM_TAG_VERSION" val="3.0"/>
  <p:tag name="KSO_WM_UNIT_LAYERLEVEL" val="1_1_1"/>
  <p:tag name="KSO_WM_TEMPLATE_INDEX" val="7"/>
  <p:tag name="KSO_WM_TEMPLATE_CATEGORY" val="custom"/>
</p:tagLst>
</file>

<file path=ppt/tags/tag1093.xml><?xml version="1.0" encoding="utf-8"?>
<p:tagLst xmlns:a="http://schemas.openxmlformats.org/drawingml/2006/main" xmlns:r="http://schemas.openxmlformats.org/officeDocument/2006/relationships" xmlns:p="http://schemas.openxmlformats.org/presentationml/2006/main">
  <p:tag name="KSO_WM_FIGMA_DECORATION_INDEX" val="25"/>
  <p:tag name="$PH_EXT" val="2"/>
  <p:tag name="KSO_WM_BEAUTIFY_FLAG" val="#wm#"/>
  <p:tag name="KSO_WM_DIAGRAM_GROUP_CODE" val="1"/>
  <p:tag name="KSO_WM_FIGMA_FLAG" val="#fgm#"/>
  <p:tag name="KSO_WM_UNIT_INDEX" val="1_3_2"/>
  <p:tag name="KSO_WM_UNIT_TYPE" val="l_h_i"/>
  <p:tag name="KSO_WM_UNIT_ID" val="_24*l_h_i*1_3_2"/>
  <p:tag name="KSO_WM_TAG_VERSION" val="3.0"/>
  <p:tag name="KSO_WM_UNIT_LAYERLEVEL" val="1_1_1"/>
  <p:tag name="KSO_WM_TEMPLATE_INDEX" val="7"/>
  <p:tag name="KSO_WM_TEMPLATE_CATEGORY" val="custom"/>
</p:tagLst>
</file>

<file path=ppt/tags/tag1094.xml><?xml version="1.0" encoding="utf-8"?>
<p:tagLst xmlns:a="http://schemas.openxmlformats.org/drawingml/2006/main" xmlns:r="http://schemas.openxmlformats.org/officeDocument/2006/relationships" xmlns:p="http://schemas.openxmlformats.org/presentationml/2006/main">
  <p:tag name="KSO_WM_BEAUTIFY_FLAG" val="#wm#"/>
  <p:tag name="KSO_WM_DIAGRAM_GROUP_CODE" val="1"/>
  <p:tag name="KSO_WM_FIGMA_FLAG" val="#fgm#"/>
  <p:tag name="KSO_WM_UNIT_INDEX" val="1_3_1"/>
  <p:tag name="KSO_WM_UNIT_TYPE" val="l_h_a"/>
  <p:tag name="KSO_WM_UNIT_ID" val="_24*l_h_a*1_3_1"/>
  <p:tag name="KSO_WM_TAG_VERSION" val="3.0"/>
  <p:tag name="KSO_WM_UNIT_LAYERLEVEL" val="1_1_1"/>
  <p:tag name="KSO_WM_TEMPLATE_INDEX" val="7"/>
  <p:tag name="KSO_WM_TEMPLATE_CATEGORY" val="custom"/>
</p:tagLst>
</file>

<file path=ppt/tags/tag1095.xml><?xml version="1.0" encoding="utf-8"?>
<p:tagLst xmlns:a="http://schemas.openxmlformats.org/drawingml/2006/main" xmlns:r="http://schemas.openxmlformats.org/officeDocument/2006/relationships" xmlns:p="http://schemas.openxmlformats.org/presentationml/2006/main">
  <p:tag name="KSO_WM_BEAUTIFY_FLAG" val="#wm#"/>
  <p:tag name="KSO_WM_DIAGRAM_GROUP_CODE" val="1"/>
  <p:tag name="KSO_WM_FIGMA_FLAG" val="#fgm#"/>
  <p:tag name="KSO_WM_UNIT_INDEX" val="1_4_1"/>
  <p:tag name="KSO_WM_UNIT_SUBTYPE" val="d"/>
  <p:tag name="KSO_WM_UNIT_TYPE" val="l_h_i"/>
  <p:tag name="KSO_WM_UNIT_ID" val="_24*l_h_i*1_4_1"/>
  <p:tag name="KSO_WM_TAG_VERSION" val="3.0"/>
  <p:tag name="KSO_WM_UNIT_LAYERLEVEL" val="1_1_1"/>
  <p:tag name="KSO_WM_TEMPLATE_INDEX" val="7"/>
  <p:tag name="KSO_WM_TEMPLATE_CATEGORY" val="custom"/>
</p:tagLst>
</file>

<file path=ppt/tags/tag1096.xml><?xml version="1.0" encoding="utf-8"?>
<p:tagLst xmlns:a="http://schemas.openxmlformats.org/drawingml/2006/main" xmlns:r="http://schemas.openxmlformats.org/officeDocument/2006/relationships" xmlns:p="http://schemas.openxmlformats.org/presentationml/2006/main">
  <p:tag name="KSO_WM_FIGMA_DECORATION_INDEX" val="25"/>
  <p:tag name="$PH_EXT" val="2"/>
  <p:tag name="KSO_WM_BEAUTIFY_FLAG" val="#wm#"/>
  <p:tag name="KSO_WM_DIAGRAM_GROUP_CODE" val="1"/>
  <p:tag name="KSO_WM_FIGMA_FLAG" val="#fgm#"/>
  <p:tag name="KSO_WM_UNIT_INDEX" val="1_4_2"/>
  <p:tag name="KSO_WM_UNIT_TYPE" val="l_h_i"/>
  <p:tag name="KSO_WM_UNIT_ID" val="_24*l_h_i*1_4_2"/>
  <p:tag name="KSO_WM_TAG_VERSION" val="3.0"/>
  <p:tag name="KSO_WM_UNIT_LAYERLEVEL" val="1_1_1"/>
  <p:tag name="KSO_WM_TEMPLATE_INDEX" val="7"/>
  <p:tag name="KSO_WM_TEMPLATE_CATEGORY" val="custom"/>
</p:tagLst>
</file>

<file path=ppt/tags/tag1097.xml><?xml version="1.0" encoding="utf-8"?>
<p:tagLst xmlns:a="http://schemas.openxmlformats.org/drawingml/2006/main" xmlns:r="http://schemas.openxmlformats.org/officeDocument/2006/relationships" xmlns:p="http://schemas.openxmlformats.org/presentationml/2006/main">
  <p:tag name="KSO_WM_BEAUTIFY_FLAG" val="#wm#"/>
  <p:tag name="KSO_WM_DIAGRAM_GROUP_CODE" val="1"/>
  <p:tag name="KSO_WM_FIGMA_FLAG" val="#fgm#"/>
  <p:tag name="KSO_WM_UNIT_INDEX" val="1_4_1"/>
  <p:tag name="KSO_WM_UNIT_TYPE" val="l_h_a"/>
  <p:tag name="KSO_WM_UNIT_ID" val="_24*l_h_a*1_4_1"/>
  <p:tag name="KSO_WM_TAG_VERSION" val="3.0"/>
  <p:tag name="KSO_WM_UNIT_LAYERLEVEL" val="1_1_1"/>
  <p:tag name="KSO_WM_TEMPLATE_INDEX" val="7"/>
  <p:tag name="KSO_WM_TEMPLATE_CATEGORY" val="custom"/>
</p:tagLst>
</file>

<file path=ppt/tags/tag1098.xml><?xml version="1.0" encoding="utf-8"?>
<p:tagLst xmlns:a="http://schemas.openxmlformats.org/drawingml/2006/main" xmlns:r="http://schemas.openxmlformats.org/officeDocument/2006/relationships" xmlns:p="http://schemas.openxmlformats.org/presentationml/2006/main">
  <p:tag name="KSO_WM_BEAUTIFY_FLAG" val="#wm#"/>
  <p:tag name="KSO_WM_DIAGRAM_GROUP_CODE" val="1"/>
  <p:tag name="KSO_WM_FIGMA_FLAG" val="#fgm#"/>
  <p:tag name="KSO_WM_UNIT_INDEX" val="1_5_1"/>
  <p:tag name="KSO_WM_UNIT_SUBTYPE" val="d"/>
  <p:tag name="KSO_WM_UNIT_TYPE" val="l_h_i"/>
  <p:tag name="KSO_WM_UNIT_ID" val="_24*l_h_i*1_5_1"/>
  <p:tag name="KSO_WM_TAG_VERSION" val="3.0"/>
  <p:tag name="KSO_WM_UNIT_LAYERLEVEL" val="1_1_1"/>
  <p:tag name="KSO_WM_TEMPLATE_INDEX" val="7"/>
  <p:tag name="KSO_WM_TEMPLATE_CATEGORY" val="custom"/>
</p:tagLst>
</file>

<file path=ppt/tags/tag1099.xml><?xml version="1.0" encoding="utf-8"?>
<p:tagLst xmlns:a="http://schemas.openxmlformats.org/drawingml/2006/main" xmlns:r="http://schemas.openxmlformats.org/officeDocument/2006/relationships" xmlns:p="http://schemas.openxmlformats.org/presentationml/2006/main">
  <p:tag name="KSO_WM_FIGMA_DECORATION_INDEX" val="25"/>
  <p:tag name="$PH_EXT" val="2"/>
  <p:tag name="KSO_WM_BEAUTIFY_FLAG" val="#wm#"/>
  <p:tag name="KSO_WM_DIAGRAM_GROUP_CODE" val="1"/>
  <p:tag name="KSO_WM_FIGMA_FLAG" val="#fgm#"/>
  <p:tag name="KSO_WM_UNIT_INDEX" val="1_5_2"/>
  <p:tag name="KSO_WM_UNIT_TYPE" val="l_h_i"/>
  <p:tag name="KSO_WM_UNIT_ID" val="_24*l_h_i*1_5_2"/>
  <p:tag name="KSO_WM_TAG_VERSION" val="3.0"/>
  <p:tag name="KSO_WM_UNIT_LAYERLEVEL" val="1_1_1"/>
  <p:tag name="KSO_WM_TEMPLATE_INDEX" val="7"/>
  <p:tag name="KSO_WM_TEMPLATE_CATEGORY" val="custom"/>
</p:tagLst>
</file>

<file path=ppt/tags/tag1100.xml><?xml version="1.0" encoding="utf-8"?>
<p:tagLst xmlns:a="http://schemas.openxmlformats.org/drawingml/2006/main" xmlns:r="http://schemas.openxmlformats.org/officeDocument/2006/relationships" xmlns:p="http://schemas.openxmlformats.org/presentationml/2006/main">
  <p:tag name="KSO_WM_BEAUTIFY_FLAG" val="#wm#"/>
  <p:tag name="KSO_WM_DIAGRAM_GROUP_CODE" val="1"/>
  <p:tag name="KSO_WM_FIGMA_FLAG" val="#fgm#"/>
  <p:tag name="KSO_WM_UNIT_INDEX" val="1_5_1"/>
  <p:tag name="KSO_WM_UNIT_TYPE" val="l_h_a"/>
  <p:tag name="KSO_WM_UNIT_ID" val="_24*l_h_a*1_5_1"/>
  <p:tag name="KSO_WM_TAG_VERSION" val="3.0"/>
  <p:tag name="KSO_WM_UNIT_LAYERLEVEL" val="1_1_1"/>
  <p:tag name="KSO_WM_TEMPLATE_INDEX" val="7"/>
  <p:tag name="KSO_WM_TEMPLATE_CATEGORY" val="custom"/>
</p:tagLst>
</file>

<file path=ppt/tags/tag1101.xml><?xml version="1.0" encoding="utf-8"?>
<p:tagLst xmlns:a="http://schemas.openxmlformats.org/drawingml/2006/main" xmlns:r="http://schemas.openxmlformats.org/officeDocument/2006/relationships"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25*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TEMPLATE_INDEX" val="7"/>
  <p:tag name="KSO_WM_TEMPLATE_CATEGORY" val="custom"/>
</p:tagLst>
</file>

<file path=ppt/tags/tag1102.xml><?xml version="1.0" encoding="utf-8"?>
<p:tagLst xmlns:a="http://schemas.openxmlformats.org/drawingml/2006/main" xmlns:r="http://schemas.openxmlformats.org/officeDocument/2006/relationships" xmlns:p="http://schemas.openxmlformats.org/presentationml/2006/main">
  <p:tag name="KSO_WM_UNIT_TYPE" val="f"/>
  <p:tag name="KSO_WM_UNIT_SUBTYPE" val="a"/>
  <p:tag name="KSO_WM_UNIT_INDEX" val="1"/>
  <p:tag name="KSO_WM_BEAUTIFY_FLAG" val="#wm#"/>
  <p:tag name="KSO_WM_TAG_VERSION" val="3.0"/>
  <p:tag name="KSO_WM_UNIT_PRESET_TEXT" val="单击此处编辑母版文本样式&#10;第二级&#10;第三级&#10;第四级&#10;第五级"/>
  <p:tag name="KSO_WM_UNIT_ID" val="_25*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1103.xml><?xml version="1.0" encoding="utf-8"?>
<p:tagLst xmlns:a="http://schemas.openxmlformats.org/drawingml/2006/main" xmlns:r="http://schemas.openxmlformats.org/officeDocument/2006/relationships" xmlns:p="http://schemas.openxmlformats.org/presentationml/2006/main">
  <p:tag name="KSO_WM_UNIT_ID" val="_25**"/>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1104.xml><?xml version="1.0" encoding="utf-8"?>
<p:tagLst xmlns:a="http://schemas.openxmlformats.org/drawingml/2006/main" xmlns:r="http://schemas.openxmlformats.org/officeDocument/2006/relationships" xmlns:p="http://schemas.openxmlformats.org/presentationml/2006/main">
  <p:tag name="KSO_WM_UNIT_ID" val="_25**"/>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1105.xml><?xml version="1.0" encoding="utf-8"?>
<p:tagLst xmlns:a="http://schemas.openxmlformats.org/drawingml/2006/main" xmlns:r="http://schemas.openxmlformats.org/officeDocument/2006/relationships" xmlns:p="http://schemas.openxmlformats.org/presentationml/2006/main">
  <p:tag name="KSO_WM_UNIT_ID" val="_25**"/>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1106.xml><?xml version="1.0" encoding="utf-8"?>
<p:tagLst xmlns:a="http://schemas.openxmlformats.org/drawingml/2006/main" xmlns:r="http://schemas.openxmlformats.org/officeDocument/2006/relationships" xmlns:p="http://schemas.openxmlformats.org/presentationml/2006/main">
  <p:tag name="KSO_WM_UNIT_TYPE" val="i"/>
  <p:tag name="KSO_WM_UNIT_INDEX" val="1"/>
  <p:tag name="KSO_WM_BEAUTIFY_FLAG" val="#wm#"/>
  <p:tag name="KSO_WM_TAG_VERSION" val="3.0"/>
  <p:tag name="KSO_WM_UNIT_ID" val="_26*i*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1107.xml><?xml version="1.0" encoding="utf-8"?>
<p:tagLst xmlns:a="http://schemas.openxmlformats.org/drawingml/2006/main" xmlns:r="http://schemas.openxmlformats.org/officeDocument/2006/relationships" xmlns:p="http://schemas.openxmlformats.org/presentationml/2006/main">
  <p:tag name="KSO_WM_UNIT_TYPE" val="i"/>
  <p:tag name="KSO_WM_UNIT_INDEX" val="9"/>
  <p:tag name="KSO_WM_BEAUTIFY_FLAG" val="#wm#"/>
  <p:tag name="KSO_WM_TAG_VERSION" val="3.0"/>
  <p:tag name="KSO_WM_UNIT_ID" val="_26*i*9"/>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1108.xml><?xml version="1.0" encoding="utf-8"?>
<p:tagLst xmlns:a="http://schemas.openxmlformats.org/drawingml/2006/main" xmlns:r="http://schemas.openxmlformats.org/officeDocument/2006/relationships" xmlns:p="http://schemas.openxmlformats.org/presentationml/2006/main">
  <p:tag name="KSO_WM_UNIT_TYPE" val="i"/>
  <p:tag name="KSO_WM_UNIT_INDEX" val="10"/>
  <p:tag name="KSO_WM_BEAUTIFY_FLAG" val="#wm#"/>
  <p:tag name="KSO_WM_TAG_VERSION" val="3.0"/>
  <p:tag name="KSO_WM_UNIT_ID" val="_26*i*1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1109.xml><?xml version="1.0" encoding="utf-8"?>
<p:tagLst xmlns:a="http://schemas.openxmlformats.org/drawingml/2006/main" xmlns:r="http://schemas.openxmlformats.org/officeDocument/2006/relationships" xmlns:p="http://schemas.openxmlformats.org/presentationml/2006/main">
  <p:tag name="KSO_WM_UNIT_TYPE" val="i"/>
  <p:tag name="KSO_WM_UNIT_INDEX" val="2"/>
  <p:tag name="KSO_WM_BEAUTIFY_FLAG" val="#wm#"/>
  <p:tag name="KSO_WM_TAG_VERSION" val="3.0"/>
  <p:tag name="KSO_WM_UNIT_ID" val="_26*i*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1110.xml><?xml version="1.0" encoding="utf-8"?>
<p:tagLst xmlns:a="http://schemas.openxmlformats.org/drawingml/2006/main" xmlns:r="http://schemas.openxmlformats.org/officeDocument/2006/relationships" xmlns:p="http://schemas.openxmlformats.org/presentationml/2006/main">
  <p:tag name="KSO_WM_UNIT_TYPE" val="i"/>
  <p:tag name="KSO_WM_UNIT_INDEX" val="3"/>
  <p:tag name="KSO_WM_BEAUTIFY_FLAG" val="#wm#"/>
  <p:tag name="KSO_WM_TAG_VERSION" val="3.0"/>
  <p:tag name="KSO_WM_UNIT_ID" val="_26*i*3"/>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1111.xml><?xml version="1.0" encoding="utf-8"?>
<p:tagLst xmlns:a="http://schemas.openxmlformats.org/drawingml/2006/main" xmlns:r="http://schemas.openxmlformats.org/officeDocument/2006/relationships" xmlns:p="http://schemas.openxmlformats.org/presentationml/2006/main">
  <p:tag name="KSO_WM_UNIT_TYPE" val="i"/>
  <p:tag name="KSO_WM_UNIT_INDEX" val="4"/>
  <p:tag name="KSO_WM_BEAUTIFY_FLAG" val="#wm#"/>
  <p:tag name="KSO_WM_TAG_VERSION" val="3.0"/>
  <p:tag name="KSO_WM_UNIT_ID" val="_26*i*4"/>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1112.xml><?xml version="1.0" encoding="utf-8"?>
<p:tagLst xmlns:a="http://schemas.openxmlformats.org/drawingml/2006/main" xmlns:r="http://schemas.openxmlformats.org/officeDocument/2006/relationships" xmlns:p="http://schemas.openxmlformats.org/presentationml/2006/main">
  <p:tag name="KSO_WM_UNIT_TYPE" val="i"/>
  <p:tag name="KSO_WM_UNIT_INDEX" val="5"/>
  <p:tag name="KSO_WM_BEAUTIFY_FLAG" val="#wm#"/>
  <p:tag name="KSO_WM_TAG_VERSION" val="3.0"/>
  <p:tag name="KSO_WM_UNIT_ID" val="_26*i*5"/>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1113.xml><?xml version="1.0" encoding="utf-8"?>
<p:tagLst xmlns:a="http://schemas.openxmlformats.org/drawingml/2006/main" xmlns:r="http://schemas.openxmlformats.org/officeDocument/2006/relationships" xmlns:p="http://schemas.openxmlformats.org/presentationml/2006/main">
  <p:tag name="KSO_WM_UNIT_TYPE" val="i"/>
  <p:tag name="KSO_WM_UNIT_INDEX" val="7"/>
  <p:tag name="KSO_WM_BEAUTIFY_FLAG" val="#wm#"/>
  <p:tag name="KSO_WM_TAG_VERSION" val="3.0"/>
  <p:tag name="KSO_WM_UNIT_ID" val="_26*i*7"/>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1114.xml><?xml version="1.0" encoding="utf-8"?>
<p:tagLst xmlns:a="http://schemas.openxmlformats.org/drawingml/2006/main" xmlns:r="http://schemas.openxmlformats.org/officeDocument/2006/relationships" xmlns:p="http://schemas.openxmlformats.org/presentationml/2006/main">
  <p:tag name="KSO_WM_UNIT_TYPE" val="i"/>
  <p:tag name="KSO_WM_UNIT_INDEX" val="8"/>
  <p:tag name="KSO_WM_BEAUTIFY_FLAG" val="#wm#"/>
  <p:tag name="KSO_WM_TAG_VERSION" val="3.0"/>
  <p:tag name="KSO_WM_UNIT_ID" val="_26*i*8"/>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1115.xml><?xml version="1.0" encoding="utf-8"?>
<p:tagLst xmlns:a="http://schemas.openxmlformats.org/drawingml/2006/main" xmlns:r="http://schemas.openxmlformats.org/officeDocument/2006/relationships" xmlns:p="http://schemas.openxmlformats.org/presentationml/2006/main">
  <p:tag name="KSO_WM_UNIT_TYPE" val="i"/>
  <p:tag name="KSO_WM_UNIT_INDEX" val="6"/>
  <p:tag name="KSO_WM_BEAUTIFY_FLAG" val="#wm#"/>
  <p:tag name="KSO_WM_TAG_VERSION" val="3.0"/>
  <p:tag name="KSO_WM_UNIT_ID" val="_26*i*6"/>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1116.xml><?xml version="1.0" encoding="utf-8"?>
<p:tagLst xmlns:a="http://schemas.openxmlformats.org/drawingml/2006/main" xmlns:r="http://schemas.openxmlformats.org/officeDocument/2006/relationships" xmlns:p="http://schemas.openxmlformats.org/presentationml/2006/main">
  <p:tag name="KSO_WM_UNIT_ID" val="_26**"/>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1117.xml><?xml version="1.0" encoding="utf-8"?>
<p:tagLst xmlns:a="http://schemas.openxmlformats.org/drawingml/2006/main" xmlns:r="http://schemas.openxmlformats.org/officeDocument/2006/relationships" xmlns:p="http://schemas.openxmlformats.org/presentationml/2006/main">
  <p:tag name="KSO_WM_UNIT_ID" val="_26**"/>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1118.xml><?xml version="1.0" encoding="utf-8"?>
<p:tagLst xmlns:a="http://schemas.openxmlformats.org/drawingml/2006/main" xmlns:r="http://schemas.openxmlformats.org/officeDocument/2006/relationships" xmlns:p="http://schemas.openxmlformats.org/presentationml/2006/main">
  <p:tag name="KSO_WM_UNIT_ID" val="_26**"/>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1119.xml><?xml version="1.0" encoding="utf-8"?>
<p:tagLst xmlns:a="http://schemas.openxmlformats.org/drawingml/2006/main" xmlns:r="http://schemas.openxmlformats.org/officeDocument/2006/relationships" xmlns:p="http://schemas.openxmlformats.org/presentationml/2006/main">
  <p:tag name="KSO_WM_UNIT_TYPE" val="a"/>
  <p:tag name="KSO_WM_UNIT_INDEX" val="1"/>
  <p:tag name="KSO_WM_BEAUTIFY_FLAG" val="#wm#"/>
  <p:tag name="KSO_WM_TAG_VERSION" val="3.0"/>
  <p:tag name="KSO_WM_UNIT_PRESET_TEXT" val="标题"/>
  <p:tag name="KSO_WM_UNIT_ID" val="_26*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1"/>
  <p:tag name="KSO_WM_UNIT_VALUE" val="2"/>
  <p:tag name="KSO_WM_TEMPLATE_INDEX" val="7"/>
  <p:tag name="KSO_WM_TEMPLATE_CATEGORY" val="custom"/>
</p:tagLst>
</file>

<file path=ppt/tags/tag1120.xml><?xml version="1.0" encoding="utf-8"?>
<p:tagLst xmlns:a="http://schemas.openxmlformats.org/drawingml/2006/main" xmlns:r="http://schemas.openxmlformats.org/officeDocument/2006/relationships"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27*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TEMPLATE_INDEX" val="7"/>
  <p:tag name="KSO_WM_TEMPLATE_CATEGORY" val="custom"/>
</p:tagLst>
</file>

<file path=ppt/tags/tag1121.xml><?xml version="1.0" encoding="utf-8"?>
<p:tagLst xmlns:a="http://schemas.openxmlformats.org/drawingml/2006/main" xmlns:r="http://schemas.openxmlformats.org/officeDocument/2006/relationships" xmlns:p="http://schemas.openxmlformats.org/presentationml/2006/main">
  <p:tag name="KSO_WM_UNIT_TYPE" val="f"/>
  <p:tag name="KSO_WM_UNIT_SUBTYPE" val="a"/>
  <p:tag name="KSO_WM_UNIT_INDEX" val="1"/>
  <p:tag name="KSO_WM_BEAUTIFY_FLAG" val="#wm#"/>
  <p:tag name="KSO_WM_TAG_VERSION" val="3.0"/>
  <p:tag name="KSO_WM_UNIT_PRESET_TEXT" val="单击此处编辑母版文本样式&#10;第二级&#10;第三级&#10;第四级&#10;第五级"/>
  <p:tag name="KSO_WM_UNIT_ID" val="_27*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1122.xml><?xml version="1.0" encoding="utf-8"?>
<p:tagLst xmlns:a="http://schemas.openxmlformats.org/drawingml/2006/main" xmlns:r="http://schemas.openxmlformats.org/officeDocument/2006/relationships" xmlns:p="http://schemas.openxmlformats.org/presentationml/2006/main">
  <p:tag name="KSO_WM_UNIT_TYPE" val="f"/>
  <p:tag name="KSO_WM_UNIT_SUBTYPE" val="a"/>
  <p:tag name="KSO_WM_UNIT_INDEX" val="2"/>
  <p:tag name="KSO_WM_BEAUTIFY_FLAG" val="#wm#"/>
  <p:tag name="KSO_WM_TAG_VERSION" val="3.0"/>
  <p:tag name="KSO_WM_UNIT_PRESET_TEXT" val="单击此处编辑母版文本样式&#10;第二级&#10;第三级&#10;第四级&#10;第五级"/>
  <p:tag name="KSO_WM_UNIT_ID" val="_27*f*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1123.xml><?xml version="1.0" encoding="utf-8"?>
<p:tagLst xmlns:a="http://schemas.openxmlformats.org/drawingml/2006/main" xmlns:r="http://schemas.openxmlformats.org/officeDocument/2006/relationships" xmlns:p="http://schemas.openxmlformats.org/presentationml/2006/main">
  <p:tag name="KSO_WM_UNIT_ID" val="_27**"/>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1124.xml><?xml version="1.0" encoding="utf-8"?>
<p:tagLst xmlns:a="http://schemas.openxmlformats.org/drawingml/2006/main" xmlns:r="http://schemas.openxmlformats.org/officeDocument/2006/relationships" xmlns:p="http://schemas.openxmlformats.org/presentationml/2006/main">
  <p:tag name="KSO_WM_UNIT_ID" val="_27**"/>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1125.xml><?xml version="1.0" encoding="utf-8"?>
<p:tagLst xmlns:a="http://schemas.openxmlformats.org/drawingml/2006/main" xmlns:r="http://schemas.openxmlformats.org/officeDocument/2006/relationships" xmlns:p="http://schemas.openxmlformats.org/presentationml/2006/main">
  <p:tag name="KSO_WM_UNIT_ID" val="_27**"/>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1126.xml><?xml version="1.0" encoding="utf-8"?>
<p:tagLst xmlns:a="http://schemas.openxmlformats.org/drawingml/2006/main" xmlns:r="http://schemas.openxmlformats.org/officeDocument/2006/relationships" xmlns:p="http://schemas.openxmlformats.org/presentationml/2006/main">
  <p:tag name="KSO_WM_UNIT_TYPE" val="h_a"/>
  <p:tag name="KSO_WM_UNIT_INDEX" val="1_1"/>
  <p:tag name="KSO_WM_BEAUTIFY_FLAG" val="#wm#"/>
  <p:tag name="KSO_WM_TAG_VERSION" val="3.0"/>
  <p:tag name="KSO_WM_UNIT_PRESET_TEXT" val="单击此处编辑母版文本样式"/>
  <p:tag name="KSO_WM_UNIT_ID" val="_28*h_a*1_1"/>
  <p:tag name="KSO_WM_UNIT_ISNUMDGMTITLE" val="0"/>
  <p:tag name="KSO_WM_UNIT_NOCLEAR" val="0"/>
  <p:tag name="KSO_WM_UNIT_HIGHLIGHT" val="0"/>
  <p:tag name="KSO_WM_UNIT_COMPATIBLE" val="0"/>
  <p:tag name="KSO_WM_UNIT_DIAGRAM_ISNUMVISUAL" val="0"/>
  <p:tag name="KSO_WM_UNIT_DIAGRAM_ISREFERUNIT" val="0"/>
  <p:tag name="KSO_WM_UNIT_LAYERLEVEL" val="1_1"/>
  <p:tag name="KSO_WM_UNIT_ISCONTENTSTITLE" val="0"/>
  <p:tag name="KSO_WM_TEMPLATE_INDEX" val="7"/>
  <p:tag name="KSO_WM_TEMPLATE_CATEGORY" val="custom"/>
</p:tagLst>
</file>

<file path=ppt/tags/tag1127.xml><?xml version="1.0" encoding="utf-8"?>
<p:tagLst xmlns:a="http://schemas.openxmlformats.org/drawingml/2006/main" xmlns:r="http://schemas.openxmlformats.org/officeDocument/2006/relationships" xmlns:p="http://schemas.openxmlformats.org/presentationml/2006/main">
  <p:tag name="KSO_WM_UNIT_TYPE" val="h_f"/>
  <p:tag name="KSO_WM_UNIT_SUBTYPE" val="a"/>
  <p:tag name="KSO_WM_UNIT_INDEX" val="1_1"/>
  <p:tag name="KSO_WM_BEAUTIFY_FLAG" val="#wm#"/>
  <p:tag name="KSO_WM_TAG_VERSION" val="3.0"/>
  <p:tag name="KSO_WM_UNIT_PRESET_TEXT" val="单击此处编辑母版文本样式&#10;第二级&#10;第三级&#10;第四级&#10;第五级"/>
  <p:tag name="KSO_WM_UNIT_ID" val="_28*h_f*1_1"/>
  <p:tag name="KSO_WM_UNIT_ISNUMDGMTITLE" val="0"/>
  <p:tag name="KSO_WM_UNIT_NOCLEAR" val="0"/>
  <p:tag name="KSO_WM_UNIT_HIGHLIGHT" val="0"/>
  <p:tag name="KSO_WM_UNIT_COMPATIBLE" val="0"/>
  <p:tag name="KSO_WM_UNIT_DIAGRAM_ISNUMVISUAL" val="0"/>
  <p:tag name="KSO_WM_UNIT_DIAGRAM_ISREFERUNIT" val="0"/>
  <p:tag name="KSO_WM_UNIT_LAYERLEVEL" val="1_1"/>
  <p:tag name="KSO_WM_TEMPLATE_INDEX" val="7"/>
  <p:tag name="KSO_WM_TEMPLATE_CATEGORY" val="custom"/>
</p:tagLst>
</file>

<file path=ppt/tags/tag1128.xml><?xml version="1.0" encoding="utf-8"?>
<p:tagLst xmlns:a="http://schemas.openxmlformats.org/drawingml/2006/main" xmlns:r="http://schemas.openxmlformats.org/officeDocument/2006/relationships" xmlns:p="http://schemas.openxmlformats.org/presentationml/2006/main">
  <p:tag name="KSO_WM_UNIT_TYPE" val="h_a"/>
  <p:tag name="KSO_WM_UNIT_INDEX" val="2_1"/>
  <p:tag name="KSO_WM_BEAUTIFY_FLAG" val="#wm#"/>
  <p:tag name="KSO_WM_TAG_VERSION" val="3.0"/>
  <p:tag name="KSO_WM_UNIT_PRESET_TEXT" val="单击此处编辑母版文本样式"/>
  <p:tag name="KSO_WM_UNIT_ID" val="_28*h_a*2_1"/>
  <p:tag name="KSO_WM_UNIT_ISNUMDGMTITLE" val="0"/>
  <p:tag name="KSO_WM_UNIT_NOCLEAR" val="0"/>
  <p:tag name="KSO_WM_UNIT_HIGHLIGHT" val="0"/>
  <p:tag name="KSO_WM_UNIT_COMPATIBLE" val="0"/>
  <p:tag name="KSO_WM_UNIT_DIAGRAM_ISNUMVISUAL" val="0"/>
  <p:tag name="KSO_WM_UNIT_DIAGRAM_ISREFERUNIT" val="0"/>
  <p:tag name="KSO_WM_UNIT_LAYERLEVEL" val="1_1"/>
  <p:tag name="KSO_WM_UNIT_ISCONTENTSTITLE" val="0"/>
  <p:tag name="KSO_WM_TEMPLATE_INDEX" val="7"/>
  <p:tag name="KSO_WM_TEMPLATE_CATEGORY" val="custom"/>
</p:tagLst>
</file>

<file path=ppt/tags/tag1129.xml><?xml version="1.0" encoding="utf-8"?>
<p:tagLst xmlns:a="http://schemas.openxmlformats.org/drawingml/2006/main" xmlns:r="http://schemas.openxmlformats.org/officeDocument/2006/relationships" xmlns:p="http://schemas.openxmlformats.org/presentationml/2006/main">
  <p:tag name="KSO_WM_UNIT_TYPE" val="h_f"/>
  <p:tag name="KSO_WM_UNIT_SUBTYPE" val="a"/>
  <p:tag name="KSO_WM_UNIT_INDEX" val="2_1"/>
  <p:tag name="KSO_WM_BEAUTIFY_FLAG" val="#wm#"/>
  <p:tag name="KSO_WM_TAG_VERSION" val="3.0"/>
  <p:tag name="KSO_WM_UNIT_PRESET_TEXT" val="单击此处编辑母版文本样式&#10;第二级&#10;第三级&#10;第四级&#10;第五级"/>
  <p:tag name="KSO_WM_UNIT_ID" val="_28*h_f*2_1"/>
  <p:tag name="KSO_WM_UNIT_ISNUMDGMTITLE" val="0"/>
  <p:tag name="KSO_WM_UNIT_NOCLEAR" val="0"/>
  <p:tag name="KSO_WM_UNIT_HIGHLIGHT" val="0"/>
  <p:tag name="KSO_WM_UNIT_COMPATIBLE" val="0"/>
  <p:tag name="KSO_WM_UNIT_DIAGRAM_ISNUMVISUAL" val="0"/>
  <p:tag name="KSO_WM_UNIT_DIAGRAM_ISREFERUNIT" val="0"/>
  <p:tag name="KSO_WM_UNIT_LAYERLEVEL" val="1_1"/>
  <p:tag name="KSO_WM_TEMPLATE_INDEX" val="7"/>
  <p:tag name="KSO_WM_TEMPLATE_CATEGORY" val="custom"/>
</p:tagLst>
</file>

<file path=ppt/tags/tag1130.xml><?xml version="1.0" encoding="utf-8"?>
<p:tagLst xmlns:a="http://schemas.openxmlformats.org/drawingml/2006/main" xmlns:r="http://schemas.openxmlformats.org/officeDocument/2006/relationships" xmlns:p="http://schemas.openxmlformats.org/presentationml/2006/main">
  <p:tag name="KSO_WM_UNIT_ID" val="_28**"/>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1131.xml><?xml version="1.0" encoding="utf-8"?>
<p:tagLst xmlns:a="http://schemas.openxmlformats.org/drawingml/2006/main" xmlns:r="http://schemas.openxmlformats.org/officeDocument/2006/relationships" xmlns:p="http://schemas.openxmlformats.org/presentationml/2006/main">
  <p:tag name="KSO_WM_UNIT_ID" val="_28**"/>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1132.xml><?xml version="1.0" encoding="utf-8"?>
<p:tagLst xmlns:a="http://schemas.openxmlformats.org/drawingml/2006/main" xmlns:r="http://schemas.openxmlformats.org/officeDocument/2006/relationships" xmlns:p="http://schemas.openxmlformats.org/presentationml/2006/main">
  <p:tag name="KSO_WM_UNIT_ID" val="_28**"/>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1133.xml><?xml version="1.0" encoding="utf-8"?>
<p:tagLst xmlns:a="http://schemas.openxmlformats.org/drawingml/2006/main" xmlns:r="http://schemas.openxmlformats.org/officeDocument/2006/relationships"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28*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TEMPLATE_INDEX" val="7"/>
  <p:tag name="KSO_WM_TEMPLATE_CATEGORY" val="custom"/>
</p:tagLst>
</file>

<file path=ppt/tags/tag1134.xml><?xml version="1.0" encoding="utf-8"?>
<p:tagLst xmlns:a="http://schemas.openxmlformats.org/drawingml/2006/main" xmlns:r="http://schemas.openxmlformats.org/officeDocument/2006/relationships"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29*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TEMPLATE_INDEX" val="7"/>
  <p:tag name="KSO_WM_TEMPLATE_CATEGORY" val="custom"/>
</p:tagLst>
</file>

<file path=ppt/tags/tag1135.xml><?xml version="1.0" encoding="utf-8"?>
<p:tagLst xmlns:a="http://schemas.openxmlformats.org/drawingml/2006/main" xmlns:r="http://schemas.openxmlformats.org/officeDocument/2006/relationships" xmlns:p="http://schemas.openxmlformats.org/presentationml/2006/main">
  <p:tag name="KSO_WM_UNIT_ID" val="_29**"/>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1136.xml><?xml version="1.0" encoding="utf-8"?>
<p:tagLst xmlns:a="http://schemas.openxmlformats.org/drawingml/2006/main" xmlns:r="http://schemas.openxmlformats.org/officeDocument/2006/relationships" xmlns:p="http://schemas.openxmlformats.org/presentationml/2006/main">
  <p:tag name="KSO_WM_UNIT_ID" val="_29**"/>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1137.xml><?xml version="1.0" encoding="utf-8"?>
<p:tagLst xmlns:a="http://schemas.openxmlformats.org/drawingml/2006/main" xmlns:r="http://schemas.openxmlformats.org/officeDocument/2006/relationships" xmlns:p="http://schemas.openxmlformats.org/presentationml/2006/main">
  <p:tag name="KSO_WM_UNIT_ID" val="_29**"/>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1138.xml><?xml version="1.0" encoding="utf-8"?>
<p:tagLst xmlns:a="http://schemas.openxmlformats.org/drawingml/2006/main" xmlns:r="http://schemas.openxmlformats.org/officeDocument/2006/relationships" xmlns:p="http://schemas.openxmlformats.org/presentationml/2006/main">
  <p:tag name="KSO_WM_UNIT_ID" val="_3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1139.xml><?xml version="1.0" encoding="utf-8"?>
<p:tagLst xmlns:a="http://schemas.openxmlformats.org/drawingml/2006/main" xmlns:r="http://schemas.openxmlformats.org/officeDocument/2006/relationships" xmlns:p="http://schemas.openxmlformats.org/presentationml/2006/main">
  <p:tag name="KSO_WM_UNIT_ID" val="_3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1140.xml><?xml version="1.0" encoding="utf-8"?>
<p:tagLst xmlns:a="http://schemas.openxmlformats.org/drawingml/2006/main" xmlns:r="http://schemas.openxmlformats.org/officeDocument/2006/relationships" xmlns:p="http://schemas.openxmlformats.org/presentationml/2006/main">
  <p:tag name="KSO_WM_UNIT_ID" val="_3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1141.xml><?xml version="1.0" encoding="utf-8"?>
<p:tagLst xmlns:a="http://schemas.openxmlformats.org/drawingml/2006/main" xmlns:r="http://schemas.openxmlformats.org/officeDocument/2006/relationships" xmlns:p="http://schemas.openxmlformats.org/presentationml/2006/main">
  <p:tag name="KSO_WM_UNIT_TYPE" val="f"/>
  <p:tag name="KSO_WM_UNIT_SUBTYPE" val="a"/>
  <p:tag name="KSO_WM_UNIT_INDEX" val="1"/>
  <p:tag name="KSO_WM_BEAUTIFY_FLAG" val="#wm#"/>
  <p:tag name="KSO_WM_TAG_VERSION" val="3.0"/>
  <p:tag name="KSO_WM_UNIT_PRESET_TEXT" val="单击此处编辑母版文本样式&#10;第二级&#10;第三级&#10;第四级&#10;第五级"/>
  <p:tag name="KSO_WM_UNIT_ID" val="_31*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1142.xml><?xml version="1.0" encoding="utf-8"?>
<p:tagLst xmlns:a="http://schemas.openxmlformats.org/drawingml/2006/main" xmlns:r="http://schemas.openxmlformats.org/officeDocument/2006/relationships" xmlns:p="http://schemas.openxmlformats.org/presentationml/2006/main">
  <p:tag name="KSO_WM_UNIT_ID" val="_3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1143.xml><?xml version="1.0" encoding="utf-8"?>
<p:tagLst xmlns:a="http://schemas.openxmlformats.org/drawingml/2006/main" xmlns:r="http://schemas.openxmlformats.org/officeDocument/2006/relationships" xmlns:p="http://schemas.openxmlformats.org/presentationml/2006/main">
  <p:tag name="KSO_WM_UNIT_ID" val="_3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1144.xml><?xml version="1.0" encoding="utf-8"?>
<p:tagLst xmlns:a="http://schemas.openxmlformats.org/drawingml/2006/main" xmlns:r="http://schemas.openxmlformats.org/officeDocument/2006/relationships" xmlns:p="http://schemas.openxmlformats.org/presentationml/2006/main">
  <p:tag name="KSO_WM_UNIT_ID" val="_3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1145.xml><?xml version="1.0" encoding="utf-8"?>
<p:tagLst xmlns:a="http://schemas.openxmlformats.org/drawingml/2006/main" xmlns:r="http://schemas.openxmlformats.org/officeDocument/2006/relationships" xmlns:p="http://schemas.openxmlformats.org/presentationml/2006/main">
  <p:tag name="KSO_WM_UNIT_TYPE" val="b"/>
  <p:tag name="KSO_WM_UNIT_INDEX" val="1"/>
  <p:tag name="KSO_WM_BEAUTIFY_FLAG" val="#wm#"/>
  <p:tag name="KSO_WM_TAG_VERSION" val="3.0"/>
  <p:tag name="KSO_WM_UNIT_PRESET_TEXT" val="单击此处编辑副标题"/>
  <p:tag name="KSO_WM_UNIT_ID" val="_32*b*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TEMPLATE_INDEX" val="7"/>
  <p:tag name="KSO_WM_TEMPLATE_CATEGORY" val="custom"/>
</p:tagLst>
</file>

<file path=ppt/tags/tag1146.xml><?xml version="1.0" encoding="utf-8"?>
<p:tagLst xmlns:a="http://schemas.openxmlformats.org/drawingml/2006/main" xmlns:r="http://schemas.openxmlformats.org/officeDocument/2006/relationships" xmlns:p="http://schemas.openxmlformats.org/presentationml/2006/main">
  <p:tag name="KSO_WM_UNIT_ID" val="_32**"/>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1147.xml><?xml version="1.0" encoding="utf-8"?>
<p:tagLst xmlns:a="http://schemas.openxmlformats.org/drawingml/2006/main" xmlns:r="http://schemas.openxmlformats.org/officeDocument/2006/relationships" xmlns:p="http://schemas.openxmlformats.org/presentationml/2006/main">
  <p:tag name="KSO_WM_UNIT_ID" val="_32**"/>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1148.xml><?xml version="1.0" encoding="utf-8"?>
<p:tagLst xmlns:a="http://schemas.openxmlformats.org/drawingml/2006/main" xmlns:r="http://schemas.openxmlformats.org/officeDocument/2006/relationships" xmlns:p="http://schemas.openxmlformats.org/presentationml/2006/main">
  <p:tag name="KSO_WM_UNIT_ID" val="_32**"/>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1149.xml><?xml version="1.0" encoding="utf-8"?>
<p:tagLst xmlns:a="http://schemas.openxmlformats.org/drawingml/2006/main" xmlns:r="http://schemas.openxmlformats.org/officeDocument/2006/relationships"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32*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TEMPLATE_INDEX" val="7"/>
  <p:tag name="KSO_WM_TEMPLATE_CATEGORY" val="custom"/>
</p:tagLst>
</file>

<file path=ppt/tags/tag1150.xml><?xml version="1.0" encoding="utf-8"?>
<p:tagLst xmlns:a="http://schemas.openxmlformats.org/drawingml/2006/main" xmlns:r="http://schemas.openxmlformats.org/officeDocument/2006/relationships" xmlns:p="http://schemas.openxmlformats.org/presentationml/2006/main">
  <p:tag name="KSO_WM_UNIT_ID" val="_33**"/>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1151.xml><?xml version="1.0" encoding="utf-8"?>
<p:tagLst xmlns:a="http://schemas.openxmlformats.org/drawingml/2006/main" xmlns:r="http://schemas.openxmlformats.org/officeDocument/2006/relationships" xmlns:p="http://schemas.openxmlformats.org/presentationml/2006/main">
  <p:tag name="KSO_WM_UNIT_ID" val="_33**"/>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1152.xml><?xml version="1.0" encoding="utf-8"?>
<p:tagLst xmlns:a="http://schemas.openxmlformats.org/drawingml/2006/main" xmlns:r="http://schemas.openxmlformats.org/officeDocument/2006/relationships" xmlns:p="http://schemas.openxmlformats.org/presentationml/2006/main">
  <p:tag name="KSO_WM_UNIT_ID" val="_33**"/>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7"/>
  <p:tag name="KSO_WM_TEMPLATE_CATEGORY" val="custom"/>
</p:tagLst>
</file>

<file path=ppt/tags/tag1153.xml><?xml version="1.0" encoding="utf-8"?>
<p:tagLst xmlns:a="http://schemas.openxmlformats.org/drawingml/2006/main" xmlns:r="http://schemas.openxmlformats.org/officeDocument/2006/relationships" xmlns:p="http://schemas.openxmlformats.org/presentationml/2006/main">
  <p:tag name="KSO_WM_BEAUTIFY_FLAG" val="#wm#"/>
  <p:tag name="KSO_WM_FIGMA_FLAG" val="#fgm#"/>
  <p:tag name="KSO_WM_UNIT_INDEX" val="1"/>
  <p:tag name="KSO_WM_UNIT_TEXT_TYPE" val="1"/>
  <p:tag name="KSO_WM_UNIT_TYPE" val="b"/>
  <p:tag name="KSO_WM_UNIT_ID" val="_33*b*1"/>
  <p:tag name="KSO_WM_TAG_VERSION" val="3.0"/>
  <p:tag name="KSO_WM_UNIT_LAYERLEVEL" val="1"/>
  <p:tag name="KSO_WM_TEMPLATE_INDEX" val="7"/>
  <p:tag name="KSO_WM_TEMPLATE_CATEGORY" val="custom"/>
</p:tagLst>
</file>

<file path=ppt/tags/tag1154.xml><?xml version="1.0" encoding="utf-8"?>
<p:tagLst xmlns:a="http://schemas.openxmlformats.org/drawingml/2006/main" xmlns:r="http://schemas.openxmlformats.org/officeDocument/2006/relationships" xmlns:p="http://schemas.openxmlformats.org/presentationml/2006/main">
  <p:tag name="KSO_WM_BEAUTIFY_FLAG" val="#wm#"/>
  <p:tag name="KSO_WM_FIGMA_FLAG" val="#fgm#"/>
  <p:tag name="KSO_WM_UNIT_INDEX" val="1"/>
  <p:tag name="KSO_WM_UNIT_TEXT_TYPE" val="1"/>
  <p:tag name="KSO_WM_UNIT_TYPE" val="a"/>
  <p:tag name="KSO_WM_LAYOUT_CHECK_HASH" val="0f8ebf711335383c413f6589c0041e4ebcdbd366"/>
  <p:tag name="KSO_WM_NEWLAYOUT_ID" val="1"/>
  <p:tag name="KSO_WM_UNIT_ID" val="_33*a*1"/>
  <p:tag name="KSO_WM_TAG_VERSION" val="3.0"/>
  <p:tag name="KSO_WM_UNIT_LAYERLEVEL" val="1"/>
  <p:tag name="KSO_WM_TEMPLATE_INDEX" val="7"/>
  <p:tag name="KSO_WM_TEMPLATE_CATEGORY" val="custom"/>
</p:tagLst>
</file>

<file path=ppt/tags/tag1155.xml><?xml version="1.0" encoding="utf-8"?>
<p:tagLst xmlns:a="http://schemas.openxmlformats.org/drawingml/2006/main" xmlns:r="http://schemas.openxmlformats.org/officeDocument/2006/relationships" xmlns:p="http://schemas.openxmlformats.org/presentationml/2006/main">
  <p:tag name="KSO_WM_BEAUTIFY_FLAG" val="#wm#"/>
  <p:tag name="KSO_WM_DIAGRAM_GROUP_CODE" val="1"/>
  <p:tag name="KSO_WM_FIGMA_FLAG" val="#fgm#"/>
  <p:tag name="KSO_WM_UNIT_INDEX" val="1_1_1"/>
  <p:tag name="KSO_WM_UNIT_SUBTYPE" val="d"/>
  <p:tag name="KSO_WM_UNIT_TYPE" val="l_h_i"/>
  <p:tag name="KSO_WM_UNIT_ID" val="_33*l_h_i*1_1_1"/>
  <p:tag name="KSO_WM_TAG_VERSION" val="3.0"/>
  <p:tag name="KSO_WM_UNIT_LAYERLEVEL" val="1_1_1"/>
  <p:tag name="KSO_WM_TEMPLATE_INDEX" val="7"/>
  <p:tag name="KSO_WM_TEMPLATE_CATEGORY" val="custom"/>
</p:tagLst>
</file>

<file path=ppt/tags/tag1156.xml><?xml version="1.0" encoding="utf-8"?>
<p:tagLst xmlns:a="http://schemas.openxmlformats.org/drawingml/2006/main" xmlns:r="http://schemas.openxmlformats.org/officeDocument/2006/relationships" xmlns:p="http://schemas.openxmlformats.org/presentationml/2006/main">
  <p:tag name="KSO_WM_FIGMA_DECORATION_INDEX" val="25"/>
  <p:tag name="$PH_EXT" val="2"/>
  <p:tag name="KSO_WM_BEAUTIFY_FLAG" val="#wm#"/>
  <p:tag name="KSO_WM_DIAGRAM_GROUP_CODE" val="1"/>
  <p:tag name="KSO_WM_FIGMA_FLAG" val="#fgm#"/>
  <p:tag name="KSO_WM_UNIT_INDEX" val="1_1_2"/>
  <p:tag name="KSO_WM_UNIT_TYPE" val="l_h_i"/>
  <p:tag name="KSO_WM_UNIT_ID" val="_33*l_h_i*1_1_2"/>
  <p:tag name="KSO_WM_TAG_VERSION" val="3.0"/>
  <p:tag name="KSO_WM_UNIT_LAYERLEVEL" val="1_1_1"/>
  <p:tag name="KSO_WM_TEMPLATE_INDEX" val="7"/>
  <p:tag name="KSO_WM_TEMPLATE_CATEGORY" val="custom"/>
</p:tagLst>
</file>

<file path=ppt/tags/tag1157.xml><?xml version="1.0" encoding="utf-8"?>
<p:tagLst xmlns:a="http://schemas.openxmlformats.org/drawingml/2006/main" xmlns:r="http://schemas.openxmlformats.org/officeDocument/2006/relationships" xmlns:p="http://schemas.openxmlformats.org/presentationml/2006/main">
  <p:tag name="KSO_WM_BEAUTIFY_FLAG" val="#wm#"/>
  <p:tag name="KSO_WM_DIAGRAM_GROUP_CODE" val="1"/>
  <p:tag name="KSO_WM_FIGMA_FLAG" val="#fgm#"/>
  <p:tag name="KSO_WM_UNIT_INDEX" val="1_1_1"/>
  <p:tag name="KSO_WM_UNIT_TYPE" val="l_h_a"/>
  <p:tag name="KSO_WM_UNIT_ID" val="_33*l_h_a*1_1_1"/>
  <p:tag name="KSO_WM_TAG_VERSION" val="3.0"/>
  <p:tag name="KSO_WM_UNIT_LAYERLEVEL" val="1_1_1"/>
  <p:tag name="KSO_WM_TEMPLATE_INDEX" val="7"/>
  <p:tag name="KSO_WM_TEMPLATE_CATEGORY" val="custom"/>
</p:tagLst>
</file>

<file path=ppt/tags/tag1158.xml><?xml version="1.0" encoding="utf-8"?>
<p:tagLst xmlns:a="http://schemas.openxmlformats.org/drawingml/2006/main" xmlns:r="http://schemas.openxmlformats.org/officeDocument/2006/relationships" xmlns:p="http://schemas.openxmlformats.org/presentationml/2006/main">
  <p:tag name="KSO_WM_BEAUTIFY_FLAG" val="#wm#"/>
  <p:tag name="KSO_WM_DIAGRAM_GROUP_CODE" val="1"/>
  <p:tag name="KSO_WM_FIGMA_FLAG" val="#fgm#"/>
  <p:tag name="KSO_WM_UNIT_INDEX" val="1_2_1"/>
  <p:tag name="KSO_WM_UNIT_SUBTYPE" val="d"/>
  <p:tag name="KSO_WM_UNIT_TYPE" val="l_h_i"/>
  <p:tag name="KSO_WM_UNIT_ID" val="_33*l_h_i*1_2_1"/>
  <p:tag name="KSO_WM_TAG_VERSION" val="3.0"/>
  <p:tag name="KSO_WM_UNIT_LAYERLEVEL" val="1_1_1"/>
  <p:tag name="KSO_WM_TEMPLATE_INDEX" val="7"/>
  <p:tag name="KSO_WM_TEMPLATE_CATEGORY" val="custom"/>
</p:tagLst>
</file>

<file path=ppt/tags/tag1159.xml><?xml version="1.0" encoding="utf-8"?>
<p:tagLst xmlns:a="http://schemas.openxmlformats.org/drawingml/2006/main" xmlns:r="http://schemas.openxmlformats.org/officeDocument/2006/relationships" xmlns:p="http://schemas.openxmlformats.org/presentationml/2006/main">
  <p:tag name="KSO_WM_FIGMA_DECORATION_INDEX" val="25"/>
  <p:tag name="$PH_EXT" val="2"/>
  <p:tag name="KSO_WM_BEAUTIFY_FLAG" val="#wm#"/>
  <p:tag name="KSO_WM_DIAGRAM_GROUP_CODE" val="1"/>
  <p:tag name="KSO_WM_FIGMA_FLAG" val="#fgm#"/>
  <p:tag name="KSO_WM_UNIT_INDEX" val="1_2_2"/>
  <p:tag name="KSO_WM_UNIT_TYPE" val="l_h_i"/>
  <p:tag name="KSO_WM_UNIT_ID" val="_33*l_h_i*1_2_2"/>
  <p:tag name="KSO_WM_TAG_VERSION" val="3.0"/>
  <p:tag name="KSO_WM_UNIT_LAYERLEVEL" val="1_1_1"/>
  <p:tag name="KSO_WM_TEMPLATE_INDEX" val="7"/>
  <p:tag name="KSO_WM_TEMPLATE_CATEGORY" val="custom"/>
</p:tagLst>
</file>

<file path=ppt/tags/tag1160.xml><?xml version="1.0" encoding="utf-8"?>
<p:tagLst xmlns:a="http://schemas.openxmlformats.org/drawingml/2006/main" xmlns:r="http://schemas.openxmlformats.org/officeDocument/2006/relationships" xmlns:p="http://schemas.openxmlformats.org/presentationml/2006/main">
  <p:tag name="KSO_WM_BEAUTIFY_FLAG" val="#wm#"/>
  <p:tag name="KSO_WM_DIAGRAM_GROUP_CODE" val="1"/>
  <p:tag name="KSO_WM_FIGMA_FLAG" val="#fgm#"/>
  <p:tag name="KSO_WM_UNIT_INDEX" val="1_2_1"/>
  <p:tag name="KSO_WM_UNIT_TYPE" val="l_h_a"/>
  <p:tag name="KSO_WM_UNIT_ID" val="_33*l_h_a*1_2_1"/>
  <p:tag name="KSO_WM_TAG_VERSION" val="3.0"/>
  <p:tag name="KSO_WM_UNIT_LAYERLEVEL" val="1_1_1"/>
  <p:tag name="KSO_WM_TEMPLATE_INDEX" val="7"/>
  <p:tag name="KSO_WM_TEMPLATE_CATEGORY" val="custom"/>
</p:tagLst>
</file>

<file path=ppt/tags/tag1161.xml><?xml version="1.0" encoding="utf-8"?>
<p:tagLst xmlns:a="http://schemas.openxmlformats.org/drawingml/2006/main" xmlns:r="http://schemas.openxmlformats.org/officeDocument/2006/relationships" xmlns:p="http://schemas.openxmlformats.org/presentationml/2006/main">
  <p:tag name="KSO_WM_BEAUTIFY_FLAG" val="#wm#"/>
  <p:tag name="KSO_WM_DIAGRAM_GROUP_CODE" val="1"/>
  <p:tag name="KSO_WM_FIGMA_FLAG" val="#fgm#"/>
  <p:tag name="KSO_WM_UNIT_INDEX" val="1_3_1"/>
  <p:tag name="KSO_WM_UNIT_SUBTYPE" val="d"/>
  <p:tag name="KSO_WM_UNIT_TYPE" val="l_h_i"/>
  <p:tag name="KSO_WM_UNIT_ID" val="_33*l_h_i*1_3_1"/>
  <p:tag name="KSO_WM_TAG_VERSION" val="3.0"/>
  <p:tag name="KSO_WM_UNIT_LAYERLEVEL" val="1_1_1"/>
  <p:tag name="KSO_WM_TEMPLATE_INDEX" val="7"/>
  <p:tag name="KSO_WM_TEMPLATE_CATEGORY" val="custom"/>
</p:tagLst>
</file>

<file path=ppt/tags/tag1162.xml><?xml version="1.0" encoding="utf-8"?>
<p:tagLst xmlns:a="http://schemas.openxmlformats.org/drawingml/2006/main" xmlns:r="http://schemas.openxmlformats.org/officeDocument/2006/relationships" xmlns:p="http://schemas.openxmlformats.org/presentationml/2006/main">
  <p:tag name="KSO_WM_FIGMA_DECORATION_INDEX" val="25"/>
  <p:tag name="$PH_EXT" val="2"/>
  <p:tag name="KSO_WM_BEAUTIFY_FLAG" val="#wm#"/>
  <p:tag name="KSO_WM_DIAGRAM_GROUP_CODE" val="1"/>
  <p:tag name="KSO_WM_FIGMA_FLAG" val="#fgm#"/>
  <p:tag name="KSO_WM_UNIT_INDEX" val="1_3_2"/>
  <p:tag name="KSO_WM_UNIT_TYPE" val="l_h_i"/>
  <p:tag name="KSO_WM_UNIT_ID" val="_33*l_h_i*1_3_2"/>
  <p:tag name="KSO_WM_TAG_VERSION" val="3.0"/>
  <p:tag name="KSO_WM_UNIT_LAYERLEVEL" val="1_1_1"/>
  <p:tag name="KSO_WM_TEMPLATE_INDEX" val="7"/>
  <p:tag name="KSO_WM_TEMPLATE_CATEGORY" val="custom"/>
</p:tagLst>
</file>

<file path=ppt/tags/tag1163.xml><?xml version="1.0" encoding="utf-8"?>
<p:tagLst xmlns:a="http://schemas.openxmlformats.org/drawingml/2006/main" xmlns:r="http://schemas.openxmlformats.org/officeDocument/2006/relationships" xmlns:p="http://schemas.openxmlformats.org/presentationml/2006/main">
  <p:tag name="KSO_WM_BEAUTIFY_FLAG" val="#wm#"/>
  <p:tag name="KSO_WM_DIAGRAM_GROUP_CODE" val="1"/>
  <p:tag name="KSO_WM_FIGMA_FLAG" val="#fgm#"/>
  <p:tag name="KSO_WM_UNIT_INDEX" val="1_3_1"/>
  <p:tag name="KSO_WM_UNIT_TYPE" val="l_h_a"/>
  <p:tag name="KSO_WM_UNIT_ID" val="_33*l_h_a*1_3_1"/>
  <p:tag name="KSO_WM_TAG_VERSION" val="3.0"/>
  <p:tag name="KSO_WM_UNIT_LAYERLEVEL" val="1_1_1"/>
  <p:tag name="KSO_WM_TEMPLATE_INDEX" val="7"/>
  <p:tag name="KSO_WM_TEMPLATE_CATEGORY" val="custom"/>
</p:tagLst>
</file>

<file path=ppt/tags/tag1164.xml><?xml version="1.0" encoding="utf-8"?>
<p:tagLst xmlns:a="http://schemas.openxmlformats.org/drawingml/2006/main" xmlns:r="http://schemas.openxmlformats.org/officeDocument/2006/relationships" xmlns:p="http://schemas.openxmlformats.org/presentationml/2006/main">
  <p:tag name="KSO_WM_BEAUTIFY_FLAG" val="#wm#"/>
  <p:tag name="KSO_WM_DIAGRAM_GROUP_CODE" val="1"/>
  <p:tag name="KSO_WM_FIGMA_FLAG" val="#fgm#"/>
  <p:tag name="KSO_WM_UNIT_INDEX" val="1_4_1"/>
  <p:tag name="KSO_WM_UNIT_SUBTYPE" val="d"/>
  <p:tag name="KSO_WM_UNIT_TYPE" val="l_h_i"/>
  <p:tag name="KSO_WM_UNIT_ID" val="_33*l_h_i*1_4_1"/>
  <p:tag name="KSO_WM_TAG_VERSION" val="3.0"/>
  <p:tag name="KSO_WM_UNIT_LAYERLEVEL" val="1_1_1"/>
  <p:tag name="KSO_WM_TEMPLATE_INDEX" val="7"/>
  <p:tag name="KSO_WM_TEMPLATE_CATEGORY" val="custom"/>
</p:tagLst>
</file>

<file path=ppt/tags/tag1165.xml><?xml version="1.0" encoding="utf-8"?>
<p:tagLst xmlns:a="http://schemas.openxmlformats.org/drawingml/2006/main" xmlns:r="http://schemas.openxmlformats.org/officeDocument/2006/relationships" xmlns:p="http://schemas.openxmlformats.org/presentationml/2006/main">
  <p:tag name="KSO_WM_FIGMA_DECORATION_INDEX" val="25"/>
  <p:tag name="$PH_EXT" val="2"/>
  <p:tag name="KSO_WM_BEAUTIFY_FLAG" val="#wm#"/>
  <p:tag name="KSO_WM_DIAGRAM_GROUP_CODE" val="1"/>
  <p:tag name="KSO_WM_FIGMA_FLAG" val="#fgm#"/>
  <p:tag name="KSO_WM_UNIT_INDEX" val="1_4_2"/>
  <p:tag name="KSO_WM_UNIT_TYPE" val="l_h_i"/>
  <p:tag name="KSO_WM_UNIT_ID" val="_33*l_h_i*1_4_2"/>
  <p:tag name="KSO_WM_TAG_VERSION" val="3.0"/>
  <p:tag name="KSO_WM_UNIT_LAYERLEVEL" val="1_1_1"/>
  <p:tag name="KSO_WM_TEMPLATE_INDEX" val="7"/>
  <p:tag name="KSO_WM_TEMPLATE_CATEGORY" val="custom"/>
</p:tagLst>
</file>

<file path=ppt/tags/tag1166.xml><?xml version="1.0" encoding="utf-8"?>
<p:tagLst xmlns:a="http://schemas.openxmlformats.org/drawingml/2006/main" xmlns:r="http://schemas.openxmlformats.org/officeDocument/2006/relationships" xmlns:p="http://schemas.openxmlformats.org/presentationml/2006/main">
  <p:tag name="KSO_WM_BEAUTIFY_FLAG" val="#wm#"/>
  <p:tag name="KSO_WM_DIAGRAM_GROUP_CODE" val="1"/>
  <p:tag name="KSO_WM_FIGMA_FLAG" val="#fgm#"/>
  <p:tag name="KSO_WM_UNIT_INDEX" val="1_4_1"/>
  <p:tag name="KSO_WM_UNIT_TYPE" val="l_h_a"/>
  <p:tag name="KSO_WM_UNIT_ID" val="_33*l_h_a*1_4_1"/>
  <p:tag name="KSO_WM_TAG_VERSION" val="3.0"/>
  <p:tag name="KSO_WM_UNIT_LAYERLEVEL" val="1_1_1"/>
  <p:tag name="KSO_WM_TEMPLATE_INDEX" val="7"/>
  <p:tag name="KSO_WM_TEMPLATE_CATEGORY" val="custom"/>
</p:tagLst>
</file>

<file path=ppt/tags/tag1167.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a"/>
  <p:tag name="KSO_WM_LAYOUT_CHECK_HASH" val="eea6a478a24e6f1cad0a53e65dec8d977124948b"/>
  <p:tag name="KSO_WM_NEWLAYOUT_GROUP_ID" val="layout_3"/>
  <p:tag name="KSO_WM_NEWLAYOUT_ID" val="slide_4a6fe43407dcb18b"/>
</p:tagLst>
</file>

<file path=ppt/tags/tag1168.xml><?xml version="1.0" encoding="utf-8"?>
<p:tagLst xmlns:a="http://schemas.openxmlformats.org/drawingml/2006/main" xmlns:r="http://schemas.openxmlformats.org/officeDocument/2006/relationships" xmlns:p="http://schemas.openxmlformats.org/presentationml/2006/main">
  <p:tag name="KSO_WM_FIGMA_DECORATION_INDEX" val="16"/>
  <p:tag name="$PH_EXT" val="2"/>
  <p:tag name="KSO_WM_BEAUTIFY_FLAG" val="#fgm#"/>
  <p:tag name="KSO_WM_DIAGRAM_GROUP_CODE" val="1"/>
  <p:tag name="KSO_WM_FIGMA_FLAG" val="#fgm#"/>
  <p:tag name="KSO_WM_SYNC_SLIDE_TEXT" val="1"/>
  <p:tag name="KSO_WM_UNIT_INDEX" val="1_1_1"/>
  <p:tag name="KSO_WM_UNIT_TYPE" val="l_h_i"/>
</p:tagLst>
</file>

<file path=ppt/tags/tag1169.xml><?xml version="1.0" encoding="utf-8"?>
<p:tagLst xmlns:a="http://schemas.openxmlformats.org/drawingml/2006/main" xmlns:r="http://schemas.openxmlformats.org/officeDocument/2006/relationships" xmlns:p="http://schemas.openxmlformats.org/presentationml/2006/main">
  <p:tag name="KSO_WM_FIGMA_DECORATION_INDEX" val="7"/>
  <p:tag name="$PH_EXT" val="1"/>
  <p:tag name="KSO_WM_BEAUTIFY_FLAG" val="#fgm#"/>
  <p:tag name="KSO_WM_DIAGRAM_GROUP_CODE" val="1"/>
  <p:tag name="KSO_WM_FIGMA_FLAG" val="#fgm#"/>
  <p:tag name="KSO_WM_UNIT_INDEX" val="1_1_1"/>
  <p:tag name="KSO_WM_UNIT_TYPE" val="l_h_x"/>
</p:tagLst>
</file>

<file path=ppt/tags/tag1170.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a"/>
</p:tagLst>
</file>

<file path=ppt/tags/tag1171.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f"/>
</p:tagLst>
</file>

<file path=ppt/tags/tag1172.xml><?xml version="1.0" encoding="utf-8"?>
<p:tagLst xmlns:a="http://schemas.openxmlformats.org/drawingml/2006/main" xmlns:r="http://schemas.openxmlformats.org/officeDocument/2006/relationships" xmlns:p="http://schemas.openxmlformats.org/presentationml/2006/main">
  <p:tag name="KSO_WM_FIGMA_DECORATION_INDEX" val="16"/>
  <p:tag name="$PH_EXT" val="2"/>
  <p:tag name="KSO_WM_BEAUTIFY_FLAG" val="#fgm#"/>
  <p:tag name="KSO_WM_DIAGRAM_GROUP_CODE" val="1"/>
  <p:tag name="KSO_WM_FIGMA_FLAG" val="#fgm#"/>
  <p:tag name="KSO_WM_SYNC_SLIDE_TEXT" val="1"/>
  <p:tag name="KSO_WM_UNIT_INDEX" val="1_2_1"/>
  <p:tag name="KSO_WM_UNIT_TYPE" val="l_h_i"/>
</p:tagLst>
</file>

<file path=ppt/tags/tag1173.xml><?xml version="1.0" encoding="utf-8"?>
<p:tagLst xmlns:a="http://schemas.openxmlformats.org/drawingml/2006/main" xmlns:r="http://schemas.openxmlformats.org/officeDocument/2006/relationships" xmlns:p="http://schemas.openxmlformats.org/presentationml/2006/main">
  <p:tag name="KSO_WM_FIGMA_DECORATION_INDEX" val="8"/>
  <p:tag name="$PH_EXT" val="1"/>
  <p:tag name="KSO_WM_BEAUTIFY_FLAG" val="#fgm#"/>
  <p:tag name="KSO_WM_DIAGRAM_GROUP_CODE" val="1"/>
  <p:tag name="KSO_WM_FIGMA_FLAG" val="#fgm#"/>
  <p:tag name="KSO_WM_UNIT_INDEX" val="1_2_1"/>
  <p:tag name="KSO_WM_UNIT_TYPE" val="l_h_x"/>
</p:tagLst>
</file>

<file path=ppt/tags/tag1174.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a"/>
</p:tagLst>
</file>

<file path=ppt/tags/tag1175.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f"/>
</p:tagLst>
</file>

<file path=ppt/tags/tag1176.xml><?xml version="1.0" encoding="utf-8"?>
<p:tagLst xmlns:a="http://schemas.openxmlformats.org/drawingml/2006/main" xmlns:r="http://schemas.openxmlformats.org/officeDocument/2006/relationships" xmlns:p="http://schemas.openxmlformats.org/presentationml/2006/main">
  <p:tag name="KSO_WM_FIGMA_DECORATION_INDEX" val="16"/>
  <p:tag name="$PH_EXT" val="2"/>
  <p:tag name="KSO_WM_BEAUTIFY_FLAG" val="#fgm#"/>
  <p:tag name="KSO_WM_DIAGRAM_GROUP_CODE" val="1"/>
  <p:tag name="KSO_WM_FIGMA_FLAG" val="#fgm#"/>
  <p:tag name="KSO_WM_SYNC_SLIDE_TEXT" val="1"/>
  <p:tag name="KSO_WM_UNIT_INDEX" val="1_3_1"/>
  <p:tag name="KSO_WM_UNIT_TYPE" val="l_h_i"/>
</p:tagLst>
</file>

<file path=ppt/tags/tag1177.xml><?xml version="1.0" encoding="utf-8"?>
<p:tagLst xmlns:a="http://schemas.openxmlformats.org/drawingml/2006/main" xmlns:r="http://schemas.openxmlformats.org/officeDocument/2006/relationships" xmlns:p="http://schemas.openxmlformats.org/presentationml/2006/main">
  <p:tag name="KSO_WM_FIGMA_DECORATION_INDEX" val="9"/>
  <p:tag name="$PH_EXT" val="1"/>
  <p:tag name="KSO_WM_BEAUTIFY_FLAG" val="#fgm#"/>
  <p:tag name="KSO_WM_DIAGRAM_GROUP_CODE" val="1"/>
  <p:tag name="KSO_WM_FIGMA_FLAG" val="#fgm#"/>
  <p:tag name="KSO_WM_UNIT_INDEX" val="1_3_1"/>
  <p:tag name="KSO_WM_UNIT_TYPE" val="l_h_x"/>
</p:tagLst>
</file>

<file path=ppt/tags/tag1178.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a"/>
</p:tagLst>
</file>

<file path=ppt/tags/tag1179.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f"/>
</p:tagLst>
</file>

<file path=ppt/tags/tag1180.xml><?xml version="1.0" encoding="utf-8"?>
<p:tagLst xmlns:a="http://schemas.openxmlformats.org/drawingml/2006/main" xmlns:r="http://schemas.openxmlformats.org/officeDocument/2006/relationships" xmlns:p="http://schemas.openxmlformats.org/presentationml/2006/main">
  <p:tag name="KSO_WM_FIGMA_DECORATION_INDEX" val="16"/>
  <p:tag name="$PH_EXT" val="2"/>
  <p:tag name="KSO_WM_BEAUTIFY_FLAG" val="#fgm#"/>
  <p:tag name="KSO_WM_DIAGRAM_GROUP_CODE" val="1"/>
  <p:tag name="KSO_WM_FIGMA_FLAG" val="#fgm#"/>
  <p:tag name="KSO_WM_SYNC_SLIDE_TEXT" val="1"/>
  <p:tag name="KSO_WM_UNIT_INDEX" val="1_4_1"/>
  <p:tag name="KSO_WM_UNIT_TYPE" val="l_h_i"/>
</p:tagLst>
</file>

<file path=ppt/tags/tag1181.xml><?xml version="1.0" encoding="utf-8"?>
<p:tagLst xmlns:a="http://schemas.openxmlformats.org/drawingml/2006/main" xmlns:r="http://schemas.openxmlformats.org/officeDocument/2006/relationships" xmlns:p="http://schemas.openxmlformats.org/presentationml/2006/main">
  <p:tag name="KSO_WM_FIGMA_DECORATION_INDEX" val="10"/>
  <p:tag name="$PH_EXT" val="1"/>
  <p:tag name="KSO_WM_BEAUTIFY_FLAG" val="#fgm#"/>
  <p:tag name="KSO_WM_DIAGRAM_GROUP_CODE" val="1"/>
  <p:tag name="KSO_WM_FIGMA_FLAG" val="#fgm#"/>
  <p:tag name="KSO_WM_UNIT_INDEX" val="1_4_1"/>
  <p:tag name="KSO_WM_UNIT_TYPE" val="l_h_x"/>
</p:tagLst>
</file>

<file path=ppt/tags/tag1182.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4_1"/>
  <p:tag name="KSO_WM_UNIT_TYPE" val="l_h_a"/>
</p:tagLst>
</file>

<file path=ppt/tags/tag1183.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4_1"/>
  <p:tag name="KSO_WM_UNIT_TYPE" val="l_h_f"/>
</p:tagLst>
</file>

<file path=ppt/tags/tag1184.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a"/>
  <p:tag name="KSO_WM_LAYOUT_CHECK_HASH" val="58301e5b3fead73a027719b48cb649aebf31943c"/>
  <p:tag name="KSO_WM_NEWLAYOUT_GROUP_ID" val="layout_42"/>
  <p:tag name="KSO_WM_NEWLAYOUT_ID" val="slide_08b7644ddb128a77"/>
</p:tagLst>
</file>

<file path=ppt/tags/tag1185.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d"/>
</p:tagLst>
</file>

<file path=ppt/tags/tag1186.xml><?xml version="1.0" encoding="utf-8"?>
<p:tagLst xmlns:a="http://schemas.openxmlformats.org/drawingml/2006/main" xmlns:r="http://schemas.openxmlformats.org/officeDocument/2006/relationships" xmlns:p="http://schemas.openxmlformats.org/presentationml/2006/main">
  <p:tag name="KSO_WM_FIGMA_DECORATION_INDEX" val="19"/>
  <p:tag name="$PH_EXT" val="2"/>
  <p:tag name="KSO_WM_BEAUTIFY_FLAG" val="#fgm#"/>
  <p:tag name="KSO_WM_DIAGRAM_GROUP_CODE" val="1"/>
  <p:tag name="KSO_WM_FIGMA_FLAG" val="#fgm#"/>
  <p:tag name="KSO_WM_SYNC_SLIDE_TEXT" val="1"/>
  <p:tag name="KSO_WM_UNIT_INDEX" val="1_1_1"/>
  <p:tag name="KSO_WM_UNIT_TYPE" val="l_h_i"/>
</p:tagLst>
</file>

<file path=ppt/tags/tag1187.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f"/>
</p:tagLst>
</file>

<file path=ppt/tags/tag1188.xml><?xml version="1.0" encoding="utf-8"?>
<p:tagLst xmlns:a="http://schemas.openxmlformats.org/drawingml/2006/main" xmlns:r="http://schemas.openxmlformats.org/officeDocument/2006/relationships" xmlns:p="http://schemas.openxmlformats.org/presentationml/2006/main">
  <p:tag name="KSO_WM_FIGMA_DECORATION_INDEX" val="19"/>
  <p:tag name="$PH_EXT" val="2"/>
  <p:tag name="KSO_WM_BEAUTIFY_FLAG" val="#fgm#"/>
  <p:tag name="KSO_WM_DIAGRAM_GROUP_CODE" val="1"/>
  <p:tag name="KSO_WM_FIGMA_FLAG" val="#fgm#"/>
  <p:tag name="KSO_WM_SYNC_SLIDE_TEXT" val="1"/>
  <p:tag name="KSO_WM_UNIT_INDEX" val="1_2_1"/>
  <p:tag name="KSO_WM_UNIT_TYPE" val="l_h_i"/>
</p:tagLst>
</file>

<file path=ppt/tags/tag1189.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f"/>
</p:tagLst>
</file>

<file path=ppt/tags/tag1190.xml><?xml version="1.0" encoding="utf-8"?>
<p:tagLst xmlns:a="http://schemas.openxmlformats.org/drawingml/2006/main" xmlns:r="http://schemas.openxmlformats.org/officeDocument/2006/relationships" xmlns:p="http://schemas.openxmlformats.org/presentationml/2006/main">
  <p:tag name="KSO_WM_FIGMA_DECORATION_INDEX" val="19"/>
  <p:tag name="$PH_EXT" val="2"/>
  <p:tag name="KSO_WM_BEAUTIFY_FLAG" val="#fgm#"/>
  <p:tag name="KSO_WM_DIAGRAM_GROUP_CODE" val="1"/>
  <p:tag name="KSO_WM_FIGMA_FLAG" val="#fgm#"/>
  <p:tag name="KSO_WM_SYNC_SLIDE_TEXT" val="1"/>
  <p:tag name="KSO_WM_UNIT_INDEX" val="1_3_1"/>
  <p:tag name="KSO_WM_UNIT_TYPE" val="l_h_i"/>
</p:tagLst>
</file>

<file path=ppt/tags/tag1191.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f"/>
</p:tagLst>
</file>

<file path=ppt/tags/tag1192.xml><?xml version="1.0" encoding="utf-8"?>
<p:tagLst xmlns:a="http://schemas.openxmlformats.org/drawingml/2006/main" xmlns:r="http://schemas.openxmlformats.org/officeDocument/2006/relationships" xmlns:p="http://schemas.openxmlformats.org/presentationml/2006/main">
  <p:tag name="KSO_WM_FIGMA_DECORATION_INDEX" val="19"/>
  <p:tag name="$PH_EXT" val="2"/>
  <p:tag name="KSO_WM_BEAUTIFY_FLAG" val="#fgm#"/>
  <p:tag name="KSO_WM_DIAGRAM_GROUP_CODE" val="1"/>
  <p:tag name="KSO_WM_FIGMA_FLAG" val="#fgm#"/>
  <p:tag name="KSO_WM_SYNC_SLIDE_TEXT" val="1"/>
  <p:tag name="KSO_WM_UNIT_INDEX" val="1_4_1"/>
  <p:tag name="KSO_WM_UNIT_TYPE" val="l_h_i"/>
</p:tagLst>
</file>

<file path=ppt/tags/tag1193.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4_1"/>
  <p:tag name="KSO_WM_UNIT_TYPE" val="l_h_f"/>
</p:tagLst>
</file>

<file path=ppt/tags/tag1194.xml><?xml version="1.0" encoding="utf-8"?>
<p:tagLst xmlns:a="http://schemas.openxmlformats.org/drawingml/2006/main" xmlns:r="http://schemas.openxmlformats.org/officeDocument/2006/relationships" xmlns:p="http://schemas.openxmlformats.org/presentationml/2006/main">
  <p:tag name="KSO_WM_SLIDE_TYPE" val="title"/>
  <p:tag name="KSO_WM_TEMPLATE_SUBCATEGORY" val="29"/>
  <p:tag name="KSO_WM_TEMPLATE_COLOR_TYPE" val="0"/>
  <p:tag name="KSO_WM_TAG_VERSION" val="3.0"/>
  <p:tag name="KSO_WM_SLIDE_SUBTYPE" val="pureTxt"/>
  <p:tag name="KSO_WM_SLIDE_ITEM_CNT" val="0"/>
  <p:tag name="KSO_WM_TEMPLATE_THUMBS_INDEX" val="1、9"/>
  <p:tag name="KSO_WM_BEAUTIFY_FLAG" val="#wm#"/>
  <p:tag name="KSO_WM_TEMPLATE_INDEX" val="20235971"/>
  <p:tag name="KSO_WM_TEMPLATE_CATEGORY" val="custom"/>
  <p:tag name="KSO_WM_SLIDE_INDEX" val="1"/>
  <p:tag name="KSO_WM_SLIDE_ID" val="custom20235971_1"/>
  <p:tag name="KSO_WM_TEMPLATE_MASTER_TYPE" val="0"/>
  <p:tag name="KSO_WM_SLIDE_LAYOUT" val="a_f"/>
  <p:tag name="KSO_WM_SLIDE_LAYOUT_CNT" val="1_2"/>
</p:tagLst>
</file>

<file path=ppt/tags/tag1195.xml><?xml version="1.0" encoding="utf-8"?>
<p:tagLst xmlns:a="http://schemas.openxmlformats.org/drawingml/2006/main" xmlns:r="http://schemas.openxmlformats.org/officeDocument/2006/relationships" xmlns:p="http://schemas.openxmlformats.org/presentationml/2006/main">
  <p:tag name="KSO_WM_UNIT_TYPE" val="a"/>
  <p:tag name="KSO_WM_UNIT_INDEX" val="1"/>
  <p:tag name="KSO_WM_BEAUTIFY_FLAG" val="#wm#"/>
  <p:tag name="KSO_WM_TAG_VERSION" val="3.0"/>
  <p:tag name="KSO_WM_UNIT_ID" val="custom20235971_1*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5971"/>
  <p:tag name="KSO_WM_TEMPLATE_CATEGORY" val="custom"/>
  <p:tag name="KSO_WM_UNIT_ISCONTENTSTITLE" val="0"/>
  <p:tag name="KSO_WM_UNIT_PRESET_TEXT" val="单击此处&#10;添加文档标题"/>
  <p:tag name="KSO_WM_UNIT_TEXT_TYPE" val="1"/>
</p:tagLst>
</file>

<file path=ppt/tags/tag1196.xml><?xml version="1.0" encoding="utf-8"?>
<p:tagLst xmlns:a="http://schemas.openxmlformats.org/drawingml/2006/main" xmlns:r="http://schemas.openxmlformats.org/officeDocument/2006/relationships" xmlns:p="http://schemas.openxmlformats.org/presentationml/2006/main">
  <p:tag name="KSO_WM_SLIDE_TYPE" val="contents"/>
  <p:tag name="KSO_WM_TEMPLATE_SUBCATEGORY" val="29"/>
  <p:tag name="KSO_WM_TEMPLATE_COLOR_TYPE" val="0"/>
  <p:tag name="KSO_WM_TAG_VERSION" val="3.0"/>
  <p:tag name="KSO_WM_SLIDE_SUBTYPE" val="diag"/>
  <p:tag name="KSO_WM_SLIDE_ITEM_CNT" val="6"/>
  <p:tag name="KSO_WM_DIAGRAM_GROUP_CODE" val="l1-1"/>
  <p:tag name="KSO_WM_BEAUTIFY_FLAG" val="#wm#"/>
  <p:tag name="KSO_WM_TEMPLATE_INDEX" val="20235971"/>
  <p:tag name="KSO_WM_TEMPLATE_CATEGORY" val="custom"/>
  <p:tag name="KSO_WM_SLIDE_INDEX" val="6"/>
  <p:tag name="KSO_WM_SLIDE_ID" val="custom20235971_6"/>
  <p:tag name="KSO_WM_TEMPLATE_MASTER_TYPE" val="0"/>
  <p:tag name="KSO_WM_SLIDE_LAYOUT" val="a_l"/>
  <p:tag name="KSO_WM_SLIDE_LAYOUT_CNT" val="1_1"/>
  <p:tag name="KSO_WM_SLIDE_DIAGTYPE" val="l"/>
</p:tagLst>
</file>

<file path=ppt/tags/tag1197.xml><?xml version="1.0" encoding="utf-8"?>
<p:tagLst xmlns:a="http://schemas.openxmlformats.org/drawingml/2006/main" xmlns:r="http://schemas.openxmlformats.org/officeDocument/2006/relationships" xmlns:p="http://schemas.openxmlformats.org/presentationml/2006/main">
  <p:tag name="KSO_WM_UNIT_TYPE" val="l_h_i"/>
  <p:tag name="KSO_WM_UNIT_INDEX" val="1_1_1"/>
  <p:tag name="KSO_WM_BEAUTIFY_FLAG" val="#wm#"/>
  <p:tag name="KSO_WM_TAG_VERSION" val="3.0"/>
  <p:tag name="KSO_WM_DIAGRAM_VERSION" val="3"/>
  <p:tag name="KSO_WM_DIAGRAM_GROUP_CODE" val="l1-1"/>
  <p:tag name="KSO_WM_DIAGRAM_COLOR_TRICK" val="1"/>
  <p:tag name="KSO_WM_DIAGRAM_COLOR_TEXT_CAN_REMOVE" val="n"/>
  <p:tag name="KSO_WM_UNIT_ID" val="custom20235971_6*l_h_i*1_1_1"/>
  <p:tag name="KSO_WM_UNIT_ISNUMDGMTITLE" val="0"/>
  <p:tag name="KSO_WM_UNIT_NOCLEAR" val="0"/>
  <p:tag name="KSO_WM_UNIT_HIGHLIGHT" val="0"/>
  <p:tag name="KSO_WM_UNIT_COMPATIBLE" val="0"/>
  <p:tag name="KSO_WM_UNIT_DIAGRAM_ISNUMVISUAL" val="0"/>
  <p:tag name="KSO_WM_UNIT_DIAGRAM_ISREFERUNIT" val="0"/>
  <p:tag name="KSO_WM_UNIT_LAYERLEVEL" val="1_1_1"/>
  <p:tag name="KSO_WM_TEMPLATE_INDEX" val="20235971"/>
  <p:tag name="KSO_WM_TEMPLATE_CATEGORY" val="custom"/>
  <p:tag name="KSO_WM_DIAGRAM_MAX_ITEMCNT" val="6"/>
  <p:tag name="KSO_WM_DIAGRAM_MIN_ITEMCNT" val="2"/>
  <p:tag name="KSO_WM_DIAGRAM_VIRTUALLY_FRAME" val="{&quot;height&quot;:278.6197509765625,&quot;width&quot;:823.1170654296875}"/>
  <p:tag name="KSO_WM_DIAGRAM_COLOR_MATCH_VALUE" val="{&quot;shape&quot;:{&quot;fill&quot;:{&quot;solid&quot;:{&quot;brightness&quot;:0,&quot;colorType&quot;:1,&quot;foreColorIndex&quot;:5,&quot;transparency&quot;:0.8500000238418579},&quot;type&quot;:1},&quot;glow&quot;:{&quot;colorType&quot;:0},&quot;line&quot;:{&quot;solidLine&quot;:{&quot;brightness&quot;:0.6000000238418579,&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14,&quot;transparency&quot;:0},&quot;type&quot;:1},&quot;glow&quot;:{&quot;colorType&quot;:0},&quot;line&quot;:{&quot;type&quot;:0},&quot;shadow&quot;:{&quot;colorType&quot;:0},&quot;threeD&quot;:{&quot;curvedSurface&quot;:{&quot;brightness&quot;:0,&quot;colorType&quot;:2,&quot;rgb&quot;:&quot;#000000&quot;},&quot;depth&quot;:{&quot;colorType&quot;:0}}}}"/>
  <p:tag name="KSO_WM_UNIT_FILL_FORE_SCHEMECOLOR_INDEX" val="5"/>
  <p:tag name="KSO_WM_UNIT_FILL_TYPE" val="1"/>
  <p:tag name="KSO_WM_UNIT_LINE_FORE_SCHEMECOLOR_INDEX" val="5"/>
  <p:tag name="KSO_WM_UNIT_LINE_FILL_TYPE" val="2"/>
  <p:tag name="KSO_WM_UNIT_TEXT_FILL_FORE_SCHEMECOLOR_INDEX" val="14"/>
  <p:tag name="KSO_WM_UNIT_TEXT_FILL_TYPE" val="1"/>
  <p:tag name="KSO_WM_UNIT_USESOURCEFORMAT_APPLY" val="0"/>
</p:tagLst>
</file>

<file path=ppt/tags/tag1198.xml><?xml version="1.0" encoding="utf-8"?>
<p:tagLst xmlns:a="http://schemas.openxmlformats.org/drawingml/2006/main" xmlns:r="http://schemas.openxmlformats.org/officeDocument/2006/relationships" xmlns:p="http://schemas.openxmlformats.org/presentationml/2006/main">
  <p:tag name="KSO_WM_UNIT_TYPE" val="l_h_i"/>
  <p:tag name="KSO_WM_UNIT_INDEX" val="1_1_2"/>
  <p:tag name="KSO_WM_BEAUTIFY_FLAG" val="#wm#"/>
  <p:tag name="KSO_WM_TAG_VERSION" val="3.0"/>
  <p:tag name="KSO_WM_DIAGRAM_VERSION" val="3"/>
  <p:tag name="KSO_WM_DIAGRAM_GROUP_CODE" val="l1-1"/>
  <p:tag name="KSO_WM_DIAGRAM_COLOR_TRICK" val="1"/>
  <p:tag name="KSO_WM_DIAGRAM_COLOR_TEXT_CAN_REMOVE" val="n"/>
  <p:tag name="KSO_WM_UNIT_ID" val="custom20235971_6*l_h_i*1_1_2"/>
  <p:tag name="KSO_WM_UNIT_ISNUMDGMTITLE" val="0"/>
  <p:tag name="KSO_WM_UNIT_NOCLEAR" val="0"/>
  <p:tag name="KSO_WM_UNIT_HIGHLIGHT" val="0"/>
  <p:tag name="KSO_WM_UNIT_COMPATIBLE" val="0"/>
  <p:tag name="KSO_WM_UNIT_DIAGRAM_ISNUMVISUAL" val="0"/>
  <p:tag name="KSO_WM_UNIT_DIAGRAM_ISREFERUNIT" val="0"/>
  <p:tag name="KSO_WM_UNIT_LAYERLEVEL" val="1_1_1"/>
  <p:tag name="KSO_WM_TEMPLATE_INDEX" val="20235971"/>
  <p:tag name="KSO_WM_TEMPLATE_CATEGORY" val="custom"/>
  <p:tag name="KSO_WM_DIAGRAM_MAX_ITEMCNT" val="6"/>
  <p:tag name="KSO_WM_DIAGRAM_MIN_ITEMCNT" val="2"/>
  <p:tag name="KSO_WM_DIAGRAM_VIRTUALLY_FRAME" val="{&quot;height&quot;:278.6197509765625,&quot;width&quot;:823.1170654296875}"/>
  <p:tag name="KSO_WM_DIAGRAM_COLOR_MATCH_VALUE" val="{&quot;shape&quot;:{&quot;fill&quot;:{&quot;type&quot;:0},&quot;glow&quot;:{&quot;colorType&quot;:0},&quot;line&quot;:{&quot;solidLine&quot;:{&quot;brightness&quot;:0.6000000238418579,&quot;colorType&quot;:1,&quot;foreColorIndex&quot;:5,&quot;transparency&quot;:0.20000000298023224},&quot;type&quot;:1},&quot;shadow&quot;:{&quot;colorType&quot;:0},&quot;threeD&quot;:{&quot;curvedSurface&quot;:{&quot;brightness&quot;:0,&quot;colorType&quot;:2,&quot;rgb&quot;:&quot;#000000&quot;},&quot;depth&quot;:{&quot;colorType&quot;:0}}},&quot;text&quot;:{&quot;fill&quot;:{},&quot;glow&quot;:{},&quot;line&quot;:{},&quot;shadow&quot;:{},&quot;threeD&quot;:{}}}"/>
  <p:tag name="KSO_WM_UNIT_LINE_FORE_SCHEMECOLOR_INDEX" val="5"/>
  <p:tag name="KSO_WM_UNIT_LINE_FILL_TYPE" val="2"/>
  <p:tag name="KSO_WM_UNIT_USESOURCEFORMAT_APPLY" val="0"/>
</p:tagLst>
</file>

<file path=ppt/tags/tag1199.xml><?xml version="1.0" encoding="utf-8"?>
<p:tagLst xmlns:a="http://schemas.openxmlformats.org/drawingml/2006/main" xmlns:r="http://schemas.openxmlformats.org/officeDocument/2006/relationships" xmlns:p="http://schemas.openxmlformats.org/presentationml/2006/main">
  <p:tag name="KSO_WM_UNIT_TYPE" val="l_h_i"/>
  <p:tag name="KSO_WM_UNIT_INDEX" val="1_3_1"/>
  <p:tag name="KSO_WM_BEAUTIFY_FLAG" val="#wm#"/>
  <p:tag name="KSO_WM_TAG_VERSION" val="3.0"/>
  <p:tag name="KSO_WM_DIAGRAM_VERSION" val="3"/>
  <p:tag name="KSO_WM_DIAGRAM_GROUP_CODE" val="l1-1"/>
  <p:tag name="KSO_WM_DIAGRAM_COLOR_TRICK" val="1"/>
  <p:tag name="KSO_WM_DIAGRAM_COLOR_TEXT_CAN_REMOVE" val="n"/>
  <p:tag name="KSO_WM_UNIT_ID" val="custom20235971_6*l_h_i*1_3_1"/>
  <p:tag name="KSO_WM_UNIT_ISNUMDGMTITLE" val="0"/>
  <p:tag name="KSO_WM_UNIT_NOCLEAR" val="0"/>
  <p:tag name="KSO_WM_UNIT_HIGHLIGHT" val="0"/>
  <p:tag name="KSO_WM_UNIT_COMPATIBLE" val="0"/>
  <p:tag name="KSO_WM_UNIT_DIAGRAM_ISNUMVISUAL" val="0"/>
  <p:tag name="KSO_WM_UNIT_DIAGRAM_ISREFERUNIT" val="0"/>
  <p:tag name="KSO_WM_UNIT_LAYERLEVEL" val="1_1_1"/>
  <p:tag name="KSO_WM_TEMPLATE_INDEX" val="20235971"/>
  <p:tag name="KSO_WM_TEMPLATE_CATEGORY" val="custom"/>
  <p:tag name="KSO_WM_DIAGRAM_MAX_ITEMCNT" val="6"/>
  <p:tag name="KSO_WM_DIAGRAM_MIN_ITEMCNT" val="2"/>
  <p:tag name="KSO_WM_DIAGRAM_VIRTUALLY_FRAME" val="{&quot;height&quot;:278.6197509765625,&quot;width&quot;:823.1170654296875}"/>
  <p:tag name="KSO_WM_DIAGRAM_COLOR_MATCH_VALUE" val="{&quot;shape&quot;:{&quot;fill&quot;:{&quot;solid&quot;:{&quot;brightness&quot;:0,&quot;colorType&quot;:1,&quot;foreColorIndex&quot;:5,&quot;transparency&quot;:0.8500000238418579},&quot;type&quot;:1},&quot;glow&quot;:{&quot;colorType&quot;:0},&quot;line&quot;:{&quot;solidLine&quot;:{&quot;brightness&quot;:0.6000000238418579,&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14,&quot;transparency&quot;:0},&quot;type&quot;:1},&quot;glow&quot;:{&quot;colorType&quot;:0},&quot;line&quot;:{&quot;type&quot;:0},&quot;shadow&quot;:{&quot;colorType&quot;:0},&quot;threeD&quot;:{&quot;curvedSurface&quot;:{&quot;brightness&quot;:0,&quot;colorType&quot;:2,&quot;rgb&quot;:&quot;#000000&quot;},&quot;depth&quot;:{&quot;colorType&quot;:0}}}}"/>
  <p:tag name="KSO_WM_UNIT_FILL_FORE_SCHEMECOLOR_INDEX" val="5"/>
  <p:tag name="KSO_WM_UNIT_FILL_TYPE" val="1"/>
  <p:tag name="KSO_WM_UNIT_LINE_FORE_SCHEMECOLOR_INDEX" val="5"/>
  <p:tag name="KSO_WM_UNIT_LINE_FILL_TYPE" val="2"/>
  <p:tag name="KSO_WM_UNIT_TEXT_FILL_FORE_SCHEMECOLOR_INDEX" val="14"/>
  <p:tag name="KSO_WM_UNIT_TEXT_FILL_TYPE" val="1"/>
  <p:tag name="KSO_WM_UNIT_USESOURCEFORMAT_APPLY" val="0"/>
</p:tagLst>
</file>

<file path=ppt/tags/tag1200.xml><?xml version="1.0" encoding="utf-8"?>
<p:tagLst xmlns:a="http://schemas.openxmlformats.org/drawingml/2006/main" xmlns:r="http://schemas.openxmlformats.org/officeDocument/2006/relationships" xmlns:p="http://schemas.openxmlformats.org/presentationml/2006/main">
  <p:tag name="KSO_WM_UNIT_TYPE" val="l_h_i"/>
  <p:tag name="KSO_WM_UNIT_INDEX" val="1_3_2"/>
  <p:tag name="KSO_WM_BEAUTIFY_FLAG" val="#wm#"/>
  <p:tag name="KSO_WM_TAG_VERSION" val="3.0"/>
  <p:tag name="KSO_WM_DIAGRAM_VERSION" val="3"/>
  <p:tag name="KSO_WM_DIAGRAM_GROUP_CODE" val="l1-1"/>
  <p:tag name="KSO_WM_DIAGRAM_COLOR_TRICK" val="1"/>
  <p:tag name="KSO_WM_DIAGRAM_COLOR_TEXT_CAN_REMOVE" val="n"/>
  <p:tag name="KSO_WM_UNIT_ID" val="custom20235971_6*l_h_i*1_3_2"/>
  <p:tag name="KSO_WM_UNIT_ISNUMDGMTITLE" val="0"/>
  <p:tag name="KSO_WM_UNIT_NOCLEAR" val="0"/>
  <p:tag name="KSO_WM_UNIT_HIGHLIGHT" val="0"/>
  <p:tag name="KSO_WM_UNIT_COMPATIBLE" val="0"/>
  <p:tag name="KSO_WM_UNIT_DIAGRAM_ISNUMVISUAL" val="0"/>
  <p:tag name="KSO_WM_UNIT_DIAGRAM_ISREFERUNIT" val="0"/>
  <p:tag name="KSO_WM_UNIT_LAYERLEVEL" val="1_1_1"/>
  <p:tag name="KSO_WM_TEMPLATE_INDEX" val="20235971"/>
  <p:tag name="KSO_WM_TEMPLATE_CATEGORY" val="custom"/>
  <p:tag name="KSO_WM_DIAGRAM_MAX_ITEMCNT" val="6"/>
  <p:tag name="KSO_WM_DIAGRAM_MIN_ITEMCNT" val="2"/>
  <p:tag name="KSO_WM_DIAGRAM_VIRTUALLY_FRAME" val="{&quot;height&quot;:278.6197509765625,&quot;width&quot;:823.1170654296875}"/>
  <p:tag name="KSO_WM_DIAGRAM_COLOR_MATCH_VALUE" val="{&quot;shape&quot;:{&quot;fill&quot;:{&quot;type&quot;:0},&quot;glow&quot;:{&quot;colorType&quot;:0},&quot;line&quot;:{&quot;solidLine&quot;:{&quot;brightness&quot;:0.6000000238418579,&quot;colorType&quot;:1,&quot;foreColorIndex&quot;:5,&quot;transparency&quot;:0.20000000298023224},&quot;type&quot;:1},&quot;shadow&quot;:{&quot;colorType&quot;:0},&quot;threeD&quot;:{&quot;curvedSurface&quot;:{&quot;brightness&quot;:0,&quot;colorType&quot;:2,&quot;rgb&quot;:&quot;#000000&quot;},&quot;depth&quot;:{&quot;colorType&quot;:0}}},&quot;text&quot;:{&quot;fill&quot;:{},&quot;glow&quot;:{},&quot;line&quot;:{},&quot;shadow&quot;:{},&quot;threeD&quot;:{}}}"/>
  <p:tag name="KSO_WM_UNIT_LINE_FORE_SCHEMECOLOR_INDEX" val="5"/>
  <p:tag name="KSO_WM_UNIT_LINE_FILL_TYPE" val="2"/>
  <p:tag name="KSO_WM_UNIT_USESOURCEFORMAT_APPLY" val="0"/>
</p:tagLst>
</file>

<file path=ppt/tags/tag1201.xml><?xml version="1.0" encoding="utf-8"?>
<p:tagLst xmlns:a="http://schemas.openxmlformats.org/drawingml/2006/main" xmlns:r="http://schemas.openxmlformats.org/officeDocument/2006/relationships" xmlns:p="http://schemas.openxmlformats.org/presentationml/2006/main">
  <p:tag name="KSO_WM_UNIT_TYPE" val="l_h_i"/>
  <p:tag name="KSO_WM_UNIT_INDEX" val="1_2_1"/>
  <p:tag name="KSO_WM_BEAUTIFY_FLAG" val="#wm#"/>
  <p:tag name="KSO_WM_TAG_VERSION" val="3.0"/>
  <p:tag name="KSO_WM_DIAGRAM_VERSION" val="3"/>
  <p:tag name="KSO_WM_DIAGRAM_GROUP_CODE" val="l1-1"/>
  <p:tag name="KSO_WM_DIAGRAM_COLOR_TRICK" val="1"/>
  <p:tag name="KSO_WM_DIAGRAM_COLOR_TEXT_CAN_REMOVE" val="n"/>
  <p:tag name="KSO_WM_UNIT_ID" val="custom20235971_6*l_h_i*1_2_1"/>
  <p:tag name="KSO_WM_UNIT_ISNUMDGMTITLE" val="0"/>
  <p:tag name="KSO_WM_UNIT_NOCLEAR" val="0"/>
  <p:tag name="KSO_WM_UNIT_HIGHLIGHT" val="0"/>
  <p:tag name="KSO_WM_UNIT_COMPATIBLE" val="0"/>
  <p:tag name="KSO_WM_UNIT_DIAGRAM_ISNUMVISUAL" val="0"/>
  <p:tag name="KSO_WM_UNIT_DIAGRAM_ISREFERUNIT" val="0"/>
  <p:tag name="KSO_WM_UNIT_LAYERLEVEL" val="1_1_1"/>
  <p:tag name="KSO_WM_TEMPLATE_INDEX" val="20235971"/>
  <p:tag name="KSO_WM_TEMPLATE_CATEGORY" val="custom"/>
  <p:tag name="KSO_WM_DIAGRAM_MAX_ITEMCNT" val="6"/>
  <p:tag name="KSO_WM_DIAGRAM_MIN_ITEMCNT" val="2"/>
  <p:tag name="KSO_WM_DIAGRAM_VIRTUALLY_FRAME" val="{&quot;height&quot;:278.6197509765625,&quot;width&quot;:823.1170654296875}"/>
  <p:tag name="KSO_WM_DIAGRAM_COLOR_MATCH_VALUE" val="{&quot;shape&quot;:{&quot;fill&quot;:{&quot;solid&quot;:{&quot;brightness&quot;:0,&quot;colorType&quot;:1,&quot;foreColorIndex&quot;:5,&quot;transparency&quot;:0.8500000238418579},&quot;type&quot;:1},&quot;glow&quot;:{&quot;colorType&quot;:0},&quot;line&quot;:{&quot;solidLine&quot;:{&quot;brightness&quot;:0.6000000238418579,&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14,&quot;transparency&quot;:0},&quot;type&quot;:1},&quot;glow&quot;:{&quot;colorType&quot;:0},&quot;line&quot;:{&quot;type&quot;:0},&quot;shadow&quot;:{&quot;colorType&quot;:0},&quot;threeD&quot;:{&quot;curvedSurface&quot;:{&quot;brightness&quot;:0,&quot;colorType&quot;:2,&quot;rgb&quot;:&quot;#000000&quot;},&quot;depth&quot;:{&quot;colorType&quot;:0}}}}"/>
  <p:tag name="KSO_WM_UNIT_FILL_FORE_SCHEMECOLOR_INDEX" val="5"/>
  <p:tag name="KSO_WM_UNIT_FILL_TYPE" val="1"/>
  <p:tag name="KSO_WM_UNIT_LINE_FORE_SCHEMECOLOR_INDEX" val="5"/>
  <p:tag name="KSO_WM_UNIT_LINE_FILL_TYPE" val="2"/>
  <p:tag name="KSO_WM_UNIT_TEXT_FILL_FORE_SCHEMECOLOR_INDEX" val="14"/>
  <p:tag name="KSO_WM_UNIT_TEXT_FILL_TYPE" val="1"/>
  <p:tag name="KSO_WM_UNIT_USESOURCEFORMAT_APPLY" val="0"/>
</p:tagLst>
</file>

<file path=ppt/tags/tag1202.xml><?xml version="1.0" encoding="utf-8"?>
<p:tagLst xmlns:a="http://schemas.openxmlformats.org/drawingml/2006/main" xmlns:r="http://schemas.openxmlformats.org/officeDocument/2006/relationships" xmlns:p="http://schemas.openxmlformats.org/presentationml/2006/main">
  <p:tag name="KSO_WM_UNIT_TYPE" val="l_h_i"/>
  <p:tag name="KSO_WM_UNIT_INDEX" val="1_2_2"/>
  <p:tag name="KSO_WM_BEAUTIFY_FLAG" val="#wm#"/>
  <p:tag name="KSO_WM_TAG_VERSION" val="3.0"/>
  <p:tag name="KSO_WM_DIAGRAM_VERSION" val="3"/>
  <p:tag name="KSO_WM_DIAGRAM_GROUP_CODE" val="l1-1"/>
  <p:tag name="KSO_WM_DIAGRAM_COLOR_TRICK" val="1"/>
  <p:tag name="KSO_WM_DIAGRAM_COLOR_TEXT_CAN_REMOVE" val="n"/>
  <p:tag name="KSO_WM_UNIT_ID" val="custom20235971_6*l_h_i*1_2_2"/>
  <p:tag name="KSO_WM_UNIT_ISNUMDGMTITLE" val="0"/>
  <p:tag name="KSO_WM_UNIT_NOCLEAR" val="0"/>
  <p:tag name="KSO_WM_UNIT_HIGHLIGHT" val="0"/>
  <p:tag name="KSO_WM_UNIT_COMPATIBLE" val="0"/>
  <p:tag name="KSO_WM_UNIT_DIAGRAM_ISNUMVISUAL" val="0"/>
  <p:tag name="KSO_WM_UNIT_DIAGRAM_ISREFERUNIT" val="0"/>
  <p:tag name="KSO_WM_UNIT_LAYERLEVEL" val="1_1_1"/>
  <p:tag name="KSO_WM_TEMPLATE_INDEX" val="20235971"/>
  <p:tag name="KSO_WM_TEMPLATE_CATEGORY" val="custom"/>
  <p:tag name="KSO_WM_DIAGRAM_MAX_ITEMCNT" val="6"/>
  <p:tag name="KSO_WM_DIAGRAM_MIN_ITEMCNT" val="2"/>
  <p:tag name="KSO_WM_DIAGRAM_VIRTUALLY_FRAME" val="{&quot;height&quot;:278.6197509765625,&quot;width&quot;:823.1170654296875}"/>
  <p:tag name="KSO_WM_DIAGRAM_COLOR_MATCH_VALUE" val="{&quot;shape&quot;:{&quot;fill&quot;:{&quot;type&quot;:0},&quot;glow&quot;:{&quot;colorType&quot;:0},&quot;line&quot;:{&quot;solidLine&quot;:{&quot;brightness&quot;:0.6000000238418579,&quot;colorType&quot;:1,&quot;foreColorIndex&quot;:5,&quot;transparency&quot;:0.20000000298023224},&quot;type&quot;:1},&quot;shadow&quot;:{&quot;colorType&quot;:0},&quot;threeD&quot;:{&quot;curvedSurface&quot;:{&quot;brightness&quot;:0,&quot;colorType&quot;:2,&quot;rgb&quot;:&quot;#000000&quot;},&quot;depth&quot;:{&quot;colorType&quot;:0}}},&quot;text&quot;:{&quot;fill&quot;:{},&quot;glow&quot;:{},&quot;line&quot;:{},&quot;shadow&quot;:{},&quot;threeD&quot;:{}}}"/>
  <p:tag name="KSO_WM_UNIT_LINE_FORE_SCHEMECOLOR_INDEX" val="5"/>
  <p:tag name="KSO_WM_UNIT_LINE_FILL_TYPE" val="2"/>
  <p:tag name="KSO_WM_UNIT_USESOURCEFORMAT_APPLY" val="0"/>
</p:tagLst>
</file>

<file path=ppt/tags/tag1203.xml><?xml version="1.0" encoding="utf-8"?>
<p:tagLst xmlns:a="http://schemas.openxmlformats.org/drawingml/2006/main" xmlns:r="http://schemas.openxmlformats.org/officeDocument/2006/relationships" xmlns:p="http://schemas.openxmlformats.org/presentationml/2006/main">
  <p:tag name="KSO_WM_UNIT_TYPE" val="l_h_i"/>
  <p:tag name="KSO_WM_UNIT_INDEX" val="1_4_1"/>
  <p:tag name="KSO_WM_BEAUTIFY_FLAG" val="#wm#"/>
  <p:tag name="KSO_WM_TAG_VERSION" val="3.0"/>
  <p:tag name="KSO_WM_DIAGRAM_VERSION" val="3"/>
  <p:tag name="KSO_WM_DIAGRAM_GROUP_CODE" val="l1-1"/>
  <p:tag name="KSO_WM_DIAGRAM_COLOR_TRICK" val="1"/>
  <p:tag name="KSO_WM_DIAGRAM_COLOR_TEXT_CAN_REMOVE" val="n"/>
  <p:tag name="KSO_WM_UNIT_ID" val="custom20235971_6*l_h_i*1_4_1"/>
  <p:tag name="KSO_WM_UNIT_ISNUMDGMTITLE" val="0"/>
  <p:tag name="KSO_WM_UNIT_NOCLEAR" val="0"/>
  <p:tag name="KSO_WM_UNIT_HIGHLIGHT" val="0"/>
  <p:tag name="KSO_WM_UNIT_COMPATIBLE" val="0"/>
  <p:tag name="KSO_WM_UNIT_DIAGRAM_ISNUMVISUAL" val="0"/>
  <p:tag name="KSO_WM_UNIT_DIAGRAM_ISREFERUNIT" val="0"/>
  <p:tag name="KSO_WM_UNIT_LAYERLEVEL" val="1_1_1"/>
  <p:tag name="KSO_WM_TEMPLATE_INDEX" val="20235971"/>
  <p:tag name="KSO_WM_TEMPLATE_CATEGORY" val="custom"/>
  <p:tag name="KSO_WM_DIAGRAM_MAX_ITEMCNT" val="6"/>
  <p:tag name="KSO_WM_DIAGRAM_MIN_ITEMCNT" val="2"/>
  <p:tag name="KSO_WM_DIAGRAM_VIRTUALLY_FRAME" val="{&quot;height&quot;:278.6197509765625,&quot;width&quot;:823.1170654296875}"/>
  <p:tag name="KSO_WM_DIAGRAM_COLOR_MATCH_VALUE" val="{&quot;shape&quot;:{&quot;fill&quot;:{&quot;solid&quot;:{&quot;brightness&quot;:0,&quot;colorType&quot;:1,&quot;foreColorIndex&quot;:5,&quot;transparency&quot;:0.8500000238418579},&quot;type&quot;:1},&quot;glow&quot;:{&quot;colorType&quot;:0},&quot;line&quot;:{&quot;solidLine&quot;:{&quot;brightness&quot;:0.6000000238418579,&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14,&quot;transparency&quot;:0},&quot;type&quot;:1},&quot;glow&quot;:{&quot;colorType&quot;:0},&quot;line&quot;:{&quot;type&quot;:0},&quot;shadow&quot;:{&quot;colorType&quot;:0},&quot;threeD&quot;:{&quot;curvedSurface&quot;:{&quot;brightness&quot;:0,&quot;colorType&quot;:2,&quot;rgb&quot;:&quot;#000000&quot;},&quot;depth&quot;:{&quot;colorType&quot;:0}}}}"/>
  <p:tag name="KSO_WM_UNIT_FILL_FORE_SCHEMECOLOR_INDEX" val="5"/>
  <p:tag name="KSO_WM_UNIT_FILL_TYPE" val="1"/>
  <p:tag name="KSO_WM_UNIT_LINE_FORE_SCHEMECOLOR_INDEX" val="5"/>
  <p:tag name="KSO_WM_UNIT_LINE_FILL_TYPE" val="2"/>
  <p:tag name="KSO_WM_UNIT_TEXT_FILL_FORE_SCHEMECOLOR_INDEX" val="14"/>
  <p:tag name="KSO_WM_UNIT_TEXT_FILL_TYPE" val="1"/>
  <p:tag name="KSO_WM_UNIT_USESOURCEFORMAT_APPLY" val="0"/>
</p:tagLst>
</file>

<file path=ppt/tags/tag1204.xml><?xml version="1.0" encoding="utf-8"?>
<p:tagLst xmlns:a="http://schemas.openxmlformats.org/drawingml/2006/main" xmlns:r="http://schemas.openxmlformats.org/officeDocument/2006/relationships" xmlns:p="http://schemas.openxmlformats.org/presentationml/2006/main">
  <p:tag name="KSO_WM_UNIT_TYPE" val="l_h_i"/>
  <p:tag name="KSO_WM_UNIT_INDEX" val="1_4_2"/>
  <p:tag name="KSO_WM_BEAUTIFY_FLAG" val="#wm#"/>
  <p:tag name="KSO_WM_TAG_VERSION" val="3.0"/>
  <p:tag name="KSO_WM_DIAGRAM_VERSION" val="3"/>
  <p:tag name="KSO_WM_DIAGRAM_GROUP_CODE" val="l1-1"/>
  <p:tag name="KSO_WM_DIAGRAM_COLOR_TRICK" val="1"/>
  <p:tag name="KSO_WM_DIAGRAM_COLOR_TEXT_CAN_REMOVE" val="n"/>
  <p:tag name="KSO_WM_UNIT_ID" val="custom20235971_6*l_h_i*1_4_2"/>
  <p:tag name="KSO_WM_UNIT_ISNUMDGMTITLE" val="0"/>
  <p:tag name="KSO_WM_UNIT_NOCLEAR" val="0"/>
  <p:tag name="KSO_WM_UNIT_HIGHLIGHT" val="0"/>
  <p:tag name="KSO_WM_UNIT_COMPATIBLE" val="0"/>
  <p:tag name="KSO_WM_UNIT_DIAGRAM_ISNUMVISUAL" val="0"/>
  <p:tag name="KSO_WM_UNIT_DIAGRAM_ISREFERUNIT" val="0"/>
  <p:tag name="KSO_WM_UNIT_LAYERLEVEL" val="1_1_1"/>
  <p:tag name="KSO_WM_TEMPLATE_INDEX" val="20235971"/>
  <p:tag name="KSO_WM_TEMPLATE_CATEGORY" val="custom"/>
  <p:tag name="KSO_WM_DIAGRAM_MAX_ITEMCNT" val="6"/>
  <p:tag name="KSO_WM_DIAGRAM_MIN_ITEMCNT" val="2"/>
  <p:tag name="KSO_WM_DIAGRAM_VIRTUALLY_FRAME" val="{&quot;height&quot;:278.6197509765625,&quot;width&quot;:823.1170654296875}"/>
  <p:tag name="KSO_WM_DIAGRAM_COLOR_MATCH_VALUE" val="{&quot;shape&quot;:{&quot;fill&quot;:{&quot;type&quot;:0},&quot;glow&quot;:{&quot;colorType&quot;:0},&quot;line&quot;:{&quot;solidLine&quot;:{&quot;brightness&quot;:0.6000000238418579,&quot;colorType&quot;:1,&quot;foreColorIndex&quot;:5,&quot;transparency&quot;:0.20000000298023224},&quot;type&quot;:1},&quot;shadow&quot;:{&quot;colorType&quot;:0},&quot;threeD&quot;:{&quot;curvedSurface&quot;:{&quot;brightness&quot;:0,&quot;colorType&quot;:2,&quot;rgb&quot;:&quot;#000000&quot;},&quot;depth&quot;:{&quot;colorType&quot;:0}}},&quot;text&quot;:{&quot;fill&quot;:{},&quot;glow&quot;:{},&quot;line&quot;:{},&quot;shadow&quot;:{},&quot;threeD&quot;:{}}}"/>
  <p:tag name="KSO_WM_UNIT_LINE_FORE_SCHEMECOLOR_INDEX" val="5"/>
  <p:tag name="KSO_WM_UNIT_LINE_FILL_TYPE" val="2"/>
  <p:tag name="KSO_WM_UNIT_USESOURCEFORMAT_APPLY" val="0"/>
</p:tagLst>
</file>

<file path=ppt/tags/tag1205.xml><?xml version="1.0" encoding="utf-8"?>
<p:tagLst xmlns:a="http://schemas.openxmlformats.org/drawingml/2006/main" xmlns:r="http://schemas.openxmlformats.org/officeDocument/2006/relationships" xmlns:p="http://schemas.openxmlformats.org/presentationml/2006/main">
  <p:tag name="KSO_WM_UNIT_TYPE" val="l_h_f"/>
  <p:tag name="KSO_WM_UNIT_INDEX" val="1_1_1"/>
  <p:tag name="KSO_WM_BEAUTIFY_FLAG" val="#wm#"/>
  <p:tag name="KSO_WM_TAG_VERSION" val="3.0"/>
  <p:tag name="KSO_WM_DIAGRAM_VERSION" val="3"/>
  <p:tag name="KSO_WM_DIAGRAM_GROUP_CODE" val="l1-1"/>
  <p:tag name="KSO_WM_DIAGRAM_COLOR_TRICK" val="1"/>
  <p:tag name="KSO_WM_DIAGRAM_COLOR_TEXT_CAN_REMOVE" val="n"/>
  <p:tag name="KSO_WM_UNIT_ID" val="custom20235971_6*l_h_f*1_1_1"/>
  <p:tag name="KSO_WM_UNIT_ISNUMDGMTITLE" val="0"/>
  <p:tag name="KSO_WM_UNIT_NOCLEAR" val="0"/>
  <p:tag name="KSO_WM_UNIT_HIGHLIGHT" val="0"/>
  <p:tag name="KSO_WM_UNIT_COMPATIBLE" val="0"/>
  <p:tag name="KSO_WM_UNIT_DIAGRAM_ISNUMVISUAL" val="0"/>
  <p:tag name="KSO_WM_UNIT_DIAGRAM_ISREFERUNIT" val="0"/>
  <p:tag name="KSO_WM_UNIT_LAYERLEVEL" val="1_1_1"/>
  <p:tag name="KSO_WM_TEMPLATE_INDEX" val="20235971"/>
  <p:tag name="KSO_WM_TEMPLATE_CATEGORY" val="custom"/>
  <p:tag name="KSO_WM_UNIT_SUBTYPE" val="a"/>
  <p:tag name="KSO_WM_DIAGRAM_MAX_ITEMCNT" val="6"/>
  <p:tag name="KSO_WM_DIAGRAM_MIN_ITEMCNT" val="2"/>
  <p:tag name="KSO_WM_DIAGRAM_VIRTUALLY_FRAME" val="{&quot;height&quot;:278.6197509765625,&quot;width&quot;:823.11706542968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5,&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添加目录项标题"/>
  <p:tag name="KSO_WM_UNIT_TEXT_TYPE" val="1"/>
  <p:tag name="KSO_WM_UNIT_TEXT_FILL_FORE_SCHEMECOLOR_INDEX" val="15"/>
  <p:tag name="KSO_WM_UNIT_TEXT_FILL_TYPE" val="1"/>
  <p:tag name="KSO_WM_UNIT_USESOURCEFORMAT_APPLY" val="0"/>
</p:tagLst>
</file>

<file path=ppt/tags/tag1206.xml><?xml version="1.0" encoding="utf-8"?>
<p:tagLst xmlns:a="http://schemas.openxmlformats.org/drawingml/2006/main" xmlns:r="http://schemas.openxmlformats.org/officeDocument/2006/relationships" xmlns:p="http://schemas.openxmlformats.org/presentationml/2006/main">
  <p:tag name="KSO_WM_UNIT_TYPE" val="l_h_i"/>
  <p:tag name="KSO_WM_UNIT_SUBTYPE" val="d"/>
  <p:tag name="KSO_WM_UNIT_INDEX" val="1_1_3"/>
  <p:tag name="KSO_WM_BEAUTIFY_FLAG" val="#wm#"/>
  <p:tag name="KSO_WM_TAG_VERSION" val="3.0"/>
  <p:tag name="KSO_WM_DIAGRAM_VERSION" val="3"/>
  <p:tag name="KSO_WM_DIAGRAM_GROUP_CODE" val="l1-1"/>
  <p:tag name="KSO_WM_DIAGRAM_COLOR_TRICK" val="1"/>
  <p:tag name="KSO_WM_DIAGRAM_COLOR_TEXT_CAN_REMOVE" val="n"/>
  <p:tag name="KSO_WM_UNIT_ID" val="custom20235971_6*l_h_i*1_1_3"/>
  <p:tag name="KSO_WM_UNIT_ISNUMDGMTITLE" val="0"/>
  <p:tag name="KSO_WM_UNIT_NOCLEAR" val="0"/>
  <p:tag name="KSO_WM_UNIT_HIGHLIGHT" val="0"/>
  <p:tag name="KSO_WM_UNIT_COMPATIBLE" val="0"/>
  <p:tag name="KSO_WM_UNIT_DIAGRAM_ISNUMVISUAL" val="0"/>
  <p:tag name="KSO_WM_UNIT_DIAGRAM_ISREFERUNIT" val="0"/>
  <p:tag name="KSO_WM_UNIT_LAYERLEVEL" val="1_1_1"/>
  <p:tag name="KSO_WM_TEMPLATE_INDEX" val="20235971"/>
  <p:tag name="KSO_WM_TEMPLATE_CATEGORY" val="custom"/>
  <p:tag name="KSO_WM_DIAGRAM_MAX_ITEMCNT" val="6"/>
  <p:tag name="KSO_WM_DIAGRAM_MIN_ITEMCNT" val="2"/>
  <p:tag name="KSO_WM_DIAGRAM_VIRTUALLY_FRAME" val="{&quot;height&quot;:278.6197509765625,&quot;width&quot;:823.11706542968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gradient&quot;:[{&quot;brightness&quot;:0,&quot;colorType&quot;:1,&quot;foreColorIndex&quot;:5,&quot;pos&quot;:0.1899999976158142,&quot;transparency&quot;:0},{&quot;brightness&quot;:0,&quot;colorType&quot;:1,&quot;foreColorIndex&quot;:6,&quot;pos&quot;:0.7400000095367432,&quot;transparency&quot;:0}],&quot;type&quot;:3},&quot;glow&quot;:{&quot;colorType&quot;:0},&quot;line&quot;:{&quot;type&quot;:0},&quot;shadow&quot;:{&quot;colorType&quot;:0},&quot;threeD&quot;:{&quot;curvedSurface&quot;:{&quot;brightness&quot;:0,&quot;colorType&quot;:2,&quot;rgb&quot;:&quot;#000000&quot;},&quot;depth&quot;:{&quot;colorType&quot;:0}}}}"/>
  <p:tag name="KSO_WM_UNIT_TEXT_FILL_FORE_SCHEMECOLOR_INDEX" val="6"/>
  <p:tag name="KSO_WM_UNIT_USESOURCEFORMAT_APPLY" val="0"/>
</p:tagLst>
</file>

<file path=ppt/tags/tag1207.xml><?xml version="1.0" encoding="utf-8"?>
<p:tagLst xmlns:a="http://schemas.openxmlformats.org/drawingml/2006/main" xmlns:r="http://schemas.openxmlformats.org/officeDocument/2006/relationships" xmlns:p="http://schemas.openxmlformats.org/presentationml/2006/main">
  <p:tag name="KSO_WM_UNIT_TYPE" val="l_h_f"/>
  <p:tag name="KSO_WM_UNIT_INDEX" val="1_3_1"/>
  <p:tag name="KSO_WM_BEAUTIFY_FLAG" val="#wm#"/>
  <p:tag name="KSO_WM_TAG_VERSION" val="3.0"/>
  <p:tag name="KSO_WM_DIAGRAM_VERSION" val="3"/>
  <p:tag name="KSO_WM_DIAGRAM_GROUP_CODE" val="l1-1"/>
  <p:tag name="KSO_WM_DIAGRAM_COLOR_TRICK" val="1"/>
  <p:tag name="KSO_WM_DIAGRAM_COLOR_TEXT_CAN_REMOVE" val="n"/>
  <p:tag name="KSO_WM_UNIT_ID" val="custom20235971_6*l_h_f*1_3_1"/>
  <p:tag name="KSO_WM_UNIT_ISNUMDGMTITLE" val="0"/>
  <p:tag name="KSO_WM_UNIT_NOCLEAR" val="0"/>
  <p:tag name="KSO_WM_UNIT_HIGHLIGHT" val="0"/>
  <p:tag name="KSO_WM_UNIT_COMPATIBLE" val="0"/>
  <p:tag name="KSO_WM_UNIT_DIAGRAM_ISNUMVISUAL" val="0"/>
  <p:tag name="KSO_WM_UNIT_DIAGRAM_ISREFERUNIT" val="0"/>
  <p:tag name="KSO_WM_UNIT_LAYERLEVEL" val="1_1_1"/>
  <p:tag name="KSO_WM_TEMPLATE_INDEX" val="20235971"/>
  <p:tag name="KSO_WM_TEMPLATE_CATEGORY" val="custom"/>
  <p:tag name="KSO_WM_UNIT_SUBTYPE" val="a"/>
  <p:tag name="KSO_WM_DIAGRAM_MAX_ITEMCNT" val="6"/>
  <p:tag name="KSO_WM_DIAGRAM_MIN_ITEMCNT" val="2"/>
  <p:tag name="KSO_WM_DIAGRAM_VIRTUALLY_FRAME" val="{&quot;height&quot;:278.6197509765625,&quot;width&quot;:823.11706542968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5,&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添加目录项标题"/>
  <p:tag name="KSO_WM_UNIT_TEXT_TYPE" val="1"/>
  <p:tag name="KSO_WM_UNIT_TEXT_FILL_FORE_SCHEMECOLOR_INDEX" val="15"/>
  <p:tag name="KSO_WM_UNIT_TEXT_FILL_TYPE" val="1"/>
  <p:tag name="KSO_WM_UNIT_USESOURCEFORMAT_APPLY" val="0"/>
</p:tagLst>
</file>

<file path=ppt/tags/tag1208.xml><?xml version="1.0" encoding="utf-8"?>
<p:tagLst xmlns:a="http://schemas.openxmlformats.org/drawingml/2006/main" xmlns:r="http://schemas.openxmlformats.org/officeDocument/2006/relationships" xmlns:p="http://schemas.openxmlformats.org/presentationml/2006/main">
  <p:tag name="KSO_WM_UNIT_TYPE" val="l_h_i"/>
  <p:tag name="KSO_WM_UNIT_SUBTYPE" val="d"/>
  <p:tag name="KSO_WM_UNIT_INDEX" val="1_3_3"/>
  <p:tag name="KSO_WM_BEAUTIFY_FLAG" val="#wm#"/>
  <p:tag name="KSO_WM_TAG_VERSION" val="3.0"/>
  <p:tag name="KSO_WM_DIAGRAM_VERSION" val="3"/>
  <p:tag name="KSO_WM_DIAGRAM_GROUP_CODE" val="l1-1"/>
  <p:tag name="KSO_WM_DIAGRAM_COLOR_TRICK" val="1"/>
  <p:tag name="KSO_WM_DIAGRAM_COLOR_TEXT_CAN_REMOVE" val="n"/>
  <p:tag name="KSO_WM_UNIT_ID" val="custom20235971_6*l_h_i*1_3_3"/>
  <p:tag name="KSO_WM_UNIT_ISNUMDGMTITLE" val="0"/>
  <p:tag name="KSO_WM_UNIT_NOCLEAR" val="0"/>
  <p:tag name="KSO_WM_UNIT_HIGHLIGHT" val="0"/>
  <p:tag name="KSO_WM_UNIT_COMPATIBLE" val="0"/>
  <p:tag name="KSO_WM_UNIT_DIAGRAM_ISNUMVISUAL" val="0"/>
  <p:tag name="KSO_WM_UNIT_DIAGRAM_ISREFERUNIT" val="0"/>
  <p:tag name="KSO_WM_UNIT_LAYERLEVEL" val="1_1_1"/>
  <p:tag name="KSO_WM_TEMPLATE_INDEX" val="20235971"/>
  <p:tag name="KSO_WM_TEMPLATE_CATEGORY" val="custom"/>
  <p:tag name="KSO_WM_DIAGRAM_MAX_ITEMCNT" val="6"/>
  <p:tag name="KSO_WM_DIAGRAM_MIN_ITEMCNT" val="2"/>
  <p:tag name="KSO_WM_DIAGRAM_VIRTUALLY_FRAME" val="{&quot;height&quot;:278.6197509765625,&quot;width&quot;:823.11706542968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gradient&quot;:[{&quot;brightness&quot;:0,&quot;colorType&quot;:1,&quot;foreColorIndex&quot;:5,&quot;pos&quot;:0.1899999976158142,&quot;transparency&quot;:0},{&quot;brightness&quot;:0,&quot;colorType&quot;:1,&quot;foreColorIndex&quot;:6,&quot;pos&quot;:0.7400000095367432,&quot;transparency&quot;:0}],&quot;type&quot;:3},&quot;glow&quot;:{&quot;colorType&quot;:0},&quot;line&quot;:{&quot;type&quot;:0},&quot;shadow&quot;:{&quot;colorType&quot;:0},&quot;threeD&quot;:{&quot;curvedSurface&quot;:{&quot;brightness&quot;:0,&quot;colorType&quot;:2,&quot;rgb&quot;:&quot;#000000&quot;},&quot;depth&quot;:{&quot;colorType&quot;:0}}}}"/>
  <p:tag name="KSO_WM_UNIT_TEXT_FILL_FORE_SCHEMECOLOR_INDEX" val="6"/>
  <p:tag name="KSO_WM_UNIT_USESOURCEFORMAT_APPLY" val="0"/>
</p:tagLst>
</file>

<file path=ppt/tags/tag1209.xml><?xml version="1.0" encoding="utf-8"?>
<p:tagLst xmlns:a="http://schemas.openxmlformats.org/drawingml/2006/main" xmlns:r="http://schemas.openxmlformats.org/officeDocument/2006/relationships" xmlns:p="http://schemas.openxmlformats.org/presentationml/2006/main">
  <p:tag name="KSO_WM_UNIT_TYPE" val="l_h_f"/>
  <p:tag name="KSO_WM_UNIT_INDEX" val="1_2_1"/>
  <p:tag name="KSO_WM_BEAUTIFY_FLAG" val="#wm#"/>
  <p:tag name="KSO_WM_TAG_VERSION" val="3.0"/>
  <p:tag name="KSO_WM_DIAGRAM_VERSION" val="3"/>
  <p:tag name="KSO_WM_DIAGRAM_GROUP_CODE" val="l1-1"/>
  <p:tag name="KSO_WM_DIAGRAM_COLOR_TRICK" val="1"/>
  <p:tag name="KSO_WM_DIAGRAM_COLOR_TEXT_CAN_REMOVE" val="n"/>
  <p:tag name="KSO_WM_UNIT_ID" val="custom20235971_6*l_h_f*1_2_1"/>
  <p:tag name="KSO_WM_UNIT_ISNUMDGMTITLE" val="0"/>
  <p:tag name="KSO_WM_UNIT_NOCLEAR" val="0"/>
  <p:tag name="KSO_WM_UNIT_HIGHLIGHT" val="0"/>
  <p:tag name="KSO_WM_UNIT_COMPATIBLE" val="0"/>
  <p:tag name="KSO_WM_UNIT_DIAGRAM_ISNUMVISUAL" val="0"/>
  <p:tag name="KSO_WM_UNIT_DIAGRAM_ISREFERUNIT" val="0"/>
  <p:tag name="KSO_WM_UNIT_LAYERLEVEL" val="1_1_1"/>
  <p:tag name="KSO_WM_TEMPLATE_INDEX" val="20235971"/>
  <p:tag name="KSO_WM_TEMPLATE_CATEGORY" val="custom"/>
  <p:tag name="KSO_WM_UNIT_SUBTYPE" val="a"/>
  <p:tag name="KSO_WM_DIAGRAM_MAX_ITEMCNT" val="6"/>
  <p:tag name="KSO_WM_DIAGRAM_MIN_ITEMCNT" val="2"/>
  <p:tag name="KSO_WM_DIAGRAM_VIRTUALLY_FRAME" val="{&quot;height&quot;:278.6197509765625,&quot;width&quot;:823.11706542968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5,&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添加目录项标题"/>
  <p:tag name="KSO_WM_UNIT_TEXT_TYPE" val="1"/>
  <p:tag name="KSO_WM_UNIT_TEXT_FILL_FORE_SCHEMECOLOR_INDEX" val="15"/>
  <p:tag name="KSO_WM_UNIT_TEXT_FILL_TYPE" val="1"/>
  <p:tag name="KSO_WM_UNIT_USESOURCEFORMAT_APPLY" val="0"/>
</p:tagLst>
</file>

<file path=ppt/tags/tag1210.xml><?xml version="1.0" encoding="utf-8"?>
<p:tagLst xmlns:a="http://schemas.openxmlformats.org/drawingml/2006/main" xmlns:r="http://schemas.openxmlformats.org/officeDocument/2006/relationships" xmlns:p="http://schemas.openxmlformats.org/presentationml/2006/main">
  <p:tag name="KSO_WM_UNIT_TYPE" val="l_h_i"/>
  <p:tag name="KSO_WM_UNIT_SUBTYPE" val="d"/>
  <p:tag name="KSO_WM_UNIT_INDEX" val="1_2_3"/>
  <p:tag name="KSO_WM_BEAUTIFY_FLAG" val="#wm#"/>
  <p:tag name="KSO_WM_TAG_VERSION" val="3.0"/>
  <p:tag name="KSO_WM_DIAGRAM_VERSION" val="3"/>
  <p:tag name="KSO_WM_DIAGRAM_GROUP_CODE" val="l1-1"/>
  <p:tag name="KSO_WM_DIAGRAM_COLOR_TRICK" val="1"/>
  <p:tag name="KSO_WM_DIAGRAM_COLOR_TEXT_CAN_REMOVE" val="n"/>
  <p:tag name="KSO_WM_UNIT_ID" val="custom20235971_6*l_h_i*1_2_3"/>
  <p:tag name="KSO_WM_UNIT_ISNUMDGMTITLE" val="0"/>
  <p:tag name="KSO_WM_UNIT_NOCLEAR" val="0"/>
  <p:tag name="KSO_WM_UNIT_HIGHLIGHT" val="0"/>
  <p:tag name="KSO_WM_UNIT_COMPATIBLE" val="0"/>
  <p:tag name="KSO_WM_UNIT_DIAGRAM_ISNUMVISUAL" val="0"/>
  <p:tag name="KSO_WM_UNIT_DIAGRAM_ISREFERUNIT" val="0"/>
  <p:tag name="KSO_WM_UNIT_LAYERLEVEL" val="1_1_1"/>
  <p:tag name="KSO_WM_TEMPLATE_INDEX" val="20235971"/>
  <p:tag name="KSO_WM_TEMPLATE_CATEGORY" val="custom"/>
  <p:tag name="KSO_WM_DIAGRAM_MAX_ITEMCNT" val="6"/>
  <p:tag name="KSO_WM_DIAGRAM_MIN_ITEMCNT" val="2"/>
  <p:tag name="KSO_WM_DIAGRAM_VIRTUALLY_FRAME" val="{&quot;height&quot;:278.6197509765625,&quot;width&quot;:823.11706542968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gradient&quot;:[{&quot;brightness&quot;:0,&quot;colorType&quot;:1,&quot;foreColorIndex&quot;:5,&quot;pos&quot;:0.1899999976158142,&quot;transparency&quot;:0},{&quot;brightness&quot;:0,&quot;colorType&quot;:1,&quot;foreColorIndex&quot;:6,&quot;pos&quot;:0.7400000095367432,&quot;transparency&quot;:0}],&quot;type&quot;:3},&quot;glow&quot;:{&quot;colorType&quot;:0},&quot;line&quot;:{&quot;type&quot;:0},&quot;shadow&quot;:{&quot;colorType&quot;:0},&quot;threeD&quot;:{&quot;curvedSurface&quot;:{&quot;brightness&quot;:0,&quot;colorType&quot;:2,&quot;rgb&quot;:&quot;#000000&quot;},&quot;depth&quot;:{&quot;colorType&quot;:0}}}}"/>
  <p:tag name="KSO_WM_UNIT_TEXT_FILL_FORE_SCHEMECOLOR_INDEX" val="6"/>
  <p:tag name="KSO_WM_UNIT_USESOURCEFORMAT_APPLY" val="0"/>
</p:tagLst>
</file>

<file path=ppt/tags/tag1211.xml><?xml version="1.0" encoding="utf-8"?>
<p:tagLst xmlns:a="http://schemas.openxmlformats.org/drawingml/2006/main" xmlns:r="http://schemas.openxmlformats.org/officeDocument/2006/relationships" xmlns:p="http://schemas.openxmlformats.org/presentationml/2006/main">
  <p:tag name="KSO_WM_UNIT_TYPE" val="l_h_f"/>
  <p:tag name="KSO_WM_UNIT_INDEX" val="1_4_1"/>
  <p:tag name="KSO_WM_BEAUTIFY_FLAG" val="#wm#"/>
  <p:tag name="KSO_WM_TAG_VERSION" val="3.0"/>
  <p:tag name="KSO_WM_DIAGRAM_VERSION" val="3"/>
  <p:tag name="KSO_WM_DIAGRAM_GROUP_CODE" val="l1-1"/>
  <p:tag name="KSO_WM_DIAGRAM_COLOR_TRICK" val="1"/>
  <p:tag name="KSO_WM_DIAGRAM_COLOR_TEXT_CAN_REMOVE" val="n"/>
  <p:tag name="KSO_WM_UNIT_ID" val="custom20235971_6*l_h_f*1_4_1"/>
  <p:tag name="KSO_WM_UNIT_ISNUMDGMTITLE" val="0"/>
  <p:tag name="KSO_WM_UNIT_NOCLEAR" val="0"/>
  <p:tag name="KSO_WM_UNIT_HIGHLIGHT" val="0"/>
  <p:tag name="KSO_WM_UNIT_COMPATIBLE" val="0"/>
  <p:tag name="KSO_WM_UNIT_DIAGRAM_ISNUMVISUAL" val="0"/>
  <p:tag name="KSO_WM_UNIT_DIAGRAM_ISREFERUNIT" val="0"/>
  <p:tag name="KSO_WM_UNIT_LAYERLEVEL" val="1_1_1"/>
  <p:tag name="KSO_WM_TEMPLATE_INDEX" val="20235971"/>
  <p:tag name="KSO_WM_TEMPLATE_CATEGORY" val="custom"/>
  <p:tag name="KSO_WM_UNIT_SUBTYPE" val="a"/>
  <p:tag name="KSO_WM_DIAGRAM_MAX_ITEMCNT" val="6"/>
  <p:tag name="KSO_WM_DIAGRAM_MIN_ITEMCNT" val="2"/>
  <p:tag name="KSO_WM_DIAGRAM_VIRTUALLY_FRAME" val="{&quot;height&quot;:278.6197509765625,&quot;width&quot;:823.11706542968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5,&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添加目录项标题"/>
  <p:tag name="KSO_WM_UNIT_TEXT_TYPE" val="1"/>
  <p:tag name="KSO_WM_UNIT_TEXT_FILL_FORE_SCHEMECOLOR_INDEX" val="15"/>
  <p:tag name="KSO_WM_UNIT_TEXT_FILL_TYPE" val="1"/>
  <p:tag name="KSO_WM_UNIT_USESOURCEFORMAT_APPLY" val="0"/>
</p:tagLst>
</file>

<file path=ppt/tags/tag1212.xml><?xml version="1.0" encoding="utf-8"?>
<p:tagLst xmlns:a="http://schemas.openxmlformats.org/drawingml/2006/main" xmlns:r="http://schemas.openxmlformats.org/officeDocument/2006/relationships" xmlns:p="http://schemas.openxmlformats.org/presentationml/2006/main">
  <p:tag name="KSO_WM_UNIT_TYPE" val="l_h_i"/>
  <p:tag name="KSO_WM_UNIT_SUBTYPE" val="d"/>
  <p:tag name="KSO_WM_UNIT_INDEX" val="1_4_3"/>
  <p:tag name="KSO_WM_BEAUTIFY_FLAG" val="#wm#"/>
  <p:tag name="KSO_WM_TAG_VERSION" val="3.0"/>
  <p:tag name="KSO_WM_DIAGRAM_VERSION" val="3"/>
  <p:tag name="KSO_WM_DIAGRAM_GROUP_CODE" val="l1-1"/>
  <p:tag name="KSO_WM_DIAGRAM_COLOR_TRICK" val="1"/>
  <p:tag name="KSO_WM_DIAGRAM_COLOR_TEXT_CAN_REMOVE" val="n"/>
  <p:tag name="KSO_WM_UNIT_ID" val="custom20235971_6*l_h_i*1_4_3"/>
  <p:tag name="KSO_WM_UNIT_ISNUMDGMTITLE" val="0"/>
  <p:tag name="KSO_WM_UNIT_NOCLEAR" val="0"/>
  <p:tag name="KSO_WM_UNIT_HIGHLIGHT" val="0"/>
  <p:tag name="KSO_WM_UNIT_COMPATIBLE" val="0"/>
  <p:tag name="KSO_WM_UNIT_DIAGRAM_ISNUMVISUAL" val="0"/>
  <p:tag name="KSO_WM_UNIT_DIAGRAM_ISREFERUNIT" val="0"/>
  <p:tag name="KSO_WM_UNIT_LAYERLEVEL" val="1_1_1"/>
  <p:tag name="KSO_WM_TEMPLATE_INDEX" val="20235971"/>
  <p:tag name="KSO_WM_TEMPLATE_CATEGORY" val="custom"/>
  <p:tag name="KSO_WM_DIAGRAM_MAX_ITEMCNT" val="6"/>
  <p:tag name="KSO_WM_DIAGRAM_MIN_ITEMCNT" val="2"/>
  <p:tag name="KSO_WM_DIAGRAM_VIRTUALLY_FRAME" val="{&quot;height&quot;:278.6197509765625,&quot;width&quot;:823.11706542968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gradient&quot;:[{&quot;brightness&quot;:0,&quot;colorType&quot;:1,&quot;foreColorIndex&quot;:5,&quot;pos&quot;:0.1899999976158142,&quot;transparency&quot;:0},{&quot;brightness&quot;:0,&quot;colorType&quot;:1,&quot;foreColorIndex&quot;:6,&quot;pos&quot;:0.7400000095367432,&quot;transparency&quot;:0}],&quot;type&quot;:3},&quot;glow&quot;:{&quot;colorType&quot;:0},&quot;line&quot;:{&quot;type&quot;:0},&quot;shadow&quot;:{&quot;colorType&quot;:0},&quot;threeD&quot;:{&quot;curvedSurface&quot;:{&quot;brightness&quot;:0,&quot;colorType&quot;:2,&quot;rgb&quot;:&quot;#000000&quot;},&quot;depth&quot;:{&quot;colorType&quot;:0}}}}"/>
  <p:tag name="KSO_WM_UNIT_TEXT_FILL_FORE_SCHEMECOLOR_INDEX" val="6"/>
  <p:tag name="KSO_WM_UNIT_USESOURCEFORMAT_APPLY" val="0"/>
</p:tagLst>
</file>

<file path=ppt/tags/tag1213.xml><?xml version="1.0" encoding="utf-8"?>
<p:tagLst xmlns:a="http://schemas.openxmlformats.org/drawingml/2006/main" xmlns:r="http://schemas.openxmlformats.org/officeDocument/2006/relationships" xmlns:p="http://schemas.openxmlformats.org/presentationml/2006/main">
  <p:tag name="KSO_WM_SLIDE_TYPE" val="sectionTitle"/>
  <p:tag name="KSO_WM_TEMPLATE_SUBCATEGORY" val="29"/>
  <p:tag name="KSO_WM_TEMPLATE_COLOR_TYPE" val="0"/>
  <p:tag name="KSO_WM_TAG_VERSION" val="3.0"/>
  <p:tag name="KSO_WM_SLIDE_SUBTYPE" val="pureTxt"/>
  <p:tag name="KSO_WM_SLIDE_ITEM_CNT" val="0"/>
  <p:tag name="KSO_WM_BEAUTIFY_FLAG" val="#wm#"/>
  <p:tag name="KSO_WM_TEMPLATE_INDEX" val="20235971"/>
  <p:tag name="KSO_WM_TEMPLATE_CATEGORY" val="custom"/>
  <p:tag name="KSO_WM_SLIDE_INDEX" val="7"/>
  <p:tag name="KSO_WM_SLIDE_ID" val="custom20235971_7"/>
  <p:tag name="KSO_WM_TEMPLATE_MASTER_TYPE" val="0"/>
  <p:tag name="KSO_WM_SLIDE_LAYOUT" val="a_e"/>
  <p:tag name="KSO_WM_SLIDE_LAYOUT_CNT" val="1_1"/>
</p:tagLst>
</file>

<file path=ppt/tags/tag1214.xml><?xml version="1.0" encoding="utf-8"?>
<p:tagLst xmlns:a="http://schemas.openxmlformats.org/drawingml/2006/main" xmlns:r="http://schemas.openxmlformats.org/officeDocument/2006/relationships" xmlns:p="http://schemas.openxmlformats.org/presentationml/2006/main">
  <p:tag name="KSO_WM_UNIT_TYPE" val="a"/>
  <p:tag name="KSO_WM_UNIT_INDEX" val="1"/>
  <p:tag name="KSO_WM_BEAUTIFY_FLAG" val="#wm#"/>
  <p:tag name="KSO_WM_TAG_VERSION" val="3.0"/>
  <p:tag name="KSO_WM_UNIT_ID" val="custom20235971_7*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5971"/>
  <p:tag name="KSO_WM_TEMPLATE_CATEGORY" val="custom"/>
  <p:tag name="KSO_WM_UNIT_ISCONTENTSTITLE" val="0"/>
  <p:tag name="KSO_WM_UNIT_PRESET_TEXT" val="添加章节标题"/>
  <p:tag name="KSO_WM_UNIT_TEXT_TYPE" val="1"/>
</p:tagLst>
</file>

<file path=ppt/tags/tag1215.xml><?xml version="1.0" encoding="utf-8"?>
<p:tagLst xmlns:a="http://schemas.openxmlformats.org/drawingml/2006/main" xmlns:r="http://schemas.openxmlformats.org/officeDocument/2006/relationships" xmlns:p="http://schemas.openxmlformats.org/presentationml/2006/main">
  <p:tag name="KSO_WM_SLIDE_ID" val="diagram20233147_3"/>
  <p:tag name="KSO_WM_TEMPLATE_SUBCATEGORY" val="0"/>
  <p:tag name="KSO_WM_TEMPLATE_MASTER_TYPE" val="0"/>
  <p:tag name="KSO_WM_TEMPLATE_COLOR_TYPE" val="0"/>
  <p:tag name="KSO_WM_SLIDE_ITEM_CNT" val="4"/>
  <p:tag name="KSO_WM_SLIDE_INDEX" val="3"/>
  <p:tag name="KSO_WM_TAG_VERSION" val="3.0"/>
  <p:tag name="KSO_WM_BEAUTIFY_FLAG" val="#wm#"/>
  <p:tag name="KSO_WM_TEMPLATE_CATEGORY" val="custom"/>
  <p:tag name="KSO_WM_TEMPLATE_INDEX" val="20235971"/>
  <p:tag name="KSO_WM_SLIDE_TYPE" val="text"/>
  <p:tag name="KSO_WM_SLIDE_SUBTYPE" val="diag"/>
  <p:tag name="KSO_WM_SLIDE_SIZE" val="812.941*336.878"/>
  <p:tag name="KSO_WM_SLIDE_POSITION" val="73.3256*155.822"/>
  <p:tag name="KSO_WM_SLIDE_LAYOUT" val="a_l"/>
  <p:tag name="KSO_WM_SLIDE_LAYOUT_CNT" val="1_1"/>
  <p:tag name="KSO_WM_SPECIAL_SOURCE" val="bdnull"/>
  <p:tag name="KSO_WM_DIAGRAM_GROUP_CODE" val="l1-1"/>
  <p:tag name="KSO_WM_SLIDE_DIAGTYPE" val="l"/>
</p:tagLst>
</file>

<file path=ppt/tags/tag1216.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DIAGRAM_GROUP_CODE" val="l1-1"/>
  <p:tag name="KSO_WM_UNIT_TYPE" val="a"/>
  <p:tag name="KSO_WM_UNIT_INDEX" val="1"/>
  <p:tag name="KSO_WM_UNIT_ID" val="diagram20233147_3*a*1"/>
  <p:tag name="KSO_WM_TEMPLATE_CATEGORY" val="diagram"/>
  <p:tag name="KSO_WM_TEMPLATE_INDEX" val="20233147"/>
  <p:tag name="KSO_WM_UNIT_LAYERLEVEL" val="1"/>
  <p:tag name="KSO_WM_TAG_VERSION" val="3.0"/>
  <p:tag name="KSO_WM_BEAUTIFY_FLAG" val="#wm#"/>
  <p:tag name="KSO_WM_UNIT_TEXT_TYPE" val="1"/>
  <p:tag name="KSO_WM_UNIT_PRESET_TEXT" val="单击此处添加标题"/>
  <p:tag name="KSO_WM_UNIT_TEXT_FILL_FORE_SCHEMECOLOR_INDEX" val="15"/>
  <p:tag name="KSO_WM_UNIT_TEXT_FILL_TYPE" val="1"/>
  <p:tag name="KSO_WM_UNIT_USESOURCEFORMAT_APPLY" val="0"/>
</p:tagLst>
</file>

<file path=ppt/tags/tag1217.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TYPE" val="a"/>
  <p:tag name="KSO_WM_UNIT_INDEX" val="1"/>
  <p:tag name="KSO_WM_TEMPLATE_CATEGORY" val="custom"/>
  <p:tag name="KSO_WM_UNIT_LAYERLEVEL" val="1"/>
  <p:tag name="KSO_WM_TAG_VERSION" val="3.0"/>
  <p:tag name="KSO_WM_BEAUTIFY_FLAG" val="#wm#"/>
  <p:tag name="KSO_WM_UNIT_VALUE" val="24"/>
  <p:tag name="KSO_WM_TEMPLATE_INDEX" val="20231806"/>
  <p:tag name="KSO_WM_UNIT_ID" val="custom20231806_1*a*1"/>
  <p:tag name="KSO_WM_UNIT_FILL_FORE_SCHEMECOLOR_INDEX" val="5"/>
  <p:tag name="KSO_WM_UNIT_FILL_TYPE" val="1"/>
  <p:tag name="KSO_WM_UNIT_USESOURCEFORMAT_APPLY" val="1"/>
  <p:tag name="KSO_WM_UNIT_TEXT_TYPE" val="1"/>
  <p:tag name="KSO_WM_UNIT_PRESET_TEXT" val="单击此处添加页面标题"/>
</p:tagLst>
</file>

<file path=ppt/tags/tag12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custom20231806_1*c_a*1_1"/>
  <p:tag name="KSO_WM_TEMPLATE_CATEGORY" val="custom"/>
  <p:tag name="KSO_WM_TEMPLATE_INDEX" val="20231806"/>
  <p:tag name="KSO_WM_UNIT_LAYERLEVEL" val="1_1"/>
  <p:tag name="KSO_WM_TAG_VERSION" val="3.0"/>
  <p:tag name="KSO_WM_BEAUTIFY_FLAG" val="#wm#"/>
  <p:tag name="KSO_WM_UNIT_ISCONTENTSTITLE" val="0"/>
  <p:tag name="KSO_WM_UNIT_ISNUMDGMTITLE" val="0"/>
  <p:tag name="KSO_WM_UNIT_NOCLEAR" val="0"/>
  <p:tag name="KSO_WM_UNIT_TYPE" val="c_a"/>
  <p:tag name="KSO_WM_UNIT_INDEX" val="1_1"/>
  <p:tag name="KSO_WM_UNIT_VALUE" val="30"/>
  <p:tag name="KSO_WM_UNIT_PRESET_TEXT" val="单击此处&#10;添小标题内容"/>
  <p:tag name="KSO_WM_UNIT_TEXT_TYPE" val="1"/>
</p:tagLst>
</file>

<file path=ppt/tags/tag1219.xml><?xml version="1.0" encoding="utf-8"?>
<p:tagLst xmlns:a="http://schemas.openxmlformats.org/drawingml/2006/main" xmlns:r="http://schemas.openxmlformats.org/officeDocument/2006/relationships" xmlns:p="http://schemas.openxmlformats.org/presentationml/2006/main">
  <p:tag name="KSO_WM_SLIDE_ID" val="diagram20233147_3"/>
  <p:tag name="KSO_WM_TEMPLATE_SUBCATEGORY" val="0"/>
  <p:tag name="KSO_WM_TEMPLATE_MASTER_TYPE" val="0"/>
  <p:tag name="KSO_WM_TEMPLATE_COLOR_TYPE" val="0"/>
  <p:tag name="KSO_WM_SLIDE_ITEM_CNT" val="4"/>
  <p:tag name="KSO_WM_SLIDE_INDEX" val="3"/>
  <p:tag name="KSO_WM_TAG_VERSION" val="3.0"/>
  <p:tag name="KSO_WM_BEAUTIFY_FLAG" val="#wm#"/>
  <p:tag name="KSO_WM_TEMPLATE_CATEGORY" val="custom"/>
  <p:tag name="KSO_WM_TEMPLATE_INDEX" val="20235971"/>
  <p:tag name="KSO_WM_SLIDE_TYPE" val="text"/>
  <p:tag name="KSO_WM_SLIDE_SUBTYPE" val="diag"/>
  <p:tag name="KSO_WM_SLIDE_SIZE" val="812.941*336.878"/>
  <p:tag name="KSO_WM_SLIDE_POSITION" val="73.3256*155.822"/>
  <p:tag name="KSO_WM_SLIDE_LAYOUT" val="a_l"/>
  <p:tag name="KSO_WM_SLIDE_LAYOUT_CNT" val="1_1"/>
  <p:tag name="KSO_WM_SPECIAL_SOURCE" val="bdnull"/>
  <p:tag name="KSO_WM_DIAGRAM_GROUP_CODE" val="l1-1"/>
  <p:tag name="KSO_WM_SLIDE_DIAGTYPE" val="l"/>
</p:tagLst>
</file>

<file path=ppt/tags/tag1220.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DIAGRAM_GROUP_CODE" val="l1-1"/>
  <p:tag name="KSO_WM_UNIT_TYPE" val="a"/>
  <p:tag name="KSO_WM_UNIT_INDEX" val="1"/>
  <p:tag name="KSO_WM_UNIT_ID" val="diagram20233147_3*a*1"/>
  <p:tag name="KSO_WM_TEMPLATE_CATEGORY" val="diagram"/>
  <p:tag name="KSO_WM_TEMPLATE_INDEX" val="20233147"/>
  <p:tag name="KSO_WM_UNIT_LAYERLEVEL" val="1"/>
  <p:tag name="KSO_WM_TAG_VERSION" val="3.0"/>
  <p:tag name="KSO_WM_BEAUTIFY_FLAG" val="#wm#"/>
  <p:tag name="KSO_WM_UNIT_TEXT_TYPE" val="1"/>
  <p:tag name="KSO_WM_UNIT_PRESET_TEXT" val="单击此处添加标题"/>
  <p:tag name="KSO_WM_UNIT_TEXT_FILL_FORE_SCHEMECOLOR_INDEX" val="15"/>
  <p:tag name="KSO_WM_UNIT_TEXT_FILL_TYPE" val="1"/>
  <p:tag name="KSO_WM_UNIT_USESOURCEFORMAT_APPLY" val="0"/>
</p:tagLst>
</file>

<file path=ppt/tags/tag1221.xml><?xml version="1.0" encoding="utf-8"?>
<p:tagLst xmlns:a="http://schemas.openxmlformats.org/drawingml/2006/main" xmlns:r="http://schemas.openxmlformats.org/officeDocument/2006/relationships"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1_1"/>
  <p:tag name="KSO_WM_UNIT_ID" val="diagram20233147_3*l_h_f*1_1_1"/>
  <p:tag name="KSO_WM_TEMPLATE_CATEGORY" val="diagram"/>
  <p:tag name="KSO_WM_TEMPLATE_INDEX" val="20233147"/>
  <p:tag name="KSO_WM_UNIT_LAYERLEVEL" val="1_1_1"/>
  <p:tag name="KSO_WM_TAG_VERSION" val="3.0"/>
  <p:tag name="KSO_WM_BEAUTIFY_FLAG" val="#wm#"/>
  <p:tag name="KSO_WM_UNIT_TEXT_FILL_FORE_SCHEMECOLOR_INDEX_BRIGHTNESS" val="0.15"/>
  <p:tag name="KSO_WM_DIAGRAM_GROUP_CODE" val="l1-1"/>
  <p:tag name="KSO_WM_DIAGRAM_VERSION" val="3"/>
  <p:tag name="KSO_WM_DIAGRAM_COLOR_TRICK" val="1"/>
  <p:tag name="KSO_WM_DIAGRAM_COLOR_TEXT_CAN_REMOVE" val="n"/>
  <p:tag name="KSO_WM_DIAGRAM_MAX_ITEMCNT" val="4"/>
  <p:tag name="KSO_WM_DIAGRAM_MIN_ITEMCNT" val="2"/>
  <p:tag name="KSO_WM_DIAGRAM_VIRTUALLY_FRAME" val="{&quot;height&quot;:365.1412658691406,&quot;width&quot;:812.940734863281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UNIT_PRESET_TEXT" val="单击此处输入项正文，文字是您思想的提炼"/>
  <p:tag name="KSO_WM_UNIT_TEXT_FILL_FORE_SCHEMECOLOR_INDEX" val="1"/>
  <p:tag name="KSO_WM_UNIT_TEXT_FILL_TYPE" val="1"/>
  <p:tag name="KSO_WM_UNIT_USESOURCEFORMAT_APPLY" val="0"/>
</p:tagLst>
</file>

<file path=ppt/tags/tag1222.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1_1"/>
  <p:tag name="KSO_WM_UNIT_ID" val="diagram20233147_3*l_h_a*1_1_1"/>
  <p:tag name="KSO_WM_TEMPLATE_CATEGORY" val="diagram"/>
  <p:tag name="KSO_WM_TEMPLATE_INDEX" val="20233147"/>
  <p:tag name="KSO_WM_UNIT_LAYERLEVEL" val="1_1_1"/>
  <p:tag name="KSO_WM_TAG_VERSION" val="3.0"/>
  <p:tag name="KSO_WM_BEAUTIFY_FLAG" val="#wm#"/>
  <p:tag name="KSO_WM_UNIT_TEXT_FILL_FORE_SCHEMECOLOR_INDEX_BRIGHTNESS" val="0.15"/>
  <p:tag name="KSO_WM_DIAGRAM_GROUP_CODE" val="l1-1"/>
  <p:tag name="KSO_WM_DIAGRAM_VERSION" val="3"/>
  <p:tag name="KSO_WM_DIAGRAM_COLOR_TRICK" val="1"/>
  <p:tag name="KSO_WM_DIAGRAM_COLOR_TEXT_CAN_REMOVE" val="n"/>
  <p:tag name="KSO_WM_DIAGRAM_MAX_ITEMCNT" val="4"/>
  <p:tag name="KSO_WM_DIAGRAM_MIN_ITEMCNT" val="2"/>
  <p:tag name="KSO_WM_DIAGRAM_VIRTUALLY_FRAME" val="{&quot;height&quot;:365.1412658691406,&quot;width&quot;:812.940734863281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PRESET_TEXT" val="添加标题"/>
  <p:tag name="KSO_WM_UNIT_TEXT_FILL_FORE_SCHEMECOLOR_INDEX" val="1"/>
  <p:tag name="KSO_WM_UNIT_TEXT_FILL_TYPE" val="1"/>
  <p:tag name="KSO_WM_UNIT_USESOURCEFORMAT_APPLY" val="0"/>
</p:tagLst>
</file>

<file path=ppt/tags/tag1223.xml><?xml version="1.0" encoding="utf-8"?>
<p:tagLst xmlns:a="http://schemas.openxmlformats.org/drawingml/2006/main" xmlns:r="http://schemas.openxmlformats.org/officeDocument/2006/relationships"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2_1"/>
  <p:tag name="KSO_WM_UNIT_ID" val="diagram20233147_3*l_h_f*1_2_1"/>
  <p:tag name="KSO_WM_TEMPLATE_CATEGORY" val="diagram"/>
  <p:tag name="KSO_WM_TEMPLATE_INDEX" val="20233147"/>
  <p:tag name="KSO_WM_UNIT_LAYERLEVEL" val="1_1_1"/>
  <p:tag name="KSO_WM_TAG_VERSION" val="3.0"/>
  <p:tag name="KSO_WM_BEAUTIFY_FLAG" val="#wm#"/>
  <p:tag name="KSO_WM_UNIT_TEXT_FILL_FORE_SCHEMECOLOR_INDEX_BRIGHTNESS" val="0.15"/>
  <p:tag name="KSO_WM_DIAGRAM_GROUP_CODE" val="l1-1"/>
  <p:tag name="KSO_WM_DIAGRAM_VERSION" val="3"/>
  <p:tag name="KSO_WM_DIAGRAM_COLOR_TRICK" val="1"/>
  <p:tag name="KSO_WM_DIAGRAM_COLOR_TEXT_CAN_REMOVE" val="n"/>
  <p:tag name="KSO_WM_DIAGRAM_MAX_ITEMCNT" val="4"/>
  <p:tag name="KSO_WM_DIAGRAM_MIN_ITEMCNT" val="2"/>
  <p:tag name="KSO_WM_DIAGRAM_VIRTUALLY_FRAME" val="{&quot;height&quot;:365.1412658691406,&quot;width&quot;:812.940734863281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UNIT_PRESET_TEXT" val="单击此处输入项正文，文字是您思想的提炼"/>
  <p:tag name="KSO_WM_UNIT_TEXT_FILL_FORE_SCHEMECOLOR_INDEX" val="1"/>
  <p:tag name="KSO_WM_UNIT_TEXT_FILL_TYPE" val="1"/>
  <p:tag name="KSO_WM_UNIT_USESOURCEFORMAT_APPLY" val="0"/>
</p:tagLst>
</file>

<file path=ppt/tags/tag1224.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2_1"/>
  <p:tag name="KSO_WM_UNIT_ID" val="diagram20233147_3*l_h_a*1_2_1"/>
  <p:tag name="KSO_WM_TEMPLATE_CATEGORY" val="diagram"/>
  <p:tag name="KSO_WM_TEMPLATE_INDEX" val="20233147"/>
  <p:tag name="KSO_WM_UNIT_LAYERLEVEL" val="1_1_1"/>
  <p:tag name="KSO_WM_TAG_VERSION" val="3.0"/>
  <p:tag name="KSO_WM_BEAUTIFY_FLAG" val="#wm#"/>
  <p:tag name="KSO_WM_UNIT_TEXT_FILL_FORE_SCHEMECOLOR_INDEX_BRIGHTNESS" val="0.15"/>
  <p:tag name="KSO_WM_DIAGRAM_GROUP_CODE" val="l1-1"/>
  <p:tag name="KSO_WM_DIAGRAM_VERSION" val="3"/>
  <p:tag name="KSO_WM_DIAGRAM_COLOR_TRICK" val="1"/>
  <p:tag name="KSO_WM_DIAGRAM_COLOR_TEXT_CAN_REMOVE" val="n"/>
  <p:tag name="KSO_WM_DIAGRAM_MAX_ITEMCNT" val="4"/>
  <p:tag name="KSO_WM_DIAGRAM_MIN_ITEMCNT" val="2"/>
  <p:tag name="KSO_WM_DIAGRAM_VIRTUALLY_FRAME" val="{&quot;height&quot;:365.1412658691406,&quot;width&quot;:812.940734863281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PRESET_TEXT" val="添加标题"/>
  <p:tag name="KSO_WM_UNIT_TEXT_FILL_FORE_SCHEMECOLOR_INDEX" val="1"/>
  <p:tag name="KSO_WM_UNIT_TEXT_FILL_TYPE" val="1"/>
  <p:tag name="KSO_WM_UNIT_USESOURCEFORMAT_APPLY" val="0"/>
</p:tagLst>
</file>

<file path=ppt/tags/tag1225.xml><?xml version="1.0" encoding="utf-8"?>
<p:tagLst xmlns:a="http://schemas.openxmlformats.org/drawingml/2006/main" xmlns:r="http://schemas.openxmlformats.org/officeDocument/2006/relationships"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3_1"/>
  <p:tag name="KSO_WM_UNIT_ID" val="diagram20233147_3*l_h_f*1_3_1"/>
  <p:tag name="KSO_WM_TEMPLATE_CATEGORY" val="diagram"/>
  <p:tag name="KSO_WM_TEMPLATE_INDEX" val="20233147"/>
  <p:tag name="KSO_WM_UNIT_LAYERLEVEL" val="1_1_1"/>
  <p:tag name="KSO_WM_TAG_VERSION" val="3.0"/>
  <p:tag name="KSO_WM_BEAUTIFY_FLAG" val="#wm#"/>
  <p:tag name="KSO_WM_UNIT_TEXT_FILL_FORE_SCHEMECOLOR_INDEX_BRIGHTNESS" val="0.15"/>
  <p:tag name="KSO_WM_DIAGRAM_GROUP_CODE" val="l1-1"/>
  <p:tag name="KSO_WM_DIAGRAM_VERSION" val="3"/>
  <p:tag name="KSO_WM_DIAGRAM_COLOR_TRICK" val="1"/>
  <p:tag name="KSO_WM_DIAGRAM_COLOR_TEXT_CAN_REMOVE" val="n"/>
  <p:tag name="KSO_WM_DIAGRAM_MAX_ITEMCNT" val="4"/>
  <p:tag name="KSO_WM_DIAGRAM_MIN_ITEMCNT" val="2"/>
  <p:tag name="KSO_WM_DIAGRAM_VIRTUALLY_FRAME" val="{&quot;height&quot;:365.1412658691406,&quot;width&quot;:812.940734863281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UNIT_PRESET_TEXT" val="单击此处输入项正文，文字是您思想的提炼"/>
  <p:tag name="KSO_WM_UNIT_TEXT_FILL_FORE_SCHEMECOLOR_INDEX" val="1"/>
  <p:tag name="KSO_WM_UNIT_TEXT_FILL_TYPE" val="1"/>
  <p:tag name="KSO_WM_UNIT_USESOURCEFORMAT_APPLY" val="0"/>
</p:tagLst>
</file>

<file path=ppt/tags/tag1226.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3_1"/>
  <p:tag name="KSO_WM_UNIT_ID" val="diagram20233147_3*l_h_a*1_3_1"/>
  <p:tag name="KSO_WM_TEMPLATE_CATEGORY" val="diagram"/>
  <p:tag name="KSO_WM_TEMPLATE_INDEX" val="20233147"/>
  <p:tag name="KSO_WM_UNIT_LAYERLEVEL" val="1_1_1"/>
  <p:tag name="KSO_WM_TAG_VERSION" val="3.0"/>
  <p:tag name="KSO_WM_BEAUTIFY_FLAG" val="#wm#"/>
  <p:tag name="KSO_WM_UNIT_TEXT_FILL_FORE_SCHEMECOLOR_INDEX_BRIGHTNESS" val="0.15"/>
  <p:tag name="KSO_WM_DIAGRAM_GROUP_CODE" val="l1-1"/>
  <p:tag name="KSO_WM_DIAGRAM_VERSION" val="3"/>
  <p:tag name="KSO_WM_DIAGRAM_COLOR_TRICK" val="1"/>
  <p:tag name="KSO_WM_DIAGRAM_COLOR_TEXT_CAN_REMOVE" val="n"/>
  <p:tag name="KSO_WM_DIAGRAM_MAX_ITEMCNT" val="4"/>
  <p:tag name="KSO_WM_DIAGRAM_MIN_ITEMCNT" val="2"/>
  <p:tag name="KSO_WM_DIAGRAM_VIRTUALLY_FRAME" val="{&quot;height&quot;:365.1412658691406,&quot;width&quot;:812.940734863281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PRESET_TEXT" val="添加标题"/>
  <p:tag name="KSO_WM_UNIT_TEXT_FILL_FORE_SCHEMECOLOR_INDEX" val="1"/>
  <p:tag name="KSO_WM_UNIT_TEXT_FILL_TYPE" val="1"/>
  <p:tag name="KSO_WM_UNIT_USESOURCEFORMAT_APPLY" val="0"/>
</p:tagLst>
</file>

<file path=ppt/tags/tag1227.xml><?xml version="1.0" encoding="utf-8"?>
<p:tagLst xmlns:a="http://schemas.openxmlformats.org/drawingml/2006/main" xmlns:r="http://schemas.openxmlformats.org/officeDocument/2006/relationships"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4_1"/>
  <p:tag name="KSO_WM_UNIT_ID" val="diagram20233147_3*l_h_f*1_4_1"/>
  <p:tag name="KSO_WM_TEMPLATE_CATEGORY" val="diagram"/>
  <p:tag name="KSO_WM_TEMPLATE_INDEX" val="20233147"/>
  <p:tag name="KSO_WM_UNIT_LAYERLEVEL" val="1_1_1"/>
  <p:tag name="KSO_WM_TAG_VERSION" val="3.0"/>
  <p:tag name="KSO_WM_BEAUTIFY_FLAG" val="#wm#"/>
  <p:tag name="KSO_WM_UNIT_TEXT_FILL_FORE_SCHEMECOLOR_INDEX_BRIGHTNESS" val="0.15"/>
  <p:tag name="KSO_WM_DIAGRAM_GROUP_CODE" val="l1-1"/>
  <p:tag name="KSO_WM_DIAGRAM_VERSION" val="3"/>
  <p:tag name="KSO_WM_DIAGRAM_COLOR_TRICK" val="1"/>
  <p:tag name="KSO_WM_DIAGRAM_COLOR_TEXT_CAN_REMOVE" val="n"/>
  <p:tag name="KSO_WM_DIAGRAM_MAX_ITEMCNT" val="4"/>
  <p:tag name="KSO_WM_DIAGRAM_MIN_ITEMCNT" val="2"/>
  <p:tag name="KSO_WM_DIAGRAM_VIRTUALLY_FRAME" val="{&quot;height&quot;:365.1412658691406,&quot;width&quot;:812.940734863281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UNIT_PRESET_TEXT" val="单击此处输入项正文，文字是您思想的提炼"/>
  <p:tag name="KSO_WM_UNIT_TEXT_FILL_FORE_SCHEMECOLOR_INDEX" val="1"/>
  <p:tag name="KSO_WM_UNIT_TEXT_FILL_TYPE" val="1"/>
  <p:tag name="KSO_WM_UNIT_USESOURCEFORMAT_APPLY" val="0"/>
</p:tagLst>
</file>

<file path=ppt/tags/tag1228.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4_1"/>
  <p:tag name="KSO_WM_UNIT_ID" val="diagram20233147_3*l_h_a*1_4_1"/>
  <p:tag name="KSO_WM_TEMPLATE_CATEGORY" val="diagram"/>
  <p:tag name="KSO_WM_TEMPLATE_INDEX" val="20233147"/>
  <p:tag name="KSO_WM_UNIT_LAYERLEVEL" val="1_1_1"/>
  <p:tag name="KSO_WM_TAG_VERSION" val="3.0"/>
  <p:tag name="KSO_WM_BEAUTIFY_FLAG" val="#wm#"/>
  <p:tag name="KSO_WM_UNIT_TEXT_FILL_FORE_SCHEMECOLOR_INDEX_BRIGHTNESS" val="0.15"/>
  <p:tag name="KSO_WM_DIAGRAM_GROUP_CODE" val="l1-1"/>
  <p:tag name="KSO_WM_DIAGRAM_VERSION" val="3"/>
  <p:tag name="KSO_WM_DIAGRAM_COLOR_TRICK" val="1"/>
  <p:tag name="KSO_WM_DIAGRAM_COLOR_TEXT_CAN_REMOVE" val="n"/>
  <p:tag name="KSO_WM_DIAGRAM_MAX_ITEMCNT" val="4"/>
  <p:tag name="KSO_WM_DIAGRAM_MIN_ITEMCNT" val="2"/>
  <p:tag name="KSO_WM_DIAGRAM_VIRTUALLY_FRAME" val="{&quot;height&quot;:365.1412658691406,&quot;width&quot;:812.940734863281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PRESET_TEXT" val="添加标题"/>
  <p:tag name="KSO_WM_UNIT_TEXT_FILL_FORE_SCHEMECOLOR_INDEX" val="1"/>
  <p:tag name="KSO_WM_UNIT_TEXT_FILL_TYPE" val="1"/>
  <p:tag name="KSO_WM_UNIT_USESOURCEFORMAT_APPLY" val="0"/>
</p:tagLst>
</file>

<file path=ppt/tags/tag1229.xml><?xml version="1.0" encoding="utf-8"?>
<p:tagLst xmlns:a="http://schemas.openxmlformats.org/drawingml/2006/main" xmlns:r="http://schemas.openxmlformats.org/officeDocument/2006/relationships" xmlns:p="http://schemas.openxmlformats.org/presentationml/2006/main">
  <p:tag name="KSO_WM_SLIDE_ID" val="diagram20233147_3"/>
  <p:tag name="KSO_WM_TEMPLATE_SUBCATEGORY" val="0"/>
  <p:tag name="KSO_WM_TEMPLATE_MASTER_TYPE" val="0"/>
  <p:tag name="KSO_WM_TEMPLATE_COLOR_TYPE" val="0"/>
  <p:tag name="KSO_WM_SLIDE_ITEM_CNT" val="4"/>
  <p:tag name="KSO_WM_SLIDE_INDEX" val="3"/>
  <p:tag name="KSO_WM_TAG_VERSION" val="3.0"/>
  <p:tag name="KSO_WM_BEAUTIFY_FLAG" val="#wm#"/>
  <p:tag name="KSO_WM_TEMPLATE_CATEGORY" val="custom"/>
  <p:tag name="KSO_WM_TEMPLATE_INDEX" val="20235971"/>
  <p:tag name="KSO_WM_SLIDE_TYPE" val="text"/>
  <p:tag name="KSO_WM_SLIDE_SUBTYPE" val="diag"/>
  <p:tag name="KSO_WM_SLIDE_SIZE" val="812.941*336.878"/>
  <p:tag name="KSO_WM_SLIDE_POSITION" val="73.3256*155.822"/>
  <p:tag name="KSO_WM_SLIDE_LAYOUT" val="a_l"/>
  <p:tag name="KSO_WM_SLIDE_LAYOUT_CNT" val="1_1"/>
  <p:tag name="KSO_WM_SPECIAL_SOURCE" val="bdnull"/>
  <p:tag name="KSO_WM_DIAGRAM_GROUP_CODE" val="l1-1"/>
  <p:tag name="KSO_WM_SLIDE_DIAGTYPE" val="l"/>
</p:tagLst>
</file>

<file path=ppt/tags/tag1230.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DIAGRAM_GROUP_CODE" val="l1-1"/>
  <p:tag name="KSO_WM_UNIT_TYPE" val="a"/>
  <p:tag name="KSO_WM_UNIT_INDEX" val="1"/>
  <p:tag name="KSO_WM_UNIT_ID" val="diagram20233147_3*a*1"/>
  <p:tag name="KSO_WM_TEMPLATE_CATEGORY" val="diagram"/>
  <p:tag name="KSO_WM_TEMPLATE_INDEX" val="20233147"/>
  <p:tag name="KSO_WM_UNIT_LAYERLEVEL" val="1"/>
  <p:tag name="KSO_WM_TAG_VERSION" val="3.0"/>
  <p:tag name="KSO_WM_BEAUTIFY_FLAG" val="#wm#"/>
  <p:tag name="KSO_WM_UNIT_TEXT_TYPE" val="1"/>
  <p:tag name="KSO_WM_UNIT_PRESET_TEXT" val="单击此处添加标题"/>
  <p:tag name="KSO_WM_UNIT_TEXT_FILL_FORE_SCHEMECOLOR_INDEX" val="15"/>
  <p:tag name="KSO_WM_UNIT_TEXT_FILL_TYPE" val="1"/>
  <p:tag name="KSO_WM_UNIT_USESOURCEFORMAT_APPLY" val="0"/>
</p:tagLst>
</file>

<file path=ppt/tags/tag12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2"/>
  <p:tag name="KSO_WM_UNIT_ID" val="diagram20233122_3*l_h_i*1_2_2"/>
  <p:tag name="KSO_WM_TEMPLATE_CATEGORY" val="diagram"/>
  <p:tag name="KSO_WM_TEMPLATE_INDEX" val="20233122"/>
  <p:tag name="KSO_WM_UNIT_LAYERLEVEL" val="1_1_1"/>
  <p:tag name="KSO_WM_TAG_VERSION" val="3.0"/>
  <p:tag name="KSO_WM_DIAGRAM_VERSION" val="3"/>
  <p:tag name="KSO_WM_DIAGRAM_COLOR_TRICK" val="1"/>
  <p:tag name="KSO_WM_DIAGRAM_COLOR_TEXT_CAN_REMOVE" val="n"/>
  <p:tag name="KSO_WM_DIAGRAM_MAX_ITEMCNT" val="4"/>
  <p:tag name="KSO_WM_DIAGRAM_MIN_ITEMCNT" val="2"/>
  <p:tag name="KSO_WM_DIAGRAM_VIRTUALLY_FRAME" val="{&quot;height&quot;:365.3846435546875,&quot;width&quot;:266.5980224609375}"/>
  <p:tag name="KSO_WM_DIAGRAM_COLOR_MATCH_VALUE" val="{&quot;shape&quot;:{&quot;fill&quot;:{&quot;solid&quot;:{&quot;brightness&quot;:0,&quot;colorType&quot;:2,&quot;rgb&quot;:&quot;#00993f&quot;,&quot;transparency&quot;:1},&quot;type&quot;:1},&quot;glow&quot;:{&quot;colorType&quot;:0},&quot;line&quot;:{&quot;solidLine&quot;:{&quot;brightness&quot;:0,&quot;colorType&quot;:1,&quot;foreColorIndex&quot;:13,&quot;transparency&quot;:0.6000000238418579},&quot;type&quot;:1},&quot;shadow&quot;:{&quot;colorType&quot;:0},&quot;threeD&quot;:{&quot;curvedSurface&quot;:{&quot;brightness&quot;:0,&quot;colorType&quot;:2,&quot;rgb&quot;:&quot;#000000&quot;},&quot;depth&quot;:{&quot;colorType&quot;:0}}},&quot;text&quot;:{&quot;fill&quot;:{},&quot;glow&quot;:{},&quot;line&quot;:{},&quot;shadow&quot;:{},&quot;threeD&quot;:{}}}"/>
  <p:tag name="KSO_WM_UNIT_LINE_FORE_SCHEMECOLOR_INDEX" val="13"/>
  <p:tag name="KSO_WM_BEAUTIFY_FLAG" val="#wm#"/>
  <p:tag name="KSO_WM_UNIT_LINE_FILL_TYPE" val="2"/>
  <p:tag name="KSO_WM_UNIT_USESOURCEFORMAT_APPLY" val="0"/>
</p:tagLst>
</file>

<file path=ppt/tags/tag123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diagram20233122_3*l_h_i*1_1_1"/>
  <p:tag name="KSO_WM_TEMPLATE_CATEGORY" val="diagram"/>
  <p:tag name="KSO_WM_TEMPLATE_INDEX" val="20233122"/>
  <p:tag name="KSO_WM_UNIT_LAYERLEVEL" val="1_1_1"/>
  <p:tag name="KSO_WM_TAG_VERSION" val="3.0"/>
  <p:tag name="KSO_WM_DIAGRAM_VERSION" val="3"/>
  <p:tag name="KSO_WM_DIAGRAM_COLOR_TRICK" val="1"/>
  <p:tag name="KSO_WM_DIAGRAM_COLOR_TEXT_CAN_REMOVE" val="n"/>
  <p:tag name="KSO_WM_DIAGRAM_MAX_ITEMCNT" val="4"/>
  <p:tag name="KSO_WM_DIAGRAM_MIN_ITEMCNT" val="2"/>
  <p:tag name="KSO_WM_DIAGRAM_VIRTUALLY_FRAME" val="{&quot;height&quot;:365.3846435546875,&quot;width&quot;:266.598022460937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SUBTYPE" val="d"/>
  <p:tag name="KSO_WM_UNIT_TEXT_FILL_TYPE" val="1"/>
  <p:tag name="KSO_WM_UNIT_FILL_TYPE" val="1"/>
  <p:tag name="KSO_WM_UNIT_FILL_FORE_SCHEMECOLOR_INDEX" val="5"/>
  <p:tag name="KSO_WM_UNIT_FILL_FORE_SCHEMECOLOR_INDEX_BRIGHTNESS" val="0"/>
  <p:tag name="KSO_WM_BEAUTIFY_FLAG" val="#wm#"/>
  <p:tag name="KSO_WM_UNIT_USESOURCEFORMAT_APPLY" val="0"/>
</p:tagLst>
</file>

<file path=ppt/tags/tag1233.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1_1"/>
  <p:tag name="KSO_WM_UNIT_ID" val="diagram20233122_3*l_h_a*1_1_1"/>
  <p:tag name="KSO_WM_TEMPLATE_CATEGORY" val="diagram"/>
  <p:tag name="KSO_WM_TEMPLATE_INDEX" val="20233122"/>
  <p:tag name="KSO_WM_UNIT_LAYERLEVEL" val="1_1_1"/>
  <p:tag name="KSO_WM_TAG_VERSION" val="3.0"/>
  <p:tag name="KSO_WM_UNIT_VALUE" val="25"/>
  <p:tag name="KSO_WM_DIAGRAM_VERSION" val="3"/>
  <p:tag name="KSO_WM_DIAGRAM_COLOR_TRICK" val="1"/>
  <p:tag name="KSO_WM_DIAGRAM_COLOR_TEXT_CAN_REMOVE" val="n"/>
  <p:tag name="KSO_WM_DIAGRAM_MAX_ITEMCNT" val="4"/>
  <p:tag name="KSO_WM_DIAGRAM_MIN_ITEMCNT" val="2"/>
  <p:tag name="KSO_WM_DIAGRAM_VIRTUALLY_FRAME" val="{&quot;height&quot;:365.3846435546875,&quot;width&quot;:266.59802246093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PRESET_TEXT" val="单击添加标题"/>
  <p:tag name="KSO_WM_UNIT_TEXT_FILL_FORE_SCHEMECOLOR_INDEX" val="1"/>
  <p:tag name="KSO_WM_UNIT_TEXT_FILL_TYPE" val="1"/>
  <p:tag name="KSO_WM_BEAUTIFY_FLAG" val="#wm#"/>
  <p:tag name="KSO_WM_UNIT_USESOURCEFORMAT_APPLY" val="0"/>
</p:tagLst>
</file>

<file path=ppt/tags/tag1234.xml><?xml version="1.0" encoding="utf-8"?>
<p:tagLst xmlns:a="http://schemas.openxmlformats.org/drawingml/2006/main" xmlns:r="http://schemas.openxmlformats.org/officeDocument/2006/relationships"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233122_3*l_h_f*1_1_1"/>
  <p:tag name="KSO_WM_TEMPLATE_CATEGORY" val="diagram"/>
  <p:tag name="KSO_WM_TEMPLATE_INDEX" val="20233122"/>
  <p:tag name="KSO_WM_UNIT_LAYERLEVEL" val="1_1_1"/>
  <p:tag name="KSO_WM_TAG_VERSION" val="3.0"/>
  <p:tag name="KSO_WM_UNIT_VALUE" val="111"/>
  <p:tag name="KSO_WM_DIAGRAM_VERSION" val="3"/>
  <p:tag name="KSO_WM_DIAGRAM_COLOR_TRICK" val="1"/>
  <p:tag name="KSO_WM_DIAGRAM_COLOR_TEXT_CAN_REMOVE" val="n"/>
  <p:tag name="KSO_WM_DIAGRAM_MAX_ITEMCNT" val="4"/>
  <p:tag name="KSO_WM_DIAGRAM_MIN_ITEMCNT" val="2"/>
  <p:tag name="KSO_WM_DIAGRAM_VIRTUALLY_FRAME" val="{&quot;height&quot;:365.3846435546875,&quot;width&quot;:266.59802246093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UNIT_PRESET_TEXT" val="单击此处添加文本具体内容，简明扼要地阐述您的观点。"/>
  <p:tag name="KSO_WM_UNIT_TEXT_FILL_FORE_SCHEMECOLOR_INDEX" val="1"/>
  <p:tag name="KSO_WM_UNIT_TEXT_FILL_TYPE" val="1"/>
  <p:tag name="KSO_WM_BEAUTIFY_FLAG" val="#wm#"/>
  <p:tag name="KSO_WM_UNIT_USESOURCEFORMAT_APPLY" val="0"/>
</p:tagLst>
</file>

<file path=ppt/tags/tag123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1"/>
  <p:tag name="KSO_WM_UNIT_ID" val="diagram20233122_3*l_h_i*1_2_1"/>
  <p:tag name="KSO_WM_TEMPLATE_CATEGORY" val="diagram"/>
  <p:tag name="KSO_WM_TEMPLATE_INDEX" val="20233122"/>
  <p:tag name="KSO_WM_UNIT_LAYERLEVEL" val="1_1_1"/>
  <p:tag name="KSO_WM_TAG_VERSION" val="3.0"/>
  <p:tag name="KSO_WM_DIAGRAM_VERSION" val="3"/>
  <p:tag name="KSO_WM_DIAGRAM_COLOR_TRICK" val="1"/>
  <p:tag name="KSO_WM_DIAGRAM_COLOR_TEXT_CAN_REMOVE" val="n"/>
  <p:tag name="KSO_WM_DIAGRAM_MAX_ITEMCNT" val="4"/>
  <p:tag name="KSO_WM_DIAGRAM_MIN_ITEMCNT" val="2"/>
  <p:tag name="KSO_WM_DIAGRAM_VIRTUALLY_FRAME" val="{&quot;height&quot;:365.3846435546875,&quot;width&quot;:266.598022460937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SUBTYPE" val="d"/>
  <p:tag name="KSO_WM_UNIT_TEXT_FILL_TYPE" val="1"/>
  <p:tag name="KSO_WM_UNIT_FILL_TYPE" val="1"/>
  <p:tag name="KSO_WM_UNIT_FILL_FORE_SCHEMECOLOR_INDEX" val="5"/>
  <p:tag name="KSO_WM_UNIT_FILL_FORE_SCHEMECOLOR_INDEX_BRIGHTNESS" val="0"/>
  <p:tag name="KSO_WM_BEAUTIFY_FLAG" val="#wm#"/>
  <p:tag name="KSO_WM_UNIT_USESOURCEFORMAT_APPLY" val="0"/>
</p:tagLst>
</file>

<file path=ppt/tags/tag1236.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2_1"/>
  <p:tag name="KSO_WM_UNIT_ID" val="diagram20233122_3*l_h_a*1_2_1"/>
  <p:tag name="KSO_WM_TEMPLATE_CATEGORY" val="diagram"/>
  <p:tag name="KSO_WM_TEMPLATE_INDEX" val="20233122"/>
  <p:tag name="KSO_WM_UNIT_LAYERLEVEL" val="1_1_1"/>
  <p:tag name="KSO_WM_TAG_VERSION" val="3.0"/>
  <p:tag name="KSO_WM_DIAGRAM_VERSION" val="3"/>
  <p:tag name="KSO_WM_DIAGRAM_COLOR_TRICK" val="1"/>
  <p:tag name="KSO_WM_DIAGRAM_COLOR_TEXT_CAN_REMOVE" val="n"/>
  <p:tag name="KSO_WM_DIAGRAM_MAX_ITEMCNT" val="4"/>
  <p:tag name="KSO_WM_DIAGRAM_MIN_ITEMCNT" val="2"/>
  <p:tag name="KSO_WM_DIAGRAM_VIRTUALLY_FRAME" val="{&quot;height&quot;:365.3846435546875,&quot;width&quot;:266.59802246093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PRESET_TEXT" val="单击添加标题"/>
  <p:tag name="KSO_WM_UNIT_TEXT_FILL_FORE_SCHEMECOLOR_INDEX" val="1"/>
  <p:tag name="KSO_WM_UNIT_TEXT_FILL_TYPE" val="1"/>
  <p:tag name="KSO_WM_BEAUTIFY_FLAG" val="#wm#"/>
  <p:tag name="KSO_WM_UNIT_USESOURCEFORMAT_APPLY" val="0"/>
</p:tagLst>
</file>

<file path=ppt/tags/tag1237.xml><?xml version="1.0" encoding="utf-8"?>
<p:tagLst xmlns:a="http://schemas.openxmlformats.org/drawingml/2006/main" xmlns:r="http://schemas.openxmlformats.org/officeDocument/2006/relationships"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20233122_3*l_h_f*1_2_1"/>
  <p:tag name="KSO_WM_TEMPLATE_CATEGORY" val="diagram"/>
  <p:tag name="KSO_WM_TEMPLATE_INDEX" val="20233122"/>
  <p:tag name="KSO_WM_UNIT_LAYERLEVEL" val="1_1_1"/>
  <p:tag name="KSO_WM_TAG_VERSION" val="3.0"/>
  <p:tag name="KSO_WM_DIAGRAM_VERSION" val="3"/>
  <p:tag name="KSO_WM_DIAGRAM_COLOR_TRICK" val="1"/>
  <p:tag name="KSO_WM_DIAGRAM_COLOR_TEXT_CAN_REMOVE" val="n"/>
  <p:tag name="KSO_WM_DIAGRAM_MAX_ITEMCNT" val="4"/>
  <p:tag name="KSO_WM_DIAGRAM_MIN_ITEMCNT" val="2"/>
  <p:tag name="KSO_WM_DIAGRAM_VIRTUALLY_FRAME" val="{&quot;height&quot;:365.3846435546875,&quot;width&quot;:266.59802246093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UNIT_PRESET_TEXT" val="单击此处添加文本内容，简明扼要地阐述您的主要观点。"/>
  <p:tag name="KSO_WM_UNIT_TEXT_FILL_FORE_SCHEMECOLOR_INDEX" val="1"/>
  <p:tag name="KSO_WM_UNIT_TEXT_FILL_TYPE" val="1"/>
  <p:tag name="KSO_WM_BEAUTIFY_FLAG" val="#wm#"/>
  <p:tag name="KSO_WM_UNIT_USESOURCEFORMAT_APPLY" val="0"/>
</p:tagLst>
</file>

<file path=ppt/tags/tag123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3_1"/>
  <p:tag name="KSO_WM_UNIT_ID" val="diagram20233122_3*l_h_i*1_3_1"/>
  <p:tag name="KSO_WM_TEMPLATE_CATEGORY" val="diagram"/>
  <p:tag name="KSO_WM_TEMPLATE_INDEX" val="20233122"/>
  <p:tag name="KSO_WM_UNIT_LAYERLEVEL" val="1_1_1"/>
  <p:tag name="KSO_WM_TAG_VERSION" val="3.0"/>
  <p:tag name="KSO_WM_DIAGRAM_VERSION" val="3"/>
  <p:tag name="KSO_WM_DIAGRAM_COLOR_TRICK" val="1"/>
  <p:tag name="KSO_WM_DIAGRAM_COLOR_TEXT_CAN_REMOVE" val="n"/>
  <p:tag name="KSO_WM_DIAGRAM_MAX_ITEMCNT" val="4"/>
  <p:tag name="KSO_WM_DIAGRAM_MIN_ITEMCNT" val="2"/>
  <p:tag name="KSO_WM_DIAGRAM_VIRTUALLY_FRAME" val="{&quot;height&quot;:365.3846435546875,&quot;width&quot;:266.598022460937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SUBTYPE" val="d"/>
  <p:tag name="KSO_WM_UNIT_TEXT_FILL_TYPE" val="1"/>
  <p:tag name="KSO_WM_UNIT_FILL_TYPE" val="1"/>
  <p:tag name="KSO_WM_UNIT_FILL_FORE_SCHEMECOLOR_INDEX" val="5"/>
  <p:tag name="KSO_WM_UNIT_FILL_FORE_SCHEMECOLOR_INDEX_BRIGHTNESS" val="0"/>
  <p:tag name="KSO_WM_BEAUTIFY_FLAG" val="#wm#"/>
  <p:tag name="KSO_WM_UNIT_USESOURCEFORMAT_APPLY" val="0"/>
</p:tagLst>
</file>

<file path=ppt/tags/tag1239.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3_1"/>
  <p:tag name="KSO_WM_UNIT_ID" val="diagram20233122_3*l_h_a*1_3_1"/>
  <p:tag name="KSO_WM_TEMPLATE_CATEGORY" val="diagram"/>
  <p:tag name="KSO_WM_TEMPLATE_INDEX" val="20233122"/>
  <p:tag name="KSO_WM_UNIT_LAYERLEVEL" val="1_1_1"/>
  <p:tag name="KSO_WM_TAG_VERSION" val="3.0"/>
  <p:tag name="KSO_WM_DIAGRAM_VERSION" val="3"/>
  <p:tag name="KSO_WM_DIAGRAM_COLOR_TRICK" val="1"/>
  <p:tag name="KSO_WM_DIAGRAM_COLOR_TEXT_CAN_REMOVE" val="n"/>
  <p:tag name="KSO_WM_DIAGRAM_MAX_ITEMCNT" val="4"/>
  <p:tag name="KSO_WM_DIAGRAM_MIN_ITEMCNT" val="2"/>
  <p:tag name="KSO_WM_DIAGRAM_VIRTUALLY_FRAME" val="{&quot;height&quot;:365.3846435546875,&quot;width&quot;:266.59802246093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PRESET_TEXT" val="单击添加标题"/>
  <p:tag name="KSO_WM_UNIT_TEXT_FILL_FORE_SCHEMECOLOR_INDEX" val="1"/>
  <p:tag name="KSO_WM_UNIT_TEXT_FILL_TYPE" val="1"/>
  <p:tag name="KSO_WM_BEAUTIFY_FLAG" val="#wm#"/>
  <p:tag name="KSO_WM_UNIT_USESOURCEFORMAT_APPLY" val="0"/>
</p:tagLst>
</file>

<file path=ppt/tags/tag1240.xml><?xml version="1.0" encoding="utf-8"?>
<p:tagLst xmlns:a="http://schemas.openxmlformats.org/drawingml/2006/main" xmlns:r="http://schemas.openxmlformats.org/officeDocument/2006/relationships"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3_1"/>
  <p:tag name="KSO_WM_UNIT_ID" val="diagram20233122_3*l_h_f*1_3_1"/>
  <p:tag name="KSO_WM_TEMPLATE_CATEGORY" val="diagram"/>
  <p:tag name="KSO_WM_TEMPLATE_INDEX" val="20233122"/>
  <p:tag name="KSO_WM_UNIT_LAYERLEVEL" val="1_1_1"/>
  <p:tag name="KSO_WM_TAG_VERSION" val="3.0"/>
  <p:tag name="KSO_WM_DIAGRAM_VERSION" val="3"/>
  <p:tag name="KSO_WM_DIAGRAM_COLOR_TRICK" val="1"/>
  <p:tag name="KSO_WM_DIAGRAM_COLOR_TEXT_CAN_REMOVE" val="n"/>
  <p:tag name="KSO_WM_DIAGRAM_MAX_ITEMCNT" val="4"/>
  <p:tag name="KSO_WM_DIAGRAM_MIN_ITEMCNT" val="2"/>
  <p:tag name="KSO_WM_DIAGRAM_VIRTUALLY_FRAME" val="{&quot;height&quot;:365.3846435546875,&quot;width&quot;:266.59802246093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UNIT_PRESET_TEXT" val="单击此处添加文本内容，简明扼要地阐述您的观点。"/>
  <p:tag name="KSO_WM_UNIT_TEXT_FILL_FORE_SCHEMECOLOR_INDEX" val="1"/>
  <p:tag name="KSO_WM_UNIT_TEXT_FILL_TYPE" val="1"/>
  <p:tag name="KSO_WM_BEAUTIFY_FLAG" val="#wm#"/>
  <p:tag name="KSO_WM_UNIT_USESOURCEFORMAT_APPLY" val="0"/>
</p:tagLst>
</file>

<file path=ppt/tags/tag124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4_1"/>
  <p:tag name="KSO_WM_UNIT_ID" val="diagram20233122_3*l_h_i*1_4_1"/>
  <p:tag name="KSO_WM_TEMPLATE_CATEGORY" val="diagram"/>
  <p:tag name="KSO_WM_TEMPLATE_INDEX" val="20233122"/>
  <p:tag name="KSO_WM_UNIT_LAYERLEVEL" val="1_1_1"/>
  <p:tag name="KSO_WM_TAG_VERSION" val="3.0"/>
  <p:tag name="KSO_WM_DIAGRAM_VERSION" val="3"/>
  <p:tag name="KSO_WM_DIAGRAM_COLOR_TRICK" val="1"/>
  <p:tag name="KSO_WM_DIAGRAM_COLOR_TEXT_CAN_REMOVE" val="n"/>
  <p:tag name="KSO_WM_DIAGRAM_MAX_ITEMCNT" val="4"/>
  <p:tag name="KSO_WM_DIAGRAM_MIN_ITEMCNT" val="2"/>
  <p:tag name="KSO_WM_DIAGRAM_VIRTUALLY_FRAME" val="{&quot;height&quot;:365.3846435546875,&quot;width&quot;:266.598022460937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SUBTYPE" val="d"/>
  <p:tag name="KSO_WM_UNIT_TEXT_FILL_TYPE" val="1"/>
  <p:tag name="KSO_WM_UNIT_FILL_TYPE" val="1"/>
  <p:tag name="KSO_WM_UNIT_FILL_FORE_SCHEMECOLOR_INDEX" val="5"/>
  <p:tag name="KSO_WM_UNIT_FILL_FORE_SCHEMECOLOR_INDEX_BRIGHTNESS" val="0"/>
  <p:tag name="KSO_WM_BEAUTIFY_FLAG" val="#wm#"/>
  <p:tag name="KSO_WM_UNIT_USESOURCEFORMAT_APPLY" val="0"/>
</p:tagLst>
</file>

<file path=ppt/tags/tag1242.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4_1"/>
  <p:tag name="KSO_WM_UNIT_ID" val="diagram20233122_3*l_h_a*1_4_1"/>
  <p:tag name="KSO_WM_TEMPLATE_CATEGORY" val="diagram"/>
  <p:tag name="KSO_WM_TEMPLATE_INDEX" val="20233122"/>
  <p:tag name="KSO_WM_UNIT_LAYERLEVEL" val="1_1_1"/>
  <p:tag name="KSO_WM_TAG_VERSION" val="3.0"/>
  <p:tag name="KSO_WM_DIAGRAM_VERSION" val="3"/>
  <p:tag name="KSO_WM_DIAGRAM_COLOR_TRICK" val="1"/>
  <p:tag name="KSO_WM_DIAGRAM_COLOR_TEXT_CAN_REMOVE" val="n"/>
  <p:tag name="KSO_WM_DIAGRAM_MAX_ITEMCNT" val="4"/>
  <p:tag name="KSO_WM_DIAGRAM_MIN_ITEMCNT" val="2"/>
  <p:tag name="KSO_WM_DIAGRAM_VIRTUALLY_FRAME" val="{&quot;height&quot;:365.3846435546875,&quot;width&quot;:266.59802246093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PRESET_TEXT" val="单击添加标题"/>
  <p:tag name="KSO_WM_UNIT_TEXT_FILL_FORE_SCHEMECOLOR_INDEX" val="1"/>
  <p:tag name="KSO_WM_UNIT_TEXT_FILL_TYPE" val="1"/>
  <p:tag name="KSO_WM_BEAUTIFY_FLAG" val="#wm#"/>
  <p:tag name="KSO_WM_UNIT_USESOURCEFORMAT_APPLY" val="0"/>
</p:tagLst>
</file>

<file path=ppt/tags/tag1243.xml><?xml version="1.0" encoding="utf-8"?>
<p:tagLst xmlns:a="http://schemas.openxmlformats.org/drawingml/2006/main" xmlns:r="http://schemas.openxmlformats.org/officeDocument/2006/relationships"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4_1"/>
  <p:tag name="KSO_WM_UNIT_ID" val="diagram20233122_3*l_h_f*1_4_1"/>
  <p:tag name="KSO_WM_TEMPLATE_CATEGORY" val="diagram"/>
  <p:tag name="KSO_WM_TEMPLATE_INDEX" val="20233122"/>
  <p:tag name="KSO_WM_UNIT_LAYERLEVEL" val="1_1_1"/>
  <p:tag name="KSO_WM_TAG_VERSION" val="3.0"/>
  <p:tag name="KSO_WM_DIAGRAM_VERSION" val="3"/>
  <p:tag name="KSO_WM_DIAGRAM_COLOR_TRICK" val="1"/>
  <p:tag name="KSO_WM_DIAGRAM_COLOR_TEXT_CAN_REMOVE" val="n"/>
  <p:tag name="KSO_WM_DIAGRAM_MAX_ITEMCNT" val="4"/>
  <p:tag name="KSO_WM_DIAGRAM_MIN_ITEMCNT" val="2"/>
  <p:tag name="KSO_WM_DIAGRAM_VIRTUALLY_FRAME" val="{&quot;height&quot;:365.3846435546875,&quot;width&quot;:266.59802246093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UNIT_PRESET_TEXT" val="单击此处添加文本具体内容，简明扼要地阐述您的观点。"/>
  <p:tag name="KSO_WM_UNIT_TEXT_FILL_FORE_SCHEMECOLOR_INDEX" val="1"/>
  <p:tag name="KSO_WM_UNIT_TEXT_FILL_TYPE" val="1"/>
  <p:tag name="KSO_WM_BEAUTIFY_FLAG" val="#wm#"/>
  <p:tag name="KSO_WM_UNIT_USESOURCEFORMAT_APPLY" val="0"/>
</p:tagLst>
</file>

<file path=ppt/tags/tag124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3_2"/>
  <p:tag name="KSO_WM_UNIT_ID" val="diagram20233122_3*l_h_i*1_3_2"/>
  <p:tag name="KSO_WM_TEMPLATE_CATEGORY" val="diagram"/>
  <p:tag name="KSO_WM_TEMPLATE_INDEX" val="20233122"/>
  <p:tag name="KSO_WM_UNIT_LAYERLEVEL" val="1_1_1"/>
  <p:tag name="KSO_WM_TAG_VERSION" val="3.0"/>
  <p:tag name="KSO_WM_DIAGRAM_VERSION" val="3"/>
  <p:tag name="KSO_WM_DIAGRAM_COLOR_TRICK" val="1"/>
  <p:tag name="KSO_WM_DIAGRAM_COLOR_TEXT_CAN_REMOVE" val="n"/>
  <p:tag name="KSO_WM_DIAGRAM_MAX_ITEMCNT" val="4"/>
  <p:tag name="KSO_WM_DIAGRAM_MIN_ITEMCNT" val="2"/>
  <p:tag name="KSO_WM_DIAGRAM_VIRTUALLY_FRAME" val="{&quot;height&quot;:365.3846435546875,&quot;width&quot;:266.5980224609375}"/>
  <p:tag name="KSO_WM_DIAGRAM_COLOR_MATCH_VALUE" val="{&quot;shape&quot;:{&quot;fill&quot;:{&quot;solid&quot;:{&quot;brightness&quot;:0,&quot;colorType&quot;:2,&quot;rgb&quot;:&quot;#00993f&quot;,&quot;transparency&quot;:1},&quot;type&quot;:1},&quot;glow&quot;:{&quot;colorType&quot;:0},&quot;line&quot;:{&quot;solidLine&quot;:{&quot;brightness&quot;:0,&quot;colorType&quot;:1,&quot;foreColorIndex&quot;:13,&quot;transparency&quot;:0.6000000238418579},&quot;type&quot;:1},&quot;shadow&quot;:{&quot;colorType&quot;:0},&quot;threeD&quot;:{&quot;curvedSurface&quot;:{&quot;brightness&quot;:0,&quot;colorType&quot;:2,&quot;rgb&quot;:&quot;#000000&quot;},&quot;depth&quot;:{&quot;colorType&quot;:0}}},&quot;text&quot;:{&quot;fill&quot;:{},&quot;glow&quot;:{},&quot;line&quot;:{},&quot;shadow&quot;:{},&quot;threeD&quot;:{}}}"/>
  <p:tag name="KSO_WM_UNIT_LINE_FORE_SCHEMECOLOR_INDEX" val="13"/>
  <p:tag name="KSO_WM_BEAUTIFY_FLAG" val="#wm#"/>
  <p:tag name="KSO_WM_UNIT_LINE_FILL_TYPE" val="2"/>
  <p:tag name="KSO_WM_UNIT_USESOURCEFORMAT_APPLY" val="0"/>
</p:tagLst>
</file>

<file path=ppt/tags/tag124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4_2"/>
  <p:tag name="KSO_WM_UNIT_ID" val="diagram20233122_3*l_h_i*1_4_2"/>
  <p:tag name="KSO_WM_TEMPLATE_CATEGORY" val="diagram"/>
  <p:tag name="KSO_WM_TEMPLATE_INDEX" val="20233122"/>
  <p:tag name="KSO_WM_UNIT_LAYERLEVEL" val="1_1_1"/>
  <p:tag name="KSO_WM_TAG_VERSION" val="3.0"/>
  <p:tag name="KSO_WM_DIAGRAM_VERSION" val="3"/>
  <p:tag name="KSO_WM_DIAGRAM_COLOR_TRICK" val="1"/>
  <p:tag name="KSO_WM_DIAGRAM_COLOR_TEXT_CAN_REMOVE" val="n"/>
  <p:tag name="KSO_WM_DIAGRAM_MAX_ITEMCNT" val="4"/>
  <p:tag name="KSO_WM_DIAGRAM_MIN_ITEMCNT" val="2"/>
  <p:tag name="KSO_WM_DIAGRAM_VIRTUALLY_FRAME" val="{&quot;height&quot;:365.3846435546875,&quot;width&quot;:266.5980224609375}"/>
  <p:tag name="KSO_WM_DIAGRAM_COLOR_MATCH_VALUE" val="{&quot;shape&quot;:{&quot;fill&quot;:{&quot;solid&quot;:{&quot;brightness&quot;:0,&quot;colorType&quot;:2,&quot;rgb&quot;:&quot;#00993f&quot;,&quot;transparency&quot;:1},&quot;type&quot;:1},&quot;glow&quot;:{&quot;colorType&quot;:0},&quot;line&quot;:{&quot;solidLine&quot;:{&quot;brightness&quot;:0,&quot;colorType&quot;:1,&quot;foreColorIndex&quot;:13,&quot;transparency&quot;:0.6000000238418579},&quot;type&quot;:1},&quot;shadow&quot;:{&quot;colorType&quot;:0},&quot;threeD&quot;:{&quot;curvedSurface&quot;:{&quot;brightness&quot;:0,&quot;colorType&quot;:2,&quot;rgb&quot;:&quot;#000000&quot;},&quot;depth&quot;:{&quot;colorType&quot;:0}}},&quot;text&quot;:{&quot;fill&quot;:{},&quot;glow&quot;:{},&quot;line&quot;:{},&quot;shadow&quot;:{},&quot;threeD&quot;:{}}}"/>
  <p:tag name="KSO_WM_UNIT_LINE_FORE_SCHEMECOLOR_INDEX" val="13"/>
  <p:tag name="KSO_WM_BEAUTIFY_FLAG" val="#wm#"/>
  <p:tag name="KSO_WM_UNIT_LINE_FILL_TYPE" val="2"/>
  <p:tag name="KSO_WM_UNIT_USESOURCEFORMAT_APPLY" val="0"/>
</p:tagLst>
</file>

<file path=ppt/tags/tag1246.xml><?xml version="1.0" encoding="utf-8"?>
<p:tagLst xmlns:a="http://schemas.openxmlformats.org/drawingml/2006/main" xmlns:r="http://schemas.openxmlformats.org/officeDocument/2006/relationships" xmlns:p="http://schemas.openxmlformats.org/presentationml/2006/main">
  <p:tag name="KSO_WM_SLIDE_ID" val="diagram20233530_1"/>
  <p:tag name="KSO_WM_TEMPLATE_SUBCATEGORY" val="0"/>
  <p:tag name="KSO_WM_TEMPLATE_MASTER_TYPE" val="0"/>
  <p:tag name="KSO_WM_TEMPLATE_COLOR_TYPE" val="0"/>
  <p:tag name="KSO_WM_SLIDE_TYPE" val="text"/>
  <p:tag name="KSO_WM_SLIDE_SUBTYPE" val="diag"/>
  <p:tag name="KSO_WM_SLIDE_ITEM_CNT" val="4"/>
  <p:tag name="KSO_WM_SLIDE_INDEX" val="1"/>
  <p:tag name="KSO_WM_SLIDE_SIZE" val="850.397*388.346"/>
  <p:tag name="KSO_WM_SLIDE_POSITION" val="54.8*117.152"/>
  <p:tag name="KSO_WM_DIAGRAM_GROUP_CODE" val="l1-1"/>
  <p:tag name="KSO_WM_SLIDE_DIAGTYPE" val="l"/>
  <p:tag name="KSO_WM_TAG_VERSION" val="3.0"/>
  <p:tag name="KSO_WM_BEAUTIFY_FLAG" val="#wm#"/>
  <p:tag name="KSO_WM_TEMPLATE_CATEGORY" val="custom"/>
  <p:tag name="KSO_WM_TEMPLATE_INDEX" val="20235971"/>
  <p:tag name="KSO_WM_SLIDE_LAYOUT" val="a_l"/>
  <p:tag name="KSO_WM_SLIDE_LAYOUT_CNT" val="1_1"/>
</p:tagLst>
</file>

<file path=ppt/tags/tag1247.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a"/>
  <p:tag name="KSO_WM_UNIT_INDEX" val="1"/>
  <p:tag name="KSO_WM_UNIT_ID" val="diagram20233530_1*a*1"/>
  <p:tag name="KSO_WM_TEMPLATE_CATEGORY" val="diagram"/>
  <p:tag name="KSO_WM_TEMPLATE_INDEX" val="20233530"/>
  <p:tag name="KSO_WM_UNIT_LAYERLEVEL" val="1"/>
  <p:tag name="KSO_WM_TAG_VERSION" val="3.0"/>
  <p:tag name="KSO_WM_BEAUTIFY_FLAG" val="#wm#"/>
  <p:tag name="KSO_WM_UNIT_VALUE" val="29"/>
  <p:tag name="KSO_WM_UNIT_TEXT_TYPE" val="1"/>
  <p:tag name="KSO_WM_UNIT_PRESET_TEXT" val="单击此处添加标题"/>
  <p:tag name="KSO_WM_UNIT_TEXT_FILL_FORE_SCHEMECOLOR_INDEX" val="15"/>
  <p:tag name="KSO_WM_UNIT_TEXT_FILL_TYPE" val="1"/>
  <p:tag name="KSO_WM_UNIT_USESOURCEFORMAT_APPLY" val="0"/>
</p:tagLst>
</file>

<file path=ppt/tags/tag1248.xml><?xml version="1.0" encoding="utf-8"?>
<p:tagLst xmlns:a="http://schemas.openxmlformats.org/drawingml/2006/main" xmlns:r="http://schemas.openxmlformats.org/officeDocument/2006/relationships" xmlns:p="http://schemas.openxmlformats.org/presentationml/2006/main">
  <p:tag name="KSO_WM_UNIT_VALUE" val="810*749"/>
  <p:tag name="KSO_WM_UNIT_HIGHLIGHT" val="0"/>
  <p:tag name="KSO_WM_UNIT_COMPATIBLE" val="0"/>
  <p:tag name="KSO_WM_UNIT_DIAGRAM_ISNUMVISUAL" val="0"/>
  <p:tag name="KSO_WM_UNIT_DIAGRAM_ISREFERUNIT" val="0"/>
  <p:tag name="KSO_WM_DIAGRAM_GROUP_CODE" val="l1-1"/>
  <p:tag name="KSO_WM_UNIT_TYPE" val="l_h_d"/>
  <p:tag name="KSO_WM_UNIT_INDEX" val="1_4_1"/>
  <p:tag name="KSO_WM_UNIT_ID" val="diagram20233530_1*l_h_d*1_4_1"/>
  <p:tag name="KSO_WM_TEMPLATE_CATEGORY" val="diagram"/>
  <p:tag name="KSO_WM_TEMPLATE_INDEX" val="20233530"/>
  <p:tag name="KSO_WM_UNIT_LAYERLEVEL" val="1_1_1"/>
  <p:tag name="KSO_WM_TAG_VERSION" val="3.0"/>
  <p:tag name="KSO_WM_DIAGRAM_VERSION" val="3"/>
  <p:tag name="KSO_WM_DIAGRAM_COLOR_TRICK" val="1"/>
  <p:tag name="KSO_WM_DIAGRAM_COLOR_TEXT_CAN_REMOVE" val="n"/>
  <p:tag name="KSO_WM_DIAGRAM_MAX_ITEMCNT" val="4"/>
  <p:tag name="KSO_WM_DIAGRAM_MIN_ITEMCNT" val="4"/>
  <p:tag name="KSO_WM_DIAGRAM_VIRTUALLY_FRAME" val="{&quot;height&quot;:388.3464660644531,&quot;width&quot;:850.3968505859375}"/>
  <p:tag name="KSO_WM_DIAGRAM_COLOR_MATCH_VALUE" val="{&quot;shape&quot;:{&quot;fill&quot;:{&quot;type&quot;:0},&quot;glow&quot;:{&quot;colorType&quot;:0},&quot;line&quot;:{&quot;solidLine&quot;:{&quot;brightness&quot;:0.6000000238418579,&quot;colorType&quot;:1,&quot;foreColorIndex&quot;:13,&quot;transparency&quot;:0.5},&quot;type&quot;:1},&quot;shadow&quot;:{&quot;colorType&quot;:0},&quot;threeD&quot;:{&quot;curvedSurface&quot;:{&quot;brightness&quot;:0,&quot;colorType&quot;:2,&quot;rgb&quot;:&quot;#000000&quot;},&quot;depth&quot;:{&quot;colorType&quot;:0}}},&quot;text&quot;:{&quot;fill&quot;:{},&quot;glow&quot;:{},&quot;line&quot;:{},&quot;shadow&quot;:{},&quot;threeD&quot;:{}}}"/>
  <p:tag name="KSO_WM_UNIT_PICTURE_SUBTYPE" val="b"/>
  <p:tag name="KSO_WM_BEAUTIFY_FLAG" val="#wm#"/>
  <p:tag name="KSO_WM_UNIT_LINE_FORE_SCHEMECOLOR_INDEX" val="13"/>
  <p:tag name="MH_PIC_SOURCE_TYPE" val="generate_slide_ai*{&quot;ai_type&quot;:&quot;generate_ppt&quot;,&quot;id&quot;:&quot;&quot;}*auto_ai_ai_v2.0.9_ONLINE*1744641021005_10.5_77d2bec61e02-slide-3"/>
  <p:tag name="KSO_WM_UNIT_LINE_FILL_TYPE" val="2"/>
  <p:tag name="KSO_WM_UNIT_USESOURCEFORMAT_APPLY" val="0"/>
</p:tagLst>
</file>

<file path=ppt/tags/tag1249.xml><?xml version="1.0" encoding="utf-8"?>
<p:tagLst xmlns:a="http://schemas.openxmlformats.org/drawingml/2006/main" xmlns:r="http://schemas.openxmlformats.org/officeDocument/2006/relationships" xmlns:p="http://schemas.openxmlformats.org/presentationml/2006/main">
  <p:tag name="KSO_WM_UNIT_VALUE" val="810*749"/>
  <p:tag name="KSO_WM_UNIT_HIGHLIGHT" val="0"/>
  <p:tag name="KSO_WM_UNIT_COMPATIBLE" val="0"/>
  <p:tag name="KSO_WM_UNIT_DIAGRAM_ISNUMVISUAL" val="0"/>
  <p:tag name="KSO_WM_UNIT_DIAGRAM_ISREFERUNIT" val="0"/>
  <p:tag name="KSO_WM_DIAGRAM_GROUP_CODE" val="l1-1"/>
  <p:tag name="KSO_WM_UNIT_TYPE" val="l_h_d"/>
  <p:tag name="KSO_WM_UNIT_INDEX" val="1_3_1"/>
  <p:tag name="KSO_WM_UNIT_ID" val="diagram20233530_1*l_h_d*1_3_1"/>
  <p:tag name="KSO_WM_TEMPLATE_CATEGORY" val="diagram"/>
  <p:tag name="KSO_WM_TEMPLATE_INDEX" val="20233530"/>
  <p:tag name="KSO_WM_UNIT_LAYERLEVEL" val="1_1_1"/>
  <p:tag name="KSO_WM_TAG_VERSION" val="3.0"/>
  <p:tag name="KSO_WM_DIAGRAM_VERSION" val="3"/>
  <p:tag name="KSO_WM_DIAGRAM_COLOR_TRICK" val="1"/>
  <p:tag name="KSO_WM_DIAGRAM_COLOR_TEXT_CAN_REMOVE" val="n"/>
  <p:tag name="KSO_WM_DIAGRAM_MAX_ITEMCNT" val="4"/>
  <p:tag name="KSO_WM_DIAGRAM_MIN_ITEMCNT" val="4"/>
  <p:tag name="KSO_WM_DIAGRAM_VIRTUALLY_FRAME" val="{&quot;height&quot;:388.3464660644531,&quot;width&quot;:850.3968505859375}"/>
  <p:tag name="KSO_WM_DIAGRAM_COLOR_MATCH_VALUE" val="{&quot;shape&quot;:{&quot;fill&quot;:{&quot;type&quot;:0},&quot;glow&quot;:{&quot;colorType&quot;:0},&quot;line&quot;:{&quot;solidLine&quot;:{&quot;brightness&quot;:0.6000000238418579,&quot;colorType&quot;:1,&quot;foreColorIndex&quot;:13,&quot;transparency&quot;:0.5},&quot;type&quot;:1},&quot;shadow&quot;:{&quot;colorType&quot;:0},&quot;threeD&quot;:{&quot;curvedSurface&quot;:{&quot;brightness&quot;:0,&quot;colorType&quot;:2,&quot;rgb&quot;:&quot;#000000&quot;},&quot;depth&quot;:{&quot;colorType&quot;:0}}},&quot;text&quot;:{&quot;fill&quot;:{},&quot;glow&quot;:{},&quot;line&quot;:{},&quot;shadow&quot;:{},&quot;threeD&quot;:{}}}"/>
  <p:tag name="KSO_WM_UNIT_PICTURE_SUBTYPE" val="b"/>
  <p:tag name="KSO_WM_BEAUTIFY_FLAG" val="#wm#"/>
  <p:tag name="KSO_WM_UNIT_LINE_FORE_SCHEMECOLOR_INDEX" val="13"/>
  <p:tag name="MH_PIC_SOURCE_TYPE" val="generate_slide_ai*{&quot;ai_type&quot;:&quot;generate_ppt&quot;,&quot;id&quot;:&quot;VCG211282803280&quot;}*auto_gallery_ai_v2.0.9_ONLINE*1744641021005_10.5_77d2bec61e02-slide-3"/>
  <p:tag name="KSO_WM_UNIT_LINE_FILL_TYPE" val="2"/>
  <p:tag name="KSO_WM_UNIT_USESOURCEFORMAT_APPLY" val="0"/>
</p:tagLst>
</file>

<file path=ppt/tags/tag125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3_1"/>
  <p:tag name="KSO_WM_UNIT_ID" val="diagram20233530_1*l_h_i*1_3_1"/>
  <p:tag name="KSO_WM_TEMPLATE_CATEGORY" val="diagram"/>
  <p:tag name="KSO_WM_TEMPLATE_INDEX" val="20233530"/>
  <p:tag name="KSO_WM_UNIT_LAYERLEVEL" val="1_1_1"/>
  <p:tag name="KSO_WM_TAG_VERSION" val="3.0"/>
  <p:tag name="KSO_WM_DIAGRAM_VERSION" val="3"/>
  <p:tag name="KSO_WM_DIAGRAM_COLOR_TRICK" val="1"/>
  <p:tag name="KSO_WM_DIAGRAM_COLOR_TEXT_CAN_REMOVE" val="n"/>
  <p:tag name="KSO_WM_DIAGRAM_MAX_ITEMCNT" val="4"/>
  <p:tag name="KSO_WM_DIAGRAM_MIN_ITEMCNT" val="4"/>
  <p:tag name="KSO_WM_DIAGRAM_VIRTUALLY_FRAME" val="{&quot;height&quot;:388.3464660644531,&quot;width&quot;:850.3968505859375}"/>
  <p:tag name="KSO_WM_DIAGRAM_COLOR_MATCH_VALUE" val="{&quot;shape&quot;:{&quot;fill&quot;:{&quot;gradient&quot;:[{&quot;brightness&quot;:0,&quot;colorType&quot;:1,&quot;foreColorIndex&quot;:5,&quot;pos&quot;:0,&quot;transparency&quot;:0.20000000298023224},{&quot;brightness&quot;:0,&quot;colorType&quot;:1,&quot;foreColorIndex&quot;:5,&quot;pos&quot;:0.4000000059604645,&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UNIT_TEXT_FILL_FORE_SCHEMECOLOR_INDEX" val="13"/>
  <p:tag name="KSO_WM_UNIT_TEXT_FILL_TYPE" val="1"/>
  <p:tag name="KSO_WM_UNIT_USESOURCEFORMAT_APPLY" val="0"/>
</p:tagLst>
</file>

<file path=ppt/tags/tag1251.xml><?xml version="1.0" encoding="utf-8"?>
<p:tagLst xmlns:a="http://schemas.openxmlformats.org/drawingml/2006/main" xmlns:r="http://schemas.openxmlformats.org/officeDocument/2006/relationships" xmlns:p="http://schemas.openxmlformats.org/presentationml/2006/main">
  <p:tag name="KSO_WM_UNIT_VALUE" val="810*749"/>
  <p:tag name="KSO_WM_UNIT_HIGHLIGHT" val="0"/>
  <p:tag name="KSO_WM_UNIT_COMPATIBLE" val="0"/>
  <p:tag name="KSO_WM_UNIT_DIAGRAM_ISNUMVISUAL" val="0"/>
  <p:tag name="KSO_WM_UNIT_DIAGRAM_ISREFERUNIT" val="0"/>
  <p:tag name="KSO_WM_DIAGRAM_GROUP_CODE" val="l1-1"/>
  <p:tag name="KSO_WM_UNIT_TYPE" val="l_h_d"/>
  <p:tag name="KSO_WM_UNIT_INDEX" val="1_2_1"/>
  <p:tag name="KSO_WM_UNIT_ID" val="diagram20233530_1*l_h_d*1_2_1"/>
  <p:tag name="KSO_WM_TEMPLATE_CATEGORY" val="diagram"/>
  <p:tag name="KSO_WM_TEMPLATE_INDEX" val="20233530"/>
  <p:tag name="KSO_WM_UNIT_LAYERLEVEL" val="1_1_1"/>
  <p:tag name="KSO_WM_TAG_VERSION" val="3.0"/>
  <p:tag name="KSO_WM_DIAGRAM_VERSION" val="3"/>
  <p:tag name="KSO_WM_DIAGRAM_COLOR_TRICK" val="1"/>
  <p:tag name="KSO_WM_DIAGRAM_COLOR_TEXT_CAN_REMOVE" val="n"/>
  <p:tag name="KSO_WM_DIAGRAM_MAX_ITEMCNT" val="4"/>
  <p:tag name="KSO_WM_DIAGRAM_MIN_ITEMCNT" val="4"/>
  <p:tag name="KSO_WM_DIAGRAM_VIRTUALLY_FRAME" val="{&quot;height&quot;:388.3464660644531,&quot;width&quot;:850.3968505859375}"/>
  <p:tag name="KSO_WM_DIAGRAM_COLOR_MATCH_VALUE" val="{&quot;shape&quot;:{&quot;fill&quot;:{&quot;type&quot;:0},&quot;glow&quot;:{&quot;colorType&quot;:0},&quot;line&quot;:{&quot;solidLine&quot;:{&quot;brightness&quot;:0.6000000238418579,&quot;colorType&quot;:1,&quot;foreColorIndex&quot;:13,&quot;transparency&quot;:0.5},&quot;type&quot;:1},&quot;shadow&quot;:{&quot;colorType&quot;:0},&quot;threeD&quot;:{&quot;curvedSurface&quot;:{&quot;brightness&quot;:0,&quot;colorType&quot;:2,&quot;rgb&quot;:&quot;#000000&quot;},&quot;depth&quot;:{&quot;colorType&quot;:0}}},&quot;text&quot;:{&quot;fill&quot;:{},&quot;glow&quot;:{},&quot;line&quot;:{},&quot;shadow&quot;:{},&quot;threeD&quot;:{}}}"/>
  <p:tag name="KSO_WM_UNIT_PICTURE_SUBTYPE" val="b"/>
  <p:tag name="KSO_WM_BEAUTIFY_FLAG" val="#wm#"/>
  <p:tag name="KSO_WM_UNIT_LINE_FORE_SCHEMECOLOR_INDEX" val="13"/>
  <p:tag name="MH_PIC_SOURCE_TYPE" val="generate_slide_ai*{&quot;ai_type&quot;:&quot;generate_ppt&quot;,&quot;id&quot;:&quot;VCG211285454825&quot;}*auto_gallery_ai_v2.0.9_ONLINE*1744641021005_10.5_77d2bec61e02-slide-3"/>
  <p:tag name="KSO_WM_UNIT_LINE_FILL_TYPE" val="2"/>
  <p:tag name="KSO_WM_UNIT_USESOURCEFORMAT_APPLY" val="0"/>
</p:tagLst>
</file>

<file path=ppt/tags/tag1252.xml><?xml version="1.0" encoding="utf-8"?>
<p:tagLst xmlns:a="http://schemas.openxmlformats.org/drawingml/2006/main" xmlns:r="http://schemas.openxmlformats.org/officeDocument/2006/relationships" xmlns:p="http://schemas.openxmlformats.org/presentationml/2006/main">
  <p:tag name="KSO_WM_UNIT_VALUE" val="810*749"/>
  <p:tag name="KSO_WM_UNIT_HIGHLIGHT" val="0"/>
  <p:tag name="KSO_WM_UNIT_COMPATIBLE" val="0"/>
  <p:tag name="KSO_WM_UNIT_DIAGRAM_ISNUMVISUAL" val="0"/>
  <p:tag name="KSO_WM_UNIT_DIAGRAM_ISREFERUNIT" val="0"/>
  <p:tag name="KSO_WM_DIAGRAM_GROUP_CODE" val="l1-1"/>
  <p:tag name="KSO_WM_UNIT_TYPE" val="l_h_d"/>
  <p:tag name="KSO_WM_UNIT_INDEX" val="1_1_1"/>
  <p:tag name="KSO_WM_UNIT_ID" val="diagram20233530_1*l_h_d*1_1_1"/>
  <p:tag name="KSO_WM_TEMPLATE_CATEGORY" val="diagram"/>
  <p:tag name="KSO_WM_TEMPLATE_INDEX" val="20233530"/>
  <p:tag name="KSO_WM_UNIT_LAYERLEVEL" val="1_1_1"/>
  <p:tag name="KSO_WM_TAG_VERSION" val="3.0"/>
  <p:tag name="KSO_WM_DIAGRAM_VERSION" val="3"/>
  <p:tag name="KSO_WM_DIAGRAM_COLOR_TRICK" val="1"/>
  <p:tag name="KSO_WM_DIAGRAM_COLOR_TEXT_CAN_REMOVE" val="n"/>
  <p:tag name="KSO_WM_DIAGRAM_MAX_ITEMCNT" val="4"/>
  <p:tag name="KSO_WM_DIAGRAM_MIN_ITEMCNT" val="4"/>
  <p:tag name="KSO_WM_DIAGRAM_VIRTUALLY_FRAME" val="{&quot;height&quot;:388.3464660644531,&quot;width&quot;:850.3968505859375}"/>
  <p:tag name="KSO_WM_DIAGRAM_COLOR_MATCH_VALUE" val="{&quot;shape&quot;:{&quot;fill&quot;:{&quot;type&quot;:0},&quot;glow&quot;:{&quot;colorType&quot;:0},&quot;line&quot;:{&quot;solidLine&quot;:{&quot;brightness&quot;:0.6000000238418579,&quot;colorType&quot;:1,&quot;foreColorIndex&quot;:13,&quot;transparency&quot;:0.5},&quot;type&quot;:1},&quot;shadow&quot;:{&quot;colorType&quot;:0},&quot;threeD&quot;:{&quot;curvedSurface&quot;:{&quot;brightness&quot;:0,&quot;colorType&quot;:2,&quot;rgb&quot;:&quot;#000000&quot;},&quot;depth&quot;:{&quot;colorType&quot;:0}}},&quot;text&quot;:{&quot;fill&quot;:{},&quot;glow&quot;:{},&quot;line&quot;:{},&quot;shadow&quot;:{},&quot;threeD&quot;:{}}}"/>
  <p:tag name="KSO_WM_UNIT_PICTURE_SUBTYPE" val="b"/>
  <p:tag name="KSO_WM_BEAUTIFY_FLAG" val="#wm#"/>
  <p:tag name="KSO_WM_UNIT_LINE_FORE_SCHEMECOLOR_INDEX" val="13"/>
  <p:tag name="MH_PIC_SOURCE_TYPE" val="generate_slide_ai*{&quot;ai_type&quot;:&quot;generate_ppt&quot;,&quot;id&quot;:&quot;VCG41N1362219069&quot;}*auto_gallery_ai_v2.0.9_ONLINE*1744641021005_10.5_77d2bec61e02-slide-3"/>
  <p:tag name="KSO_WM_UNIT_LINE_FILL_TYPE" val="2"/>
  <p:tag name="KSO_WM_UNIT_USESOURCEFORMAT_APPLY" val="0"/>
</p:tagLst>
</file>

<file path=ppt/tags/tag125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4_1"/>
  <p:tag name="KSO_WM_UNIT_ID" val="diagram20233530_1*l_h_i*1_4_1"/>
  <p:tag name="KSO_WM_TEMPLATE_CATEGORY" val="diagram"/>
  <p:tag name="KSO_WM_TEMPLATE_INDEX" val="20233530"/>
  <p:tag name="KSO_WM_UNIT_LAYERLEVEL" val="1_1_1"/>
  <p:tag name="KSO_WM_TAG_VERSION" val="3.0"/>
  <p:tag name="KSO_WM_DIAGRAM_VERSION" val="3"/>
  <p:tag name="KSO_WM_DIAGRAM_COLOR_TRICK" val="1"/>
  <p:tag name="KSO_WM_DIAGRAM_COLOR_TEXT_CAN_REMOVE" val="n"/>
  <p:tag name="KSO_WM_UNIT_FILL_FORE_SCHEMECOLOR_INDEX" val="14"/>
  <p:tag name="KSO_WM_UNIT_FILL_FORE_SCHEMECOLOR_INDEX_BRIGHTNESS" val="0"/>
  <p:tag name="KSO_WM_DIAGRAM_MAX_ITEMCNT" val="4"/>
  <p:tag name="KSO_WM_DIAGRAM_MIN_ITEMCNT" val="4"/>
  <p:tag name="KSO_WM_DIAGRAM_VIRTUALLY_FRAME" val="{&quot;height&quot;:388.3464660644531,&quot;width&quot;:850.3968505859375}"/>
  <p:tag name="KSO_WM_DIAGRAM_COLOR_MATCH_VALUE" val="{&quot;shape&quot;:{&quot;fill&quot;:{&quot;solid&quot;:{&quot;brightness&quot;:0,&quot;colorType&quot;:2,&quot;rgb&quot;:&quot;#ffffff&quot;,&quot;transparency&quot;:0},&quot;type&quot;:1},&quot;glow&quot;:{&quot;colorType&quot;:0},&quot;line&quot;:{&quot;solidLine&quot;:{&quot;brightness&quot;:0.6000000238418579,&quot;colorType&quot;:1,&quot;foreColorIndex&quot;:13,&quot;transparency&quot;:0.5},&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LINE_FORE_SCHEMECOLOR_INDEX" val="13"/>
  <p:tag name="KSO_WM_UNIT_LINE_FILL_TYPE" val="2"/>
  <p:tag name="KSO_WM_UNIT_TEXT_FILL_FORE_SCHEMECOLOR_INDEX" val="13"/>
  <p:tag name="KSO_WM_UNIT_TEXT_FILL_TYPE" val="1"/>
  <p:tag name="KSO_WM_UNIT_USESOURCEFORMAT_APPLY" val="0"/>
</p:tagLst>
</file>

<file path=ppt/tags/tag125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diagram20233530_1*l_h_i*1_1_1"/>
  <p:tag name="KSO_WM_TEMPLATE_CATEGORY" val="diagram"/>
  <p:tag name="KSO_WM_TEMPLATE_INDEX" val="20233530"/>
  <p:tag name="KSO_WM_UNIT_LAYERLEVEL" val="1_1_1"/>
  <p:tag name="KSO_WM_TAG_VERSION" val="3.0"/>
  <p:tag name="KSO_WM_DIAGRAM_VERSION" val="3"/>
  <p:tag name="KSO_WM_DIAGRAM_COLOR_TRICK" val="1"/>
  <p:tag name="KSO_WM_DIAGRAM_COLOR_TEXT_CAN_REMOVE" val="n"/>
  <p:tag name="KSO_WM_UNIT_FILL_FORE_SCHEMECOLOR_INDEX" val="14"/>
  <p:tag name="KSO_WM_UNIT_FILL_FORE_SCHEMECOLOR_INDEX_BRIGHTNESS" val="0"/>
  <p:tag name="KSO_WM_DIAGRAM_MAX_ITEMCNT" val="4"/>
  <p:tag name="KSO_WM_DIAGRAM_MIN_ITEMCNT" val="4"/>
  <p:tag name="KSO_WM_DIAGRAM_VIRTUALLY_FRAME" val="{&quot;height&quot;:388.3464660644531,&quot;width&quot;:850.3968505859375}"/>
  <p:tag name="KSO_WM_DIAGRAM_COLOR_MATCH_VALUE" val="{&quot;shape&quot;:{&quot;fill&quot;:{&quot;solid&quot;:{&quot;brightness&quot;:0,&quot;colorType&quot;:2,&quot;rgb&quot;:&quot;#ffffff&quot;,&quot;transparency&quot;:0},&quot;type&quot;:1},&quot;glow&quot;:{&quot;colorType&quot;:0},&quot;line&quot;:{&quot;solidLine&quot;:{&quot;brightness&quot;:0.6000000238418579,&quot;colorType&quot;:1,&quot;foreColorIndex&quot;:13,&quot;transparency&quot;:0.5},&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LINE_FORE_SCHEMECOLOR_INDEX" val="13"/>
  <p:tag name="KSO_WM_UNIT_LINE_FILL_TYPE" val="2"/>
  <p:tag name="KSO_WM_UNIT_TEXT_FILL_FORE_SCHEMECOLOR_INDEX" val="13"/>
  <p:tag name="KSO_WM_UNIT_TEXT_FILL_TYPE" val="1"/>
  <p:tag name="KSO_WM_UNIT_USESOURCEFORMAT_APPLY" val="0"/>
</p:tagLst>
</file>

<file path=ppt/tags/tag1255.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14"/>
  <p:tag name="KSO_WM_UNIT_HIGHLIGHT" val="0"/>
  <p:tag name="KSO_WM_UNIT_COMPATIBLE" val="0"/>
  <p:tag name="KSO_WM_UNIT_DIAGRAM_ISNUMVISUAL" val="0"/>
  <p:tag name="KSO_WM_UNIT_DIAGRAM_ISREFERUNIT" val="0"/>
  <p:tag name="KSO_WM_DIAGRAM_GROUP_CODE" val="l1-1"/>
  <p:tag name="KSO_WM_UNIT_TYPE" val="l_h_a"/>
  <p:tag name="KSO_WM_UNIT_INDEX" val="1_1_1"/>
  <p:tag name="KSO_WM_UNIT_ID" val="diagram20233530_1*l_h_a*1_1_1"/>
  <p:tag name="KSO_WM_TEMPLATE_CATEGORY" val="diagram"/>
  <p:tag name="KSO_WM_TEMPLATE_INDEX" val="20233530"/>
  <p:tag name="KSO_WM_UNIT_LAYERLEVEL" val="1_1_1"/>
  <p:tag name="KSO_WM_TAG_VERSION" val="3.0"/>
  <p:tag name="KSO_WM_DIAGRAM_VERSION" val="3"/>
  <p:tag name="KSO_WM_DIAGRAM_COLOR_TRICK" val="1"/>
  <p:tag name="KSO_WM_DIAGRAM_COLOR_TEXT_CAN_REMOVE" val="n"/>
  <p:tag name="KSO_WM_DIAGRAM_MAX_ITEMCNT" val="4"/>
  <p:tag name="KSO_WM_DIAGRAM_MIN_ITEMCNT" val="4"/>
  <p:tag name="KSO_WM_DIAGRAM_VIRTUALLY_FRAME" val="{&quot;height&quot;:388.3464660644531,&quot;width&quot;:850.39685058593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BEAUTIFY_FLAG" val="#wm#"/>
  <p:tag name="KSO_WM_UNIT_PRESET_TEXT" val="添加项标题"/>
  <p:tag name="KSO_WM_UNIT_TEXT_FILL_FORE_SCHEMECOLOR_INDEX" val="1"/>
  <p:tag name="KSO_WM_UNIT_TEXT_FILL_TYPE" val="1"/>
  <p:tag name="KSO_WM_UNIT_USESOURCEFORMAT_APPLY" val="0"/>
</p:tagLst>
</file>

<file path=ppt/tags/tag1256.xml><?xml version="1.0" encoding="utf-8"?>
<p:tagLst xmlns:a="http://schemas.openxmlformats.org/drawingml/2006/main" xmlns:r="http://schemas.openxmlformats.org/officeDocument/2006/relationships"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233530_1*l_h_f*1_1_1"/>
  <p:tag name="KSO_WM_TEMPLATE_CATEGORY" val="diagram"/>
  <p:tag name="KSO_WM_TEMPLATE_INDEX" val="20233530"/>
  <p:tag name="KSO_WM_UNIT_LAYERLEVEL" val="1_1_1"/>
  <p:tag name="KSO_WM_TAG_VERSION" val="3.0"/>
  <p:tag name="KSO_WM_DIAGRAM_VERSION" val="3"/>
  <p:tag name="KSO_WM_DIAGRAM_COLOR_TRICK" val="1"/>
  <p:tag name="KSO_WM_DIAGRAM_COLOR_TEXT_CAN_REMOVE" val="n"/>
  <p:tag name="KSO_WM_UNIT_VALUE" val="24"/>
  <p:tag name="KSO_WM_UNIT_TEXT_FILL_TYPE" val="1"/>
  <p:tag name="KSO_WM_DIAGRAM_MAX_ITEMCNT" val="4"/>
  <p:tag name="KSO_WM_DIAGRAM_MIN_ITEMCNT" val="4"/>
  <p:tag name="KSO_WM_DIAGRAM_VIRTUALLY_FRAME" val="{&quot;height&quot;:388.3464660644531,&quot;width&quot;:850.39685058593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262626&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UNIT_PRESET_TEXT" val="单击添加文本具体内容，简明扼要地阐述您的观点。"/>
  <p:tag name="KSO_WM_UNIT_USESOURCEFORMAT_APPLY" val="0"/>
</p:tagLst>
</file>

<file path=ppt/tags/tag125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1"/>
  <p:tag name="KSO_WM_UNIT_ID" val="diagram20233530_1*l_h_i*1_2_1"/>
  <p:tag name="KSO_WM_TEMPLATE_CATEGORY" val="diagram"/>
  <p:tag name="KSO_WM_TEMPLATE_INDEX" val="20233530"/>
  <p:tag name="KSO_WM_UNIT_LAYERLEVEL" val="1_1_1"/>
  <p:tag name="KSO_WM_TAG_VERSION" val="3.0"/>
  <p:tag name="KSO_WM_DIAGRAM_VERSION" val="3"/>
  <p:tag name="KSO_WM_DIAGRAM_COLOR_TRICK" val="1"/>
  <p:tag name="KSO_WM_DIAGRAM_COLOR_TEXT_CAN_REMOVE" val="n"/>
  <p:tag name="KSO_WM_DIAGRAM_MAX_ITEMCNT" val="4"/>
  <p:tag name="KSO_WM_DIAGRAM_MIN_ITEMCNT" val="4"/>
  <p:tag name="KSO_WM_DIAGRAM_VIRTUALLY_FRAME" val="{&quot;height&quot;:388.3464660644531,&quot;width&quot;:850.3968505859375}"/>
  <p:tag name="KSO_WM_DIAGRAM_COLOR_MATCH_VALUE" val="{&quot;shape&quot;:{&quot;fill&quot;:{&quot;gradient&quot;:[{&quot;brightness&quot;:0,&quot;colorType&quot;:1,&quot;foreColorIndex&quot;:5,&quot;pos&quot;:0,&quot;transparency&quot;:0.20000000298023224},{&quot;brightness&quot;:0,&quot;colorType&quot;:1,&quot;foreColorIndex&quot;:5,&quot;pos&quot;:0.4000000059604645,&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UNIT_TEXT_FILL_FORE_SCHEMECOLOR_INDEX" val="13"/>
  <p:tag name="KSO_WM_UNIT_TEXT_FILL_TYPE" val="1"/>
  <p:tag name="KSO_WM_UNIT_USESOURCEFORMAT_APPLY" val="0"/>
</p:tagLst>
</file>

<file path=ppt/tags/tag1258.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2_1"/>
  <p:tag name="KSO_WM_UNIT_ID" val="diagram20233530_1*l_h_a*1_2_1"/>
  <p:tag name="KSO_WM_TEMPLATE_CATEGORY" val="diagram"/>
  <p:tag name="KSO_WM_TEMPLATE_INDEX" val="20233530"/>
  <p:tag name="KSO_WM_UNIT_LAYERLEVEL" val="1_1_1"/>
  <p:tag name="KSO_WM_TAG_VERSION" val="3.0"/>
  <p:tag name="KSO_WM_DIAGRAM_VERSION" val="3"/>
  <p:tag name="KSO_WM_DIAGRAM_COLOR_TRICK" val="1"/>
  <p:tag name="KSO_WM_DIAGRAM_COLOR_TEXT_CAN_REMOVE" val="n"/>
  <p:tag name="KSO_WM_UNIT_TEXT_FILL_TYPE" val="1"/>
  <p:tag name="KSO_WM_DIAGRAM_MAX_ITEMCNT" val="4"/>
  <p:tag name="KSO_WM_DIAGRAM_MIN_ITEMCNT" val="4"/>
  <p:tag name="KSO_WM_DIAGRAM_VIRTUALLY_FRAME" val="{&quot;height&quot;:388.3464660644531,&quot;width&quot;:850.39685058593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14"/>
  <p:tag name="KSO_WM_UNIT_TEXT_TYPE" val="1"/>
  <p:tag name="KSO_WM_BEAUTIFY_FLAG" val="#wm#"/>
  <p:tag name="KSO_WM_UNIT_PRESET_TEXT" val="添加项标题"/>
  <p:tag name="KSO_WM_UNIT_USESOURCEFORMAT_APPLY" val="0"/>
</p:tagLst>
</file>

<file path=ppt/tags/tag1259.xml><?xml version="1.0" encoding="utf-8"?>
<p:tagLst xmlns:a="http://schemas.openxmlformats.org/drawingml/2006/main" xmlns:r="http://schemas.openxmlformats.org/officeDocument/2006/relationships"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20233530_1*l_h_f*1_2_1"/>
  <p:tag name="KSO_WM_TEMPLATE_CATEGORY" val="diagram"/>
  <p:tag name="KSO_WM_TEMPLATE_INDEX" val="20233530"/>
  <p:tag name="KSO_WM_UNIT_LAYERLEVEL" val="1_1_1"/>
  <p:tag name="KSO_WM_TAG_VERSION" val="3.0"/>
  <p:tag name="KSO_WM_DIAGRAM_VERSION" val="3"/>
  <p:tag name="KSO_WM_DIAGRAM_COLOR_TRICK" val="1"/>
  <p:tag name="KSO_WM_DIAGRAM_COLOR_TEXT_CAN_REMOVE" val="n"/>
  <p:tag name="KSO_WM_UNIT_TEXT_FILL_TYPE" val="1"/>
  <p:tag name="KSO_WM_DIAGRAM_MAX_ITEMCNT" val="4"/>
  <p:tag name="KSO_WM_DIAGRAM_MIN_ITEMCNT" val="4"/>
  <p:tag name="KSO_WM_DIAGRAM_VIRTUALLY_FRAME" val="{&quot;height&quot;:388.3464660644531,&quot;width&quot;:850.39685058593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24"/>
  <p:tag name="KSO_WM_UNIT_TEXT_TYPE" val="1"/>
  <p:tag name="KSO_WM_UNIT_TEXT_LAYER_COUNT" val="1"/>
  <p:tag name="KSO_WM_BEAUTIFY_FLAG" val="#wm#"/>
  <p:tag name="KSO_WM_UNIT_PRESET_TEXT" val="单击添加文本具体内容，简明扼要地阐述您的观点。"/>
  <p:tag name="KSO_WM_UNIT_USESOURCEFORMAT_APPLY" val="0"/>
</p:tagLst>
</file>

<file path=ppt/tags/tag1260.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3_1"/>
  <p:tag name="KSO_WM_UNIT_ID" val="diagram20233530_1*l_h_a*1_3_1"/>
  <p:tag name="KSO_WM_TEMPLATE_CATEGORY" val="diagram"/>
  <p:tag name="KSO_WM_TEMPLATE_INDEX" val="20233530"/>
  <p:tag name="KSO_WM_UNIT_LAYERLEVEL" val="1_1_1"/>
  <p:tag name="KSO_WM_TAG_VERSION" val="3.0"/>
  <p:tag name="KSO_WM_DIAGRAM_VERSION" val="3"/>
  <p:tag name="KSO_WM_DIAGRAM_COLOR_TRICK" val="1"/>
  <p:tag name="KSO_WM_DIAGRAM_COLOR_TEXT_CAN_REMOVE" val="n"/>
  <p:tag name="KSO_WM_UNIT_TEXT_FILL_TYPE" val="1"/>
  <p:tag name="KSO_WM_DIAGRAM_MAX_ITEMCNT" val="4"/>
  <p:tag name="KSO_WM_DIAGRAM_MIN_ITEMCNT" val="4"/>
  <p:tag name="KSO_WM_DIAGRAM_VIRTUALLY_FRAME" val="{&quot;height&quot;:388.3464660644531,&quot;width&quot;:850.39685058593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14"/>
  <p:tag name="KSO_WM_UNIT_TEXT_TYPE" val="1"/>
  <p:tag name="KSO_WM_BEAUTIFY_FLAG" val="#wm#"/>
  <p:tag name="KSO_WM_UNIT_PRESET_TEXT" val="添加项标题"/>
  <p:tag name="KSO_WM_UNIT_USESOURCEFORMAT_APPLY" val="0"/>
</p:tagLst>
</file>

<file path=ppt/tags/tag1261.xml><?xml version="1.0" encoding="utf-8"?>
<p:tagLst xmlns:a="http://schemas.openxmlformats.org/drawingml/2006/main" xmlns:r="http://schemas.openxmlformats.org/officeDocument/2006/relationships"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3_1"/>
  <p:tag name="KSO_WM_UNIT_ID" val="diagram20233530_1*l_h_f*1_3_1"/>
  <p:tag name="KSO_WM_TEMPLATE_CATEGORY" val="diagram"/>
  <p:tag name="KSO_WM_TEMPLATE_INDEX" val="20233530"/>
  <p:tag name="KSO_WM_UNIT_LAYERLEVEL" val="1_1_1"/>
  <p:tag name="KSO_WM_TAG_VERSION" val="3.0"/>
  <p:tag name="KSO_WM_DIAGRAM_VERSION" val="3"/>
  <p:tag name="KSO_WM_DIAGRAM_COLOR_TRICK" val="1"/>
  <p:tag name="KSO_WM_DIAGRAM_COLOR_TEXT_CAN_REMOVE" val="n"/>
  <p:tag name="KSO_WM_UNIT_TEXT_FILL_TYPE" val="1"/>
  <p:tag name="KSO_WM_DIAGRAM_MAX_ITEMCNT" val="4"/>
  <p:tag name="KSO_WM_DIAGRAM_MIN_ITEMCNT" val="4"/>
  <p:tag name="KSO_WM_DIAGRAM_VIRTUALLY_FRAME" val="{&quot;height&quot;:388.3464660644531,&quot;width&quot;:850.39685058593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24"/>
  <p:tag name="KSO_WM_UNIT_TEXT_TYPE" val="1"/>
  <p:tag name="KSO_WM_UNIT_TEXT_LAYER_COUNT" val="1"/>
  <p:tag name="KSO_WM_BEAUTIFY_FLAG" val="#wm#"/>
  <p:tag name="KSO_WM_UNIT_PRESET_TEXT" val="单击添加文本具体内容，简明扼要地阐述您的观点。"/>
  <p:tag name="KSO_WM_UNIT_USESOURCEFORMAT_APPLY" val="0"/>
</p:tagLst>
</file>

<file path=ppt/tags/tag1262.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4_1"/>
  <p:tag name="KSO_WM_UNIT_ID" val="diagram20233530_1*l_h_a*1_4_1"/>
  <p:tag name="KSO_WM_TEMPLATE_CATEGORY" val="diagram"/>
  <p:tag name="KSO_WM_TEMPLATE_INDEX" val="20233530"/>
  <p:tag name="KSO_WM_UNIT_LAYERLEVEL" val="1_1_1"/>
  <p:tag name="KSO_WM_TAG_VERSION" val="3.0"/>
  <p:tag name="KSO_WM_DIAGRAM_VERSION" val="3"/>
  <p:tag name="KSO_WM_DIAGRAM_COLOR_TRICK" val="1"/>
  <p:tag name="KSO_WM_DIAGRAM_COLOR_TEXT_CAN_REMOVE" val="n"/>
  <p:tag name="KSO_WM_DIAGRAM_MAX_ITEMCNT" val="4"/>
  <p:tag name="KSO_WM_DIAGRAM_MIN_ITEMCNT" val="4"/>
  <p:tag name="KSO_WM_DIAGRAM_VIRTUALLY_FRAME" val="{&quot;height&quot;:388.3464660644531,&quot;width&quot;:850.39685058593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14"/>
  <p:tag name="KSO_WM_UNIT_TEXT_TYPE" val="1"/>
  <p:tag name="KSO_WM_BEAUTIFY_FLAG" val="#wm#"/>
  <p:tag name="KSO_WM_UNIT_PRESET_TEXT" val="添加项标题"/>
  <p:tag name="KSO_WM_UNIT_TEXT_FILL_FORE_SCHEMECOLOR_INDEX" val="1"/>
  <p:tag name="KSO_WM_UNIT_TEXT_FILL_TYPE" val="1"/>
  <p:tag name="KSO_WM_UNIT_USESOURCEFORMAT_APPLY" val="0"/>
</p:tagLst>
</file>

<file path=ppt/tags/tag1263.xml><?xml version="1.0" encoding="utf-8"?>
<p:tagLst xmlns:a="http://schemas.openxmlformats.org/drawingml/2006/main" xmlns:r="http://schemas.openxmlformats.org/officeDocument/2006/relationships"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4_1"/>
  <p:tag name="KSO_WM_UNIT_ID" val="diagram20233530_1*l_h_f*1_4_1"/>
  <p:tag name="KSO_WM_TEMPLATE_CATEGORY" val="diagram"/>
  <p:tag name="KSO_WM_TEMPLATE_INDEX" val="20233530"/>
  <p:tag name="KSO_WM_UNIT_LAYERLEVEL" val="1_1_1"/>
  <p:tag name="KSO_WM_TAG_VERSION" val="3.0"/>
  <p:tag name="KSO_WM_DIAGRAM_VERSION" val="3"/>
  <p:tag name="KSO_WM_DIAGRAM_COLOR_TRICK" val="1"/>
  <p:tag name="KSO_WM_DIAGRAM_COLOR_TEXT_CAN_REMOVE" val="n"/>
  <p:tag name="KSO_WM_UNIT_TEXT_FILL_TYPE" val="1"/>
  <p:tag name="KSO_WM_DIAGRAM_MAX_ITEMCNT" val="4"/>
  <p:tag name="KSO_WM_DIAGRAM_MIN_ITEMCNT" val="4"/>
  <p:tag name="KSO_WM_DIAGRAM_VIRTUALLY_FRAME" val="{&quot;height&quot;:388.3464660644531,&quot;width&quot;:850.39685058593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262626&quot;,&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24"/>
  <p:tag name="KSO_WM_UNIT_TEXT_TYPE" val="1"/>
  <p:tag name="KSO_WM_UNIT_TEXT_LAYER_COUNT" val="1"/>
  <p:tag name="KSO_WM_BEAUTIFY_FLAG" val="#wm#"/>
  <p:tag name="KSO_WM_UNIT_PRESET_TEXT" val="单击添加文本具体内容，简明扼要地阐述您的观点。"/>
  <p:tag name="KSO_WM_UNIT_USESOURCEFORMAT_APPLY" val="0"/>
</p:tagLst>
</file>

<file path=ppt/tags/tag1264.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MASTER_TYPE" val="0"/>
  <p:tag name="KSO_WM_TEMPLATE_COLOR_TYPE" val="0"/>
  <p:tag name="KSO_WM_DIAGRAM_GROUP_CODE" val="l1-1"/>
  <p:tag name="KSO_WM_SLIDE_DIAGTYPE" val="l"/>
  <p:tag name="KSO_WM_SLIDE_LAYOUT" val="a_d_l"/>
  <p:tag name="KSO_WM_SLIDE_LAYOUT_CNT" val="1_1_1"/>
  <p:tag name="KSO_WM_SLIDE_TYPE" val="text"/>
  <p:tag name="KSO_WM_SLIDE_SUBTYPE" val="picTxt"/>
  <p:tag name="KSO_WM_SLIDE_SIZE" val="850.447*57.5039"/>
  <p:tag name="KSO_WM_SLIDE_POSITION" val="54.75*401.016"/>
  <p:tag name="KSO_WM_TEMPLATE_INDEX" val="20235971"/>
  <p:tag name="KSO_WM_TEMPLATE_SUBCATEGORY" val="0"/>
  <p:tag name="KSO_WM_SLIDE_INDEX" val="1"/>
  <p:tag name="KSO_WM_TAG_VERSION" val="3.0"/>
  <p:tag name="KSO_WM_SLIDE_ID" val="custom20233270_1"/>
  <p:tag name="KSO_WM_SLIDE_ITEM_CNT" val="4"/>
</p:tagLst>
</file>

<file path=ppt/tags/tag1265.xml><?xml version="1.0" encoding="utf-8"?>
<p:tagLst xmlns:a="http://schemas.openxmlformats.org/drawingml/2006/main" xmlns:r="http://schemas.openxmlformats.org/officeDocument/2006/relationships"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233269_3*l_h_f*1_1_1"/>
  <p:tag name="KSO_WM_TEMPLATE_CATEGORY" val="diagram"/>
  <p:tag name="KSO_WM_TEMPLATE_INDEX" val="20233269"/>
  <p:tag name="KSO_WM_UNIT_LAYERLEVEL" val="1_1_1"/>
  <p:tag name="KSO_WM_TAG_VERSION" val="3.0"/>
  <p:tag name="KSO_WM_DIAGRAM_MAX_ITEMCNT" val="4"/>
  <p:tag name="KSO_WM_DIAGRAM_MIN_ITEMCNT" val="1"/>
  <p:tag name="KSO_WM_DIAGRAM_VIRTUALLY_FRAME" val="{&quot;height&quot;:109.82921600341797,&quot;width&quot;:850.446777343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VALUE" val="32"/>
  <p:tag name="KSO_WM_UNIT_TEXT_TYPE" val="1"/>
  <p:tag name="KSO_WM_UNIT_TEXT_LAYER_COUNT" val="1"/>
  <p:tag name="KSO_WM_BEAUTIFY_FLAG" val="#wm#"/>
  <p:tag name="KSO_WM_UNIT_PRESET_TEXT" val="单击添加文本内容，简明扼要地阐述您内容观点"/>
  <p:tag name="KSO_WM_UNIT_TEXT_FILL_FORE_SCHEMECOLOR_INDEX" val="1"/>
  <p:tag name="KSO_WM_UNIT_TEXT_FILL_TYPE" val="1"/>
  <p:tag name="KSO_WM_UNIT_USESOURCEFORMAT_APPLY" val="0"/>
</p:tagLst>
</file>

<file path=ppt/tags/tag1266.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1_1"/>
  <p:tag name="KSO_WM_UNIT_ID" val="diagram20233269_3*l_h_a*1_1_1"/>
  <p:tag name="KSO_WM_TEMPLATE_CATEGORY" val="diagram"/>
  <p:tag name="KSO_WM_TEMPLATE_INDEX" val="20233269"/>
  <p:tag name="KSO_WM_UNIT_LAYERLEVEL" val="1_1_1"/>
  <p:tag name="KSO_WM_TAG_VERSION" val="3.0"/>
  <p:tag name="KSO_WM_DIAGRAM_MAX_ITEMCNT" val="4"/>
  <p:tag name="KSO_WM_DIAGRAM_MIN_ITEMCNT" val="1"/>
  <p:tag name="KSO_WM_DIAGRAM_VIRTUALLY_FRAME" val="{&quot;height&quot;:109.82921600341797,&quot;width&quot;:850.446777343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VALUE" val="24"/>
  <p:tag name="KSO_WM_UNIT_TEXT_TYPE" val="1"/>
  <p:tag name="KSO_WM_BEAUTIFY_FLAG" val="#wm#"/>
  <p:tag name="KSO_WM_UNIT_PRESET_TEXT" val="添加项标题"/>
  <p:tag name="KSO_WM_UNIT_TEXT_FILL_FORE_SCHEMECOLOR_INDEX" val="1"/>
  <p:tag name="KSO_WM_UNIT_TEXT_FILL_TYPE" val="1"/>
  <p:tag name="KSO_WM_UNIT_USESOURCEFORMAT_APPLY" val="0"/>
</p:tagLst>
</file>

<file path=ppt/tags/tag1267.xml><?xml version="1.0" encoding="utf-8"?>
<p:tagLst xmlns:a="http://schemas.openxmlformats.org/drawingml/2006/main" xmlns:r="http://schemas.openxmlformats.org/officeDocument/2006/relationships"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20233269_3*l_h_f*1_2_1"/>
  <p:tag name="KSO_WM_TEMPLATE_CATEGORY" val="diagram"/>
  <p:tag name="KSO_WM_TEMPLATE_INDEX" val="20233269"/>
  <p:tag name="KSO_WM_UNIT_LAYERLEVEL" val="1_1_1"/>
  <p:tag name="KSO_WM_TAG_VERSION" val="3.0"/>
  <p:tag name="KSO_WM_DIAGRAM_MAX_ITEMCNT" val="4"/>
  <p:tag name="KSO_WM_DIAGRAM_MIN_ITEMCNT" val="1"/>
  <p:tag name="KSO_WM_DIAGRAM_VIRTUALLY_FRAME" val="{&quot;height&quot;:109.82921600341797,&quot;width&quot;:850.446777343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VALUE" val="32"/>
  <p:tag name="KSO_WM_UNIT_TEXT_TYPE" val="1"/>
  <p:tag name="KSO_WM_UNIT_TEXT_LAYER_COUNT" val="1"/>
  <p:tag name="KSO_WM_BEAUTIFY_FLAG" val="#wm#"/>
  <p:tag name="KSO_WM_UNIT_PRESET_TEXT" val="单击添加文本具体内容，简明扼要地阐述您内容观点"/>
  <p:tag name="KSO_WM_UNIT_TEXT_FILL_FORE_SCHEMECOLOR_INDEX" val="1"/>
  <p:tag name="KSO_WM_UNIT_TEXT_FILL_TYPE" val="1"/>
  <p:tag name="KSO_WM_UNIT_USESOURCEFORMAT_APPLY" val="0"/>
</p:tagLst>
</file>

<file path=ppt/tags/tag1268.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2_1"/>
  <p:tag name="KSO_WM_UNIT_ID" val="diagram20233269_3*l_h_a*1_2_1"/>
  <p:tag name="KSO_WM_TEMPLATE_CATEGORY" val="diagram"/>
  <p:tag name="KSO_WM_TEMPLATE_INDEX" val="20233269"/>
  <p:tag name="KSO_WM_UNIT_LAYERLEVEL" val="1_1_1"/>
  <p:tag name="KSO_WM_TAG_VERSION" val="3.0"/>
  <p:tag name="KSO_WM_DIAGRAM_MAX_ITEMCNT" val="4"/>
  <p:tag name="KSO_WM_DIAGRAM_MIN_ITEMCNT" val="1"/>
  <p:tag name="KSO_WM_DIAGRAM_VIRTUALLY_FRAME" val="{&quot;height&quot;:109.82921600341797,&quot;width&quot;:850.446777343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VALUE" val="24"/>
  <p:tag name="KSO_WM_UNIT_TEXT_TYPE" val="1"/>
  <p:tag name="KSO_WM_BEAUTIFY_FLAG" val="#wm#"/>
  <p:tag name="KSO_WM_UNIT_PRESET_TEXT" val="添加项标题"/>
  <p:tag name="KSO_WM_UNIT_TEXT_FILL_FORE_SCHEMECOLOR_INDEX" val="1"/>
  <p:tag name="KSO_WM_UNIT_TEXT_FILL_TYPE" val="1"/>
  <p:tag name="KSO_WM_UNIT_USESOURCEFORMAT_APPLY" val="0"/>
</p:tagLst>
</file>

<file path=ppt/tags/tag1269.xml><?xml version="1.0" encoding="utf-8"?>
<p:tagLst xmlns:a="http://schemas.openxmlformats.org/drawingml/2006/main" xmlns:r="http://schemas.openxmlformats.org/officeDocument/2006/relationships"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3_1"/>
  <p:tag name="KSO_WM_UNIT_ID" val="diagram20233269_3*l_h_f*1_3_1"/>
  <p:tag name="KSO_WM_TEMPLATE_CATEGORY" val="diagram"/>
  <p:tag name="KSO_WM_TEMPLATE_INDEX" val="20233269"/>
  <p:tag name="KSO_WM_UNIT_LAYERLEVEL" val="1_1_1"/>
  <p:tag name="KSO_WM_TAG_VERSION" val="3.0"/>
  <p:tag name="KSO_WM_DIAGRAM_MAX_ITEMCNT" val="4"/>
  <p:tag name="KSO_WM_DIAGRAM_MIN_ITEMCNT" val="1"/>
  <p:tag name="KSO_WM_DIAGRAM_VIRTUALLY_FRAME" val="{&quot;height&quot;:109.82921600341797,&quot;width&quot;:850.446777343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VALUE" val="32"/>
  <p:tag name="KSO_WM_UNIT_TEXT_TYPE" val="1"/>
  <p:tag name="KSO_WM_UNIT_TEXT_LAYER_COUNT" val="1"/>
  <p:tag name="KSO_WM_BEAUTIFY_FLAG" val="#wm#"/>
  <p:tag name="KSO_WM_UNIT_PRESET_TEXT" val="单击添加文本内容，简明扼要地阐述您内容观点"/>
  <p:tag name="KSO_WM_UNIT_TEXT_FILL_FORE_SCHEMECOLOR_INDEX" val="1"/>
  <p:tag name="KSO_WM_UNIT_TEXT_FILL_TYPE" val="1"/>
  <p:tag name="KSO_WM_UNIT_USESOURCEFORMAT_APPLY" val="0"/>
</p:tagLst>
</file>

<file path=ppt/tags/tag1270.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3_1"/>
  <p:tag name="KSO_WM_UNIT_ID" val="diagram20233269_3*l_h_a*1_3_1"/>
  <p:tag name="KSO_WM_TEMPLATE_CATEGORY" val="diagram"/>
  <p:tag name="KSO_WM_TEMPLATE_INDEX" val="20233269"/>
  <p:tag name="KSO_WM_UNIT_LAYERLEVEL" val="1_1_1"/>
  <p:tag name="KSO_WM_TAG_VERSION" val="3.0"/>
  <p:tag name="KSO_WM_DIAGRAM_MAX_ITEMCNT" val="4"/>
  <p:tag name="KSO_WM_DIAGRAM_MIN_ITEMCNT" val="1"/>
  <p:tag name="KSO_WM_DIAGRAM_VIRTUALLY_FRAME" val="{&quot;height&quot;:109.82921600341797,&quot;width&quot;:850.446777343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VALUE" val="24"/>
  <p:tag name="KSO_WM_UNIT_TEXT_TYPE" val="1"/>
  <p:tag name="KSO_WM_BEAUTIFY_FLAG" val="#wm#"/>
  <p:tag name="KSO_WM_UNIT_PRESET_TEXT" val="添加项标题"/>
  <p:tag name="KSO_WM_UNIT_TEXT_FILL_FORE_SCHEMECOLOR_INDEX" val="1"/>
  <p:tag name="KSO_WM_UNIT_TEXT_FILL_TYPE" val="1"/>
  <p:tag name="KSO_WM_UNIT_USESOURCEFORMAT_APPLY" val="0"/>
</p:tagLst>
</file>

<file path=ppt/tags/tag1271.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a"/>
  <p:tag name="KSO_WM_UNIT_INDEX" val="1"/>
  <p:tag name="KSO_WM_UNIT_ID" val="diagram20233530_1*a*1"/>
  <p:tag name="KSO_WM_TEMPLATE_CATEGORY" val="diagram"/>
  <p:tag name="KSO_WM_TEMPLATE_INDEX" val="20233530"/>
  <p:tag name="KSO_WM_UNIT_LAYERLEVEL" val="1"/>
  <p:tag name="KSO_WM_TAG_VERSION" val="3.0"/>
  <p:tag name="KSO_WM_BEAUTIFY_FLAG" val="#wm#"/>
  <p:tag name="KSO_WM_UNIT_VALUE" val="29"/>
  <p:tag name="KSO_WM_UNIT_TEXT_TYPE" val="1"/>
  <p:tag name="KSO_WM_UNIT_PRESET_TEXT" val="单击此处添加标题"/>
  <p:tag name="KSO_WM_UNIT_TEXT_FILL_FORE_SCHEMECOLOR_INDEX" val="15"/>
  <p:tag name="KSO_WM_UNIT_TEXT_FILL_TYPE" val="1"/>
  <p:tag name="KSO_WM_UNIT_USESOURCEFORMAT_APPLY" val="0"/>
</p:tagLst>
</file>

<file path=ppt/tags/tag1272.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3_1"/>
  <p:tag name="KSO_WM_UNIT_ID" val="diagram20233269_3*l_h_a*1_3_1"/>
  <p:tag name="KSO_WM_TEMPLATE_CATEGORY" val="diagram"/>
  <p:tag name="KSO_WM_TEMPLATE_INDEX" val="20233269"/>
  <p:tag name="KSO_WM_UNIT_LAYERLEVEL" val="1_1_1"/>
  <p:tag name="KSO_WM_TAG_VERSION" val="3.0"/>
  <p:tag name="KSO_WM_DIAGRAM_MAX_ITEMCNT" val="4"/>
  <p:tag name="KSO_WM_DIAGRAM_MIN_ITEMCNT" val="1"/>
  <p:tag name="KSO_WM_DIAGRAM_VIRTUALLY_FRAME" val="{&quot;height&quot;:109.82921600341797,&quot;width&quot;:850.446777343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VALUE" val="24"/>
  <p:tag name="KSO_WM_UNIT_TEXT_TYPE" val="1"/>
  <p:tag name="KSO_WM_BEAUTIFY_FLAG" val="#wm#"/>
  <p:tag name="KSO_WM_UNIT_PRESET_TEXT" val="添加项标题"/>
  <p:tag name="KSO_WM_UNIT_TEXT_FILL_FORE_SCHEMECOLOR_INDEX" val="1"/>
  <p:tag name="KSO_WM_UNIT_TEXT_FILL_TYPE" val="1"/>
  <p:tag name="KSO_WM_UNIT_USESOURCEFORMAT_APPLY" val="0"/>
</p:tagLst>
</file>

<file path=ppt/tags/tag1273.xml><?xml version="1.0" encoding="utf-8"?>
<p:tagLst xmlns:a="http://schemas.openxmlformats.org/drawingml/2006/main" xmlns:r="http://schemas.openxmlformats.org/officeDocument/2006/relationships"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3_1"/>
  <p:tag name="KSO_WM_UNIT_ID" val="diagram20233269_3*l_h_f*1_3_1"/>
  <p:tag name="KSO_WM_TEMPLATE_CATEGORY" val="diagram"/>
  <p:tag name="KSO_WM_TEMPLATE_INDEX" val="20233269"/>
  <p:tag name="KSO_WM_UNIT_LAYERLEVEL" val="1_1_1"/>
  <p:tag name="KSO_WM_TAG_VERSION" val="3.0"/>
  <p:tag name="KSO_WM_DIAGRAM_MAX_ITEMCNT" val="4"/>
  <p:tag name="KSO_WM_DIAGRAM_MIN_ITEMCNT" val="1"/>
  <p:tag name="KSO_WM_DIAGRAM_VIRTUALLY_FRAME" val="{&quot;height&quot;:109.82921600341797,&quot;width&quot;:850.446777343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VALUE" val="32"/>
  <p:tag name="KSO_WM_UNIT_TEXT_TYPE" val="1"/>
  <p:tag name="KSO_WM_UNIT_TEXT_LAYER_COUNT" val="1"/>
  <p:tag name="KSO_WM_BEAUTIFY_FLAG" val="#wm#"/>
  <p:tag name="KSO_WM_UNIT_PRESET_TEXT" val="单击添加文本内容，简明扼要地阐述您内容观点"/>
  <p:tag name="KSO_WM_UNIT_TEXT_FILL_FORE_SCHEMECOLOR_INDEX" val="1"/>
  <p:tag name="KSO_WM_UNIT_TEXT_FILL_TYPE" val="1"/>
  <p:tag name="KSO_WM_UNIT_USESOURCEFORMAT_APPLY" val="0"/>
</p:tagLst>
</file>

<file path=ppt/tags/tag1274.xml><?xml version="1.0" encoding="utf-8"?>
<p:tagLst xmlns:a="http://schemas.openxmlformats.org/drawingml/2006/main" xmlns:r="http://schemas.openxmlformats.org/officeDocument/2006/relationships" xmlns:p="http://schemas.openxmlformats.org/presentationml/2006/main">
  <p:tag name="KSO_WM_SLIDE_CONTENT_ORIENTATION" val=""/>
  <p:tag name="KSO_WM_SLIDE_HAS_MASK" val="0"/>
  <p:tag name="KSO_WM_SLIDE_ITEM_CNT" val="2"/>
  <p:tag name="KSO_WM_SLIDE_TYPE" val="text"/>
  <p:tag name="KSO_WM_TEMPLATE_SUBCATEGORY" val="29"/>
  <p:tag name="KSO_WM_BEAUTIFY_FLAG" val="#wm#"/>
  <p:tag name="KSO_WM_TEMPLATE_FIGMA_ID" val="0"/>
  <p:tag name="KSO_WM_TEMPLATE_SLIDE_ID" val="slide_302b626862fe8ef3"/>
  <p:tag name="RESOURCE_RECORD_KEY" val="{&quot;65&quot;:[7],&quot;70&quot;:[3427977]}"/>
</p:tagLst>
</file>

<file path=ppt/tags/tag1275.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a"/>
  <p:tag name="KSO_WM_LAYOUT_CHECK_HASH" val="a0c25915668a80ca582f2a0836a9fd72db02b1d9"/>
  <p:tag name="KSO_WM_NEWLAYOUT_GROUP_ID" val="layout_60"/>
  <p:tag name="KSO_WM_NEWLAYOUT_ID" val="slide_302b626862fe8ef3"/>
  <p:tag name="KSO_WM_UNIT_PRESET_TEXT" val="单击此处添加标题"/>
</p:tagLst>
</file>

<file path=ppt/tags/tag1276.xml><?xml version="1.0" encoding="utf-8"?>
<p:tagLst xmlns:a="http://schemas.openxmlformats.org/drawingml/2006/main" xmlns:r="http://schemas.openxmlformats.org/officeDocument/2006/relationships" xmlns:p="http://schemas.openxmlformats.org/presentationml/2006/main">
  <p:tag name="KSO_WM_DIAGRAM_VIRTUALLY_FRAME" val="{&quot;height&quot;:418.02500610351564,&quot;left&quot;:48,&quot;top&quot;:102.1,&quot;width&quot;:864}"/>
  <p:tag name="KSO_WM_DIAGRAM_VERSION" val="3"/>
  <p:tag name="KSO_WM_UNIT_HIGHLIGHT" val="0"/>
  <p:tag name="KSO_WM_UNIT_COMPATIBLE" val="0"/>
  <p:tag name="KSO_WM_UNIT_DIAGRAM_ISNUMVISUAL" val="0"/>
  <p:tag name="KSO_WM_UNIT_DIAGRAM_ISREFERUNIT" val="0"/>
  <p:tag name="KSO_WM_DIAGRAM_GROUP_CODE" val="l1-1"/>
  <p:tag name="KSO_WM_UNIT_ID" val="diagram40492847_1*l_h_i*1_1_2"/>
  <p:tag name="KSO_WM_TEMPLATE_CATEGORY" val="diagram"/>
  <p:tag name="KSO_WM_TEMPLATE_INDEX" val="40492847"/>
  <p:tag name="KSO_WM_UNIT_LAYERLEVEL" val="1_1_1"/>
  <p:tag name="KSO_WM_TAG_VERSION" val="3.0"/>
  <p:tag name="KSO_WM_BEAUTIFY_FLAG" val="#wm#"/>
  <p:tag name="KSO_WM_DIAGRAM_COLOR_TRICK" val="1"/>
  <p:tag name="KSO_WM_DIAGRAM_COLOR_TEXT_CAN_REMOVE" val="n"/>
  <p:tag name="KSO_WM_UNIT_TYPE" val="l_h_i"/>
  <p:tag name="KSO_WM_UNIT_INDEX" val="1_1_2"/>
  <p:tag name="KSO_WM_DIAGRAM_MAX_ITEMCNT" val="4"/>
  <p:tag name="KSO_WM_DIAGRAM_MIN_ITEMCNT" val="4"/>
  <p:tag name="KSO_WM_DIAGRAM_COLOR_MATCH_VALUE" val="{&quot;shape&quot;:{&quot;fill&quot;:{&quot;type&quot;:0},&quot;glow&quot;:{&quot;colorType&quot;:0},&quot;line&quot;:{&quot;solidLine&quot;:{&quot;brightness&quot;:0.15000000596046448,&quot;colorType&quot;:1,&quot;foreColorIndex&quot;:13,&quot;transparency&quot;:0.7900000214576721},&quot;type&quot;:1},&quot;shadow&quot;:{&quot;colorType&quot;:0},&quot;threeD&quot;:{&quot;curvedSurface&quot;:{&quot;brightness&quot;:0,&quot;colorType&quot;:2,&quot;rgb&quot;:&quot;#000000&quot;},&quot;depth&quot;:{&quot;colorType&quot;:0}}},&quot;text&quot;:{&quot;fill&quot;:{},&quot;glow&quot;:{},&quot;line&quot;:{},&quot;shadow&quot;:{},&quot;threeD&quot;:{}}}"/>
  <p:tag name="KSO_WM_DIAGRAM_USE_COLOR_VALUE" val="{&quot;color_scheme&quot;:1,&quot;color_type&quot;:1,&quot;theme_color_indexes&quot;:[5,6,5,6,5,6]}"/>
</p:tagLst>
</file>

<file path=ppt/tags/tag1277.xml><?xml version="1.0" encoding="utf-8"?>
<p:tagLst xmlns:a="http://schemas.openxmlformats.org/drawingml/2006/main" xmlns:r="http://schemas.openxmlformats.org/officeDocument/2006/relationships" xmlns:p="http://schemas.openxmlformats.org/presentationml/2006/main">
  <p:tag name="KSO_WM_DIAGRAM_VIRTUALLY_FRAME" val="{&quot;height&quot;:418.02500610351564,&quot;left&quot;:48,&quot;top&quot;:102.1,&quot;width&quot;:864}"/>
  <p:tag name="KSO_WM_DIAGRAM_VERSION" val="3"/>
  <p:tag name="KSO_WM_UNIT_HIGHLIGHT" val="0"/>
  <p:tag name="KSO_WM_UNIT_COMPATIBLE" val="0"/>
  <p:tag name="KSO_WM_UNIT_DIAGRAM_ISNUMVISUAL" val="0"/>
  <p:tag name="KSO_WM_UNIT_DIAGRAM_ISREFERUNIT" val="0"/>
  <p:tag name="KSO_WM_DIAGRAM_GROUP_CODE" val="l1-1"/>
  <p:tag name="KSO_WM_UNIT_ID" val="diagram40492847_1*l_h_i*1_2_2"/>
  <p:tag name="KSO_WM_TEMPLATE_CATEGORY" val="diagram"/>
  <p:tag name="KSO_WM_TEMPLATE_INDEX" val="40492847"/>
  <p:tag name="KSO_WM_UNIT_LAYERLEVEL" val="1_1_1"/>
  <p:tag name="KSO_WM_TAG_VERSION" val="3.0"/>
  <p:tag name="KSO_WM_BEAUTIFY_FLAG" val="#wm#"/>
  <p:tag name="KSO_WM_DIAGRAM_COLOR_TRICK" val="1"/>
  <p:tag name="KSO_WM_DIAGRAM_COLOR_TEXT_CAN_REMOVE" val="n"/>
  <p:tag name="KSO_WM_UNIT_TYPE" val="l_h_i"/>
  <p:tag name="KSO_WM_UNIT_INDEX" val="1_2_2"/>
  <p:tag name="KSO_WM_DIAGRAM_MAX_ITEMCNT" val="4"/>
  <p:tag name="KSO_WM_DIAGRAM_MIN_ITEMCNT" val="4"/>
  <p:tag name="KSO_WM_DIAGRAM_COLOR_MATCH_VALUE" val="{&quot;shape&quot;:{&quot;fill&quot;:{&quot;type&quot;:0},&quot;glow&quot;:{&quot;colorType&quot;:0},&quot;line&quot;:{&quot;solidLine&quot;:{&quot;brightness&quot;:0.15000000596046448,&quot;colorType&quot;:1,&quot;foreColorIndex&quot;:13,&quot;transparency&quot;:0.7900000214576721},&quot;type&quot;:1},&quot;shadow&quot;:{&quot;colorType&quot;:0},&quot;threeD&quot;:{&quot;curvedSurface&quot;:{&quot;brightness&quot;:0,&quot;colorType&quot;:2,&quot;rgb&quot;:&quot;#000000&quot;},&quot;depth&quot;:{&quot;colorType&quot;:0}}},&quot;text&quot;:{&quot;fill&quot;:{},&quot;glow&quot;:{},&quot;line&quot;:{},&quot;shadow&quot;:{},&quot;threeD&quot;:{}}}"/>
  <p:tag name="KSO_WM_DIAGRAM_USE_COLOR_VALUE" val="{&quot;color_scheme&quot;:1,&quot;color_type&quot;:1,&quot;theme_color_indexes&quot;:[5,6,5,6,5,6]}"/>
</p:tagLst>
</file>

<file path=ppt/tags/tag1278.xml><?xml version="1.0" encoding="utf-8"?>
<p:tagLst xmlns:a="http://schemas.openxmlformats.org/drawingml/2006/main" xmlns:r="http://schemas.openxmlformats.org/officeDocument/2006/relationships" xmlns:p="http://schemas.openxmlformats.org/presentationml/2006/main">
  <p:tag name="KSO_WM_DIAGRAM_VIRTUALLY_FRAME" val="{&quot;height&quot;:418.02500610351564,&quot;left&quot;:48,&quot;top&quot;:102.1,&quot;width&quot;:864}"/>
  <p:tag name="KSO_WM_DIAGRAM_VERSION" val="3"/>
  <p:tag name="KSO_WM_UNIT_HIGHLIGHT" val="0"/>
  <p:tag name="KSO_WM_UNIT_COMPATIBLE" val="0"/>
  <p:tag name="KSO_WM_UNIT_DIAGRAM_ISNUMVISUAL" val="0"/>
  <p:tag name="KSO_WM_UNIT_DIAGRAM_ISREFERUNIT" val="0"/>
  <p:tag name="KSO_WM_DIAGRAM_GROUP_CODE" val="l1-1"/>
  <p:tag name="KSO_WM_UNIT_ID" val="diagram40492847_1*l_h_i*1_3_2"/>
  <p:tag name="KSO_WM_TEMPLATE_CATEGORY" val="diagram"/>
  <p:tag name="KSO_WM_TEMPLATE_INDEX" val="40492847"/>
  <p:tag name="KSO_WM_UNIT_LAYERLEVEL" val="1_1_1"/>
  <p:tag name="KSO_WM_TAG_VERSION" val="3.0"/>
  <p:tag name="KSO_WM_BEAUTIFY_FLAG" val="#wm#"/>
  <p:tag name="KSO_WM_DIAGRAM_COLOR_TRICK" val="1"/>
  <p:tag name="KSO_WM_DIAGRAM_COLOR_TEXT_CAN_REMOVE" val="n"/>
  <p:tag name="KSO_WM_UNIT_TYPE" val="l_h_i"/>
  <p:tag name="KSO_WM_UNIT_INDEX" val="1_3_2"/>
  <p:tag name="KSO_WM_DIAGRAM_MAX_ITEMCNT" val="4"/>
  <p:tag name="KSO_WM_DIAGRAM_MIN_ITEMCNT" val="4"/>
  <p:tag name="KSO_WM_DIAGRAM_COLOR_MATCH_VALUE" val="{&quot;shape&quot;:{&quot;fill&quot;:{&quot;type&quot;:0},&quot;glow&quot;:{&quot;colorType&quot;:0},&quot;line&quot;:{&quot;solidLine&quot;:{&quot;brightness&quot;:0.15000000596046448,&quot;colorType&quot;:1,&quot;foreColorIndex&quot;:13,&quot;transparency&quot;:0.7900000214576721},&quot;type&quot;:1},&quot;shadow&quot;:{&quot;colorType&quot;:0},&quot;threeD&quot;:{&quot;curvedSurface&quot;:{&quot;brightness&quot;:0,&quot;colorType&quot;:2,&quot;rgb&quot;:&quot;#000000&quot;},&quot;depth&quot;:{&quot;colorType&quot;:0}}},&quot;text&quot;:{&quot;fill&quot;:{},&quot;glow&quot;:{},&quot;line&quot;:{},&quot;shadow&quot;:{},&quot;threeD&quot;:{}}}"/>
  <p:tag name="KSO_WM_DIAGRAM_USE_COLOR_VALUE" val="{&quot;color_scheme&quot;:1,&quot;color_type&quot;:1,&quot;theme_color_indexes&quot;:[5,6,5,6,5,6]}"/>
</p:tagLst>
</file>

<file path=ppt/tags/tag1279.xml><?xml version="1.0" encoding="utf-8"?>
<p:tagLst xmlns:a="http://schemas.openxmlformats.org/drawingml/2006/main" xmlns:r="http://schemas.openxmlformats.org/officeDocument/2006/relationships" xmlns:p="http://schemas.openxmlformats.org/presentationml/2006/main">
  <p:tag name="KSO_WM_DIAGRAM_VIRTUALLY_FRAME" val="{&quot;height&quot;:418.02500610351564,&quot;left&quot;:48,&quot;top&quot;:102.1,&quot;width&quot;:864}"/>
  <p:tag name="KSO_WM_DIAGRAM_VERSION" val="3"/>
  <p:tag name="KSO_WM_UNIT_HIGHLIGHT" val="0"/>
  <p:tag name="KSO_WM_UNIT_COMPATIBLE" val="0"/>
  <p:tag name="KSO_WM_UNIT_DIAGRAM_ISNUMVISUAL" val="0"/>
  <p:tag name="KSO_WM_UNIT_DIAGRAM_ISREFERUNIT" val="0"/>
  <p:tag name="KSO_WM_DIAGRAM_GROUP_CODE" val="l1-1"/>
  <p:tag name="KSO_WM_UNIT_ID" val="diagram40492847_1*l_h_i*1_4_2"/>
  <p:tag name="KSO_WM_TEMPLATE_CATEGORY" val="diagram"/>
  <p:tag name="KSO_WM_TEMPLATE_INDEX" val="40492847"/>
  <p:tag name="KSO_WM_UNIT_LAYERLEVEL" val="1_1_1"/>
  <p:tag name="KSO_WM_TAG_VERSION" val="3.0"/>
  <p:tag name="KSO_WM_BEAUTIFY_FLAG" val="#wm#"/>
  <p:tag name="KSO_WM_DIAGRAM_COLOR_TRICK" val="1"/>
  <p:tag name="KSO_WM_DIAGRAM_COLOR_TEXT_CAN_REMOVE" val="n"/>
  <p:tag name="KSO_WM_UNIT_TYPE" val="l_h_i"/>
  <p:tag name="KSO_WM_UNIT_INDEX" val="1_4_2"/>
  <p:tag name="KSO_WM_DIAGRAM_MAX_ITEMCNT" val="4"/>
  <p:tag name="KSO_WM_DIAGRAM_MIN_ITEMCNT" val="4"/>
  <p:tag name="KSO_WM_DIAGRAM_COLOR_MATCH_VALUE" val="{&quot;shape&quot;:{&quot;fill&quot;:{&quot;type&quot;:0},&quot;glow&quot;:{&quot;colorType&quot;:0},&quot;line&quot;:{&quot;solidLine&quot;:{&quot;brightness&quot;:0.15000000596046448,&quot;colorType&quot;:1,&quot;foreColorIndex&quot;:13,&quot;transparency&quot;:0.7900000214576721},&quot;type&quot;:1},&quot;shadow&quot;:{&quot;colorType&quot;:0},&quot;threeD&quot;:{&quot;curvedSurface&quot;:{&quot;brightness&quot;:0,&quot;colorType&quot;:2,&quot;rgb&quot;:&quot;#000000&quot;},&quot;depth&quot;:{&quot;colorType&quot;:0}}},&quot;text&quot;:{&quot;fill&quot;:{},&quot;glow&quot;:{},&quot;line&quot;:{},&quot;shadow&quot;:{},&quot;threeD&quot;:{}}}"/>
  <p:tag name="KSO_WM_DIAGRAM_USE_COLOR_VALUE" val="{&quot;color_scheme&quot;:1,&quot;color_type&quot;:1,&quot;theme_color_indexes&quot;:[5,6,5,6,5,6]}"/>
</p:tagLst>
</file>

<file path=ppt/tags/tag1280.xml><?xml version="1.0" encoding="utf-8"?>
<p:tagLst xmlns:a="http://schemas.openxmlformats.org/drawingml/2006/main" xmlns:r="http://schemas.openxmlformats.org/officeDocument/2006/relationships" xmlns:p="http://schemas.openxmlformats.org/presentationml/2006/main">
  <p:tag name="KSO_WM_DIAGRAM_VIRTUALLY_FRAME" val="{&quot;height&quot;:418.02500610351564,&quot;left&quot;:48,&quot;top&quot;:102.1,&quot;width&quot;:864}"/>
  <p:tag name="KSO_WM_DIAGRAM_VERSION" val="3"/>
  <p:tag name="KSO_WM_UNIT_SUBTYPE" val="a"/>
  <p:tag name="KSO_WM_UNIT_TEXT_LAYER_COUNT" val="1"/>
  <p:tag name="KSO_WM_UNIT_PRESET_TEXT" val="单击此处编辑添加正文内容，为了最终演示发布的良好效果，请尽量言简意赅的阐述观点。"/>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40492847_1*l_h_f*1_1_1"/>
  <p:tag name="KSO_WM_TEMPLATE_CATEGORY" val="diagram"/>
  <p:tag name="KSO_WM_TEMPLATE_INDEX" val="40492847"/>
  <p:tag name="KSO_WM_UNIT_LAYERLEVEL" val="1_1_1"/>
  <p:tag name="KSO_WM_TAG_VERSION" val="3.0"/>
  <p:tag name="KSO_WM_BEAUTIFY_FLAG" val="#wm#"/>
  <p:tag name="KSO_WM_UNIT_TEXT_TYPE" val="1"/>
  <p:tag name="KSO_WM_UNIT_VALUE" val="45"/>
  <p:tag name="KSO_WM_DIAGRAM_COLOR_TRICK" val="1"/>
  <p:tag name="KSO_WM_DIAGRAM_COLOR_TEXT_CAN_REMOVE" val="n"/>
  <p:tag name="KSO_WM_DIAGRAM_MAX_ITEMCNT" val="4"/>
  <p:tag name="KSO_WM_DIAGRAM_MIN_ITEMCNT" val="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25,&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6,5,6,5,6]}"/>
</p:tagLst>
</file>

<file path=ppt/tags/tag1281.xml><?xml version="1.0" encoding="utf-8"?>
<p:tagLst xmlns:a="http://schemas.openxmlformats.org/drawingml/2006/main" xmlns:r="http://schemas.openxmlformats.org/officeDocument/2006/relationships" xmlns:p="http://schemas.openxmlformats.org/presentationml/2006/main">
  <p:tag name="KSO_WM_DIAGRAM_VIRTUALLY_FRAME" val="{&quot;height&quot;:418.02500610351564,&quot;left&quot;:48,&quot;top&quot;:102.1,&quot;width&quot;:864}"/>
  <p:tag name="KSO_WM_DIAGRAM_VERSION" val="3"/>
  <p:tag name="KSO_WM_UNIT_ISCONTENTSTITLE" val="0"/>
  <p:tag name="KSO_WM_UNIT_ISNUMDGMTITLE" val="0"/>
  <p:tag name="KSO_WM_UNIT_PRESET_TEXT" val="单击添加项标题"/>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1_1"/>
  <p:tag name="KSO_WM_UNIT_ID" val="diagram40492847_1*l_h_a*1_1_1"/>
  <p:tag name="KSO_WM_TEMPLATE_CATEGORY" val="diagram"/>
  <p:tag name="KSO_WM_TEMPLATE_INDEX" val="40492847"/>
  <p:tag name="KSO_WM_UNIT_LAYERLEVEL" val="1_1_1"/>
  <p:tag name="KSO_WM_TAG_VERSION" val="3.0"/>
  <p:tag name="KSO_WM_BEAUTIFY_FLAG" val="#wm#"/>
  <p:tag name="KSO_WM_UNIT_TEXT_TYPE" val="1"/>
  <p:tag name="KSO_WM_UNIT_VALUE" val="11"/>
  <p:tag name="KSO_WM_DIAGRAM_COLOR_TRICK" val="1"/>
  <p:tag name="KSO_WM_DIAGRAM_COLOR_TEXT_CAN_REMOVE" val="n"/>
  <p:tag name="KSO_WM_DIAGRAM_MAX_ITEMCNT" val="4"/>
  <p:tag name="KSO_WM_DIAGRAM_MIN_ITEMCNT" val="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6,5,6,5,6]}"/>
</p:tagLst>
</file>

<file path=ppt/tags/tag1282.xml><?xml version="1.0" encoding="utf-8"?>
<p:tagLst xmlns:a="http://schemas.openxmlformats.org/drawingml/2006/main" xmlns:r="http://schemas.openxmlformats.org/officeDocument/2006/relationships" xmlns:p="http://schemas.openxmlformats.org/presentationml/2006/main">
  <p:tag name="KSO_WM_DIAGRAM_VIRTUALLY_FRAME" val="{&quot;height&quot;:418.02500610351564,&quot;left&quot;:48,&quot;top&quot;:102.1,&quot;width&quot;:864}"/>
  <p:tag name="KSO_WM_DIAGRAM_VERSION" val="3"/>
  <p:tag name="KSO_WM_UNIT_SUBTYPE" val="a"/>
  <p:tag name="KSO_WM_UNIT_TEXT_LAYER_COUNT" val="1"/>
  <p:tag name="KSO_WM_UNIT_PRESET_TEXT" val="单击此处添加正文内容，为了最终演示发布的良好效果，请尽量言简意赅的阐述观点。"/>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40492847_1*l_h_f*1_2_1"/>
  <p:tag name="KSO_WM_TEMPLATE_CATEGORY" val="diagram"/>
  <p:tag name="KSO_WM_TEMPLATE_INDEX" val="40492847"/>
  <p:tag name="KSO_WM_UNIT_LAYERLEVEL" val="1_1_1"/>
  <p:tag name="KSO_WM_TAG_VERSION" val="3.0"/>
  <p:tag name="KSO_WM_BEAUTIFY_FLAG" val="#wm#"/>
  <p:tag name="KSO_WM_UNIT_TEXT_TYPE" val="1"/>
  <p:tag name="KSO_WM_DIAGRAM_COLOR_TRICK" val="1"/>
  <p:tag name="KSO_WM_DIAGRAM_COLOR_TEXT_CAN_REMOVE" val="n"/>
  <p:tag name="KSO_WM_DIAGRAM_MAX_ITEMCNT" val="4"/>
  <p:tag name="KSO_WM_DIAGRAM_MIN_ITEMCNT" val="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25,&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6,5,6,5,6]}"/>
</p:tagLst>
</file>

<file path=ppt/tags/tag1283.xml><?xml version="1.0" encoding="utf-8"?>
<p:tagLst xmlns:a="http://schemas.openxmlformats.org/drawingml/2006/main" xmlns:r="http://schemas.openxmlformats.org/officeDocument/2006/relationships" xmlns:p="http://schemas.openxmlformats.org/presentationml/2006/main">
  <p:tag name="KSO_WM_DIAGRAM_VIRTUALLY_FRAME" val="{&quot;height&quot;:418.02500610351564,&quot;left&quot;:48,&quot;top&quot;:102.1,&quot;width&quot;:864}"/>
  <p:tag name="KSO_WM_DIAGRAM_VERSION" val="3"/>
  <p:tag name="KSO_WM_UNIT_ISCONTENTSTITLE" val="0"/>
  <p:tag name="KSO_WM_UNIT_ISNUMDGMTITLE" val="0"/>
  <p:tag name="KSO_WM_UNIT_PRESET_TEXT" val="单击添加项标题"/>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2_1"/>
  <p:tag name="KSO_WM_UNIT_ID" val="diagram40492847_1*l_h_a*1_2_1"/>
  <p:tag name="KSO_WM_TEMPLATE_CATEGORY" val="diagram"/>
  <p:tag name="KSO_WM_TEMPLATE_INDEX" val="40492847"/>
  <p:tag name="KSO_WM_UNIT_LAYERLEVEL" val="1_1_1"/>
  <p:tag name="KSO_WM_TAG_VERSION" val="3.0"/>
  <p:tag name="KSO_WM_BEAUTIFY_FLAG" val="#wm#"/>
  <p:tag name="KSO_WM_UNIT_TEXT_TYPE" val="1"/>
  <p:tag name="KSO_WM_DIAGRAM_COLOR_TRICK" val="1"/>
  <p:tag name="KSO_WM_DIAGRAM_COLOR_TEXT_CAN_REMOVE" val="n"/>
  <p:tag name="KSO_WM_DIAGRAM_MAX_ITEMCNT" val="4"/>
  <p:tag name="KSO_WM_DIAGRAM_MIN_ITEMCNT" val="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6,5,6,5,6]}"/>
</p:tagLst>
</file>

<file path=ppt/tags/tag1284.xml><?xml version="1.0" encoding="utf-8"?>
<p:tagLst xmlns:a="http://schemas.openxmlformats.org/drawingml/2006/main" xmlns:r="http://schemas.openxmlformats.org/officeDocument/2006/relationships" xmlns:p="http://schemas.openxmlformats.org/presentationml/2006/main">
  <p:tag name="KSO_WM_DIAGRAM_VIRTUALLY_FRAME" val="{&quot;height&quot;:418.02500610351564,&quot;left&quot;:48,&quot;top&quot;:102.1,&quot;width&quot;:864}"/>
  <p:tag name="KSO_WM_DIAGRAM_VERSION" val="3"/>
  <p:tag name="KSO_WM_UNIT_SUBTYPE" val="a"/>
  <p:tag name="KSO_WM_UNIT_TEXT_LAYER_COUNT" val="1"/>
  <p:tag name="KSO_WM_UNIT_PRESET_TEXT" val="单击此处编辑添加正文内容，为了最终演示发布的良好效果，请尽量言简意赅的阐述观点。"/>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3_1"/>
  <p:tag name="KSO_WM_UNIT_ID" val="diagram40492847_1*l_h_f*1_3_1"/>
  <p:tag name="KSO_WM_TEMPLATE_CATEGORY" val="diagram"/>
  <p:tag name="KSO_WM_TEMPLATE_INDEX" val="40492847"/>
  <p:tag name="KSO_WM_UNIT_LAYERLEVEL" val="1_1_1"/>
  <p:tag name="KSO_WM_TAG_VERSION" val="3.0"/>
  <p:tag name="KSO_WM_BEAUTIFY_FLAG" val="#wm#"/>
  <p:tag name="KSO_WM_UNIT_TEXT_TYPE" val="1"/>
  <p:tag name="KSO_WM_DIAGRAM_COLOR_TRICK" val="1"/>
  <p:tag name="KSO_WM_DIAGRAM_COLOR_TEXT_CAN_REMOVE" val="n"/>
  <p:tag name="KSO_WM_DIAGRAM_MAX_ITEMCNT" val="4"/>
  <p:tag name="KSO_WM_DIAGRAM_MIN_ITEMCNT" val="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25,&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6,5,6,5,6]}"/>
</p:tagLst>
</file>

<file path=ppt/tags/tag1285.xml><?xml version="1.0" encoding="utf-8"?>
<p:tagLst xmlns:a="http://schemas.openxmlformats.org/drawingml/2006/main" xmlns:r="http://schemas.openxmlformats.org/officeDocument/2006/relationships" xmlns:p="http://schemas.openxmlformats.org/presentationml/2006/main">
  <p:tag name="KSO_WM_DIAGRAM_VIRTUALLY_FRAME" val="{&quot;height&quot;:418.02500610351564,&quot;left&quot;:48,&quot;top&quot;:102.1,&quot;width&quot;:864}"/>
  <p:tag name="KSO_WM_DIAGRAM_VERSION" val="3"/>
  <p:tag name="KSO_WM_UNIT_ISCONTENTSTITLE" val="0"/>
  <p:tag name="KSO_WM_UNIT_ISNUMDGMTITLE" val="0"/>
  <p:tag name="KSO_WM_UNIT_PRESET_TEXT" val="单击添加项标题"/>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3_1"/>
  <p:tag name="KSO_WM_UNIT_ID" val="diagram40492847_1*l_h_a*1_3_1"/>
  <p:tag name="KSO_WM_TEMPLATE_CATEGORY" val="diagram"/>
  <p:tag name="KSO_WM_TEMPLATE_INDEX" val="40492847"/>
  <p:tag name="KSO_WM_UNIT_LAYERLEVEL" val="1_1_1"/>
  <p:tag name="KSO_WM_TAG_VERSION" val="3.0"/>
  <p:tag name="KSO_WM_BEAUTIFY_FLAG" val="#wm#"/>
  <p:tag name="KSO_WM_UNIT_TEXT_TYPE" val="1"/>
  <p:tag name="KSO_WM_DIAGRAM_COLOR_TRICK" val="1"/>
  <p:tag name="KSO_WM_DIAGRAM_COLOR_TEXT_CAN_REMOVE" val="n"/>
  <p:tag name="KSO_WM_DIAGRAM_MAX_ITEMCNT" val="4"/>
  <p:tag name="KSO_WM_DIAGRAM_MIN_ITEMCNT" val="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6,5,6,5,6]}"/>
</p:tagLst>
</file>

<file path=ppt/tags/tag1286.xml><?xml version="1.0" encoding="utf-8"?>
<p:tagLst xmlns:a="http://schemas.openxmlformats.org/drawingml/2006/main" xmlns:r="http://schemas.openxmlformats.org/officeDocument/2006/relationships" xmlns:p="http://schemas.openxmlformats.org/presentationml/2006/main">
  <p:tag name="KSO_WM_DIAGRAM_VIRTUALLY_FRAME" val="{&quot;height&quot;:418.02500610351564,&quot;left&quot;:48,&quot;top&quot;:102.1,&quot;width&quot;:864}"/>
  <p:tag name="KSO_WM_DIAGRAM_VERSION" val="3"/>
  <p:tag name="KSO_WM_UNIT_SUBTYPE" val="a"/>
  <p:tag name="KSO_WM_UNIT_TEXT_LAYER_COUNT" val="1"/>
  <p:tag name="KSO_WM_UNIT_PRESET_TEXT" val="单击此处添加正文内容，为了最终演示发布的良好效果，请尽量言简意赅的阐述观点。"/>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4_1"/>
  <p:tag name="KSO_WM_UNIT_ID" val="diagram40492847_1*l_h_f*1_4_1"/>
  <p:tag name="KSO_WM_TEMPLATE_CATEGORY" val="diagram"/>
  <p:tag name="KSO_WM_TEMPLATE_INDEX" val="40492847"/>
  <p:tag name="KSO_WM_UNIT_LAYERLEVEL" val="1_1_1"/>
  <p:tag name="KSO_WM_TAG_VERSION" val="3.0"/>
  <p:tag name="KSO_WM_BEAUTIFY_FLAG" val="#wm#"/>
  <p:tag name="KSO_WM_UNIT_TEXT_TYPE" val="1"/>
  <p:tag name="KSO_WM_DIAGRAM_COLOR_TRICK" val="1"/>
  <p:tag name="KSO_WM_DIAGRAM_COLOR_TEXT_CAN_REMOVE" val="n"/>
  <p:tag name="KSO_WM_DIAGRAM_MAX_ITEMCNT" val="4"/>
  <p:tag name="KSO_WM_DIAGRAM_MIN_ITEMCNT" val="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25,&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6,5,6,5,6]}"/>
</p:tagLst>
</file>

<file path=ppt/tags/tag1287.xml><?xml version="1.0" encoding="utf-8"?>
<p:tagLst xmlns:a="http://schemas.openxmlformats.org/drawingml/2006/main" xmlns:r="http://schemas.openxmlformats.org/officeDocument/2006/relationships" xmlns:p="http://schemas.openxmlformats.org/presentationml/2006/main">
  <p:tag name="KSO_WM_DIAGRAM_VIRTUALLY_FRAME" val="{&quot;height&quot;:418.02500610351564,&quot;left&quot;:48,&quot;top&quot;:102.1,&quot;width&quot;:864}"/>
  <p:tag name="KSO_WM_DIAGRAM_VERSION" val="3"/>
  <p:tag name="KSO_WM_UNIT_ISCONTENTSTITLE" val="0"/>
  <p:tag name="KSO_WM_UNIT_ISNUMDGMTITLE" val="0"/>
  <p:tag name="KSO_WM_UNIT_PRESET_TEXT" val="单击添加项标题"/>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4_1"/>
  <p:tag name="KSO_WM_UNIT_ID" val="diagram40492847_1*l_h_a*1_4_1"/>
  <p:tag name="KSO_WM_TEMPLATE_CATEGORY" val="diagram"/>
  <p:tag name="KSO_WM_TEMPLATE_INDEX" val="40492847"/>
  <p:tag name="KSO_WM_UNIT_LAYERLEVEL" val="1_1_1"/>
  <p:tag name="KSO_WM_TAG_VERSION" val="3.0"/>
  <p:tag name="KSO_WM_BEAUTIFY_FLAG" val="#wm#"/>
  <p:tag name="KSO_WM_UNIT_TEXT_TYPE" val="1"/>
  <p:tag name="KSO_WM_DIAGRAM_COLOR_TRICK" val="1"/>
  <p:tag name="KSO_WM_DIAGRAM_COLOR_TEXT_CAN_REMOVE" val="n"/>
  <p:tag name="KSO_WM_DIAGRAM_MAX_ITEMCNT" val="4"/>
  <p:tag name="KSO_WM_DIAGRAM_MIN_ITEMCNT" val="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6,5,6,5,6]}"/>
</p:tagLst>
</file>

<file path=ppt/tags/tag1288.xml><?xml version="1.0" encoding="utf-8"?>
<p:tagLst xmlns:a="http://schemas.openxmlformats.org/drawingml/2006/main" xmlns:r="http://schemas.openxmlformats.org/officeDocument/2006/relationships" xmlns:p="http://schemas.openxmlformats.org/presentationml/2006/main">
  <p:tag name="KSO_WM_DIAGRAM_VIRTUALLY_FRAME" val="{&quot;height&quot;:418.02500610351564,&quot;left&quot;:48,&quot;top&quot;:102.1,&quot;width&quot;:864}"/>
  <p:tag name="KSO_WM_DIAGRAM_VERSION" val="3"/>
  <p:tag name="KSO_WM_UNIT_HIGHLIGHT" val="0"/>
  <p:tag name="KSO_WM_UNIT_COMPATIBLE" val="0"/>
  <p:tag name="KSO_WM_UNIT_DIAGRAM_ISNUMVISUAL" val="0"/>
  <p:tag name="KSO_WM_UNIT_DIAGRAM_ISREFERUNIT" val="0"/>
  <p:tag name="KSO_WM_DIAGRAM_GROUP_CODE" val="l1-1"/>
  <p:tag name="KSO_WM_UNIT_ID" val="diagram40492847_1*l_h_i*1_1_1"/>
  <p:tag name="KSO_WM_TEMPLATE_CATEGORY" val="diagram"/>
  <p:tag name="KSO_WM_TEMPLATE_INDEX" val="40492847"/>
  <p:tag name="KSO_WM_UNIT_LAYERLEVEL" val="1_1_1"/>
  <p:tag name="KSO_WM_TAG_VERSION" val="3.0"/>
  <p:tag name="KSO_WM_BEAUTIFY_FLAG" val="#wm#"/>
  <p:tag name="KSO_WM_DIAGRAM_COLOR_TRICK" val="1"/>
  <p:tag name="KSO_WM_DIAGRAM_COLOR_TEXT_CAN_REMOVE" val="n"/>
  <p:tag name="KSO_WM_UNIT_SUBTYPE" val="d"/>
  <p:tag name="KSO_WM_UNIT_TYPE" val="l_h_i"/>
  <p:tag name="KSO_WM_UNIT_INDEX" val="1_1_1"/>
  <p:tag name="KSO_WM_DIAGRAM_MAX_ITEMCNT" val="4"/>
  <p:tag name="KSO_WM_DIAGRAM_MIN_ITEMCNT" val="4"/>
  <p:tag name="KSO_WM_DIAGRAM_COLOR_MATCH_VALUE" val="{&quot;shape&quot;:{&quot;fill&quot;:{&quot;solid&quot;:{&quot;brightness&quot;:-0.25,&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6,5,6,5,6]}"/>
</p:tagLst>
</file>

<file path=ppt/tags/tag1289.xml><?xml version="1.0" encoding="utf-8"?>
<p:tagLst xmlns:a="http://schemas.openxmlformats.org/drawingml/2006/main" xmlns:r="http://schemas.openxmlformats.org/officeDocument/2006/relationships" xmlns:p="http://schemas.openxmlformats.org/presentationml/2006/main">
  <p:tag name="KSO_WM_DIAGRAM_VIRTUALLY_FRAME" val="{&quot;height&quot;:418.02500610351564,&quot;left&quot;:48,&quot;top&quot;:102.1,&quot;width&quot;:864}"/>
  <p:tag name="KSO_WM_DIAGRAM_VERSION" val="3"/>
  <p:tag name="KSO_WM_UNIT_HIGHLIGHT" val="0"/>
  <p:tag name="KSO_WM_UNIT_COMPATIBLE" val="0"/>
  <p:tag name="KSO_WM_UNIT_DIAGRAM_ISNUMVISUAL" val="0"/>
  <p:tag name="KSO_WM_UNIT_DIAGRAM_ISREFERUNIT" val="0"/>
  <p:tag name="KSO_WM_DIAGRAM_GROUP_CODE" val="l1-1"/>
  <p:tag name="KSO_WM_UNIT_ID" val="diagram40492847_1*l_h_i*1_2_1"/>
  <p:tag name="KSO_WM_TEMPLATE_CATEGORY" val="diagram"/>
  <p:tag name="KSO_WM_TEMPLATE_INDEX" val="40492847"/>
  <p:tag name="KSO_WM_UNIT_LAYERLEVEL" val="1_1_1"/>
  <p:tag name="KSO_WM_TAG_VERSION" val="3.0"/>
  <p:tag name="KSO_WM_BEAUTIFY_FLAG" val="#wm#"/>
  <p:tag name="KSO_WM_DIAGRAM_COLOR_TRICK" val="1"/>
  <p:tag name="KSO_WM_DIAGRAM_COLOR_TEXT_CAN_REMOVE" val="n"/>
  <p:tag name="KSO_WM_UNIT_SUBTYPE" val="d"/>
  <p:tag name="KSO_WM_UNIT_TYPE" val="l_h_i"/>
  <p:tag name="KSO_WM_UNIT_INDEX" val="1_2_1"/>
  <p:tag name="KSO_WM_DIAGRAM_MAX_ITEMCNT" val="4"/>
  <p:tag name="KSO_WM_DIAGRAM_MIN_ITEMCNT" val="4"/>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6,5,6,5,6]}"/>
</p:tagLst>
</file>

<file path=ppt/tags/tag1290.xml><?xml version="1.0" encoding="utf-8"?>
<p:tagLst xmlns:a="http://schemas.openxmlformats.org/drawingml/2006/main" xmlns:r="http://schemas.openxmlformats.org/officeDocument/2006/relationships" xmlns:p="http://schemas.openxmlformats.org/presentationml/2006/main">
  <p:tag name="KSO_WM_DIAGRAM_VIRTUALLY_FRAME" val="{&quot;height&quot;:418.02500610351564,&quot;left&quot;:48,&quot;top&quot;:102.1,&quot;width&quot;:864}"/>
  <p:tag name="KSO_WM_DIAGRAM_VERSION" val="3"/>
  <p:tag name="KSO_WM_UNIT_HIGHLIGHT" val="0"/>
  <p:tag name="KSO_WM_UNIT_COMPATIBLE" val="0"/>
  <p:tag name="KSO_WM_UNIT_DIAGRAM_ISNUMVISUAL" val="0"/>
  <p:tag name="KSO_WM_UNIT_DIAGRAM_ISREFERUNIT" val="0"/>
  <p:tag name="KSO_WM_DIAGRAM_GROUP_CODE" val="l1-1"/>
  <p:tag name="KSO_WM_UNIT_ID" val="diagram40492847_1*l_h_i*1_3_1"/>
  <p:tag name="KSO_WM_TEMPLATE_CATEGORY" val="diagram"/>
  <p:tag name="KSO_WM_TEMPLATE_INDEX" val="40492847"/>
  <p:tag name="KSO_WM_UNIT_LAYERLEVEL" val="1_1_1"/>
  <p:tag name="KSO_WM_TAG_VERSION" val="3.0"/>
  <p:tag name="KSO_WM_BEAUTIFY_FLAG" val="#wm#"/>
  <p:tag name="KSO_WM_DIAGRAM_COLOR_TRICK" val="1"/>
  <p:tag name="KSO_WM_DIAGRAM_COLOR_TEXT_CAN_REMOVE" val="n"/>
  <p:tag name="KSO_WM_UNIT_SUBTYPE" val="d"/>
  <p:tag name="KSO_WM_UNIT_TYPE" val="l_h_i"/>
  <p:tag name="KSO_WM_UNIT_INDEX" val="1_3_1"/>
  <p:tag name="KSO_WM_DIAGRAM_MAX_ITEMCNT" val="4"/>
  <p:tag name="KSO_WM_DIAGRAM_MIN_ITEMCNT" val="4"/>
  <p:tag name="KSO_WM_DIAGRAM_COLOR_MATCH_VALUE" val="{&quot;shape&quot;:{&quot;fill&quot;:{&quot;solid&quot;:{&quot;brightness&quot;:0.20000000298023224,&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6,5,6,5,6]}"/>
</p:tagLst>
</file>

<file path=ppt/tags/tag1291.xml><?xml version="1.0" encoding="utf-8"?>
<p:tagLst xmlns:a="http://schemas.openxmlformats.org/drawingml/2006/main" xmlns:r="http://schemas.openxmlformats.org/officeDocument/2006/relationships" xmlns:p="http://schemas.openxmlformats.org/presentationml/2006/main">
  <p:tag name="KSO_WM_DIAGRAM_VIRTUALLY_FRAME" val="{&quot;height&quot;:418.02500610351564,&quot;left&quot;:48,&quot;top&quot;:102.1,&quot;width&quot;:864}"/>
  <p:tag name="KSO_WM_DIAGRAM_VERSION" val="3"/>
  <p:tag name="KSO_WM_UNIT_HIGHLIGHT" val="0"/>
  <p:tag name="KSO_WM_UNIT_COMPATIBLE" val="0"/>
  <p:tag name="KSO_WM_UNIT_DIAGRAM_ISNUMVISUAL" val="0"/>
  <p:tag name="KSO_WM_UNIT_DIAGRAM_ISREFERUNIT" val="0"/>
  <p:tag name="KSO_WM_DIAGRAM_GROUP_CODE" val="l1-1"/>
  <p:tag name="KSO_WM_UNIT_ID" val="diagram40492847_1*l_h_i*1_4_1"/>
  <p:tag name="KSO_WM_TEMPLATE_CATEGORY" val="diagram"/>
  <p:tag name="KSO_WM_TEMPLATE_INDEX" val="40492847"/>
  <p:tag name="KSO_WM_UNIT_LAYERLEVEL" val="1_1_1"/>
  <p:tag name="KSO_WM_TAG_VERSION" val="3.0"/>
  <p:tag name="KSO_WM_BEAUTIFY_FLAG" val="#wm#"/>
  <p:tag name="KSO_WM_DIAGRAM_COLOR_TRICK" val="1"/>
  <p:tag name="KSO_WM_DIAGRAM_COLOR_TEXT_CAN_REMOVE" val="n"/>
  <p:tag name="KSO_WM_UNIT_SUBTYPE" val="d"/>
  <p:tag name="KSO_WM_UNIT_TYPE" val="l_h_i"/>
  <p:tag name="KSO_WM_UNIT_INDEX" val="1_4_1"/>
  <p:tag name="KSO_WM_DIAGRAM_MAX_ITEMCNT" val="4"/>
  <p:tag name="KSO_WM_DIAGRAM_MIN_ITEMCNT" val="4"/>
  <p:tag name="KSO_WM_DIAGRAM_COLOR_MATCH_VALUE" val="{&quot;shape&quot;:{&quot;fill&quot;:{&quot;solid&quot;:{&quot;brightness&quot;:0.4000000059604645,&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6,5,6,5,6]}"/>
</p:tagLst>
</file>

<file path=ppt/tags/tag1292.xml><?xml version="1.0" encoding="utf-8"?>
<p:tagLst xmlns:a="http://schemas.openxmlformats.org/drawingml/2006/main" xmlns:r="http://schemas.openxmlformats.org/officeDocument/2006/relationships" xmlns:p="http://schemas.openxmlformats.org/presentationml/2006/main">
  <p:tag name="KSO_WM_SLIDE_ID" val="diagram20230968_2"/>
  <p:tag name="KSO_WM_TEMPLATE_SUBCATEGORY" val="0"/>
  <p:tag name="KSO_WM_TEMPLATE_MASTER_TYPE" val="0"/>
  <p:tag name="KSO_WM_TEMPLATE_COLOR_TYPE" val="0"/>
  <p:tag name="KSO_WM_SLIDE_ITEM_CNT" val="3"/>
  <p:tag name="KSO_WM_SLIDE_INDEX" val="2"/>
  <p:tag name="KSO_WM_TAG_VERSION" val="3.0"/>
  <p:tag name="KSO_WM_BEAUTIFY_FLAG" val="#wm#"/>
  <p:tag name="KSO_WM_TEMPLATE_CATEGORY" val="custom"/>
  <p:tag name="KSO_WM_TEMPLATE_INDEX" val="20235971"/>
  <p:tag name="KSO_WM_SLIDE_TYPE" val="text"/>
  <p:tag name="KSO_WM_SLIDE_SUBTYPE" val="diag"/>
  <p:tag name="KSO_WM_SLIDE_SIZE" val="850.4*365.625"/>
  <p:tag name="KSO_WM_SLIDE_POSITION" val="54.8*111.5"/>
  <p:tag name="KSO_WM_SLIDE_LAYOUT" val="a_l"/>
  <p:tag name="KSO_WM_SLIDE_LAYOUT_CNT" val="1_1"/>
  <p:tag name="KSO_WM_SPECIAL_SOURCE" val="bdnull"/>
  <p:tag name="KSO_WM_DIAGRAM_GROUP_CODE" val="l1-1"/>
  <p:tag name="KSO_WM_SLIDE_DIAGTYPE" val="l"/>
</p:tagLst>
</file>

<file path=ppt/tags/tag1293.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diagram20230968_2*a*1"/>
  <p:tag name="KSO_WM_TEMPLATE_CATEGORY" val="diagram"/>
  <p:tag name="KSO_WM_TEMPLATE_INDEX" val="20230968"/>
  <p:tag name="KSO_WM_UNIT_LAYERLEVEL" val="1"/>
  <p:tag name="KSO_WM_TAG_VERSION" val="3.0"/>
  <p:tag name="KSO_WM_BEAUTIFY_FLAG" val="#wm#"/>
  <p:tag name="KSO_WM_DIAGRAM_GROUP_CODE" val="l1-1"/>
  <p:tag name="KSO_WM_UNIT_PRESET_TEXT" val="单击此处添加标题"/>
  <p:tag name="KSO_WM_UNIT_TEXT_TYPE" val="1"/>
  <p:tag name="KSO_WM_UNIT_TEXT_FILL_FORE_SCHEMECOLOR_INDEX" val="15"/>
  <p:tag name="KSO_WM_UNIT_TEXT_FILL_TYPE" val="1"/>
  <p:tag name="KSO_WM_UNIT_USESOURCEFORMAT_APPLY" val="0"/>
</p:tagLst>
</file>

<file path=ppt/tags/tag129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30968_2*l_h_i*1_1_1"/>
  <p:tag name="KSO_WM_TEMPLATE_CATEGORY" val="diagram"/>
  <p:tag name="KSO_WM_TEMPLATE_INDEX" val="20230968"/>
  <p:tag name="KSO_WM_UNIT_LAYERLEVEL" val="1_1_1"/>
  <p:tag name="KSO_WM_TAG_VERSION" val="3.0"/>
  <p:tag name="KSO_WM_BEAUTIFY_FLAG" val="#wm#"/>
  <p:tag name="KSO_WM_DIAGRAM_GROUP_CODE" val="l1-1"/>
  <p:tag name="KSO_WM_UNIT_TYPE" val="l_h_i"/>
  <p:tag name="KSO_WM_UNIT_INDEX" val="1_1_1"/>
  <p:tag name="KSO_WM_DIAGRAM_VERSION" val="3"/>
  <p:tag name="KSO_WM_DIAGRAM_COLOR_TRICK" val="1"/>
  <p:tag name="KSO_WM_DIAGRAM_COLOR_TEXT_CAN_REMOVE" val="n"/>
  <p:tag name="KSO_WM_DIAGRAM_MAX_ITEMCNT" val="4"/>
  <p:tag name="KSO_WM_DIAGRAM_MIN_ITEMCNT" val="2"/>
  <p:tag name="KSO_WM_DIAGRAM_VIRTUALLY_FRAME" val="{&quot;height&quot;:366.2639465332031,&quot;width&quot;:850.4000244140625}"/>
  <p:tag name="KSO_WM_DIAGRAM_COLOR_MATCH_VALUE" val="{&quot;shape&quot;:{&quot;fill&quot;:{&quot;solid&quot;:{&quot;brightness&quot;:0.6000000238418579,&quot;colorType&quot;:1,&quot;foreColorIndex&quot;:13,&quot;transparency&quot;:0.8500000238418579},&quot;type&quot;:1},&quot;glow&quot;:{&quot;colorType&quot;:0},&quot;line&quot;:{&quot;solidLine&quot;:{&quot;brightness&quot;:0.6000000238418579,&quot;colorType&quot;:1,&quot;foreColorIndex&quot;:13,&quot;transparency&quot;:0.800000011920929},&quot;type&quot;:1},&quot;shadow&quot;:{&quot;colorType&quot;:0},&quot;threeD&quot;:{&quot;curvedSurface&quot;:{&quot;brightness&quot;:0,&quot;colorType&quot;:2,&quot;rgb&quot;:&quot;#000000&quot;},&quot;depth&quot;:{&quot;colorType&quot;:0}}},&quot;text&quot;:{&quot;fill&quot;:{&quot;solid&quot;:{&quot;brightness&quot;:0,&quot;colorType&quot;:1,&quot;foreColorIndex&quot;:14,&quot;transparency&quot;:0},&quot;type&quot;:1},&quot;glow&quot;:{&quot;colorType&quot;:0},&quot;line&quot;:{&quot;type&quot;:0},&quot;shadow&quot;:{&quot;colorType&quot;:0},&quot;threeD&quot;:{&quot;curvedSurface&quot;:{&quot;brightness&quot;:0,&quot;colorType&quot;:2,&quot;rgb&quot;:&quot;#000000&quot;},&quot;depth&quot;:{&quot;colorType&quot;:0}}}}"/>
  <p:tag name="KSO_WM_UNIT_SHADOW_SCHEMECOLOR_INDEX_BRIGHTNESS" val="-0.15"/>
  <p:tag name="KSO_WM_UNIT_SHADOW_SCHEMECOLOR_INDEX" val="14"/>
  <p:tag name="KSO_WM_UNIT_TEXT_FILL_FORE_SCHEMECOLOR_INDEX_BRIGHTNESS" val="0"/>
  <p:tag name="KSO_WM_UNIT_TEXT_FILL_FORE_SCHEMECOLOR_INDEX" val="2"/>
  <p:tag name="KSO_WM_UNIT_TEXT_FILL_TYPE" val="1"/>
  <p:tag name="KSO_WM_UNIT_FILL_TYPE" val="1"/>
  <p:tag name="KSO_WM_UNIT_FILL_FORE_SCHEMECOLOR_INDEX" val="13"/>
  <p:tag name="KSO_WM_UNIT_FILL_FORE_SCHEMECOLOR_INDEX_BRIGHTNESS" val="0.6"/>
  <p:tag name="KSO_WM_UNIT_LINE_FORE_SCHEMECOLOR_INDEX" val="13"/>
  <p:tag name="KSO_WM_UNIT_LINE_FILL_TYPE" val="2"/>
  <p:tag name="KSO_WM_UNIT_USESOURCEFORMAT_APPLY" val="0"/>
</p:tagLst>
</file>

<file path=ppt/tags/tag129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30968_2*l_h_i*1_3_1"/>
  <p:tag name="KSO_WM_TEMPLATE_CATEGORY" val="diagram"/>
  <p:tag name="KSO_WM_TEMPLATE_INDEX" val="20230968"/>
  <p:tag name="KSO_WM_UNIT_LAYERLEVEL" val="1_1_1"/>
  <p:tag name="KSO_WM_TAG_VERSION" val="3.0"/>
  <p:tag name="KSO_WM_BEAUTIFY_FLAG" val="#wm#"/>
  <p:tag name="KSO_WM_DIAGRAM_GROUP_CODE" val="l1-1"/>
  <p:tag name="KSO_WM_UNIT_TYPE" val="l_h_i"/>
  <p:tag name="KSO_WM_UNIT_INDEX" val="1_3_1"/>
  <p:tag name="KSO_WM_DIAGRAM_VERSION" val="3"/>
  <p:tag name="KSO_WM_DIAGRAM_COLOR_TRICK" val="1"/>
  <p:tag name="KSO_WM_DIAGRAM_COLOR_TEXT_CAN_REMOVE" val="n"/>
  <p:tag name="KSO_WM_DIAGRAM_MAX_ITEMCNT" val="4"/>
  <p:tag name="KSO_WM_DIAGRAM_MIN_ITEMCNT" val="2"/>
  <p:tag name="KSO_WM_DIAGRAM_VIRTUALLY_FRAME" val="{&quot;height&quot;:366.2639465332031,&quot;width&quot;:850.4000244140625}"/>
  <p:tag name="KSO_WM_DIAGRAM_COLOR_MATCH_VALUE" val="{&quot;shape&quot;:{&quot;fill&quot;:{&quot;solid&quot;:{&quot;brightness&quot;:0.6000000238418579,&quot;colorType&quot;:1,&quot;foreColorIndex&quot;:13,&quot;transparency&quot;:0.8500000238418579},&quot;type&quot;:1},&quot;glow&quot;:{&quot;colorType&quot;:0},&quot;line&quot;:{&quot;solidLine&quot;:{&quot;brightness&quot;:0.6000000238418579,&quot;colorType&quot;:1,&quot;foreColorIndex&quot;:13,&quot;transparency&quot;:0.800000011920929},&quot;type&quot;:1},&quot;shadow&quot;:{&quot;colorType&quot;:0},&quot;threeD&quot;:{&quot;curvedSurface&quot;:{&quot;brightness&quot;:0,&quot;colorType&quot;:2,&quot;rgb&quot;:&quot;#000000&quot;},&quot;depth&quot;:{&quot;colorType&quot;:0}}},&quot;text&quot;:{&quot;fill&quot;:{&quot;solid&quot;:{&quot;brightness&quot;:0,&quot;colorType&quot;:1,&quot;foreColorIndex&quot;:14,&quot;transparency&quot;:0},&quot;type&quot;:1},&quot;glow&quot;:{&quot;colorType&quot;:0},&quot;line&quot;:{&quot;type&quot;:0},&quot;shadow&quot;:{&quot;colorType&quot;:0},&quot;threeD&quot;:{&quot;curvedSurface&quot;:{&quot;brightness&quot;:0,&quot;colorType&quot;:2,&quot;rgb&quot;:&quot;#000000&quot;},&quot;depth&quot;:{&quot;colorType&quot;:0}}}}"/>
  <p:tag name="KSO_WM_UNIT_SHADOW_SCHEMECOLOR_INDEX_BRIGHTNESS" val="-0.15"/>
  <p:tag name="KSO_WM_UNIT_SHADOW_SCHEMECOLOR_INDEX" val="14"/>
  <p:tag name="KSO_WM_UNIT_TEXT_FILL_FORE_SCHEMECOLOR_INDEX_BRIGHTNESS" val="0"/>
  <p:tag name="KSO_WM_UNIT_TEXT_FILL_FORE_SCHEMECOLOR_INDEX" val="2"/>
  <p:tag name="KSO_WM_UNIT_TEXT_FILL_TYPE" val="1"/>
  <p:tag name="KSO_WM_UNIT_FILL_TYPE" val="1"/>
  <p:tag name="KSO_WM_UNIT_FILL_FORE_SCHEMECOLOR_INDEX" val="13"/>
  <p:tag name="KSO_WM_UNIT_FILL_FORE_SCHEMECOLOR_INDEX_BRIGHTNESS" val="0.6"/>
  <p:tag name="KSO_WM_UNIT_LINE_FORE_SCHEMECOLOR_INDEX" val="13"/>
  <p:tag name="KSO_WM_UNIT_LINE_FILL_TYPE" val="2"/>
  <p:tag name="KSO_WM_UNIT_USESOURCEFORMAT_APPLY" val="0"/>
</p:tagLst>
</file>

<file path=ppt/tags/tag129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30968_2*l_h_d*1_3_1"/>
  <p:tag name="KSO_WM_TEMPLATE_CATEGORY" val="diagram"/>
  <p:tag name="KSO_WM_TEMPLATE_INDEX" val="20230968"/>
  <p:tag name="KSO_WM_UNIT_LAYERLEVEL" val="1_1_1"/>
  <p:tag name="KSO_WM_TAG_VERSION" val="3.0"/>
  <p:tag name="KSO_WM_BEAUTIFY_FLAG" val="#wm#"/>
  <p:tag name="KSO_WM_UNIT_VALUE" val="529*932"/>
  <p:tag name="KSO_WM_DIAGRAM_GROUP_CODE" val="l1-1"/>
  <p:tag name="KSO_WM_UNIT_TYPE" val="l_h_d"/>
  <p:tag name="KSO_WM_UNIT_INDEX" val="1_3_1"/>
  <p:tag name="KSO_WM_DIAGRAM_VERSION" val="3"/>
  <p:tag name="KSO_WM_DIAGRAM_COLOR_TRICK" val="1"/>
  <p:tag name="KSO_WM_DIAGRAM_COLOR_TEXT_CAN_REMOVE" val="n"/>
  <p:tag name="KSO_WM_DIAGRAM_MAX_ITEMCNT" val="4"/>
  <p:tag name="KSO_WM_DIAGRAM_MIN_ITEMCNT" val="2"/>
  <p:tag name="KSO_WM_DIAGRAM_VIRTUALLY_FRAME" val="{&quot;height&quot;:366.2639465332031,&quot;width&quot;:850.4000244140625}"/>
  <p:tag name="KSO_WM_DIAGRAM_COLOR_MATCH_VALUE" val="{&quot;shape&quot;:{&quot;fill&quot;:{&quot;solid&quot;:{&quot;brightness&quot;:0,&quot;colorType&quot;:1,&quot;foreColorIndex&quot;:5,&quot;transparency&quot;:0.8500000238418579},&quot;type&quot;:1},&quot;glow&quot;:{&quot;colorType&quot;:0},&quot;line&quot;:{&quot;solidLine&quot;:{&quot;brightness&quot;:0.6000000238418579,&quot;colorType&quot;:1,&quot;foreColorIndex&quot;:13,&quot;transparency&quot;:0.800000011920929},&quot;type&quot;:1},&quot;shadow&quot;:{&quot;colorType&quot;:0},&quot;threeD&quot;:{&quot;curvedSurface&quot;:{&quot;brightness&quot;:0,&quot;colorType&quot;:2,&quot;rgb&quot;:&quot;#000000&quot;},&quot;depth&quot;:{&quot;colorType&quot;:0}}},&quot;text&quot;:{&quot;fill&quot;:{},&quot;glow&quot;:{},&quot;line&quot;:{},&quot;shadow&quot;:{},&quot;threeD&quot;:{}}}"/>
  <p:tag name="KSO_WM_UNIT_FILL_TYPE" val="1"/>
  <p:tag name="KSO_WM_UNIT_FILL_FORE_SCHEMECOLOR_INDEX" val="5"/>
  <p:tag name="KSO_WM_UNIT_FILL_FORE_SCHEMECOLOR_INDEX_BRIGHTNESS" val="0"/>
  <p:tag name="KSO_WM_UNIT_LINE_FORE_SCHEMECOLOR_INDEX" val="13"/>
  <p:tag name="KSO_WM_UNIT_PICTURE_SUBTYPE" val="b"/>
  <p:tag name="MH_PIC_SOURCE_TYPE" val="generate_slide_ai*{&quot;ai_type&quot;:&quot;generate_ppt&quot;,&quot;id&quot;:&quot;VCG211282059806&quot;}*auto_gallery_ai_v2.0.9_ONLINE*1744641021005_10.5_77d2bec61e02-slide-5"/>
  <p:tag name="KSO_WM_UNIT_LINE_FILL_TYPE" val="2"/>
  <p:tag name="KSO_WM_UNIT_USESOURCEFORMAT_APPLY" val="0"/>
</p:tagLst>
</file>

<file path=ppt/tags/tag129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30968_2*l_h_d*1_1_1"/>
  <p:tag name="KSO_WM_TEMPLATE_CATEGORY" val="diagram"/>
  <p:tag name="KSO_WM_TEMPLATE_INDEX" val="20230968"/>
  <p:tag name="KSO_WM_UNIT_LAYERLEVEL" val="1_1_1"/>
  <p:tag name="KSO_WM_TAG_VERSION" val="3.0"/>
  <p:tag name="KSO_WM_BEAUTIFY_FLAG" val="#wm#"/>
  <p:tag name="KSO_WM_UNIT_VALUE" val="529*932"/>
  <p:tag name="KSO_WM_DIAGRAM_GROUP_CODE" val="l1-1"/>
  <p:tag name="KSO_WM_UNIT_TYPE" val="l_h_d"/>
  <p:tag name="KSO_WM_UNIT_INDEX" val="1_1_1"/>
  <p:tag name="KSO_WM_DIAGRAM_VERSION" val="3"/>
  <p:tag name="KSO_WM_DIAGRAM_COLOR_TRICK" val="1"/>
  <p:tag name="KSO_WM_DIAGRAM_COLOR_TEXT_CAN_REMOVE" val="n"/>
  <p:tag name="KSO_WM_DIAGRAM_MAX_ITEMCNT" val="4"/>
  <p:tag name="KSO_WM_DIAGRAM_MIN_ITEMCNT" val="2"/>
  <p:tag name="KSO_WM_DIAGRAM_VIRTUALLY_FRAME" val="{&quot;height&quot;:366.2639465332031,&quot;width&quot;:850.4000244140625}"/>
  <p:tag name="KSO_WM_DIAGRAM_COLOR_MATCH_VALUE" val="{&quot;shape&quot;:{&quot;fill&quot;:{&quot;solid&quot;:{&quot;brightness&quot;:0,&quot;colorType&quot;:1,&quot;foreColorIndex&quot;:5,&quot;transparency&quot;:0.8500000238418579},&quot;type&quot;:1},&quot;glow&quot;:{&quot;colorType&quot;:0},&quot;line&quot;:{&quot;solidLine&quot;:{&quot;brightness&quot;:0.6000000238418579,&quot;colorType&quot;:1,&quot;foreColorIndex&quot;:13,&quot;transparency&quot;:0.800000011920929},&quot;type&quot;:1},&quot;shadow&quot;:{&quot;colorType&quot;:0},&quot;threeD&quot;:{&quot;curvedSurface&quot;:{&quot;brightness&quot;:0,&quot;colorType&quot;:2,&quot;rgb&quot;:&quot;#000000&quot;},&quot;depth&quot;:{&quot;colorType&quot;:0}}},&quot;text&quot;:{&quot;fill&quot;:{},&quot;glow&quot;:{},&quot;line&quot;:{},&quot;shadow&quot;:{},&quot;threeD&quot;:{}}}"/>
  <p:tag name="KSO_WM_UNIT_FILL_TYPE" val="1"/>
  <p:tag name="KSO_WM_UNIT_FILL_FORE_SCHEMECOLOR_INDEX" val="5"/>
  <p:tag name="KSO_WM_UNIT_FILL_FORE_SCHEMECOLOR_INDEX_BRIGHTNESS" val="0"/>
  <p:tag name="KSO_WM_UNIT_LINE_FORE_SCHEMECOLOR_INDEX" val="13"/>
  <p:tag name="KSO_WM_UNIT_PICTURE_SUBTYPE" val="b"/>
  <p:tag name="MH_PIC_SOURCE_TYPE" val="generate_slide_ai*{&quot;ai_type&quot;:&quot;generate_ppt&quot;,&quot;id&quot;:&quot;VCG41N1400037003&quot;}*auto_gallery_ai_v2.0.9_ONLINE*1744641021005_10.5_77d2bec61e02-slide-5"/>
  <p:tag name="KSO_WM_UNIT_LINE_FILL_TYPE" val="2"/>
  <p:tag name="KSO_WM_UNIT_USESOURCEFORMAT_APPLY" val="0"/>
</p:tagLst>
</file>

<file path=ppt/tags/tag1298.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1_1"/>
  <p:tag name="KSO_WM_UNIT_ID" val="diagram20230968_2*l_h_a*1_1_1"/>
  <p:tag name="KSO_WM_TEMPLATE_CATEGORY" val="diagram"/>
  <p:tag name="KSO_WM_TEMPLATE_INDEX" val="20230968"/>
  <p:tag name="KSO_WM_UNIT_LAYERLEVEL" val="1_1_1"/>
  <p:tag name="KSO_WM_TAG_VERSION" val="3.0"/>
  <p:tag name="KSO_WM_BEAUTIFY_FLAG" val="#wm#"/>
  <p:tag name="KSO_WM_DIAGRAM_GROUP_CODE" val="l1-1"/>
  <p:tag name="KSO_WM_DIAGRAM_VERSION" val="3"/>
  <p:tag name="KSO_WM_DIAGRAM_COLOR_TRICK" val="1"/>
  <p:tag name="KSO_WM_DIAGRAM_COLOR_TEXT_CAN_REMOVE" val="n"/>
  <p:tag name="KSO_WM_DIAGRAM_MAX_ITEMCNT" val="4"/>
  <p:tag name="KSO_WM_DIAGRAM_MIN_ITEMCNT" val="2"/>
  <p:tag name="KSO_WM_DIAGRAM_VIRTUALLY_FRAME" val="{&quot;height&quot;:366.2639465332031,&quot;width&quot;:850.4000244140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_BRIGHTNESS" val="0"/>
  <p:tag name="KSO_WM_UNIT_PRESET_TEXT" val="添加标题"/>
  <p:tag name="KSO_WM_UNIT_TEXT_FILL_FORE_SCHEMECOLOR_INDEX" val="1"/>
  <p:tag name="KSO_WM_UNIT_TEXT_FILL_TYPE" val="1"/>
  <p:tag name="KSO_WM_UNIT_TEXT_TYPE" val="1"/>
  <p:tag name="KSO_WM_UNIT_USESOURCEFORMAT_APPLY" val="0"/>
</p:tagLst>
</file>

<file path=ppt/tags/tag1299.xml><?xml version="1.0" encoding="utf-8"?>
<p:tagLst xmlns:a="http://schemas.openxmlformats.org/drawingml/2006/main" xmlns:r="http://schemas.openxmlformats.org/officeDocument/2006/relationships"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1_1"/>
  <p:tag name="KSO_WM_UNIT_ID" val="diagram20230968_2*l_h_f*1_1_1"/>
  <p:tag name="KSO_WM_TEMPLATE_CATEGORY" val="diagram"/>
  <p:tag name="KSO_WM_TEMPLATE_INDEX" val="20230968"/>
  <p:tag name="KSO_WM_UNIT_LAYERLEVEL" val="1_1_1"/>
  <p:tag name="KSO_WM_TAG_VERSION" val="3.0"/>
  <p:tag name="KSO_WM_BEAUTIFY_FLAG" val="#wm#"/>
  <p:tag name="KSO_WM_DIAGRAM_GROUP_CODE" val="l1-1"/>
  <p:tag name="KSO_WM_DIAGRAM_VERSION" val="3"/>
  <p:tag name="KSO_WM_DIAGRAM_COLOR_TRICK" val="1"/>
  <p:tag name="KSO_WM_DIAGRAM_COLOR_TEXT_CAN_REMOVE" val="n"/>
  <p:tag name="KSO_WM_DIAGRAM_MAX_ITEMCNT" val="4"/>
  <p:tag name="KSO_WM_DIAGRAM_MIN_ITEMCNT" val="2"/>
  <p:tag name="KSO_WM_DIAGRAM_VIRTUALLY_FRAME" val="{&quot;height&quot;:366.2639465332031,&quot;width&quot;:850.4000244140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此处添加文本具体内容，简明扼要地阐述您的观点。可酌情增减文字，以便观者准确地理解您传达的思想。"/>
  <p:tag name="KSO_WM_UNIT_TEXT_FILL_FORE_SCHEMECOLOR_INDEX" val="1"/>
  <p:tag name="KSO_WM_UNIT_TEXT_FILL_TYPE" val="1"/>
  <p:tag name="KSO_WM_UNIT_TEXT_TYPE" val="1"/>
  <p:tag name="KSO_WM_UNIT_TEXT_LAYER_COUNT" val="1"/>
  <p:tag name="KSO_WM_UNIT_USESOURCEFORMAT_APPLY" val="0"/>
</p:tagLst>
</file>

<file path=ppt/tags/tag1300.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3_1"/>
  <p:tag name="KSO_WM_UNIT_ID" val="diagram20230968_2*l_h_a*1_3_1"/>
  <p:tag name="KSO_WM_TEMPLATE_CATEGORY" val="diagram"/>
  <p:tag name="KSO_WM_TEMPLATE_INDEX" val="20230968"/>
  <p:tag name="KSO_WM_UNIT_LAYERLEVEL" val="1_1_1"/>
  <p:tag name="KSO_WM_TAG_VERSION" val="3.0"/>
  <p:tag name="KSO_WM_BEAUTIFY_FLAG" val="#wm#"/>
  <p:tag name="KSO_WM_DIAGRAM_GROUP_CODE" val="l1-1"/>
  <p:tag name="KSO_WM_DIAGRAM_VERSION" val="3"/>
  <p:tag name="KSO_WM_DIAGRAM_COLOR_TRICK" val="1"/>
  <p:tag name="KSO_WM_DIAGRAM_COLOR_TEXT_CAN_REMOVE" val="n"/>
  <p:tag name="KSO_WM_DIAGRAM_MAX_ITEMCNT" val="4"/>
  <p:tag name="KSO_WM_DIAGRAM_MIN_ITEMCNT" val="2"/>
  <p:tag name="KSO_WM_DIAGRAM_VIRTUALLY_FRAME" val="{&quot;height&quot;:366.2639465332031,&quot;width&quot;:850.4000244140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_BRIGHTNESS" val="0"/>
  <p:tag name="KSO_WM_UNIT_PRESET_TEXT" val="添加标题"/>
  <p:tag name="KSO_WM_UNIT_TEXT_FILL_FORE_SCHEMECOLOR_INDEX" val="1"/>
  <p:tag name="KSO_WM_UNIT_TEXT_FILL_TYPE" val="1"/>
  <p:tag name="KSO_WM_UNIT_TEXT_TYPE" val="1"/>
  <p:tag name="KSO_WM_UNIT_USESOURCEFORMAT_APPLY" val="0"/>
</p:tagLst>
</file>

<file path=ppt/tags/tag1301.xml><?xml version="1.0" encoding="utf-8"?>
<p:tagLst xmlns:a="http://schemas.openxmlformats.org/drawingml/2006/main" xmlns:r="http://schemas.openxmlformats.org/officeDocument/2006/relationships"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3_1"/>
  <p:tag name="KSO_WM_UNIT_ID" val="diagram20230968_2*l_h_f*1_3_1"/>
  <p:tag name="KSO_WM_TEMPLATE_CATEGORY" val="diagram"/>
  <p:tag name="KSO_WM_TEMPLATE_INDEX" val="20230968"/>
  <p:tag name="KSO_WM_UNIT_LAYERLEVEL" val="1_1_1"/>
  <p:tag name="KSO_WM_TAG_VERSION" val="3.0"/>
  <p:tag name="KSO_WM_BEAUTIFY_FLAG" val="#wm#"/>
  <p:tag name="KSO_WM_DIAGRAM_GROUP_CODE" val="l1-1"/>
  <p:tag name="KSO_WM_DIAGRAM_VERSION" val="3"/>
  <p:tag name="KSO_WM_DIAGRAM_COLOR_TRICK" val="1"/>
  <p:tag name="KSO_WM_DIAGRAM_COLOR_TEXT_CAN_REMOVE" val="n"/>
  <p:tag name="KSO_WM_DIAGRAM_MAX_ITEMCNT" val="4"/>
  <p:tag name="KSO_WM_DIAGRAM_MIN_ITEMCNT" val="2"/>
  <p:tag name="KSO_WM_DIAGRAM_VIRTUALLY_FRAME" val="{&quot;height&quot;:366.2639465332031,&quot;width&quot;:850.4000244140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此处添加文本具体内容，简明扼要地阐述您的观点。可酌情增减文字，以便观者准确地理解您传达的思想。"/>
  <p:tag name="KSO_WM_UNIT_TEXT_FILL_FORE_SCHEMECOLOR_INDEX" val="1"/>
  <p:tag name="KSO_WM_UNIT_TEXT_FILL_TYPE" val="1"/>
  <p:tag name="KSO_WM_UNIT_TEXT_TYPE" val="1"/>
  <p:tag name="KSO_WM_UNIT_TEXT_LAYER_COUNT" val="1"/>
  <p:tag name="KSO_WM_UNIT_USESOURCEFORMAT_APPLY" val="0"/>
</p:tagLst>
</file>

<file path=ppt/tags/tag1302.xml><?xml version="1.0" encoding="utf-8"?>
<p:tagLst xmlns:a="http://schemas.openxmlformats.org/drawingml/2006/main" xmlns:r="http://schemas.openxmlformats.org/officeDocument/2006/relationships" xmlns:p="http://schemas.openxmlformats.org/presentationml/2006/main">
  <p:tag name="KSO_WM_BEAUTIFY_FLAG" val=""/>
  <p:tag name="KSO_WM_UNIT_PLACING_PICTURE_USER_VIEWPORT" val="{&quot;height&quot;:5754,&quot;width&quot;:16223}"/>
</p:tagLst>
</file>

<file path=ppt/tags/tag1303.xml><?xml version="1.0" encoding="utf-8"?>
<p:tagLst xmlns:a="http://schemas.openxmlformats.org/drawingml/2006/main" xmlns:r="http://schemas.openxmlformats.org/officeDocument/2006/relationships" xmlns:p="http://schemas.openxmlformats.org/presentationml/2006/main">
  <p:tag name="KSO_WM_BEAUTIFY_FLAG" val=""/>
  <p:tag name="KSO_WM_UNIT_PLACING_PICTURE_USER_VIEWPORT" val="{&quot;height&quot;:5754,&quot;width&quot;:16223}"/>
</p:tagLst>
</file>

<file path=ppt/tags/tag1304.xml><?xml version="1.0" encoding="utf-8"?>
<p:tagLst xmlns:a="http://schemas.openxmlformats.org/drawingml/2006/main" xmlns:r="http://schemas.openxmlformats.org/officeDocument/2006/relationships" xmlns:p="http://schemas.openxmlformats.org/presentationml/2006/main">
  <p:tag name="KSO_WM_SLIDE_ID" val="diagram20230968_2"/>
  <p:tag name="KSO_WM_TEMPLATE_SUBCATEGORY" val="0"/>
  <p:tag name="KSO_WM_TEMPLATE_MASTER_TYPE" val="0"/>
  <p:tag name="KSO_WM_TEMPLATE_COLOR_TYPE" val="0"/>
  <p:tag name="KSO_WM_SLIDE_ITEM_CNT" val="3"/>
  <p:tag name="KSO_WM_SLIDE_INDEX" val="2"/>
  <p:tag name="KSO_WM_TAG_VERSION" val="3.0"/>
  <p:tag name="KSO_WM_BEAUTIFY_FLAG" val="#wm#"/>
  <p:tag name="KSO_WM_TEMPLATE_CATEGORY" val="custom"/>
  <p:tag name="KSO_WM_TEMPLATE_INDEX" val="20235971"/>
  <p:tag name="KSO_WM_SLIDE_TYPE" val="text"/>
  <p:tag name="KSO_WM_SLIDE_SUBTYPE" val="diag"/>
  <p:tag name="KSO_WM_SLIDE_SIZE" val="850.4*365.625"/>
  <p:tag name="KSO_WM_SLIDE_POSITION" val="54.8*111.5"/>
  <p:tag name="KSO_WM_SLIDE_LAYOUT" val="a_l"/>
  <p:tag name="KSO_WM_SLIDE_LAYOUT_CNT" val="1_1"/>
  <p:tag name="KSO_WM_SPECIAL_SOURCE" val="bdnull"/>
  <p:tag name="KSO_WM_DIAGRAM_GROUP_CODE" val="l1-1"/>
  <p:tag name="KSO_WM_SLIDE_DIAGTYPE" val="l"/>
</p:tagLst>
</file>

<file path=ppt/tags/tag1305.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diagram20230968_2*a*1"/>
  <p:tag name="KSO_WM_TEMPLATE_CATEGORY" val="diagram"/>
  <p:tag name="KSO_WM_TEMPLATE_INDEX" val="20230968"/>
  <p:tag name="KSO_WM_UNIT_LAYERLEVEL" val="1"/>
  <p:tag name="KSO_WM_TAG_VERSION" val="3.0"/>
  <p:tag name="KSO_WM_BEAUTIFY_FLAG" val="#wm#"/>
  <p:tag name="KSO_WM_DIAGRAM_GROUP_CODE" val="l1-1"/>
  <p:tag name="KSO_WM_UNIT_PRESET_TEXT" val="单击此处添加标题"/>
  <p:tag name="KSO_WM_UNIT_TEXT_TYPE" val="1"/>
  <p:tag name="KSO_WM_UNIT_TEXT_FILL_FORE_SCHEMECOLOR_INDEX" val="15"/>
  <p:tag name="KSO_WM_UNIT_TEXT_FILL_TYPE" val="1"/>
  <p:tag name="KSO_WM_UNIT_USESOURCEFORMAT_APPLY" val="0"/>
</p:tagLst>
</file>

<file path=ppt/tags/tag1306.xml><?xml version="1.0" encoding="utf-8"?>
<p:tagLst xmlns:a="http://schemas.openxmlformats.org/drawingml/2006/main" xmlns:r="http://schemas.openxmlformats.org/officeDocument/2006/relationships" xmlns:p="http://schemas.openxmlformats.org/presentationml/2006/main">
  <p:tag name="KSO_WM_SLIDE_TYPE" val="sectionTitle"/>
  <p:tag name="KSO_WM_TEMPLATE_SUBCATEGORY" val="29"/>
  <p:tag name="KSO_WM_TEMPLATE_COLOR_TYPE" val="0"/>
  <p:tag name="KSO_WM_TAG_VERSION" val="3.0"/>
  <p:tag name="KSO_WM_SLIDE_SUBTYPE" val="pureTxt"/>
  <p:tag name="KSO_WM_SLIDE_ITEM_CNT" val="0"/>
  <p:tag name="KSO_WM_BEAUTIFY_FLAG" val="#wm#"/>
  <p:tag name="KSO_WM_TEMPLATE_INDEX" val="20235971"/>
  <p:tag name="KSO_WM_TEMPLATE_CATEGORY" val="custom"/>
  <p:tag name="KSO_WM_SLIDE_INDEX" val="7"/>
  <p:tag name="KSO_WM_SLIDE_ID" val="custom20235971_7"/>
  <p:tag name="KSO_WM_TEMPLATE_MASTER_TYPE" val="0"/>
  <p:tag name="KSO_WM_SLIDE_LAYOUT" val="a_e"/>
  <p:tag name="KSO_WM_SLIDE_LAYOUT_CNT" val="1_1"/>
</p:tagLst>
</file>

<file path=ppt/tags/tag1307.xml><?xml version="1.0" encoding="utf-8"?>
<p:tagLst xmlns:a="http://schemas.openxmlformats.org/drawingml/2006/main" xmlns:r="http://schemas.openxmlformats.org/officeDocument/2006/relationships" xmlns:p="http://schemas.openxmlformats.org/presentationml/2006/main">
  <p:tag name="KSO_WM_UNIT_TYPE" val="a"/>
  <p:tag name="KSO_WM_UNIT_INDEX" val="1"/>
  <p:tag name="KSO_WM_BEAUTIFY_FLAG" val="#wm#"/>
  <p:tag name="KSO_WM_TAG_VERSION" val="3.0"/>
  <p:tag name="KSO_WM_UNIT_ID" val="custom20235971_7*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5971"/>
  <p:tag name="KSO_WM_TEMPLATE_CATEGORY" val="custom"/>
  <p:tag name="KSO_WM_UNIT_ISCONTENTSTITLE" val="0"/>
  <p:tag name="KSO_WM_UNIT_PRESET_TEXT" val="添加章节标题"/>
  <p:tag name="KSO_WM_UNIT_TEXT_TYPE" val="1"/>
</p:tagLst>
</file>

<file path=ppt/tags/tag1308.xml><?xml version="1.0" encoding="utf-8"?>
<p:tagLst xmlns:a="http://schemas.openxmlformats.org/drawingml/2006/main" xmlns:r="http://schemas.openxmlformats.org/officeDocument/2006/relationships" xmlns:p="http://schemas.openxmlformats.org/presentationml/2006/main">
  <p:tag name="KSO_WM_SLIDE_CONTENT_ORIENTATION" val=""/>
  <p:tag name="KSO_WM_SLIDE_HAS_MASK" val="0"/>
  <p:tag name="KSO_WM_SLIDE_ITEM_CNT" val="3"/>
  <p:tag name="KSO_WM_SLIDE_TYPE" val="text"/>
  <p:tag name="KSO_WM_TEMPLATE_SUBCATEGORY" val="29"/>
  <p:tag name="KSO_WM_BEAUTIFY_FLAG" val="#wm#"/>
  <p:tag name="KSO_WM_TEMPLATE_FIGMA_ID" val="0"/>
  <p:tag name="KSO_WM_TEMPLATE_SLIDE_ID" val="slide_ae2691e5dbf106f5"/>
  <p:tag name="RESOURCE_RECORD_KEY" val="{&quot;65&quot;:[7],&quot;70&quot;:[3403040]}"/>
</p:tagLst>
</file>

<file path=ppt/tags/tag1309.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a"/>
  <p:tag name="KSO_WM_LAYOUT_CHECK_HASH" val="e4516383c90d23845c46fdc9826c1afbfcec6864"/>
  <p:tag name="KSO_WM_NEWLAYOUT_GROUP_ID" val="layout_49"/>
  <p:tag name="KSO_WM_NEWLAYOUT_ID" val="slide_ae2691e5dbf106f5"/>
  <p:tag name="KSO_WM_UNIT_PRESET_TEXT" val="单击此处添加标题"/>
</p:tagLst>
</file>

<file path=ppt/tags/tag13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35250_1*l_i*1_1"/>
  <p:tag name="KSO_WM_TEMPLATE_CATEGORY" val="diagram"/>
  <p:tag name="KSO_WM_TEMPLATE_INDEX" val="20235250"/>
  <p:tag name="KSO_WM_UNIT_LAYERLEVEL" val="1_1"/>
  <p:tag name="KSO_WM_TAG_VERSION" val="3.0"/>
  <p:tag name="KSO_WM_BEAUTIFY_FLAG" val="#wm#"/>
  <p:tag name="KSO_WM_DIAGRAM_GROUP_CODE" val="l1-1"/>
  <p:tag name="KSO_WM_UNIT_TYPE" val="l_i"/>
  <p:tag name="KSO_WM_UNIT_INDEX" val="1_1"/>
  <p:tag name="KSO_WM_DIAGRAM_VERSION" val="3"/>
  <p:tag name="KSO_WM_DIAGRAM_COLOR_TRICK" val="1"/>
  <p:tag name="KSO_WM_DIAGRAM_COLOR_TEXT_CAN_REMOVE" val="n"/>
  <p:tag name="KSO_WM_DIAGRAM_MAX_ITEMCNT" val="6"/>
  <p:tag name="KSO_WM_DIAGRAM_MIN_ITEMCNT" val="2"/>
  <p:tag name="KSO_WM_DIAGRAM_VIRTUALLY_FRAME" val="{&quot;height&quot;:446.69527559055115,&quot;left&quot;:99.94559055118108,&quot;top&quot;:84.28,&quot;width&quot;:734.3088976377953}"/>
  <p:tag name="KSO_WM_DIAGRAM_COLOR_MATCH_VALUE" val="{&quot;shape&quot;:{&quot;fill&quot;:{&quot;gradient&quot;:[{&quot;brightness&quot;:0.6000000238418579,&quot;colorType&quot;:1,&quot;foreColorIndex&quot;:5,&quot;pos&quot;:1,&quot;transparency&quot;:1},{&quot;brightness&quot;:0.6000000238418579,&quot;colorType&quot;:1,&quot;foreColorIndex&quot;:5,&quot;pos&quot;:0,&quot;transparency&quot;:1},{&quot;brightness&quot;:0.6000000238418579,&quot;colorType&quot;:1,&quot;foreColorIndex&quot;:5,&quot;pos&quot;:0.5699999928474426,&quot;transparency&quot;:0.800000011920929},{&quot;brightness&quot;:0.6000000238418579,&quot;colorType&quot;:1,&quot;foreColorIndex&quot;:5,&quot;pos&quot;:0.4300000071525574,&quot;transparency&quot;:0.800000011920929}],&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UNIT_LINE_FORE_SCHEMECOLOR_INDEX" val="-2"/>
  <p:tag name="KSO_WM_DIAGRAM_USE_COLOR_VALUE" val="{&quot;color_scheme&quot;:1,&quot;color_type&quot;:1,&quot;theme_color_indexes&quot;:[5,6,5,6,5,6]}"/>
</p:tagLst>
</file>

<file path=ppt/tags/tag13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35250_1*l_h_i*1_1_1"/>
  <p:tag name="KSO_WM_TEMPLATE_CATEGORY" val="diagram"/>
  <p:tag name="KSO_WM_TEMPLATE_INDEX" val="20235250"/>
  <p:tag name="KSO_WM_UNIT_LAYERLEVEL" val="1_1_1"/>
  <p:tag name="KSO_WM_TAG_VERSION" val="3.0"/>
  <p:tag name="KSO_WM_BEAUTIFY_FLAG" val="#wm#"/>
  <p:tag name="KSO_WM_DIAGRAM_GROUP_CODE" val="l1-1"/>
  <p:tag name="KSO_WM_UNIT_TYPE" val="l_h_i"/>
  <p:tag name="KSO_WM_UNIT_INDEX" val="1_1_1"/>
  <p:tag name="KSO_WM_DIAGRAM_VERSION" val="3"/>
  <p:tag name="KSO_WM_DIAGRAM_COLOR_TRICK" val="1"/>
  <p:tag name="KSO_WM_DIAGRAM_COLOR_TEXT_CAN_REMOVE" val="n"/>
  <p:tag name="KSO_WM_DIAGRAM_MAX_ITEMCNT" val="6"/>
  <p:tag name="KSO_WM_DIAGRAM_MIN_ITEMCNT" val="2"/>
  <p:tag name="KSO_WM_DIAGRAM_VIRTUALLY_FRAME" val="{&quot;height&quot;:446.69527559055115,&quot;left&quot;:99.94559055118108,&quot;top&quot;:84.28,&quot;width&quot;:734.3088976377953}"/>
  <p:tag name="KSO_WM_DIAGRAM_COLOR_MATCH_VALUE" val="{&quot;shape&quot;:{&quot;fill&quot;:{&quot;type&quot;:0},&quot;glow&quot;:{&quot;colorType&quot;:0},&quot;line&quot;:{&quot;gradient&quot;:[{&quot;brightness&quot;:0,&quot;colorType&quot;:1,&quot;foreColorIndex&quot;:5,&quot;pos&quot;:0.44999998807907104,&quot;transparency&quot;:0.699999988079071},{&quot;brightness&quot;:0,&quot;colorType&quot;:1,&quot;foreColorIndex&quot;:5,&quot;pos&quot;:1,&quot;transparency&quot;:1}],&quot;type&quot;:2},&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LINE_FORE_SCHEMECOLOR_INDEX" val="-2"/>
  <p:tag name="KSO_WM_DIAGRAM_USE_COLOR_VALUE" val="{&quot;color_scheme&quot;:1,&quot;color_type&quot;:1,&quot;theme_color_indexes&quot;:[5,6,5,6,5,6]}"/>
</p:tagLst>
</file>

<file path=ppt/tags/tag13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35250_1*l_h_i*1_2_1"/>
  <p:tag name="KSO_WM_TEMPLATE_CATEGORY" val="diagram"/>
  <p:tag name="KSO_WM_TEMPLATE_INDEX" val="20235250"/>
  <p:tag name="KSO_WM_UNIT_LAYERLEVEL" val="1_1_1"/>
  <p:tag name="KSO_WM_TAG_VERSION" val="3.0"/>
  <p:tag name="KSO_WM_BEAUTIFY_FLAG" val="#wm#"/>
  <p:tag name="KSO_WM_DIAGRAM_GROUP_CODE" val="l1-1"/>
  <p:tag name="KSO_WM_UNIT_TYPE" val="l_h_i"/>
  <p:tag name="KSO_WM_UNIT_INDEX" val="1_2_1"/>
  <p:tag name="KSO_WM_DIAGRAM_VERSION" val="3"/>
  <p:tag name="KSO_WM_DIAGRAM_COLOR_TRICK" val="1"/>
  <p:tag name="KSO_WM_DIAGRAM_COLOR_TEXT_CAN_REMOVE" val="n"/>
  <p:tag name="KSO_WM_DIAGRAM_MAX_ITEMCNT" val="6"/>
  <p:tag name="KSO_WM_DIAGRAM_MIN_ITEMCNT" val="2"/>
  <p:tag name="KSO_WM_DIAGRAM_VIRTUALLY_FRAME" val="{&quot;height&quot;:446.69527559055115,&quot;left&quot;:99.94559055118108,&quot;top&quot;:84.28,&quot;width&quot;:734.3088976377953}"/>
  <p:tag name="KSO_WM_DIAGRAM_COLOR_MATCH_VALUE" val="{&quot;shape&quot;:{&quot;fill&quot;:{&quot;type&quot;:0},&quot;glow&quot;:{&quot;colorType&quot;:0},&quot;line&quot;:{&quot;gradient&quot;:[{&quot;brightness&quot;:0,&quot;colorType&quot;:1,&quot;foreColorIndex&quot;:5,&quot;pos&quot;:0.44999998807907104,&quot;transparency&quot;:0.699999988079071},{&quot;brightness&quot;:0,&quot;colorType&quot;:1,&quot;foreColorIndex&quot;:5,&quot;pos&quot;:1,&quot;transparency&quot;:1}],&quot;type&quot;:2},&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LINE_FORE_SCHEMECOLOR_INDEX" val="-2"/>
  <p:tag name="KSO_WM_DIAGRAM_USE_COLOR_VALUE" val="{&quot;color_scheme&quot;:1,&quot;color_type&quot;:1,&quot;theme_color_indexes&quot;:[5,6,5,6,5,6]}"/>
</p:tagLst>
</file>

<file path=ppt/tags/tag131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35250_1*l_h_f*1_2_1"/>
  <p:tag name="KSO_WM_TEMPLATE_CATEGORY" val="diagram"/>
  <p:tag name="KSO_WM_TEMPLATE_INDEX" val="20235250"/>
  <p:tag name="KSO_WM_UNIT_LAYERLEVEL" val="1_1_1"/>
  <p:tag name="KSO_WM_TAG_VERSION" val="3.0"/>
  <p:tag name="KSO_WM_BEAUTIFY_FLAG" val="#wm#"/>
  <p:tag name="KSO_WM_UNIT_SUBTYPE" val="a"/>
  <p:tag name="KSO_WM_UNIT_TEXT_LAYER_COUNT" val="1"/>
  <p:tag name="KSO_WM_UNIT_NOCLEAR" val="0"/>
  <p:tag name="KSO_WM_DIAGRAM_GROUP_CODE" val="l1-1"/>
  <p:tag name="KSO_WM_UNIT_TYPE" val="l_h_f"/>
  <p:tag name="KSO_WM_UNIT_INDEX" val="1_2_1"/>
  <p:tag name="KSO_WM_UNIT_VALUE" val="132"/>
  <p:tag name="KSO_WM_DIAGRAM_VERSION" val="3"/>
  <p:tag name="KSO_WM_DIAGRAM_COLOR_TRICK" val="1"/>
  <p:tag name="KSO_WM_DIAGRAM_COLOR_TEXT_CAN_REMOVE" val="n"/>
  <p:tag name="KSO_WM_UNIT_TEXT_TYPE" val="1"/>
  <p:tag name="KSO_WM_DIAGRAM_MAX_ITEMCNT" val="6"/>
  <p:tag name="KSO_WM_DIAGRAM_MIN_ITEMCNT" val="2"/>
  <p:tag name="KSO_WM_DIAGRAM_VIRTUALLY_FRAME" val="{&quot;height&quot;:446.69527559055115,&quot;left&quot;:99.94559055118108,&quot;top&quot;:84.28,&quot;width&quot;:734.308897637795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此处添加文本具体内容，简明扼要地阐述您的观点。根据需要可酌情增减文字，以便观者准确地理解您传达的思想单击此处添加文本具体内容。"/>
  <p:tag name="KSO_WM_UNIT_LINE_FORE_SCHEMECOLOR_INDEX" val="-2"/>
  <p:tag name="KSO_WM_UNIT_TEXT_FILL_FORE_SCHEMECOLOR_INDEX" val="1"/>
  <p:tag name="KSO_WM_UNIT_TEXT_FILL_TYPE" val="1"/>
  <p:tag name="KSO_WM_DIAGRAM_USE_COLOR_VALUE" val="{&quot;color_scheme&quot;:1,&quot;color_type&quot;:1,&quot;theme_color_indexes&quot;:[5,6,5,6,5,6]}"/>
</p:tagLst>
</file>

<file path=ppt/tags/tag131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35250_1*l_h_f*1_1_1"/>
  <p:tag name="KSO_WM_TEMPLATE_CATEGORY" val="diagram"/>
  <p:tag name="KSO_WM_TEMPLATE_INDEX" val="20235250"/>
  <p:tag name="KSO_WM_UNIT_LAYERLEVEL" val="1_1_1"/>
  <p:tag name="KSO_WM_TAG_VERSION" val="3.0"/>
  <p:tag name="KSO_WM_BEAUTIFY_FLAG" val="#wm#"/>
  <p:tag name="KSO_WM_UNIT_SUBTYPE" val="a"/>
  <p:tag name="KSO_WM_UNIT_TEXT_LAYER_COUNT" val="1"/>
  <p:tag name="KSO_WM_UNIT_NOCLEAR" val="0"/>
  <p:tag name="KSO_WM_UNIT_VALUE" val="132"/>
  <p:tag name="KSO_WM_DIAGRAM_GROUP_CODE" val="l1-1"/>
  <p:tag name="KSO_WM_UNIT_TYPE" val="l_h_f"/>
  <p:tag name="KSO_WM_UNIT_INDEX" val="1_1_1"/>
  <p:tag name="KSO_WM_DIAGRAM_VERSION" val="3"/>
  <p:tag name="KSO_WM_DIAGRAM_COLOR_TRICK" val="1"/>
  <p:tag name="KSO_WM_DIAGRAM_COLOR_TEXT_CAN_REMOVE" val="n"/>
  <p:tag name="KSO_WM_UNIT_TEXT_TYPE" val="1"/>
  <p:tag name="KSO_WM_DIAGRAM_MAX_ITEMCNT" val="6"/>
  <p:tag name="KSO_WM_DIAGRAM_MIN_ITEMCNT" val="2"/>
  <p:tag name="KSO_WM_DIAGRAM_VIRTUALLY_FRAME" val="{&quot;height&quot;:446.69527559055115,&quot;left&quot;:99.94559055118108,&quot;top&quot;:84.28,&quot;width&quot;:734.308897637795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此处添加文本具体内容，简明扼要地阐述您的观点。根据需要可酌情增减文字，以便观者准确地理解您传达的思想。"/>
  <p:tag name="KSO_WM_UNIT_LINE_FORE_SCHEMECOLOR_INDEX" val="-2"/>
  <p:tag name="KSO_WM_UNIT_TEXT_FILL_FORE_SCHEMECOLOR_INDEX" val="1"/>
  <p:tag name="KSO_WM_UNIT_TEXT_FILL_TYPE" val="1"/>
  <p:tag name="KSO_WM_DIAGRAM_USE_COLOR_VALUE" val="{&quot;color_scheme&quot;:1,&quot;color_type&quot;:1,&quot;theme_color_indexes&quot;:[5,6,5,6,5,6]}"/>
</p:tagLst>
</file>

<file path=ppt/tags/tag131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35250_1*l_h_i*1_1_2"/>
  <p:tag name="KSO_WM_TEMPLATE_CATEGORY" val="diagram"/>
  <p:tag name="KSO_WM_TEMPLATE_INDEX" val="20235250"/>
  <p:tag name="KSO_WM_UNIT_LAYERLEVEL" val="1_1_1"/>
  <p:tag name="KSO_WM_TAG_VERSION" val="3.0"/>
  <p:tag name="KSO_WM_BEAUTIFY_FLAG" val="#wm#"/>
  <p:tag name="KSO_WM_DIAGRAM_GROUP_CODE" val="l1-1"/>
  <p:tag name="KSO_WM_UNIT_TYPE" val="l_h_i"/>
  <p:tag name="KSO_WM_UNIT_INDEX" val="1_1_2"/>
  <p:tag name="KSO_WM_DIAGRAM_VERSION" val="3"/>
  <p:tag name="KSO_WM_DIAGRAM_COLOR_TRICK" val="1"/>
  <p:tag name="KSO_WM_DIAGRAM_COLOR_TEXT_CAN_REMOVE" val="n"/>
  <p:tag name="KSO_WM_DIAGRAM_MAX_ITEMCNT" val="6"/>
  <p:tag name="KSO_WM_DIAGRAM_MIN_ITEMCNT" val="2"/>
  <p:tag name="KSO_WM_DIAGRAM_VIRTUALLY_FRAME" val="{&quot;height&quot;:446.69527559055115,&quot;left&quot;:99.94559055118108,&quot;top&quot;:84.28,&quot;width&quot;:734.3088976377953}"/>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UNIT_LINE_FORE_SCHEMECOLOR_INDEX" val="-2"/>
  <p:tag name="KSO_WM_DIAGRAM_USE_COLOR_VALUE" val="{&quot;color_scheme&quot;:1,&quot;color_type&quot;:1,&quot;theme_color_indexes&quot;:[5,6,5,6,5,6]}"/>
</p:tagLst>
</file>

<file path=ppt/tags/tag131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35250_1*l_h_x*1_1_1"/>
  <p:tag name="KSO_WM_TEMPLATE_CATEGORY" val="diagram"/>
  <p:tag name="KSO_WM_TEMPLATE_INDEX" val="20235250"/>
  <p:tag name="KSO_WM_UNIT_LAYERLEVEL" val="1_1_1"/>
  <p:tag name="KSO_WM_TAG_VERSION" val="3.0"/>
  <p:tag name="KSO_WM_BEAUTIFY_FLAG" val="#wm#"/>
  <p:tag name="KSO_WM_UNIT_VALUE" val="92*92"/>
  <p:tag name="KSO_WM_DIAGRAM_GROUP_CODE" val="l1-1"/>
  <p:tag name="KSO_WM_UNIT_TYPE" val="l_h_x"/>
  <p:tag name="KSO_WM_UNIT_INDEX" val="1_1_1"/>
  <p:tag name="KSO_WM_DIAGRAM_VERSION" val="3"/>
  <p:tag name="KSO_WM_DIAGRAM_COLOR_TRICK" val="1"/>
  <p:tag name="KSO_WM_DIAGRAM_COLOR_TEXT_CAN_REMOVE" val="n"/>
  <p:tag name="KSO_WM_DIAGRAM_MAX_ITEMCNT" val="6"/>
  <p:tag name="KSO_WM_DIAGRAM_MIN_ITEMCNT" val="2"/>
  <p:tag name="KSO_WM_DIAGRAM_VIRTUALLY_FRAME" val="{&quot;height&quot;:446.69527559055115,&quot;left&quot;:99.94559055118108,&quot;top&quot;:84.28,&quot;width&quot;:734.3088976377953}"/>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DIAGRAM_USE_COLOR_VALUE" val="{&quot;color_scheme&quot;:1,&quot;color_type&quot;:1,&quot;theme_color_indexes&quot;:[5,6,5,6,5,6]}"/>
</p:tagLst>
</file>

<file path=ppt/tags/tag13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35250_1*l_h_i*1_2_2"/>
  <p:tag name="KSO_WM_TEMPLATE_CATEGORY" val="diagram"/>
  <p:tag name="KSO_WM_TEMPLATE_INDEX" val="20235250"/>
  <p:tag name="KSO_WM_UNIT_LAYERLEVEL" val="1_1_1"/>
  <p:tag name="KSO_WM_TAG_VERSION" val="3.0"/>
  <p:tag name="KSO_WM_BEAUTIFY_FLAG" val="#wm#"/>
  <p:tag name="KSO_WM_DIAGRAM_GROUP_CODE" val="l1-1"/>
  <p:tag name="KSO_WM_UNIT_TYPE" val="l_h_i"/>
  <p:tag name="KSO_WM_UNIT_INDEX" val="1_2_2"/>
  <p:tag name="KSO_WM_DIAGRAM_VERSION" val="3"/>
  <p:tag name="KSO_WM_DIAGRAM_COLOR_TRICK" val="1"/>
  <p:tag name="KSO_WM_DIAGRAM_COLOR_TEXT_CAN_REMOVE" val="n"/>
  <p:tag name="KSO_WM_DIAGRAM_MAX_ITEMCNT" val="6"/>
  <p:tag name="KSO_WM_DIAGRAM_MIN_ITEMCNT" val="2"/>
  <p:tag name="KSO_WM_DIAGRAM_VIRTUALLY_FRAME" val="{&quot;height&quot;:446.69527559055115,&quot;left&quot;:99.94559055118108,&quot;top&quot;:84.28,&quot;width&quot;:734.3088976377953}"/>
  <p:tag name="KSO_WM_DIAGRAM_COLOR_MATCH_VALUE" val="{&quot;shape&quot;:{&quot;fill&quot;:{&quot;solid&quot;:{&quot;brightness&quot;:0,&quot;colorType&quot;:1,&quot;foreColorIndex&quot;:5,&quot;transparency&quot;:0.5},&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UNIT_LINE_FORE_SCHEMECOLOR_INDEX" val="-2"/>
  <p:tag name="KSO_WM_DIAGRAM_USE_COLOR_VALUE" val="{&quot;color_scheme&quot;:1,&quot;color_type&quot;:1,&quot;theme_color_indexes&quot;:[5,6,5,6,5,6]}"/>
</p:tagLst>
</file>

<file path=ppt/tags/tag13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35250_1*l_h_x*1_2_1"/>
  <p:tag name="KSO_WM_TEMPLATE_CATEGORY" val="diagram"/>
  <p:tag name="KSO_WM_TEMPLATE_INDEX" val="20235250"/>
  <p:tag name="KSO_WM_UNIT_LAYERLEVEL" val="1_1_1"/>
  <p:tag name="KSO_WM_TAG_VERSION" val="3.0"/>
  <p:tag name="KSO_WM_BEAUTIFY_FLAG" val="#wm#"/>
  <p:tag name="KSO_WM_UNIT_VALUE" val="89*89"/>
  <p:tag name="KSO_WM_DIAGRAM_GROUP_CODE" val="l1-1"/>
  <p:tag name="KSO_WM_UNIT_TYPE" val="l_h_x"/>
  <p:tag name="KSO_WM_UNIT_INDEX" val="1_2_1"/>
  <p:tag name="KSO_WM_DIAGRAM_VERSION" val="3"/>
  <p:tag name="KSO_WM_DIAGRAM_COLOR_TRICK" val="1"/>
  <p:tag name="KSO_WM_DIAGRAM_COLOR_TEXT_CAN_REMOVE" val="n"/>
  <p:tag name="KSO_WM_DIAGRAM_MAX_ITEMCNT" val="6"/>
  <p:tag name="KSO_WM_DIAGRAM_MIN_ITEMCNT" val="2"/>
  <p:tag name="KSO_WM_DIAGRAM_VIRTUALLY_FRAME" val="{&quot;height&quot;:446.69527559055115,&quot;left&quot;:99.94559055118108,&quot;top&quot;:84.28,&quot;width&quot;:734.3088976377953}"/>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DIAGRAM_USE_COLOR_VALUE" val="{&quot;color_scheme&quot;:1,&quot;color_type&quot;:1,&quot;theme_color_indexes&quot;:[5,6,5,6,5,6]}"/>
</p:tagLst>
</file>

<file path=ppt/tags/tag1319.xml><?xml version="1.0" encoding="utf-8"?>
<p:tagLst xmlns:a="http://schemas.openxmlformats.org/drawingml/2006/main" xmlns:r="http://schemas.openxmlformats.org/officeDocument/2006/relationships" xmlns:p="http://schemas.openxmlformats.org/presentationml/2006/main">
  <p:tag name="KSO_WM_SLIDE_ID" val="diagram20233315_2"/>
  <p:tag name="KSO_WM_TEMPLATE_SUBCATEGORY" val="0"/>
  <p:tag name="KSO_WM_TEMPLATE_MASTER_TYPE" val="0"/>
  <p:tag name="KSO_WM_TEMPLATE_COLOR_TYPE" val="0"/>
  <p:tag name="KSO_WM_SLIDE_ITEM_CNT" val="4"/>
  <p:tag name="KSO_WM_SLIDE_INDEX" val="2"/>
  <p:tag name="KSO_WM_TAG_VERSION" val="3.0"/>
  <p:tag name="KSO_WM_BEAUTIFY_FLAG" val="#wm#"/>
  <p:tag name="KSO_WM_TEMPLATE_CATEGORY" val="custom"/>
  <p:tag name="KSO_WM_TEMPLATE_INDEX" val="20235971"/>
  <p:tag name="KSO_WM_SLIDE_TYPE" val="text"/>
  <p:tag name="KSO_WM_SLIDE_SUBTYPE" val="diag"/>
  <p:tag name="KSO_WM_SLIDE_SIZE" val="850.394*297.555"/>
  <p:tag name="KSO_WM_SLIDE_POSITION" val="54.8032*139.28"/>
  <p:tag name="KSO_WM_SLIDE_LAYOUT" val="a_l"/>
  <p:tag name="KSO_WM_SLIDE_LAYOUT_CNT" val="1_1"/>
  <p:tag name="KSO_WM_SPECIAL_SOURCE" val="bdnull"/>
  <p:tag name="KSO_WM_DIAGRAM_GROUP_CODE" val="l1-1"/>
  <p:tag name="KSO_WM_SLIDE_DIAGTYPE" val="l"/>
</p:tagLst>
</file>

<file path=ppt/tags/tag1320.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diagram20233315_2*a*1"/>
  <p:tag name="KSO_WM_TEMPLATE_CATEGORY" val="diagram"/>
  <p:tag name="KSO_WM_TEMPLATE_INDEX" val="20233315"/>
  <p:tag name="KSO_WM_UNIT_LAYERLEVEL" val="1"/>
  <p:tag name="KSO_WM_TAG_VERSION" val="3.0"/>
  <p:tag name="KSO_WM_BEAUTIFY_FLAG" val="#wm#"/>
  <p:tag name="KSO_WM_DIAGRAM_GROUP_CODE" val="l1-1"/>
  <p:tag name="KSO_WM_UNIT_PRESET_TEXT" val="单击此处添加标题"/>
  <p:tag name="KSO_WM_UNIT_TEXT_TYPE" val="1"/>
  <p:tag name="KSO_WM_UNIT_TEXT_FILL_FORE_SCHEMECOLOR_INDEX" val="15"/>
  <p:tag name="KSO_WM_UNIT_TEXT_FILL_TYPE" val="1"/>
  <p:tag name="KSO_WM_UNIT_USESOURCEFORMAT_APPLY" val="0"/>
</p:tagLst>
</file>

<file path=ppt/tags/tag1321.xml><?xml version="1.0" encoding="utf-8"?>
<p:tagLst xmlns:a="http://schemas.openxmlformats.org/drawingml/2006/main" xmlns:r="http://schemas.openxmlformats.org/officeDocument/2006/relationships"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233315_1*l_h_f*1_1_1"/>
  <p:tag name="KSO_WM_TEMPLATE_CATEGORY" val="diagram"/>
  <p:tag name="KSO_WM_TEMPLATE_INDEX" val="20233315"/>
  <p:tag name="KSO_WM_UNIT_LAYERLEVEL" val="1_1_1"/>
  <p:tag name="KSO_WM_TAG_VERSION" val="3.0"/>
  <p:tag name="KSO_WM_BEAUTIFY_FLAG" val="#wm#"/>
  <p:tag name="KSO_WM_DIAGRAM_MAX_ITEMCNT" val="4"/>
  <p:tag name="KSO_WM_DIAGRAM_MIN_ITEMCNT" val="3"/>
  <p:tag name="KSO_WM_DIAGRAM_VIRTUALLY_FRAME" val="{&quot;height&quot;:305.4681091308594,&quot;width&quot;:850.3937988281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32"/>
  <p:tag name="KSO_WM_DIAGRAM_VERSION" val="3"/>
  <p:tag name="KSO_WM_DIAGRAM_COLOR_TRICK" val="1"/>
  <p:tag name="KSO_WM_DIAGRAM_COLOR_TEXT_CAN_REMOVE" val="n"/>
  <p:tag name="KSO_WM_UNIT_PRESET_TEXT" val="单击此处添加内容，简明扼要地阐述观点。根据需要酌情增减文字"/>
  <p:tag name="KSO_WM_UNIT_TEXT_FILL_FORE_SCHEMECOLOR_INDEX" val="1"/>
  <p:tag name="KSO_WM_UNIT_TEXT_FILL_TYPE" val="1"/>
  <p:tag name="KSO_WM_UNIT_TEXT_TYPE" val="1"/>
  <p:tag name="KSO_WM_UNIT_TEXT_LAYER_COUNT" val="1"/>
  <p:tag name="KSO_WM_UNIT_USESOURCEFORMAT_APPLY" val="0"/>
</p:tagLst>
</file>

<file path=ppt/tags/tag1322.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1_1"/>
  <p:tag name="KSO_WM_UNIT_ID" val="diagram20233315_1*l_h_a*1_1_1"/>
  <p:tag name="KSO_WM_TEMPLATE_CATEGORY" val="diagram"/>
  <p:tag name="KSO_WM_TEMPLATE_INDEX" val="20233315"/>
  <p:tag name="KSO_WM_UNIT_LAYERLEVEL" val="1_1_1"/>
  <p:tag name="KSO_WM_TAG_VERSION" val="3.0"/>
  <p:tag name="KSO_WM_BEAUTIFY_FLAG" val="#wm#"/>
  <p:tag name="KSO_WM_DIAGRAM_MAX_ITEMCNT" val="4"/>
  <p:tag name="KSO_WM_DIAGRAM_MIN_ITEMCNT" val="3"/>
  <p:tag name="KSO_WM_DIAGRAM_VIRTUALLY_FRAME" val="{&quot;height&quot;:305.4681091308594,&quot;width&quot;:850.3937988281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12"/>
  <p:tag name="KSO_WM_DIAGRAM_VERSION" val="3"/>
  <p:tag name="KSO_WM_DIAGRAM_COLOR_TRICK" val="1"/>
  <p:tag name="KSO_WM_DIAGRAM_COLOR_TEXT_CAN_REMOVE" val="n"/>
  <p:tag name="KSO_WM_UNIT_PRESET_TEXT" val="此处添加项标题"/>
  <p:tag name="KSO_WM_UNIT_TEXT_FILL_FORE_SCHEMECOLOR_INDEX" val="1"/>
  <p:tag name="KSO_WM_UNIT_TEXT_FILL_TYPE" val="1"/>
  <p:tag name="KSO_WM_UNIT_TEXT_TYPE" val="1"/>
  <p:tag name="KSO_WM_UNIT_USESOURCEFORMAT_APPLY" val="0"/>
</p:tagLst>
</file>

<file path=ppt/tags/tag1323.xml><?xml version="1.0" encoding="utf-8"?>
<p:tagLst xmlns:a="http://schemas.openxmlformats.org/drawingml/2006/main" xmlns:r="http://schemas.openxmlformats.org/officeDocument/2006/relationships"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3_1"/>
  <p:tag name="KSO_WM_UNIT_ID" val="diagram20233315_1*l_h_f*1_3_1"/>
  <p:tag name="KSO_WM_TEMPLATE_CATEGORY" val="diagram"/>
  <p:tag name="KSO_WM_TEMPLATE_INDEX" val="20233315"/>
  <p:tag name="KSO_WM_UNIT_LAYERLEVEL" val="1_1_1"/>
  <p:tag name="KSO_WM_TAG_VERSION" val="3.0"/>
  <p:tag name="KSO_WM_BEAUTIFY_FLAG" val="#wm#"/>
  <p:tag name="KSO_WM_DIAGRAM_MAX_ITEMCNT" val="4"/>
  <p:tag name="KSO_WM_DIAGRAM_MIN_ITEMCNT" val="3"/>
  <p:tag name="KSO_WM_DIAGRAM_VIRTUALLY_FRAME" val="{&quot;height&quot;:305.4681091308594,&quot;width&quot;:850.3937988281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32"/>
  <p:tag name="KSO_WM_DIAGRAM_VERSION" val="3"/>
  <p:tag name="KSO_WM_DIAGRAM_COLOR_TRICK" val="1"/>
  <p:tag name="KSO_WM_DIAGRAM_COLOR_TEXT_CAN_REMOVE" val="n"/>
  <p:tag name="KSO_WM_UNIT_PRESET_TEXT" val="单击此处添加内容，简明扼要地阐述观点。根据需要酌情增减文字"/>
  <p:tag name="KSO_WM_UNIT_TEXT_FILL_FORE_SCHEMECOLOR_INDEX" val="1"/>
  <p:tag name="KSO_WM_UNIT_TEXT_FILL_TYPE" val="1"/>
  <p:tag name="KSO_WM_UNIT_TEXT_TYPE" val="1"/>
  <p:tag name="KSO_WM_UNIT_TEXT_LAYER_COUNT" val="1"/>
  <p:tag name="KSO_WM_UNIT_USESOURCEFORMAT_APPLY" val="0"/>
</p:tagLst>
</file>

<file path=ppt/tags/tag1324.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3_1"/>
  <p:tag name="KSO_WM_UNIT_ID" val="diagram20233315_1*l_h_a*1_3_1"/>
  <p:tag name="KSO_WM_TEMPLATE_CATEGORY" val="diagram"/>
  <p:tag name="KSO_WM_TEMPLATE_INDEX" val="20233315"/>
  <p:tag name="KSO_WM_UNIT_LAYERLEVEL" val="1_1_1"/>
  <p:tag name="KSO_WM_TAG_VERSION" val="3.0"/>
  <p:tag name="KSO_WM_BEAUTIFY_FLAG" val="#wm#"/>
  <p:tag name="KSO_WM_DIAGRAM_MAX_ITEMCNT" val="4"/>
  <p:tag name="KSO_WM_DIAGRAM_MIN_ITEMCNT" val="3"/>
  <p:tag name="KSO_WM_DIAGRAM_VIRTUALLY_FRAME" val="{&quot;height&quot;:305.4681091308594,&quot;width&quot;:850.3937988281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VALUE" val="12"/>
  <p:tag name="KSO_WM_UNIT_PRESET_TEXT" val="此处添加项标题"/>
  <p:tag name="KSO_WM_UNIT_TEXT_FILL_FORE_SCHEMECOLOR_INDEX" val="1"/>
  <p:tag name="KSO_WM_UNIT_TEXT_FILL_TYPE" val="1"/>
  <p:tag name="KSO_WM_UNIT_TEXT_TYPE" val="1"/>
  <p:tag name="KSO_WM_UNIT_USESOURCEFORMAT_APPLY" val="0"/>
</p:tagLst>
</file>

<file path=ppt/tags/tag1325.xml><?xml version="1.0" encoding="utf-8"?>
<p:tagLst xmlns:a="http://schemas.openxmlformats.org/drawingml/2006/main" xmlns:r="http://schemas.openxmlformats.org/officeDocument/2006/relationships"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20233315_1*l_h_f*1_2_1"/>
  <p:tag name="KSO_WM_TEMPLATE_CATEGORY" val="diagram"/>
  <p:tag name="KSO_WM_TEMPLATE_INDEX" val="20233315"/>
  <p:tag name="KSO_WM_UNIT_LAYERLEVEL" val="1_1_1"/>
  <p:tag name="KSO_WM_TAG_VERSION" val="3.0"/>
  <p:tag name="KSO_WM_BEAUTIFY_FLAG" val="#wm#"/>
  <p:tag name="KSO_WM_DIAGRAM_MAX_ITEMCNT" val="4"/>
  <p:tag name="KSO_WM_DIAGRAM_MIN_ITEMCNT" val="3"/>
  <p:tag name="KSO_WM_DIAGRAM_VIRTUALLY_FRAME" val="{&quot;height&quot;:305.4681091308594,&quot;width&quot;:850.3937988281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32"/>
  <p:tag name="KSO_WM_DIAGRAM_VERSION" val="3"/>
  <p:tag name="KSO_WM_DIAGRAM_COLOR_TRICK" val="1"/>
  <p:tag name="KSO_WM_DIAGRAM_COLOR_TEXT_CAN_REMOVE" val="n"/>
  <p:tag name="KSO_WM_UNIT_PRESET_TEXT" val="单击此处添加内容，简明扼要地阐述观点。根据需要酌情增减文字&#10;"/>
  <p:tag name="KSO_WM_UNIT_TEXT_FILL_FORE_SCHEMECOLOR_INDEX" val="1"/>
  <p:tag name="KSO_WM_UNIT_TEXT_FILL_TYPE" val="1"/>
  <p:tag name="KSO_WM_UNIT_TEXT_TYPE" val="1"/>
  <p:tag name="KSO_WM_UNIT_TEXT_LAYER_COUNT" val="1"/>
  <p:tag name="KSO_WM_UNIT_USESOURCEFORMAT_APPLY" val="0"/>
</p:tagLst>
</file>

<file path=ppt/tags/tag1326.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2_1"/>
  <p:tag name="KSO_WM_UNIT_ID" val="diagram20233315_1*l_h_a*1_2_1"/>
  <p:tag name="KSO_WM_TEMPLATE_CATEGORY" val="diagram"/>
  <p:tag name="KSO_WM_TEMPLATE_INDEX" val="20233315"/>
  <p:tag name="KSO_WM_UNIT_LAYERLEVEL" val="1_1_1"/>
  <p:tag name="KSO_WM_TAG_VERSION" val="3.0"/>
  <p:tag name="KSO_WM_BEAUTIFY_FLAG" val="#wm#"/>
  <p:tag name="KSO_WM_DIAGRAM_MAX_ITEMCNT" val="4"/>
  <p:tag name="KSO_WM_DIAGRAM_MIN_ITEMCNT" val="3"/>
  <p:tag name="KSO_WM_DIAGRAM_VIRTUALLY_FRAME" val="{&quot;height&quot;:305.4681091308594,&quot;width&quot;:850.3937988281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VALUE" val="12"/>
  <p:tag name="KSO_WM_UNIT_PRESET_TEXT" val="此处添加项标题"/>
  <p:tag name="KSO_WM_UNIT_TEXT_FILL_FORE_SCHEMECOLOR_INDEX" val="1"/>
  <p:tag name="KSO_WM_UNIT_TEXT_FILL_TYPE" val="1"/>
  <p:tag name="KSO_WM_UNIT_TEXT_TYPE" val="1"/>
  <p:tag name="KSO_WM_UNIT_USESOURCEFORMAT_APPLY" val="0"/>
</p:tagLst>
</file>

<file path=ppt/tags/tag132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3315_1*l_h_d*1_1_1"/>
  <p:tag name="KSO_WM_TEMPLATE_CATEGORY" val="diagram"/>
  <p:tag name="KSO_WM_TEMPLATE_INDEX" val="20233315"/>
  <p:tag name="KSO_WM_UNIT_LAYERLEVEL" val="1_1_1"/>
  <p:tag name="KSO_WM_TAG_VERSION" val="3.0"/>
  <p:tag name="KSO_WM_BEAUTIFY_FLAG" val="#wm#"/>
  <p:tag name="KSO_WM_UNIT_VALUE" val="450*450"/>
  <p:tag name="KSO_WM_UNIT_TYPE" val="l_h_d"/>
  <p:tag name="KSO_WM_UNIT_INDEX" val="1_1_1"/>
  <p:tag name="KSO_WM_DIAGRAM_VERSION" val="3"/>
  <p:tag name="KSO_WM_DIAGRAM_COLOR_TRICK" val="1"/>
  <p:tag name="KSO_WM_DIAGRAM_COLOR_TEXT_CAN_REMOVE" val="n"/>
  <p:tag name="KSO_WM_DIAGRAM_MAX_ITEMCNT" val="4"/>
  <p:tag name="KSO_WM_DIAGRAM_MIN_ITEMCNT" val="3"/>
  <p:tag name="KSO_WM_DIAGRAM_VIRTUALLY_FRAME" val="{&quot;height&quot;:305.4681091308594,&quot;width&quot;:850.393798828125}"/>
  <p:tag name="KSO_WM_DIAGRAM_COLOR_MATCH_VALUE" val="{&quot;shape&quot;:{&quot;fill&quot;:{&quot;type&quot;:0},&quot;glow&quot;:{&quot;colorType&quot;:0},&quot;line&quot;:{&quot;solidLine&quot;:{&quot;brightness&quot;:0.6000000238418579,&quot;colorType&quot;:1,&quot;foreColorIndex&quot;:13,&quot;transparency&quot;:0.800000011920929},&quot;type&quot;:1},&quot;shadow&quot;:{&quot;colorType&quot;:0},&quot;threeD&quot;:{&quot;curvedSurface&quot;:{&quot;brightness&quot;:0,&quot;colorType&quot;:2,&quot;rgb&quot;:&quot;#000000&quot;},&quot;depth&quot;:{&quot;colorType&quot;:0}}},&quot;text&quot;:{&quot;fill&quot;:{},&quot;glow&quot;:{},&quot;line&quot;:{},&quot;shadow&quot;:{},&quot;threeD&quot;:{}}}"/>
  <p:tag name="KSO_WM_UNIT_LINE_FORE_SCHEMECOLOR_INDEX" val="13"/>
  <p:tag name="KSO_WM_UNIT_PICTURE_SUBTYPE" val="b"/>
  <p:tag name="MH_PIC_SOURCE_TYPE" val="generate_slide_ai*{&quot;ai_type&quot;:&quot;generate_ppt&quot;,&quot;id&quot;:&quot;VCG41N1477633215&quot;}*auto_gallery_ai_v2.0.9_ONLINE*1744641021005_10.5_77d2bec61e02-slide-8"/>
  <p:tag name="KSO_WM_UNIT_LINE_FILL_TYPE" val="2"/>
  <p:tag name="KSO_WM_UNIT_USESOURCEFORMAT_APPLY" val="0"/>
</p:tagLst>
</file>

<file path=ppt/tags/tag132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3315_1*l_h_d*1_2_1"/>
  <p:tag name="KSO_WM_TEMPLATE_CATEGORY" val="diagram"/>
  <p:tag name="KSO_WM_TEMPLATE_INDEX" val="20233315"/>
  <p:tag name="KSO_WM_UNIT_LAYERLEVEL" val="1_1_1"/>
  <p:tag name="KSO_WM_TAG_VERSION" val="3.0"/>
  <p:tag name="KSO_WM_BEAUTIFY_FLAG" val="#wm#"/>
  <p:tag name="KSO_WM_UNIT_VALUE" val="450*450"/>
  <p:tag name="KSO_WM_UNIT_TYPE" val="l_h_d"/>
  <p:tag name="KSO_WM_UNIT_INDEX" val="1_2_1"/>
  <p:tag name="KSO_WM_DIAGRAM_VERSION" val="3"/>
  <p:tag name="KSO_WM_DIAGRAM_COLOR_TRICK" val="1"/>
  <p:tag name="KSO_WM_DIAGRAM_COLOR_TEXT_CAN_REMOVE" val="n"/>
  <p:tag name="KSO_WM_DIAGRAM_MAX_ITEMCNT" val="4"/>
  <p:tag name="KSO_WM_DIAGRAM_MIN_ITEMCNT" val="3"/>
  <p:tag name="KSO_WM_DIAGRAM_VIRTUALLY_FRAME" val="{&quot;height&quot;:305.4681091308594,&quot;width&quot;:850.393798828125}"/>
  <p:tag name="KSO_WM_DIAGRAM_COLOR_MATCH_VALUE" val="{&quot;shape&quot;:{&quot;fill&quot;:{&quot;type&quot;:0},&quot;glow&quot;:{&quot;colorType&quot;:0},&quot;line&quot;:{&quot;solidLine&quot;:{&quot;brightness&quot;:0.6000000238418579,&quot;colorType&quot;:1,&quot;foreColorIndex&quot;:13,&quot;transparency&quot;:0.800000011920929},&quot;type&quot;:1},&quot;shadow&quot;:{&quot;colorType&quot;:0},&quot;threeD&quot;:{&quot;curvedSurface&quot;:{&quot;brightness&quot;:0,&quot;colorType&quot;:2,&quot;rgb&quot;:&quot;#000000&quot;},&quot;depth&quot;:{&quot;colorType&quot;:0}}},&quot;text&quot;:{&quot;fill&quot;:{},&quot;glow&quot;:{},&quot;line&quot;:{},&quot;shadow&quot;:{},&quot;threeD&quot;:{}}}"/>
  <p:tag name="KSO_WM_UNIT_LINE_FORE_SCHEMECOLOR_INDEX" val="13"/>
  <p:tag name="KSO_WM_UNIT_PICTURE_SUBTYPE" val="b"/>
  <p:tag name="MH_PIC_SOURCE_TYPE" val="generate_slide_ai*{&quot;ai_type&quot;:&quot;generate_ppt&quot;,&quot;id&quot;:&quot;&quot;}*auto_ai_ai_v2.0.9_ONLINE*1744641021005_10.5_77d2bec61e02-slide-8"/>
  <p:tag name="KSO_WM_UNIT_LINE_FILL_TYPE" val="2"/>
  <p:tag name="KSO_WM_UNIT_USESOURCEFORMAT_APPLY" val="0"/>
</p:tagLst>
</file>

<file path=ppt/tags/tag132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3315_1*l_h_d*1_3_1"/>
  <p:tag name="KSO_WM_TEMPLATE_CATEGORY" val="diagram"/>
  <p:tag name="KSO_WM_TEMPLATE_INDEX" val="20233315"/>
  <p:tag name="KSO_WM_UNIT_LAYERLEVEL" val="1_1_1"/>
  <p:tag name="KSO_WM_TAG_VERSION" val="3.0"/>
  <p:tag name="KSO_WM_BEAUTIFY_FLAG" val="#wm#"/>
  <p:tag name="KSO_WM_UNIT_VALUE" val="450*450"/>
  <p:tag name="KSO_WM_UNIT_TYPE" val="l_h_d"/>
  <p:tag name="KSO_WM_UNIT_INDEX" val="1_3_1"/>
  <p:tag name="KSO_WM_DIAGRAM_VERSION" val="3"/>
  <p:tag name="KSO_WM_DIAGRAM_COLOR_TRICK" val="1"/>
  <p:tag name="KSO_WM_DIAGRAM_COLOR_TEXT_CAN_REMOVE" val="n"/>
  <p:tag name="KSO_WM_DIAGRAM_MAX_ITEMCNT" val="4"/>
  <p:tag name="KSO_WM_DIAGRAM_MIN_ITEMCNT" val="3"/>
  <p:tag name="KSO_WM_DIAGRAM_VIRTUALLY_FRAME" val="{&quot;height&quot;:305.4681091308594,&quot;width&quot;:850.393798828125}"/>
  <p:tag name="KSO_WM_DIAGRAM_COLOR_MATCH_VALUE" val="{&quot;shape&quot;:{&quot;fill&quot;:{&quot;type&quot;:0},&quot;glow&quot;:{&quot;colorType&quot;:0},&quot;line&quot;:{&quot;solidLine&quot;:{&quot;brightness&quot;:0.6000000238418579,&quot;colorType&quot;:1,&quot;foreColorIndex&quot;:13,&quot;transparency&quot;:0.800000011920929},&quot;type&quot;:1},&quot;shadow&quot;:{&quot;colorType&quot;:0},&quot;threeD&quot;:{&quot;curvedSurface&quot;:{&quot;brightness&quot;:0,&quot;colorType&quot;:2,&quot;rgb&quot;:&quot;#000000&quot;},&quot;depth&quot;:{&quot;colorType&quot;:0}}},&quot;text&quot;:{&quot;fill&quot;:{},&quot;glow&quot;:{},&quot;line&quot;:{},&quot;shadow&quot;:{},&quot;threeD&quot;:{}}}"/>
  <p:tag name="KSO_WM_UNIT_LINE_FORE_SCHEMECOLOR_INDEX" val="13"/>
  <p:tag name="KSO_WM_UNIT_PICTURE_SUBTYPE" val="b"/>
  <p:tag name="MH_PIC_SOURCE_TYPE" val="generate_slide_ai*{&quot;ai_type&quot;:&quot;generate_ppt&quot;,&quot;id&quot;:&quot;VCG41N1353921480&quot;}*auto_gallery_ai_v2.0.9_ONLINE*1744641021005_10.5_77d2bec61e02-slide-8"/>
  <p:tag name="KSO_WM_UNIT_LINE_FILL_TYPE" val="2"/>
  <p:tag name="KSO_WM_UNIT_USESOURCEFORMAT_APPLY" val="0"/>
</p:tagLst>
</file>

<file path=ppt/tags/tag133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3315_1*l_h_i*1_1_1"/>
  <p:tag name="KSO_WM_TEMPLATE_CATEGORY" val="diagram"/>
  <p:tag name="KSO_WM_TEMPLATE_INDEX" val="20233315"/>
  <p:tag name="KSO_WM_UNIT_LAYERLEVEL" val="1_1_1"/>
  <p:tag name="KSO_WM_TAG_VERSION" val="3.0"/>
  <p:tag name="KSO_WM_BEAUTIFY_FLAG" val="#wm#"/>
  <p:tag name="KSO_WM_UNIT_SUBTYPE" val="d"/>
  <p:tag name="KSO_WM_UNIT_TYPE" val="l_h_i"/>
  <p:tag name="KSO_WM_UNIT_INDEX" val="1_1_1"/>
  <p:tag name="KSO_WM_DIAGRAM_VERSION" val="3"/>
  <p:tag name="KSO_WM_DIAGRAM_COLOR_TRICK" val="1"/>
  <p:tag name="KSO_WM_DIAGRAM_COLOR_TEXT_CAN_REMOVE" val="n"/>
  <p:tag name="KSO_WM_DIAGRAM_MAX_ITEMCNT" val="4"/>
  <p:tag name="KSO_WM_DIAGRAM_MIN_ITEMCNT" val="3"/>
  <p:tag name="KSO_WM_DIAGRAM_VIRTUALLY_FRAME" val="{&quot;height&quot;:305.4681091308594,&quot;width&quot;:850.39379882812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UNIT_TEXT_FILL_FORE_SCHEMECOLOR_INDEX" val="1"/>
  <p:tag name="KSO_WM_UNIT_TEXT_FILL_TYPE" val="1"/>
  <p:tag name="KSO_WM_UNIT_USESOURCEFORMAT_APPLY" val="0"/>
</p:tagLst>
</file>

<file path=ppt/tags/tag13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3315_1*l_h_i*1_2_1"/>
  <p:tag name="KSO_WM_TEMPLATE_CATEGORY" val="diagram"/>
  <p:tag name="KSO_WM_TEMPLATE_INDEX" val="20233315"/>
  <p:tag name="KSO_WM_UNIT_LAYERLEVEL" val="1_1_1"/>
  <p:tag name="KSO_WM_TAG_VERSION" val="3.0"/>
  <p:tag name="KSO_WM_BEAUTIFY_FLAG" val="#wm#"/>
  <p:tag name="KSO_WM_UNIT_SUBTYPE" val="d"/>
  <p:tag name="KSO_WM_UNIT_TYPE" val="l_h_i"/>
  <p:tag name="KSO_WM_UNIT_INDEX" val="1_2_1"/>
  <p:tag name="KSO_WM_DIAGRAM_VERSION" val="3"/>
  <p:tag name="KSO_WM_DIAGRAM_COLOR_TRICK" val="1"/>
  <p:tag name="KSO_WM_DIAGRAM_COLOR_TEXT_CAN_REMOVE" val="n"/>
  <p:tag name="KSO_WM_DIAGRAM_MAX_ITEMCNT" val="4"/>
  <p:tag name="KSO_WM_DIAGRAM_MIN_ITEMCNT" val="3"/>
  <p:tag name="KSO_WM_DIAGRAM_VIRTUALLY_FRAME" val="{&quot;height&quot;:305.4681091308594,&quot;width&quot;:850.39379882812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UNIT_TEXT_FILL_FORE_SCHEMECOLOR_INDEX" val="1"/>
  <p:tag name="KSO_WM_UNIT_TEXT_FILL_TYPE" val="1"/>
  <p:tag name="KSO_WM_UNIT_USESOURCEFORMAT_APPLY" val="0"/>
</p:tagLst>
</file>

<file path=ppt/tags/tag133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3315_1*l_h_i*1_3_1"/>
  <p:tag name="KSO_WM_TEMPLATE_CATEGORY" val="diagram"/>
  <p:tag name="KSO_WM_TEMPLATE_INDEX" val="20233315"/>
  <p:tag name="KSO_WM_UNIT_LAYERLEVEL" val="1_1_1"/>
  <p:tag name="KSO_WM_TAG_VERSION" val="3.0"/>
  <p:tag name="KSO_WM_BEAUTIFY_FLAG" val="#wm#"/>
  <p:tag name="KSO_WM_UNIT_SUBTYPE" val="d"/>
  <p:tag name="KSO_WM_UNIT_TYPE" val="l_h_i"/>
  <p:tag name="KSO_WM_UNIT_INDEX" val="1_3_1"/>
  <p:tag name="KSO_WM_DIAGRAM_VERSION" val="3"/>
  <p:tag name="KSO_WM_DIAGRAM_COLOR_TRICK" val="1"/>
  <p:tag name="KSO_WM_DIAGRAM_COLOR_TEXT_CAN_REMOVE" val="n"/>
  <p:tag name="KSO_WM_DIAGRAM_MAX_ITEMCNT" val="4"/>
  <p:tag name="KSO_WM_DIAGRAM_MIN_ITEMCNT" val="3"/>
  <p:tag name="KSO_WM_DIAGRAM_VIRTUALLY_FRAME" val="{&quot;height&quot;:305.4681091308594,&quot;width&quot;:850.39379882812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UNIT_TEXT_FILL_FORE_SCHEMECOLOR_INDEX" val="1"/>
  <p:tag name="KSO_WM_UNIT_TEXT_FILL_TYPE" val="1"/>
  <p:tag name="KSO_WM_UNIT_USESOURCEFORMAT_APPLY" val="0"/>
</p:tagLst>
</file>

<file path=ppt/tags/tag1333.xml><?xml version="1.0" encoding="utf-8"?>
<p:tagLst xmlns:a="http://schemas.openxmlformats.org/drawingml/2006/main" xmlns:r="http://schemas.openxmlformats.org/officeDocument/2006/relationships"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20233315_1*l_h_f*1_2_1"/>
  <p:tag name="KSO_WM_TEMPLATE_CATEGORY" val="diagram"/>
  <p:tag name="KSO_WM_TEMPLATE_INDEX" val="20233315"/>
  <p:tag name="KSO_WM_UNIT_LAYERLEVEL" val="1_1_1"/>
  <p:tag name="KSO_WM_TAG_VERSION" val="3.0"/>
  <p:tag name="KSO_WM_BEAUTIFY_FLAG" val="#wm#"/>
  <p:tag name="KSO_WM_DIAGRAM_MAX_ITEMCNT" val="4"/>
  <p:tag name="KSO_WM_DIAGRAM_MIN_ITEMCNT" val="3"/>
  <p:tag name="KSO_WM_DIAGRAM_VIRTUALLY_FRAME" val="{&quot;height&quot;:305.4681091308594,&quot;width&quot;:850.3937988281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32"/>
  <p:tag name="KSO_WM_DIAGRAM_VERSION" val="3"/>
  <p:tag name="KSO_WM_DIAGRAM_COLOR_TRICK" val="1"/>
  <p:tag name="KSO_WM_DIAGRAM_COLOR_TEXT_CAN_REMOVE" val="n"/>
  <p:tag name="KSO_WM_UNIT_PRESET_TEXT" val="单击此处添加内容，简明扼要地阐述观点。根据需要酌情增减文字&#10;"/>
  <p:tag name="KSO_WM_UNIT_TEXT_FILL_FORE_SCHEMECOLOR_INDEX" val="1"/>
  <p:tag name="KSO_WM_UNIT_TEXT_FILL_TYPE" val="1"/>
  <p:tag name="KSO_WM_UNIT_TEXT_TYPE" val="1"/>
  <p:tag name="KSO_WM_UNIT_TEXT_LAYER_COUNT" val="1"/>
  <p:tag name="KSO_WM_UNIT_USESOURCEFORMAT_APPLY" val="0"/>
</p:tagLst>
</file>

<file path=ppt/tags/tag1334.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2_1"/>
  <p:tag name="KSO_WM_UNIT_ID" val="diagram20233315_1*l_h_a*1_2_1"/>
  <p:tag name="KSO_WM_TEMPLATE_CATEGORY" val="diagram"/>
  <p:tag name="KSO_WM_TEMPLATE_INDEX" val="20233315"/>
  <p:tag name="KSO_WM_UNIT_LAYERLEVEL" val="1_1_1"/>
  <p:tag name="KSO_WM_TAG_VERSION" val="3.0"/>
  <p:tag name="KSO_WM_BEAUTIFY_FLAG" val="#wm#"/>
  <p:tag name="KSO_WM_DIAGRAM_MAX_ITEMCNT" val="4"/>
  <p:tag name="KSO_WM_DIAGRAM_MIN_ITEMCNT" val="3"/>
  <p:tag name="KSO_WM_DIAGRAM_VIRTUALLY_FRAME" val="{&quot;height&quot;:305.4681091308594,&quot;width&quot;:850.3937988281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VALUE" val="12"/>
  <p:tag name="KSO_WM_UNIT_PRESET_TEXT" val="此处添加项标题"/>
  <p:tag name="KSO_WM_UNIT_TEXT_FILL_FORE_SCHEMECOLOR_INDEX" val="1"/>
  <p:tag name="KSO_WM_UNIT_TEXT_FILL_TYPE" val="1"/>
  <p:tag name="KSO_WM_UNIT_TEXT_TYPE" val="1"/>
  <p:tag name="KSO_WM_UNIT_USESOURCEFORMAT_APPLY" val="0"/>
</p:tagLst>
</file>

<file path=ppt/tags/tag133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3315_1*l_h_d*1_2_1"/>
  <p:tag name="KSO_WM_TEMPLATE_CATEGORY" val="diagram"/>
  <p:tag name="KSO_WM_TEMPLATE_INDEX" val="20233315"/>
  <p:tag name="KSO_WM_UNIT_LAYERLEVEL" val="1_1_1"/>
  <p:tag name="KSO_WM_TAG_VERSION" val="3.0"/>
  <p:tag name="KSO_WM_BEAUTIFY_FLAG" val="#wm#"/>
  <p:tag name="KSO_WM_UNIT_VALUE" val="450*450"/>
  <p:tag name="KSO_WM_UNIT_TYPE" val="l_h_d"/>
  <p:tag name="KSO_WM_UNIT_INDEX" val="1_2_1"/>
  <p:tag name="KSO_WM_DIAGRAM_VERSION" val="3"/>
  <p:tag name="KSO_WM_DIAGRAM_COLOR_TRICK" val="1"/>
  <p:tag name="KSO_WM_DIAGRAM_COLOR_TEXT_CAN_REMOVE" val="n"/>
  <p:tag name="KSO_WM_DIAGRAM_MAX_ITEMCNT" val="4"/>
  <p:tag name="KSO_WM_DIAGRAM_MIN_ITEMCNT" val="3"/>
  <p:tag name="KSO_WM_DIAGRAM_VIRTUALLY_FRAME" val="{&quot;height&quot;:305.4681091308594,&quot;width&quot;:850.393798828125}"/>
  <p:tag name="KSO_WM_DIAGRAM_COLOR_MATCH_VALUE" val="{&quot;shape&quot;:{&quot;fill&quot;:{&quot;type&quot;:0},&quot;glow&quot;:{&quot;colorType&quot;:0},&quot;line&quot;:{&quot;solidLine&quot;:{&quot;brightness&quot;:0.6000000238418579,&quot;colorType&quot;:1,&quot;foreColorIndex&quot;:13,&quot;transparency&quot;:0.800000011920929},&quot;type&quot;:1},&quot;shadow&quot;:{&quot;colorType&quot;:0},&quot;threeD&quot;:{&quot;curvedSurface&quot;:{&quot;brightness&quot;:0,&quot;colorType&quot;:2,&quot;rgb&quot;:&quot;#000000&quot;},&quot;depth&quot;:{&quot;colorType&quot;:0}}},&quot;text&quot;:{&quot;fill&quot;:{},&quot;glow&quot;:{},&quot;line&quot;:{},&quot;shadow&quot;:{},&quot;threeD&quot;:{}}}"/>
  <p:tag name="KSO_WM_UNIT_LINE_FORE_SCHEMECOLOR_INDEX" val="13"/>
  <p:tag name="KSO_WM_UNIT_PICTURE_SUBTYPE" val="b"/>
  <p:tag name="MH_PIC_SOURCE_TYPE" val="generate_slide_ai*{&quot;ai_type&quot;:&quot;generate_ppt&quot;,&quot;id&quot;:&quot;&quot;}*auto_ai_ai_v2.0.9_ONLINE*1744641021005_10.5_77d2bec61e02-slide-8"/>
  <p:tag name="KSO_WM_UNIT_LINE_FILL_TYPE" val="2"/>
  <p:tag name="KSO_WM_UNIT_USESOURCEFORMAT_APPLY" val="0"/>
</p:tagLst>
</file>

<file path=ppt/tags/tag133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3315_1*l_h_i*1_2_1"/>
  <p:tag name="KSO_WM_TEMPLATE_CATEGORY" val="diagram"/>
  <p:tag name="KSO_WM_TEMPLATE_INDEX" val="20233315"/>
  <p:tag name="KSO_WM_UNIT_LAYERLEVEL" val="1_1_1"/>
  <p:tag name="KSO_WM_TAG_VERSION" val="3.0"/>
  <p:tag name="KSO_WM_BEAUTIFY_FLAG" val="#wm#"/>
  <p:tag name="KSO_WM_UNIT_SUBTYPE" val="d"/>
  <p:tag name="KSO_WM_UNIT_TYPE" val="l_h_i"/>
  <p:tag name="KSO_WM_UNIT_INDEX" val="1_2_1"/>
  <p:tag name="KSO_WM_DIAGRAM_VERSION" val="3"/>
  <p:tag name="KSO_WM_DIAGRAM_COLOR_TRICK" val="1"/>
  <p:tag name="KSO_WM_DIAGRAM_COLOR_TEXT_CAN_REMOVE" val="n"/>
  <p:tag name="KSO_WM_DIAGRAM_MAX_ITEMCNT" val="4"/>
  <p:tag name="KSO_WM_DIAGRAM_MIN_ITEMCNT" val="3"/>
  <p:tag name="KSO_WM_DIAGRAM_VIRTUALLY_FRAME" val="{&quot;height&quot;:305.4681091308594,&quot;width&quot;:850.39379882812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UNIT_TEXT_FILL_FORE_SCHEMECOLOR_INDEX" val="1"/>
  <p:tag name="KSO_WM_UNIT_TEXT_FILL_TYPE" val="1"/>
  <p:tag name="KSO_WM_UNIT_USESOURCEFORMAT_APPLY" val="0"/>
</p:tagLst>
</file>

<file path=ppt/tags/tag1337.xml><?xml version="1.0" encoding="utf-8"?>
<p:tagLst xmlns:a="http://schemas.openxmlformats.org/drawingml/2006/main" xmlns:r="http://schemas.openxmlformats.org/officeDocument/2006/relationships"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3_1"/>
  <p:tag name="KSO_WM_UNIT_ID" val="diagram20233315_1*l_h_f*1_3_1"/>
  <p:tag name="KSO_WM_TEMPLATE_CATEGORY" val="diagram"/>
  <p:tag name="KSO_WM_TEMPLATE_INDEX" val="20233315"/>
  <p:tag name="KSO_WM_UNIT_LAYERLEVEL" val="1_1_1"/>
  <p:tag name="KSO_WM_TAG_VERSION" val="3.0"/>
  <p:tag name="KSO_WM_BEAUTIFY_FLAG" val="#wm#"/>
  <p:tag name="KSO_WM_DIAGRAM_MAX_ITEMCNT" val="4"/>
  <p:tag name="KSO_WM_DIAGRAM_MIN_ITEMCNT" val="3"/>
  <p:tag name="KSO_WM_DIAGRAM_VIRTUALLY_FRAME" val="{&quot;height&quot;:305.4681091308594,&quot;width&quot;:850.3937988281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32"/>
  <p:tag name="KSO_WM_DIAGRAM_VERSION" val="3"/>
  <p:tag name="KSO_WM_DIAGRAM_COLOR_TRICK" val="1"/>
  <p:tag name="KSO_WM_DIAGRAM_COLOR_TEXT_CAN_REMOVE" val="n"/>
  <p:tag name="KSO_WM_UNIT_PRESET_TEXT" val="单击此处添加内容，简明扼要地阐述观点。根据需要酌情增减文字"/>
  <p:tag name="KSO_WM_UNIT_TEXT_FILL_FORE_SCHEMECOLOR_INDEX" val="1"/>
  <p:tag name="KSO_WM_UNIT_TEXT_FILL_TYPE" val="1"/>
  <p:tag name="KSO_WM_UNIT_TEXT_TYPE" val="1"/>
  <p:tag name="KSO_WM_UNIT_TEXT_LAYER_COUNT" val="1"/>
  <p:tag name="KSO_WM_UNIT_USESOURCEFORMAT_APPLY" val="0"/>
</p:tagLst>
</file>

<file path=ppt/tags/tag1338.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3_1"/>
  <p:tag name="KSO_WM_UNIT_ID" val="diagram20233315_1*l_h_a*1_3_1"/>
  <p:tag name="KSO_WM_TEMPLATE_CATEGORY" val="diagram"/>
  <p:tag name="KSO_WM_TEMPLATE_INDEX" val="20233315"/>
  <p:tag name="KSO_WM_UNIT_LAYERLEVEL" val="1_1_1"/>
  <p:tag name="KSO_WM_TAG_VERSION" val="3.0"/>
  <p:tag name="KSO_WM_BEAUTIFY_FLAG" val="#wm#"/>
  <p:tag name="KSO_WM_DIAGRAM_MAX_ITEMCNT" val="4"/>
  <p:tag name="KSO_WM_DIAGRAM_MIN_ITEMCNT" val="3"/>
  <p:tag name="KSO_WM_DIAGRAM_VIRTUALLY_FRAME" val="{&quot;height&quot;:305.4681091308594,&quot;width&quot;:850.3937988281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VALUE" val="12"/>
  <p:tag name="KSO_WM_UNIT_PRESET_TEXT" val="此处添加项标题"/>
  <p:tag name="KSO_WM_UNIT_TEXT_FILL_FORE_SCHEMECOLOR_INDEX" val="1"/>
  <p:tag name="KSO_WM_UNIT_TEXT_FILL_TYPE" val="1"/>
  <p:tag name="KSO_WM_UNIT_TEXT_TYPE" val="1"/>
  <p:tag name="KSO_WM_UNIT_USESOURCEFORMAT_APPLY" val="0"/>
</p:tagLst>
</file>

<file path=ppt/tags/tag133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3315_1*l_h_d*1_3_1"/>
  <p:tag name="KSO_WM_TEMPLATE_CATEGORY" val="diagram"/>
  <p:tag name="KSO_WM_TEMPLATE_INDEX" val="20233315"/>
  <p:tag name="KSO_WM_UNIT_LAYERLEVEL" val="1_1_1"/>
  <p:tag name="KSO_WM_TAG_VERSION" val="3.0"/>
  <p:tag name="KSO_WM_BEAUTIFY_FLAG" val="#wm#"/>
  <p:tag name="KSO_WM_UNIT_VALUE" val="450*450"/>
  <p:tag name="KSO_WM_UNIT_TYPE" val="l_h_d"/>
  <p:tag name="KSO_WM_UNIT_INDEX" val="1_3_1"/>
  <p:tag name="KSO_WM_DIAGRAM_VERSION" val="3"/>
  <p:tag name="KSO_WM_DIAGRAM_COLOR_TRICK" val="1"/>
  <p:tag name="KSO_WM_DIAGRAM_COLOR_TEXT_CAN_REMOVE" val="n"/>
  <p:tag name="KSO_WM_DIAGRAM_MAX_ITEMCNT" val="4"/>
  <p:tag name="KSO_WM_DIAGRAM_MIN_ITEMCNT" val="3"/>
  <p:tag name="KSO_WM_DIAGRAM_VIRTUALLY_FRAME" val="{&quot;height&quot;:305.4681091308594,&quot;width&quot;:850.393798828125}"/>
  <p:tag name="KSO_WM_DIAGRAM_COLOR_MATCH_VALUE" val="{&quot;shape&quot;:{&quot;fill&quot;:{&quot;type&quot;:0},&quot;glow&quot;:{&quot;colorType&quot;:0},&quot;line&quot;:{&quot;solidLine&quot;:{&quot;brightness&quot;:0.6000000238418579,&quot;colorType&quot;:1,&quot;foreColorIndex&quot;:13,&quot;transparency&quot;:0.800000011920929},&quot;type&quot;:1},&quot;shadow&quot;:{&quot;colorType&quot;:0},&quot;threeD&quot;:{&quot;curvedSurface&quot;:{&quot;brightness&quot;:0,&quot;colorType&quot;:2,&quot;rgb&quot;:&quot;#000000&quot;},&quot;depth&quot;:{&quot;colorType&quot;:0}}},&quot;text&quot;:{&quot;fill&quot;:{},&quot;glow&quot;:{},&quot;line&quot;:{},&quot;shadow&quot;:{},&quot;threeD&quot;:{}}}"/>
  <p:tag name="KSO_WM_UNIT_LINE_FORE_SCHEMECOLOR_INDEX" val="13"/>
  <p:tag name="KSO_WM_UNIT_PICTURE_SUBTYPE" val="b"/>
  <p:tag name="MH_PIC_SOURCE_TYPE" val="generate_slide_ai*{&quot;ai_type&quot;:&quot;generate_ppt&quot;,&quot;id&quot;:&quot;VCG41N1353921480&quot;}*auto_gallery_ai_v2.0.9_ONLINE*1744641021005_10.5_77d2bec61e02-slide-8"/>
  <p:tag name="KSO_WM_UNIT_LINE_FILL_TYPE" val="2"/>
  <p:tag name="KSO_WM_UNIT_USESOURCEFORMAT_APPLY" val="0"/>
</p:tagLst>
</file>

<file path=ppt/tags/tag134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3315_1*l_h_i*1_3_1"/>
  <p:tag name="KSO_WM_TEMPLATE_CATEGORY" val="diagram"/>
  <p:tag name="KSO_WM_TEMPLATE_INDEX" val="20233315"/>
  <p:tag name="KSO_WM_UNIT_LAYERLEVEL" val="1_1_1"/>
  <p:tag name="KSO_WM_TAG_VERSION" val="3.0"/>
  <p:tag name="KSO_WM_BEAUTIFY_FLAG" val="#wm#"/>
  <p:tag name="KSO_WM_UNIT_SUBTYPE" val="d"/>
  <p:tag name="KSO_WM_UNIT_TYPE" val="l_h_i"/>
  <p:tag name="KSO_WM_UNIT_INDEX" val="1_3_1"/>
  <p:tag name="KSO_WM_DIAGRAM_VERSION" val="3"/>
  <p:tag name="KSO_WM_DIAGRAM_COLOR_TRICK" val="1"/>
  <p:tag name="KSO_WM_DIAGRAM_COLOR_TEXT_CAN_REMOVE" val="n"/>
  <p:tag name="KSO_WM_DIAGRAM_MAX_ITEMCNT" val="4"/>
  <p:tag name="KSO_WM_DIAGRAM_MIN_ITEMCNT" val="3"/>
  <p:tag name="KSO_WM_DIAGRAM_VIRTUALLY_FRAME" val="{&quot;height&quot;:305.4681091308594,&quot;width&quot;:850.39379882812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UNIT_TEXT_FILL_FORE_SCHEMECOLOR_INDEX" val="1"/>
  <p:tag name="KSO_WM_UNIT_TEXT_FILL_TYPE" val="1"/>
  <p:tag name="KSO_WM_UNIT_USESOURCEFORMAT_APPLY" val="0"/>
</p:tagLst>
</file>

<file path=ppt/tags/tag1341.xml><?xml version="1.0" encoding="utf-8"?>
<p:tagLst xmlns:a="http://schemas.openxmlformats.org/drawingml/2006/main" xmlns:r="http://schemas.openxmlformats.org/officeDocument/2006/relationships" xmlns:p="http://schemas.openxmlformats.org/presentationml/2006/main">
  <p:tag name="KSO_WM_SLIDE_CONTENT_ORIENTATION" val=""/>
  <p:tag name="KSO_WM_SLIDE_HAS_MASK" val="0"/>
  <p:tag name="KSO_WM_SLIDE_ITEM_CNT" val="3"/>
  <p:tag name="KSO_WM_SLIDE_TYPE" val="text"/>
  <p:tag name="KSO_WM_TEMPLATE_SUBCATEGORY" val="29"/>
  <p:tag name="KSO_WM_BEAUTIFY_FLAG" val="#wm#"/>
  <p:tag name="KSO_WM_TEMPLATE_FIGMA_ID" val="0"/>
  <p:tag name="KSO_WM_TEMPLATE_SLIDE_ID" val="slide_ae2691e5dbf106f5"/>
</p:tagLst>
</file>

<file path=ppt/tags/tag1342.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a"/>
  <p:tag name="KSO_WM_LAYOUT_CHECK_HASH" val="e4516383c90d23845c46fdc9826c1afbfcec6864"/>
  <p:tag name="KSO_WM_NEWLAYOUT_GROUP_ID" val="layout_49"/>
  <p:tag name="KSO_WM_NEWLAYOUT_ID" val="slide_ae2691e5dbf106f5"/>
  <p:tag name="KSO_WM_UNIT_PRESET_TEXT" val="单击此处添加标题"/>
</p:tagLst>
</file>

<file path=ppt/tags/tag1343.xml><?xml version="1.0" encoding="utf-8"?>
<p:tagLst xmlns:a="http://schemas.openxmlformats.org/drawingml/2006/main" xmlns:r="http://schemas.openxmlformats.org/officeDocument/2006/relationships" xmlns:p="http://schemas.openxmlformats.org/presentationml/2006/main">
  <p:tag name="KSO_WM_UNIT_TEXTBOXSTYLE_GUID" val="{0d803042-f89a-470a-b6c8-ac660b29b7dc}"/>
</p:tagLst>
</file>

<file path=ppt/tags/tag1344.xml><?xml version="1.0" encoding="utf-8"?>
<p:tagLst xmlns:a="http://schemas.openxmlformats.org/drawingml/2006/main" xmlns:r="http://schemas.openxmlformats.org/officeDocument/2006/relationships" xmlns:p="http://schemas.openxmlformats.org/presentationml/2006/main">
  <p:tag name="KSO_WM_UNIT_TEXTBOXSTYLE_SHAPETYPE" val="0"/>
  <p:tag name="KSO_WM_UNIT_TEXTBOXSTYLE_TEMPLATETYPE" val="1"/>
  <p:tag name="KSO_WM_UNIT_PRESET_TEXT" val="点击此处添加正文，文字是您思想的提炼，为了演示发布的良好效果，请言简意赅的阐述您的观点。&#13;您的正文已经经简明扼要，字字珠玑，但信息却千丝万缕、错综复杂，需要用更多的文字来表述；但请您尽可能提炼思想的精髓。"/>
  <p:tag name="KSO_WM_UNIT_NOCLEAR" val="1"/>
  <p:tag name="KSO_WM_UNIT_VALUE" val="54"/>
  <p:tag name="KSO_WM_UNIT_HIGHLIGHT" val="0"/>
  <p:tag name="KSO_WM_UNIT_COMPATIBLE" val="0"/>
  <p:tag name="KSO_WM_UNIT_DIAGRAM_ISNUMVISUAL" val="0"/>
  <p:tag name="KSO_WM_UNIT_DIAGRAM_ISREFERUNIT" val="0"/>
  <p:tag name="KSO_WM_UNIT_TYPE" val="f"/>
  <p:tag name="KSO_WM_UNIT_INDEX" val="1"/>
  <p:tag name="KSO_WM_UNIT_ID" val="mixed20201941_12*f*1"/>
  <p:tag name="KSO_WM_TEMPLATE_CATEGORY" val="mixed"/>
  <p:tag name="KSO_WM_TEMPLATE_INDEX" val="20201941"/>
  <p:tag name="KSO_WM_UNIT_LAYERLEVEL" val="1"/>
  <p:tag name="KSO_WM_TAG_VERSION" val="1.0"/>
  <p:tag name="KSO_WM_BEAUTIFY_FLAG" val="#wm#"/>
  <p:tag name="KSO_WM_UNIT_TEXTBOXSTYLE_GUID" val="{0d803042-f89a-470a-b6c8-ac660b29b7dc}"/>
  <p:tag name="KSO_WM_UNIT_TEXTBOXSTYLE_TEMPLATEID" val="3135202"/>
  <p:tag name="KSO_WM_UNIT_TEXTBOXSTYLE_TYPE" val="8"/>
</p:tagLst>
</file>

<file path=ppt/tags/tag1345.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4535,&quot;width&quot;:6026}"/>
</p:tagLst>
</file>

<file path=ppt/tags/tag1346.xml><?xml version="1.0" encoding="utf-8"?>
<p:tagLst xmlns:a="http://schemas.openxmlformats.org/drawingml/2006/main" xmlns:r="http://schemas.openxmlformats.org/officeDocument/2006/relationships" xmlns:p="http://schemas.openxmlformats.org/presentationml/2006/main">
  <p:tag name="KSO_WM_UNIT_TEXTBOXSTYLE_SHAPETYPE" val="1"/>
  <p:tag name="KSO_WM_UNIT_TEXTBOXSTYLE_ADJUSTLEFT" val="0_-36.79999"/>
  <p:tag name="KSO_WM_UNIT_TEXTBOXSTYLE_ADJUSTTOP" val="0_-38.65001"/>
  <p:tag name="KSO_WM_UNIT_TEXTBOXSTYLE_ADJUSTWIDTH" val="100_73.79999"/>
  <p:tag name="KSO_WM_UNIT_TEXTBOXSTYLE_ADJUSTHEIGTH" val="100_77.3"/>
  <p:tag name="KSO_WM_UNIT_HIGHLIGHT" val="0"/>
  <p:tag name="KSO_WM_UNIT_COMPATIBLE" val="0"/>
  <p:tag name="KSO_WM_UNIT_DIAGRAM_ISNUMVISUAL" val="0"/>
  <p:tag name="KSO_WM_UNIT_DIAGRAM_ISREFERUNIT" val="0"/>
  <p:tag name="KSO_WM_UNIT_TYPE" val="i"/>
  <p:tag name="KSO_WM_UNIT_INDEX" val="1"/>
  <p:tag name="KSO_WM_UNIT_ID" val="mixed20201941_12*i*1"/>
  <p:tag name="KSO_WM_TEMPLATE_CATEGORY" val="mixed"/>
  <p:tag name="KSO_WM_TEMPLATE_INDEX" val="20201941"/>
  <p:tag name="KSO_WM_UNIT_LAYERLEVEL" val="1"/>
  <p:tag name="KSO_WM_TAG_VERSION" val="1.0"/>
  <p:tag name="KSO_WM_BEAUTIFY_FLAG" val="#wm#"/>
  <p:tag name="KSO_WM_UNIT_TEXTBOXSTYLE_GUID" val="{0d803042-f89a-470a-b6c8-ac660b29b7dc}"/>
</p:tagLst>
</file>

<file path=ppt/tags/tag1347.xml><?xml version="1.0" encoding="utf-8"?>
<p:tagLst xmlns:a="http://schemas.openxmlformats.org/drawingml/2006/main" xmlns:r="http://schemas.openxmlformats.org/officeDocument/2006/relationships" xmlns:p="http://schemas.openxmlformats.org/presentationml/2006/main">
  <p:tag name="KSO_WM_UNIT_TEXTBOXSTYLE_SHAPETYPE" val="1"/>
  <p:tag name="KSO_WM_UNIT_TEXTBOXSTYLE_ADJUSTLEFT" val="0_0"/>
  <p:tag name="KSO_WM_UNIT_TEXTBOXSTYLE_ADJUSTTOP" val="100_22.73747"/>
  <p:tag name="KSO_WM_UNIT_TEXTBOXSTYLE_ADJUSTWIDTH" val="100_0"/>
  <p:tag name="KSO_WM_UNIT_HIGHLIGHT" val="0"/>
  <p:tag name="KSO_WM_UNIT_COMPATIBLE" val="0"/>
  <p:tag name="KSO_WM_UNIT_DIAGRAM_ISNUMVISUAL" val="0"/>
  <p:tag name="KSO_WM_UNIT_DIAGRAM_ISREFERUNIT" val="0"/>
  <p:tag name="KSO_WM_UNIT_TYPE" val="i"/>
  <p:tag name="KSO_WM_UNIT_INDEX" val="2"/>
  <p:tag name="KSO_WM_UNIT_ID" val="mixed20201941_12*i*2"/>
  <p:tag name="KSO_WM_TEMPLATE_CATEGORY" val="mixed"/>
  <p:tag name="KSO_WM_TEMPLATE_INDEX" val="20201941"/>
  <p:tag name="KSO_WM_UNIT_LAYERLEVEL" val="1"/>
  <p:tag name="KSO_WM_TAG_VERSION" val="1.0"/>
  <p:tag name="KSO_WM_BEAUTIFY_FLAG" val="#wm#"/>
  <p:tag name="KSO_WM_UNIT_TEXTBOXSTYLE_GUID" val="{0d803042-f89a-470a-b6c8-ac660b29b7dc}"/>
</p:tagLst>
</file>

<file path=ppt/tags/tag1348.xml><?xml version="1.0" encoding="utf-8"?>
<p:tagLst xmlns:a="http://schemas.openxmlformats.org/drawingml/2006/main" xmlns:r="http://schemas.openxmlformats.org/officeDocument/2006/relationships" xmlns:p="http://schemas.openxmlformats.org/presentationml/2006/main">
  <p:tag name="KSO_WM_UNIT_TEXTBOXSTYLE_SHAPETYPE" val="1"/>
  <p:tag name="KSO_WM_UNIT_TEXTBOXSTYLE_ADJUSTLEFT" val="0_0"/>
  <p:tag name="KSO_WM_UNIT_TEXTBOXSTYLE_ADJUSTTOP" val="0_-25"/>
  <p:tag name="KSO_WM_UNIT_TEXTBOXSTYLE_ADJUSTWIDTH" val="100_0"/>
  <p:tag name="KSO_WM_UNIT_HIGHLIGHT" val="0"/>
  <p:tag name="KSO_WM_UNIT_COMPATIBLE" val="0"/>
  <p:tag name="KSO_WM_UNIT_DIAGRAM_ISNUMVISUAL" val="0"/>
  <p:tag name="KSO_WM_UNIT_DIAGRAM_ISREFERUNIT" val="0"/>
  <p:tag name="KSO_WM_UNIT_TYPE" val="i"/>
  <p:tag name="KSO_WM_UNIT_INDEX" val="5"/>
  <p:tag name="KSO_WM_UNIT_ID" val="mixed20201941_12*i*5"/>
  <p:tag name="KSO_WM_TEMPLATE_CATEGORY" val="mixed"/>
  <p:tag name="KSO_WM_TEMPLATE_INDEX" val="20201941"/>
  <p:tag name="KSO_WM_UNIT_LAYERLEVEL" val="1"/>
  <p:tag name="KSO_WM_TAG_VERSION" val="1.0"/>
  <p:tag name="KSO_WM_BEAUTIFY_FLAG" val="#wm#"/>
  <p:tag name="KSO_WM_UNIT_TEXTBOXSTYLE_GUID" val="{0d803042-f89a-470a-b6c8-ac660b29b7dc}"/>
</p:tagLst>
</file>

<file path=ppt/tags/tag1349.xml><?xml version="1.0" encoding="utf-8"?>
<p:tagLst xmlns:a="http://schemas.openxmlformats.org/drawingml/2006/main" xmlns:r="http://schemas.openxmlformats.org/officeDocument/2006/relationships" xmlns:p="http://schemas.openxmlformats.org/presentationml/2006/main">
  <p:tag name="KSO_WM_UNIT_TEXTBOXSTYLE_SHAPETYPE" val="1"/>
  <p:tag name="KSO_WM_UNIT_TEXTBOXSTYLE_ADJUSTLEFT" val="50_-200"/>
  <p:tag name="KSO_WM_UNIT_TEXTBOXSTYLE_ADJUSTTOP" val="0_-23"/>
  <p:tag name="KSO_WM_UNIT_TEXTBOXSTYLE_ADJUSTWIDTH" val="100_0"/>
  <p:tag name="KSO_WM_UNIT_HIGHLIGHT" val="0"/>
  <p:tag name="KSO_WM_UNIT_COMPATIBLE" val="0"/>
  <p:tag name="KSO_WM_UNIT_DIAGRAM_ISNUMVISUAL" val="0"/>
  <p:tag name="KSO_WM_UNIT_DIAGRAM_ISREFERUNIT" val="0"/>
  <p:tag name="KSO_WM_UNIT_TYPE" val="i"/>
  <p:tag name="KSO_WM_UNIT_INDEX" val="6"/>
  <p:tag name="KSO_WM_UNIT_ID" val="mixed20201941_12*i*6"/>
  <p:tag name="KSO_WM_TEMPLATE_CATEGORY" val="mixed"/>
  <p:tag name="KSO_WM_TEMPLATE_INDEX" val="20201941"/>
  <p:tag name="KSO_WM_UNIT_LAYERLEVEL" val="1"/>
  <p:tag name="KSO_WM_TAG_VERSION" val="1.0"/>
  <p:tag name="KSO_WM_BEAUTIFY_FLAG" val="#wm#"/>
</p:tagLst>
</file>

<file path=ppt/tags/tag1350.xml><?xml version="1.0" encoding="utf-8"?>
<p:tagLst xmlns:a="http://schemas.openxmlformats.org/drawingml/2006/main" xmlns:r="http://schemas.openxmlformats.org/officeDocument/2006/relationships" xmlns:p="http://schemas.openxmlformats.org/presentationml/2006/main">
  <p:tag name="KSO_WM_UNIT_TEXTBOXSTYLE_SHAPETYPE" val="1"/>
  <p:tag name="KSO_WM_UNIT_TEXTBOXSTYLE_ADJUSTLEFT" val="50_-49.75006"/>
  <p:tag name="KSO_WM_UNIT_TEXTBOXSTYLE_ADJUSTTOP" val="0_-25"/>
  <p:tag name="KSO_WM_UNIT_HIGHLIGHT" val="0"/>
  <p:tag name="KSO_WM_UNIT_COMPATIBLE" val="0"/>
  <p:tag name="KSO_WM_UNIT_DIAGRAM_ISNUMVISUAL" val="0"/>
  <p:tag name="KSO_WM_UNIT_DIAGRAM_ISREFERUNIT" val="0"/>
  <p:tag name="KSO_WM_UNIT_TYPE" val="i"/>
  <p:tag name="KSO_WM_UNIT_INDEX" val="7"/>
  <p:tag name="KSO_WM_UNIT_ID" val="mixed20201941_12*i*7"/>
  <p:tag name="KSO_WM_TEMPLATE_CATEGORY" val="mixed"/>
  <p:tag name="KSO_WM_TEMPLATE_INDEX" val="20201941"/>
  <p:tag name="KSO_WM_UNIT_LAYERLEVEL" val="1"/>
  <p:tag name="KSO_WM_TAG_VERSION" val="1.0"/>
  <p:tag name="KSO_WM_BEAUTIFY_FLAG" val="#wm#"/>
</p:tagLst>
</file>

<file path=ppt/tags/tag1351.xml><?xml version="1.0" encoding="utf-8"?>
<p:tagLst xmlns:a="http://schemas.openxmlformats.org/drawingml/2006/main" xmlns:r="http://schemas.openxmlformats.org/officeDocument/2006/relationships" xmlns:p="http://schemas.openxmlformats.org/presentationml/2006/main">
  <p:tag name="KSO_WM_UNIT_TEXTBOXSTYLE_SHAPETYPE" val="1"/>
  <p:tag name="KSO_WM_UNIT_TEXTBOXSTYLE_ADJUSTLEFT" val="50_-200"/>
  <p:tag name="KSO_WM_UNIT_TEXTBOXSTYLE_ADJUSTTOP" val="100_24.74998"/>
  <p:tag name="KSO_WM_UNIT_TEXTBOXSTYLE_ADJUSTWIDTH" val="100_0"/>
  <p:tag name="KSO_WM_UNIT_HIGHLIGHT" val="0"/>
  <p:tag name="KSO_WM_UNIT_COMPATIBLE" val="0"/>
  <p:tag name="KSO_WM_UNIT_DIAGRAM_ISNUMVISUAL" val="0"/>
  <p:tag name="KSO_WM_UNIT_DIAGRAM_ISREFERUNIT" val="0"/>
  <p:tag name="KSO_WM_UNIT_TYPE" val="i"/>
  <p:tag name="KSO_WM_UNIT_INDEX" val="3"/>
  <p:tag name="KSO_WM_UNIT_ID" val="mixed20201941_12*i*3"/>
  <p:tag name="KSO_WM_TEMPLATE_CATEGORY" val="mixed"/>
  <p:tag name="KSO_WM_TEMPLATE_INDEX" val="20201941"/>
  <p:tag name="KSO_WM_UNIT_LAYERLEVEL" val="1"/>
  <p:tag name="KSO_WM_TAG_VERSION" val="1.0"/>
  <p:tag name="KSO_WM_BEAUTIFY_FLAG" val="#wm#"/>
</p:tagLst>
</file>

<file path=ppt/tags/tag1352.xml><?xml version="1.0" encoding="utf-8"?>
<p:tagLst xmlns:a="http://schemas.openxmlformats.org/drawingml/2006/main" xmlns:r="http://schemas.openxmlformats.org/officeDocument/2006/relationships" xmlns:p="http://schemas.openxmlformats.org/presentationml/2006/main">
  <p:tag name="KSO_WM_UNIT_TEXTBOXSTYLE_SHAPETYPE" val="1"/>
  <p:tag name="KSO_WM_UNIT_TEXTBOXSTYLE_ADJUSTLEFT" val="50_-49.75006"/>
  <p:tag name="KSO_WM_UNIT_TEXTBOXSTYLE_ADJUSTTOP" val="100_22.73747"/>
  <p:tag name="KSO_WM_UNIT_HIGHLIGHT" val="0"/>
  <p:tag name="KSO_WM_UNIT_COMPATIBLE" val="0"/>
  <p:tag name="KSO_WM_UNIT_DIAGRAM_ISNUMVISUAL" val="0"/>
  <p:tag name="KSO_WM_UNIT_DIAGRAM_ISREFERUNIT" val="0"/>
  <p:tag name="KSO_WM_UNIT_TYPE" val="i"/>
  <p:tag name="KSO_WM_UNIT_INDEX" val="4"/>
  <p:tag name="KSO_WM_UNIT_ID" val="mixed20201941_12*i*4"/>
  <p:tag name="KSO_WM_TEMPLATE_CATEGORY" val="mixed"/>
  <p:tag name="KSO_WM_TEMPLATE_INDEX" val="20201941"/>
  <p:tag name="KSO_WM_UNIT_LAYERLEVEL" val="1"/>
  <p:tag name="KSO_WM_TAG_VERSION" val="1.0"/>
  <p:tag name="KSO_WM_BEAUTIFY_FLAG" val="#wm#"/>
</p:tagLst>
</file>

<file path=ppt/tags/tag1353.xml><?xml version="1.0" encoding="utf-8"?>
<p:tagLst xmlns:a="http://schemas.openxmlformats.org/drawingml/2006/main" xmlns:r="http://schemas.openxmlformats.org/officeDocument/2006/relationships" xmlns:p="http://schemas.openxmlformats.org/presentationml/2006/main">
  <p:tag name="KSO_WM_TEMPLATE_MASTER_TYPE" val="0"/>
  <p:tag name="KSO_WM_TEMPLATE_COLOR_TYPE" val="0"/>
  <p:tag name="KSO_WM_BEAUTIFY_FLAG" val="#wm#"/>
  <p:tag name="KSO_WM_TEMPLATE_CATEGORY" val="custom"/>
  <p:tag name="KSO_WM_SLIDE_TYPE" val="text"/>
  <p:tag name="KSO_WM_SLIDE_SUBTYPE" val="picTxt"/>
  <p:tag name="KSO_WM_SLIDE_SIZE" val="529.861*365.65"/>
  <p:tag name="KSO_WM_SLIDE_POSITION" val="78.5387*108.231"/>
  <p:tag name="KSO_WM_SLIDE_LAYOUT" val="a_d_l"/>
  <p:tag name="KSO_WM_SLIDE_LAYOUT_CNT" val="1_1_1"/>
  <p:tag name="KSO_WM_SPECIAL_SOURCE" val="bdnull"/>
  <p:tag name="KSO_WM_DIAGRAM_GROUP_CODE" val="l1-1"/>
  <p:tag name="KSO_WM_SLIDE_DIAGTYPE" val="l"/>
  <p:tag name="KSO_WM_TEMPLATE_INDEX" val="20235971"/>
  <p:tag name="KSO_WM_TEMPLATE_SUBCATEGORY" val="0"/>
  <p:tag name="KSO_WM_SLIDE_INDEX" val="1"/>
  <p:tag name="KSO_WM_TAG_VERSION" val="3.0"/>
  <p:tag name="KSO_WM_SLIDE_ID" val="custom20231717_1"/>
  <p:tag name="KSO_WM_SLIDE_ITEM_CNT" val="4"/>
</p:tagLst>
</file>

<file path=ppt/tags/tag1354.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a"/>
  <p:tag name="KSO_WM_UNIT_INDEX" val="1"/>
  <p:tag name="KSO_WM_TEMPLATE_CATEGORY" val="custom"/>
  <p:tag name="KSO_WM_UNIT_LAYERLEVEL" val="1"/>
  <p:tag name="KSO_WM_TAG_VERSION" val="3.0"/>
  <p:tag name="KSO_WM_BEAUTIFY_FLAG" val="#wm#"/>
  <p:tag name="KSO_WM_UNIT_VALUE" val="30"/>
  <p:tag name="KSO_WM_TEMPLATE_INDEX" val="20231717"/>
  <p:tag name="KSO_WM_UNIT_ID" val="custom20231717_1*a*1"/>
  <p:tag name="KSO_WM_UNIT_PRESET_TEXT" val="单击此处添加标题"/>
  <p:tag name="KSO_WM_UNIT_TEXT_TYPE" val="1"/>
  <p:tag name="KSO_WM_UNIT_TEXT_FILL_FORE_SCHEMECOLOR_INDEX" val="15"/>
  <p:tag name="KSO_WM_UNIT_TEXT_FILL_TYPE" val="1"/>
  <p:tag name="KSO_WM_UNIT_USESOURCEFORMAT_APPLY" val="0"/>
</p:tagLst>
</file>

<file path=ppt/tags/tag1355.xml><?xml version="1.0" encoding="utf-8"?>
<p:tagLst xmlns:a="http://schemas.openxmlformats.org/drawingml/2006/main" xmlns:r="http://schemas.openxmlformats.org/officeDocument/2006/relationships" xmlns:p="http://schemas.openxmlformats.org/presentationml/2006/main">
  <p:tag name="KSO_WM_BEAUTIFY_FLAG" val="#wm#"/>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diagram20231678_1*l_h_i*1_1_1"/>
  <p:tag name="KSO_WM_TEMPLATE_CATEGORY" val="diagram"/>
  <p:tag name="KSO_WM_TEMPLATE_INDEX" val="20231678"/>
  <p:tag name="KSO_WM_UNIT_LAYERLEVEL" val="1_1_1"/>
  <p:tag name="KSO_WM_TAG_VERSION" val="3.0"/>
  <p:tag name="KSO_WM_DIAGRAM_MAX_ITEMCNT" val="4"/>
  <p:tag name="KSO_WM_DIAGRAM_MIN_ITEMCNT" val="2"/>
  <p:tag name="KSO_WM_DIAGRAM_VIRTUALLY_FRAME" val="{&quot;height&quot;:365.65008544921875,&quot;width&quot;:558.4000854492188}"/>
  <p:tag name="KSO_WM_DIAGRAM_COLOR_MATCH_VALUE" val="{&quot;shape&quot;:{&quot;fill&quot;:{&quot;gradient&quot;:[{&quot;brightness&quot;:0.800000011920929,&quot;colorType&quot;:1,&quot;foreColorIndex&quot;:5,&quot;pos&quot;:0,&quot;transparency&quot;:1},{&quot;brightness&quot;:0.800000011920929,&quot;colorType&quot;:1,&quot;foreColorIndex&quot;:5,&quot;pos&quot;:1,&quot;transparency&quot;:0.5600000023841858}],&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UNIT_TEXT_FILL_FORE_SCHEMECOLOR_INDEX" val="2"/>
  <p:tag name="KSO_WM_UNIT_TEXT_FILL_TYPE" val="1"/>
  <p:tag name="KSO_WM_UNIT_USESOURCEFORMAT_APPLY" val="0"/>
</p:tagLst>
</file>

<file path=ppt/tags/tag1356.xml><?xml version="1.0" encoding="utf-8"?>
<p:tagLst xmlns:a="http://schemas.openxmlformats.org/drawingml/2006/main" xmlns:r="http://schemas.openxmlformats.org/officeDocument/2006/relationships" xmlns:p="http://schemas.openxmlformats.org/presentationml/2006/main">
  <p:tag name="KSO_WM_BEAUTIFY_FLAG" val="#wm#"/>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INDEX" val="1_1_1"/>
  <p:tag name="KSO_WM_TEMPLATE_CATEGORY" val="diagram"/>
  <p:tag name="KSO_WM_TEMPLATE_INDEX" val="20231678"/>
  <p:tag name="KSO_WM_UNIT_LAYERLEVEL" val="1_1_1"/>
  <p:tag name="KSO_WM_TAG_VERSION" val="3.0"/>
  <p:tag name="KSO_WM_UNIT_VALUE" val="10"/>
  <p:tag name="KSO_WM_UNIT_TYPE" val="l_h_a"/>
  <p:tag name="KSO_WM_UNIT_ID" val="diagram20231678_1*l_h_a*1_1_1"/>
  <p:tag name="KSO_WM_DIAGRAM_VERSION" val="3"/>
  <p:tag name="KSO_WM_DIAGRAM_COLOR_TRICK" val="1"/>
  <p:tag name="KSO_WM_DIAGRAM_COLOR_TEXT_CAN_REMOVE" val="n"/>
  <p:tag name="KSO_WM_DIAGRAM_GROUP_CODE" val="l1-1"/>
  <p:tag name="KSO_WM_DIAGRAM_MAX_ITEMCNT" val="4"/>
  <p:tag name="KSO_WM_DIAGRAM_MIN_ITEMCNT" val="2"/>
  <p:tag name="KSO_WM_DIAGRAM_VIRTUALLY_FRAME" val="{&quot;height&quot;:365.65008544921875,&quot;width&quot;:558.4000854492188}"/>
  <p:tag name="KSO_WM_DIAGRAM_COLOR_MATCH_VALUE" val="{&quot;shape&quot;:{&quot;fill&quot;:{&quot;solid&quot;:{&quot;brightness&quot;:0,&quot;colorType&quot;:1,&quot;foreColorIndex&quot;:5,&quot;transparency&quot;:0},&quot;type&quot;:1},&quot;glow&quot;:{&quot;colorType&quot;:0},&quot;line&quot;:{&quot;solidLine&quot;:{&quot;brightness&quot;:0.800000011920929,&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UNIT_LINE_FORE_SCHEMECOLOR_INDEX" val="5"/>
  <p:tag name="KSO_WM_UNIT_TEXT_FILL_FORE_SCHEMECOLOR_INDEX" val="1"/>
  <p:tag name="KSO_WM_UNIT_TEXT_FILL_TYPE" val="1"/>
  <p:tag name="KSO_WM_UNIT_PRESET_TEXT" val="添加标题"/>
  <p:tag name="KSO_WM_UNIT_TEXT_TYPE" val="1"/>
  <p:tag name="KSO_WM_UNIT_LINE_FILL_TYPE" val="2"/>
  <p:tag name="KSO_WM_UNIT_USESOURCEFORMAT_APPLY" val="0"/>
</p:tagLst>
</file>

<file path=ppt/tags/tag1357.xml><?xml version="1.0" encoding="utf-8"?>
<p:tagLst xmlns:a="http://schemas.openxmlformats.org/drawingml/2006/main" xmlns:r="http://schemas.openxmlformats.org/officeDocument/2006/relationships" xmlns:p="http://schemas.openxmlformats.org/presentationml/2006/main">
  <p:tag name="KSO_WM_BEAUTIFY_FLAG" val="#wm#"/>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1_1"/>
  <p:tag name="KSO_WM_UNIT_ID" val="diagram20231678_1*l_h_f*1_1_1"/>
  <p:tag name="KSO_WM_TEMPLATE_CATEGORY" val="diagram"/>
  <p:tag name="KSO_WM_TEMPLATE_INDEX" val="20231678"/>
  <p:tag name="KSO_WM_UNIT_LAYERLEVEL" val="1_1_1"/>
  <p:tag name="KSO_WM_TAG_VERSION" val="3.0"/>
  <p:tag name="KSO_WM_DIAGRAM_VERSION" val="3"/>
  <p:tag name="KSO_WM_DIAGRAM_COLOR_TRICK" val="1"/>
  <p:tag name="KSO_WM_DIAGRAM_COLOR_TEXT_CAN_REMOVE" val="n"/>
  <p:tag name="KSO_WM_DIAGRAM_GROUP_CODE" val="l1-1"/>
  <p:tag name="KSO_WM_DIAGRAM_MAX_ITEMCNT" val="4"/>
  <p:tag name="KSO_WM_DIAGRAM_MIN_ITEMCNT" val="2"/>
  <p:tag name="KSO_WM_DIAGRAM_VIRTUALLY_FRAME" val="{&quot;height&quot;:365.65008544921875,&quot;width&quot;:558.400085449218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1"/>
  <p:tag name="KSO_WM_UNIT_TEXT_FILL_TYPE" val="1"/>
  <p:tag name="KSO_WM_UNIT_PRESET_TEXT" val="单击此处输入(您的)智能图形项正文，文字是您思想的提炼，请尽量言简意赅的阐述观点，单击此处添加正文。"/>
  <p:tag name="KSO_WM_UNIT_TEXT_TYPE" val="1"/>
  <p:tag name="KSO_WM_UNIT_USESOURCEFORMAT_APPLY" val="0"/>
</p:tagLst>
</file>

<file path=ppt/tags/tag1358.xml><?xml version="1.0" encoding="utf-8"?>
<p:tagLst xmlns:a="http://schemas.openxmlformats.org/drawingml/2006/main" xmlns:r="http://schemas.openxmlformats.org/officeDocument/2006/relationships" xmlns:p="http://schemas.openxmlformats.org/presentationml/2006/main">
  <p:tag name="KSO_WM_TEMPLATE_MASTER_TYPE" val="0"/>
  <p:tag name="KSO_WM_TEMPLATE_COLOR_TYPE" val="0"/>
  <p:tag name="KSO_WM_BEAUTIFY_FLAG" val="#wm#"/>
  <p:tag name="KSO_WM_TEMPLATE_CATEGORY" val="custom"/>
  <p:tag name="KSO_WM_SLIDE_TYPE" val="text"/>
  <p:tag name="KSO_WM_SLIDE_SUBTYPE" val="picTxt"/>
  <p:tag name="KSO_WM_SLIDE_SIZE" val="529.861*365.65"/>
  <p:tag name="KSO_WM_SLIDE_POSITION" val="78.5387*108.231"/>
  <p:tag name="KSO_WM_SLIDE_LAYOUT" val="a_d_l"/>
  <p:tag name="KSO_WM_SLIDE_LAYOUT_CNT" val="1_1_1"/>
  <p:tag name="KSO_WM_SPECIAL_SOURCE" val="bdnull"/>
  <p:tag name="KSO_WM_DIAGRAM_GROUP_CODE" val="l1-1"/>
  <p:tag name="KSO_WM_SLIDE_DIAGTYPE" val="l"/>
  <p:tag name="KSO_WM_TEMPLATE_INDEX" val="20235971"/>
  <p:tag name="KSO_WM_TEMPLATE_SUBCATEGORY" val="0"/>
  <p:tag name="KSO_WM_SLIDE_INDEX" val="1"/>
  <p:tag name="KSO_WM_TAG_VERSION" val="3.0"/>
  <p:tag name="KSO_WM_SLIDE_ID" val="custom20231717_1"/>
  <p:tag name="KSO_WM_SLIDE_ITEM_CNT" val="4"/>
</p:tagLst>
</file>

<file path=ppt/tags/tag1359.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a"/>
  <p:tag name="KSO_WM_UNIT_INDEX" val="1"/>
  <p:tag name="KSO_WM_TEMPLATE_CATEGORY" val="custom"/>
  <p:tag name="KSO_WM_UNIT_LAYERLEVEL" val="1"/>
  <p:tag name="KSO_WM_TAG_VERSION" val="3.0"/>
  <p:tag name="KSO_WM_BEAUTIFY_FLAG" val="#wm#"/>
  <p:tag name="KSO_WM_UNIT_VALUE" val="30"/>
  <p:tag name="KSO_WM_TEMPLATE_INDEX" val="20231717"/>
  <p:tag name="KSO_WM_UNIT_ID" val="custom20231717_1*a*1"/>
  <p:tag name="KSO_WM_UNIT_PRESET_TEXT" val="单击此处添加标题"/>
  <p:tag name="KSO_WM_UNIT_TEXT_TYPE" val="1"/>
  <p:tag name="KSO_WM_UNIT_TEXT_FILL_FORE_SCHEMECOLOR_INDEX" val="15"/>
  <p:tag name="KSO_WM_UNIT_TEXT_FILL_TYPE" val="1"/>
  <p:tag name="KSO_WM_UNIT_USESOURCEFORMAT_APPLY" val="0"/>
</p:tagLst>
</file>

<file path=ppt/tags/tag1360.xml><?xml version="1.0" encoding="utf-8"?>
<p:tagLst xmlns:a="http://schemas.openxmlformats.org/drawingml/2006/main" xmlns:r="http://schemas.openxmlformats.org/officeDocument/2006/relationships" xmlns:p="http://schemas.openxmlformats.org/presentationml/2006/main">
  <p:tag name="KSO_WM_BEAUTIFY_FLAG" val="#wm#"/>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diagram20231678_1*l_h_i*1_1_1"/>
  <p:tag name="KSO_WM_TEMPLATE_CATEGORY" val="diagram"/>
  <p:tag name="KSO_WM_TEMPLATE_INDEX" val="20231678"/>
  <p:tag name="KSO_WM_UNIT_LAYERLEVEL" val="1_1_1"/>
  <p:tag name="KSO_WM_TAG_VERSION" val="3.0"/>
  <p:tag name="KSO_WM_DIAGRAM_MAX_ITEMCNT" val="4"/>
  <p:tag name="KSO_WM_DIAGRAM_MIN_ITEMCNT" val="2"/>
  <p:tag name="KSO_WM_DIAGRAM_VIRTUALLY_FRAME" val="{&quot;height&quot;:365.65008544921875,&quot;width&quot;:558.4000854492188}"/>
  <p:tag name="KSO_WM_DIAGRAM_COLOR_MATCH_VALUE" val="{&quot;shape&quot;:{&quot;fill&quot;:{&quot;gradient&quot;:[{&quot;brightness&quot;:0.800000011920929,&quot;colorType&quot;:1,&quot;foreColorIndex&quot;:5,&quot;pos&quot;:0,&quot;transparency&quot;:1},{&quot;brightness&quot;:0.800000011920929,&quot;colorType&quot;:1,&quot;foreColorIndex&quot;:5,&quot;pos&quot;:1,&quot;transparency&quot;:0.5600000023841858}],&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UNIT_TEXT_FILL_FORE_SCHEMECOLOR_INDEX" val="2"/>
  <p:tag name="KSO_WM_UNIT_TEXT_FILL_TYPE" val="1"/>
  <p:tag name="KSO_WM_UNIT_USESOURCEFORMAT_APPLY" val="0"/>
</p:tagLst>
</file>

<file path=ppt/tags/tag1361.xml><?xml version="1.0" encoding="utf-8"?>
<p:tagLst xmlns:a="http://schemas.openxmlformats.org/drawingml/2006/main" xmlns:r="http://schemas.openxmlformats.org/officeDocument/2006/relationships" xmlns:p="http://schemas.openxmlformats.org/presentationml/2006/main">
  <p:tag name="KSO_WM_BEAUTIFY_FLAG" val="#wm#"/>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INDEX" val="1_1_1"/>
  <p:tag name="KSO_WM_TEMPLATE_CATEGORY" val="diagram"/>
  <p:tag name="KSO_WM_TEMPLATE_INDEX" val="20231678"/>
  <p:tag name="KSO_WM_UNIT_LAYERLEVEL" val="1_1_1"/>
  <p:tag name="KSO_WM_TAG_VERSION" val="3.0"/>
  <p:tag name="KSO_WM_UNIT_VALUE" val="10"/>
  <p:tag name="KSO_WM_UNIT_TYPE" val="l_h_a"/>
  <p:tag name="KSO_WM_UNIT_ID" val="diagram20231678_1*l_h_a*1_1_1"/>
  <p:tag name="KSO_WM_DIAGRAM_VERSION" val="3"/>
  <p:tag name="KSO_WM_DIAGRAM_COLOR_TRICK" val="1"/>
  <p:tag name="KSO_WM_DIAGRAM_COLOR_TEXT_CAN_REMOVE" val="n"/>
  <p:tag name="KSO_WM_DIAGRAM_GROUP_CODE" val="l1-1"/>
  <p:tag name="KSO_WM_DIAGRAM_MAX_ITEMCNT" val="4"/>
  <p:tag name="KSO_WM_DIAGRAM_MIN_ITEMCNT" val="2"/>
  <p:tag name="KSO_WM_DIAGRAM_VIRTUALLY_FRAME" val="{&quot;height&quot;:365.65008544921875,&quot;width&quot;:558.4000854492188}"/>
  <p:tag name="KSO_WM_DIAGRAM_COLOR_MATCH_VALUE" val="{&quot;shape&quot;:{&quot;fill&quot;:{&quot;solid&quot;:{&quot;brightness&quot;:0,&quot;colorType&quot;:1,&quot;foreColorIndex&quot;:5,&quot;transparency&quot;:0},&quot;type&quot;:1},&quot;glow&quot;:{&quot;colorType&quot;:0},&quot;line&quot;:{&quot;solidLine&quot;:{&quot;brightness&quot;:0.800000011920929,&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UNIT_LINE_FORE_SCHEMECOLOR_INDEX" val="5"/>
  <p:tag name="KSO_WM_UNIT_TEXT_FILL_FORE_SCHEMECOLOR_INDEX" val="1"/>
  <p:tag name="KSO_WM_UNIT_TEXT_FILL_TYPE" val="1"/>
  <p:tag name="KSO_WM_UNIT_PRESET_TEXT" val="添加标题"/>
  <p:tag name="KSO_WM_UNIT_TEXT_TYPE" val="1"/>
  <p:tag name="KSO_WM_UNIT_LINE_FILL_TYPE" val="2"/>
  <p:tag name="KSO_WM_UNIT_USESOURCEFORMAT_APPLY" val="0"/>
</p:tagLst>
</file>

<file path=ppt/tags/tag1362.xml><?xml version="1.0" encoding="utf-8"?>
<p:tagLst xmlns:a="http://schemas.openxmlformats.org/drawingml/2006/main" xmlns:r="http://schemas.openxmlformats.org/officeDocument/2006/relationships" xmlns:p="http://schemas.openxmlformats.org/presentationml/2006/main">
  <p:tag name="KSO_WM_TEMPLATE_MASTER_TYPE" val="0"/>
  <p:tag name="KSO_WM_TEMPLATE_COLOR_TYPE" val="0"/>
  <p:tag name="KSO_WM_BEAUTIFY_FLAG" val="#wm#"/>
  <p:tag name="KSO_WM_TEMPLATE_CATEGORY" val="custom"/>
  <p:tag name="KSO_WM_SLIDE_TYPE" val="text"/>
  <p:tag name="KSO_WM_SLIDE_SUBTYPE" val="picTxt"/>
  <p:tag name="KSO_WM_SLIDE_SIZE" val="529.861*365.65"/>
  <p:tag name="KSO_WM_SLIDE_POSITION" val="78.5387*108.231"/>
  <p:tag name="KSO_WM_SLIDE_LAYOUT" val="a_d_l"/>
  <p:tag name="KSO_WM_SLIDE_LAYOUT_CNT" val="1_1_1"/>
  <p:tag name="KSO_WM_SPECIAL_SOURCE" val="bdnull"/>
  <p:tag name="KSO_WM_DIAGRAM_GROUP_CODE" val="l1-1"/>
  <p:tag name="KSO_WM_SLIDE_DIAGTYPE" val="l"/>
  <p:tag name="KSO_WM_TEMPLATE_INDEX" val="20235971"/>
  <p:tag name="KSO_WM_TEMPLATE_SUBCATEGORY" val="0"/>
  <p:tag name="KSO_WM_SLIDE_INDEX" val="1"/>
  <p:tag name="KSO_WM_TAG_VERSION" val="3.0"/>
  <p:tag name="KSO_WM_SLIDE_ID" val="custom20231717_1"/>
  <p:tag name="KSO_WM_SLIDE_ITEM_CNT" val="4"/>
</p:tagLst>
</file>

<file path=ppt/tags/tag1363.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a"/>
  <p:tag name="KSO_WM_UNIT_INDEX" val="1"/>
  <p:tag name="KSO_WM_TEMPLATE_CATEGORY" val="custom"/>
  <p:tag name="KSO_WM_UNIT_LAYERLEVEL" val="1"/>
  <p:tag name="KSO_WM_TAG_VERSION" val="3.0"/>
  <p:tag name="KSO_WM_BEAUTIFY_FLAG" val="#wm#"/>
  <p:tag name="KSO_WM_UNIT_VALUE" val="30"/>
  <p:tag name="KSO_WM_TEMPLATE_INDEX" val="20231717"/>
  <p:tag name="KSO_WM_UNIT_ID" val="custom20231717_1*a*1"/>
  <p:tag name="KSO_WM_UNIT_PRESET_TEXT" val="单击此处添加标题"/>
  <p:tag name="KSO_WM_UNIT_TEXT_TYPE" val="1"/>
  <p:tag name="KSO_WM_UNIT_TEXT_FILL_FORE_SCHEMECOLOR_INDEX" val="15"/>
  <p:tag name="KSO_WM_UNIT_TEXT_FILL_TYPE" val="1"/>
  <p:tag name="KSO_WM_UNIT_USESOURCEFORMAT_APPLY" val="0"/>
</p:tagLst>
</file>

<file path=ppt/tags/tag1364.xml><?xml version="1.0" encoding="utf-8"?>
<p:tagLst xmlns:a="http://schemas.openxmlformats.org/drawingml/2006/main" xmlns:r="http://schemas.openxmlformats.org/officeDocument/2006/relationships" xmlns:p="http://schemas.openxmlformats.org/presentationml/2006/main">
  <p:tag name="KSO_WM_BEAUTIFY_FLAG" val="#wm#"/>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diagram20231678_1*l_h_i*1_1_1"/>
  <p:tag name="KSO_WM_TEMPLATE_CATEGORY" val="diagram"/>
  <p:tag name="KSO_WM_TEMPLATE_INDEX" val="20231678"/>
  <p:tag name="KSO_WM_UNIT_LAYERLEVEL" val="1_1_1"/>
  <p:tag name="KSO_WM_TAG_VERSION" val="3.0"/>
  <p:tag name="KSO_WM_DIAGRAM_MAX_ITEMCNT" val="4"/>
  <p:tag name="KSO_WM_DIAGRAM_MIN_ITEMCNT" val="2"/>
  <p:tag name="KSO_WM_DIAGRAM_VIRTUALLY_FRAME" val="{&quot;height&quot;:365.65008544921875,&quot;width&quot;:558.4000854492188}"/>
  <p:tag name="KSO_WM_DIAGRAM_COLOR_MATCH_VALUE" val="{&quot;shape&quot;:{&quot;fill&quot;:{&quot;gradient&quot;:[{&quot;brightness&quot;:0.800000011920929,&quot;colorType&quot;:1,&quot;foreColorIndex&quot;:5,&quot;pos&quot;:0,&quot;transparency&quot;:1},{&quot;brightness&quot;:0.800000011920929,&quot;colorType&quot;:1,&quot;foreColorIndex&quot;:5,&quot;pos&quot;:1,&quot;transparency&quot;:0.5600000023841858}],&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UNIT_TEXT_FILL_FORE_SCHEMECOLOR_INDEX" val="2"/>
  <p:tag name="KSO_WM_UNIT_TEXT_FILL_TYPE" val="1"/>
  <p:tag name="KSO_WM_UNIT_USESOURCEFORMAT_APPLY" val="0"/>
</p:tagLst>
</file>

<file path=ppt/tags/tag1365.xml><?xml version="1.0" encoding="utf-8"?>
<p:tagLst xmlns:a="http://schemas.openxmlformats.org/drawingml/2006/main" xmlns:r="http://schemas.openxmlformats.org/officeDocument/2006/relationships" xmlns:p="http://schemas.openxmlformats.org/presentationml/2006/main">
  <p:tag name="KSO_WM_BEAUTIFY_FLAG" val="#wm#"/>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INDEX" val="1_1_1"/>
  <p:tag name="KSO_WM_TEMPLATE_CATEGORY" val="diagram"/>
  <p:tag name="KSO_WM_TEMPLATE_INDEX" val="20231678"/>
  <p:tag name="KSO_WM_UNIT_LAYERLEVEL" val="1_1_1"/>
  <p:tag name="KSO_WM_TAG_VERSION" val="3.0"/>
  <p:tag name="KSO_WM_UNIT_VALUE" val="10"/>
  <p:tag name="KSO_WM_UNIT_TYPE" val="l_h_a"/>
  <p:tag name="KSO_WM_UNIT_ID" val="diagram20231678_1*l_h_a*1_1_1"/>
  <p:tag name="KSO_WM_DIAGRAM_VERSION" val="3"/>
  <p:tag name="KSO_WM_DIAGRAM_COLOR_TRICK" val="1"/>
  <p:tag name="KSO_WM_DIAGRAM_COLOR_TEXT_CAN_REMOVE" val="n"/>
  <p:tag name="KSO_WM_DIAGRAM_GROUP_CODE" val="l1-1"/>
  <p:tag name="KSO_WM_DIAGRAM_MAX_ITEMCNT" val="4"/>
  <p:tag name="KSO_WM_DIAGRAM_MIN_ITEMCNT" val="2"/>
  <p:tag name="KSO_WM_DIAGRAM_VIRTUALLY_FRAME" val="{&quot;height&quot;:365.65008544921875,&quot;width&quot;:558.4000854492188}"/>
  <p:tag name="KSO_WM_DIAGRAM_COLOR_MATCH_VALUE" val="{&quot;shape&quot;:{&quot;fill&quot;:{&quot;solid&quot;:{&quot;brightness&quot;:0,&quot;colorType&quot;:1,&quot;foreColorIndex&quot;:5,&quot;transparency&quot;:0},&quot;type&quot;:1},&quot;glow&quot;:{&quot;colorType&quot;:0},&quot;line&quot;:{&quot;solidLine&quot;:{&quot;brightness&quot;:0.800000011920929,&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UNIT_LINE_FORE_SCHEMECOLOR_INDEX" val="5"/>
  <p:tag name="KSO_WM_UNIT_TEXT_FILL_FORE_SCHEMECOLOR_INDEX" val="1"/>
  <p:tag name="KSO_WM_UNIT_TEXT_FILL_TYPE" val="1"/>
  <p:tag name="KSO_WM_UNIT_PRESET_TEXT" val="添加标题"/>
  <p:tag name="KSO_WM_UNIT_TEXT_TYPE" val="1"/>
  <p:tag name="KSO_WM_UNIT_LINE_FILL_TYPE" val="2"/>
  <p:tag name="KSO_WM_UNIT_USESOURCEFORMAT_APPLY" val="0"/>
</p:tagLst>
</file>

<file path=ppt/tags/tag1366.xml><?xml version="1.0" encoding="utf-8"?>
<p:tagLst xmlns:a="http://schemas.openxmlformats.org/drawingml/2006/main" xmlns:r="http://schemas.openxmlformats.org/officeDocument/2006/relationships" xmlns:p="http://schemas.openxmlformats.org/presentationml/2006/main">
  <p:tag name="KSO_WM_TEMPLATE_MASTER_TYPE" val="0"/>
  <p:tag name="KSO_WM_TEMPLATE_COLOR_TYPE" val="0"/>
  <p:tag name="KSO_WM_BEAUTIFY_FLAG" val="#wm#"/>
  <p:tag name="KSO_WM_TEMPLATE_CATEGORY" val="custom"/>
  <p:tag name="KSO_WM_SLIDE_TYPE" val="text"/>
  <p:tag name="KSO_WM_SLIDE_SUBTYPE" val="picTxt"/>
  <p:tag name="KSO_WM_SLIDE_SIZE" val="529.861*365.65"/>
  <p:tag name="KSO_WM_SLIDE_POSITION" val="78.5387*108.231"/>
  <p:tag name="KSO_WM_SLIDE_LAYOUT" val="a_d_l"/>
  <p:tag name="KSO_WM_SLIDE_LAYOUT_CNT" val="1_1_1"/>
  <p:tag name="KSO_WM_SPECIAL_SOURCE" val="bdnull"/>
  <p:tag name="KSO_WM_DIAGRAM_GROUP_CODE" val="l1-1"/>
  <p:tag name="KSO_WM_SLIDE_DIAGTYPE" val="l"/>
  <p:tag name="KSO_WM_TEMPLATE_INDEX" val="20235971"/>
  <p:tag name="KSO_WM_TEMPLATE_SUBCATEGORY" val="0"/>
  <p:tag name="KSO_WM_SLIDE_INDEX" val="1"/>
  <p:tag name="KSO_WM_TAG_VERSION" val="3.0"/>
  <p:tag name="KSO_WM_SLIDE_ID" val="custom20231717_1"/>
  <p:tag name="KSO_WM_SLIDE_ITEM_CNT" val="4"/>
</p:tagLst>
</file>

<file path=ppt/tags/tag1367.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a"/>
  <p:tag name="KSO_WM_UNIT_INDEX" val="1"/>
  <p:tag name="KSO_WM_TEMPLATE_CATEGORY" val="custom"/>
  <p:tag name="KSO_WM_UNIT_LAYERLEVEL" val="1"/>
  <p:tag name="KSO_WM_TAG_VERSION" val="3.0"/>
  <p:tag name="KSO_WM_BEAUTIFY_FLAG" val="#wm#"/>
  <p:tag name="KSO_WM_UNIT_VALUE" val="30"/>
  <p:tag name="KSO_WM_TEMPLATE_INDEX" val="20231717"/>
  <p:tag name="KSO_WM_UNIT_ID" val="custom20231717_1*a*1"/>
  <p:tag name="KSO_WM_UNIT_PRESET_TEXT" val="单击此处添加标题"/>
  <p:tag name="KSO_WM_UNIT_TEXT_TYPE" val="1"/>
  <p:tag name="KSO_WM_UNIT_TEXT_FILL_FORE_SCHEMECOLOR_INDEX" val="15"/>
  <p:tag name="KSO_WM_UNIT_TEXT_FILL_TYPE" val="1"/>
  <p:tag name="KSO_WM_UNIT_USESOURCEFORMAT_APPLY" val="0"/>
</p:tagLst>
</file>

<file path=ppt/tags/tag1368.xml><?xml version="1.0" encoding="utf-8"?>
<p:tagLst xmlns:a="http://schemas.openxmlformats.org/drawingml/2006/main" xmlns:r="http://schemas.openxmlformats.org/officeDocument/2006/relationships" xmlns:p="http://schemas.openxmlformats.org/presentationml/2006/main">
  <p:tag name="KSO_WM_BEAUTIFY_FLAG" val="#wm#"/>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diagram20231678_1*l_h_i*1_1_1"/>
  <p:tag name="KSO_WM_TEMPLATE_CATEGORY" val="diagram"/>
  <p:tag name="KSO_WM_TEMPLATE_INDEX" val="20231678"/>
  <p:tag name="KSO_WM_UNIT_LAYERLEVEL" val="1_1_1"/>
  <p:tag name="KSO_WM_TAG_VERSION" val="3.0"/>
  <p:tag name="KSO_WM_DIAGRAM_MAX_ITEMCNT" val="4"/>
  <p:tag name="KSO_WM_DIAGRAM_MIN_ITEMCNT" val="2"/>
  <p:tag name="KSO_WM_DIAGRAM_VIRTUALLY_FRAME" val="{&quot;height&quot;:365.65008544921875,&quot;width&quot;:558.4000854492188}"/>
  <p:tag name="KSO_WM_DIAGRAM_COLOR_MATCH_VALUE" val="{&quot;shape&quot;:{&quot;fill&quot;:{&quot;gradient&quot;:[{&quot;brightness&quot;:0.800000011920929,&quot;colorType&quot;:1,&quot;foreColorIndex&quot;:5,&quot;pos&quot;:0,&quot;transparency&quot;:1},{&quot;brightness&quot;:0.800000011920929,&quot;colorType&quot;:1,&quot;foreColorIndex&quot;:5,&quot;pos&quot;:1,&quot;transparency&quot;:0.5600000023841858}],&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UNIT_TEXT_FILL_FORE_SCHEMECOLOR_INDEX" val="2"/>
  <p:tag name="KSO_WM_UNIT_TEXT_FILL_TYPE" val="1"/>
  <p:tag name="KSO_WM_UNIT_USESOURCEFORMAT_APPLY" val="0"/>
</p:tagLst>
</file>

<file path=ppt/tags/tag1369.xml><?xml version="1.0" encoding="utf-8"?>
<p:tagLst xmlns:a="http://schemas.openxmlformats.org/drawingml/2006/main" xmlns:r="http://schemas.openxmlformats.org/officeDocument/2006/relationships" xmlns:p="http://schemas.openxmlformats.org/presentationml/2006/main">
  <p:tag name="KSO_WM_BEAUTIFY_FLAG" val="#wm#"/>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INDEX" val="1_1_1"/>
  <p:tag name="KSO_WM_TEMPLATE_CATEGORY" val="diagram"/>
  <p:tag name="KSO_WM_TEMPLATE_INDEX" val="20231678"/>
  <p:tag name="KSO_WM_UNIT_LAYERLEVEL" val="1_1_1"/>
  <p:tag name="KSO_WM_TAG_VERSION" val="3.0"/>
  <p:tag name="KSO_WM_UNIT_VALUE" val="10"/>
  <p:tag name="KSO_WM_UNIT_TYPE" val="l_h_a"/>
  <p:tag name="KSO_WM_UNIT_ID" val="diagram20231678_1*l_h_a*1_1_1"/>
  <p:tag name="KSO_WM_DIAGRAM_VERSION" val="3"/>
  <p:tag name="KSO_WM_DIAGRAM_COLOR_TRICK" val="1"/>
  <p:tag name="KSO_WM_DIAGRAM_COLOR_TEXT_CAN_REMOVE" val="n"/>
  <p:tag name="KSO_WM_DIAGRAM_GROUP_CODE" val="l1-1"/>
  <p:tag name="KSO_WM_DIAGRAM_MAX_ITEMCNT" val="4"/>
  <p:tag name="KSO_WM_DIAGRAM_MIN_ITEMCNT" val="2"/>
  <p:tag name="KSO_WM_DIAGRAM_VIRTUALLY_FRAME" val="{&quot;height&quot;:365.65008544921875,&quot;width&quot;:558.4000854492188}"/>
  <p:tag name="KSO_WM_DIAGRAM_COLOR_MATCH_VALUE" val="{&quot;shape&quot;:{&quot;fill&quot;:{&quot;solid&quot;:{&quot;brightness&quot;:0,&quot;colorType&quot;:1,&quot;foreColorIndex&quot;:5,&quot;transparency&quot;:0},&quot;type&quot;:1},&quot;glow&quot;:{&quot;colorType&quot;:0},&quot;line&quot;:{&quot;solidLine&quot;:{&quot;brightness&quot;:0.800000011920929,&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UNIT_LINE_FORE_SCHEMECOLOR_INDEX" val="5"/>
  <p:tag name="KSO_WM_UNIT_TEXT_FILL_FORE_SCHEMECOLOR_INDEX" val="1"/>
  <p:tag name="KSO_WM_UNIT_TEXT_FILL_TYPE" val="1"/>
  <p:tag name="KSO_WM_UNIT_PRESET_TEXT" val="添加标题"/>
  <p:tag name="KSO_WM_UNIT_TEXT_TYPE" val="1"/>
  <p:tag name="KSO_WM_UNIT_LINE_FILL_TYPE" val="2"/>
  <p:tag name="KSO_WM_UNIT_USESOURCEFORMAT_APPLY" val="0"/>
</p:tagLst>
</file>

<file path=ppt/tags/tag1370.xml><?xml version="1.0" encoding="utf-8"?>
<p:tagLst xmlns:a="http://schemas.openxmlformats.org/drawingml/2006/main" xmlns:r="http://schemas.openxmlformats.org/officeDocument/2006/relationships" xmlns:p="http://schemas.openxmlformats.org/presentationml/2006/main">
  <p:tag name="KSO_WM_SLIDE_ID" val="diagram20233144_3"/>
  <p:tag name="KSO_WM_TEMPLATE_SUBCATEGORY" val="0"/>
  <p:tag name="KSO_WM_TEMPLATE_MASTER_TYPE" val="0"/>
  <p:tag name="KSO_WM_TEMPLATE_COLOR_TYPE" val="0"/>
  <p:tag name="KSO_WM_SLIDE_ITEM_CNT" val="4"/>
  <p:tag name="KSO_WM_SLIDE_INDEX" val="3"/>
  <p:tag name="KSO_WM_TAG_VERSION" val="3.0"/>
  <p:tag name="KSO_WM_BEAUTIFY_FLAG" val="#wm#"/>
  <p:tag name="KSO_WM_TEMPLATE_CATEGORY" val="custom"/>
  <p:tag name="KSO_WM_TEMPLATE_INDEX" val="20235971"/>
  <p:tag name="KSO_WM_SLIDE_TYPE" val="text"/>
  <p:tag name="KSO_WM_SLIDE_SUBTYPE" val="diag"/>
  <p:tag name="KSO_WM_SLIDE_SIZE" val="850.1*366.5"/>
  <p:tag name="KSO_WM_SLIDE_POSITION" val="54.9*125.9"/>
  <p:tag name="KSO_WM_SLIDE_LAYOUT" val="a_l"/>
  <p:tag name="KSO_WM_SLIDE_LAYOUT_CNT" val="1_1"/>
  <p:tag name="KSO_WM_SPECIAL_SOURCE" val="bdnull"/>
  <p:tag name="KSO_WM_DIAGRAM_GROUP_CODE" val="l1-1"/>
  <p:tag name="KSO_WM_SLIDE_DIAGTYPE" val="l"/>
</p:tagLst>
</file>

<file path=ppt/tags/tag137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2"/>
  <p:tag name="KSO_WM_UNIT_ID" val="diagram20233144_1*l_h_i*1_2_2"/>
  <p:tag name="KSO_WM_TEMPLATE_CATEGORY" val="diagram"/>
  <p:tag name="KSO_WM_TEMPLATE_INDEX" val="20233144"/>
  <p:tag name="KSO_WM_UNIT_LAYERLEVEL" val="1_1_1"/>
  <p:tag name="KSO_WM_TAG_VERSION" val="3.0"/>
  <p:tag name="KSO_WM_DIAGRAM_VERSION" val="3"/>
  <p:tag name="KSO_WM_DIAGRAM_COLOR_TRICK" val="1"/>
  <p:tag name="KSO_WM_DIAGRAM_COLOR_TEXT_CAN_REMOVE" val="n"/>
  <p:tag name="KSO_WM_DIAGRAM_MAX_ITEMCNT" val="4"/>
  <p:tag name="KSO_WM_DIAGRAM_MIN_ITEMCNT" val="2"/>
  <p:tag name="KSO_WM_DIAGRAM_VIRTUALLY_FRAME" val="{&quot;height&quot;:366.5,&quot;width&quot;:850.2000122070312}"/>
  <p:tag name="KSO_WM_DIAGRAM_COLOR_MATCH_VALUE" val="{&quot;shape&quot;:{&quot;fill&quot;:{&quot;gradient&quot;:[{&quot;brightness&quot;:0.4000000059604645,&quot;colorType&quot;:1,&quot;foreColorIndex&quot;:5,&quot;pos&quot;:0,&quot;transparency&quot;:1},{&quot;brightness&quot;:0.4000000059604645,&quot;colorType&quot;:1,&quot;foreColorIndex&quot;:5,&quot;pos&quot;:0.6499999761581421,&quot;transparency&quot;:0.800000011920929}],&quot;type&quot;:3},&quot;glow&quot;:{&quot;colorType&quot;:0},&quot;line&quot;:{&quot;type&quot;:0},&quot;shadow&quot;:{&quot;brightness&quot;:0,&quot;colorType&quot;:1,&quot;foreColorIndex&quot;:5,&quot;transparency&quot;:0.8999999761581421},&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UNIT_SHADOW_SCHEMECOLOR_INDEX" val="5"/>
  <p:tag name="KSO_WM_UNIT_TEXT_FILL_FORE_SCHEMECOLOR_INDEX" val="2"/>
  <p:tag name="KSO_WM_UNIT_TEXT_FILL_TYPE" val="1"/>
  <p:tag name="KSO_WM_UNIT_USESOURCEFORMAT_APPLY" val="0"/>
</p:tagLst>
</file>

<file path=ppt/tags/tag1372.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diagram20233144_3*a*1"/>
  <p:tag name="KSO_WM_TEMPLATE_CATEGORY" val="diagram"/>
  <p:tag name="KSO_WM_TEMPLATE_INDEX" val="20233144"/>
  <p:tag name="KSO_WM_UNIT_LAYERLEVEL" val="1"/>
  <p:tag name="KSO_WM_TAG_VERSION" val="3.0"/>
  <p:tag name="KSO_WM_BEAUTIFY_FLAG" val="#wm#"/>
  <p:tag name="KSO_WM_DIAGRAM_GROUP_CODE" val="l1-1"/>
  <p:tag name="KSO_WM_UNIT_TEXT_TYPE" val="1"/>
  <p:tag name="KSO_WM_UNIT_PRESET_TEXT" val="单击此处添加标题"/>
  <p:tag name="KSO_WM_UNIT_TEXT_FILL_FORE_SCHEMECOLOR_INDEX" val="15"/>
  <p:tag name="KSO_WM_UNIT_TEXT_FILL_TYPE" val="1"/>
  <p:tag name="KSO_WM_UNIT_USESOURCEFORMAT_APPLY" val="0"/>
</p:tagLst>
</file>

<file path=ppt/tags/tag137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3144_1*l_h_d*1_1_1"/>
  <p:tag name="KSO_WM_TEMPLATE_CATEGORY" val="diagram"/>
  <p:tag name="KSO_WM_TEMPLATE_INDEX" val="20233144"/>
  <p:tag name="KSO_WM_UNIT_LAYERLEVEL" val="1_1_1"/>
  <p:tag name="KSO_WM_TAG_VERSION" val="3.0"/>
  <p:tag name="KSO_WM_UNIT_TYPE" val="l_h_d"/>
  <p:tag name="KSO_WM_UNIT_INDEX" val="1_1_1"/>
  <p:tag name="KSO_WM_UNIT_VALUE" val="878*560"/>
  <p:tag name="KSO_WM_DIAGRAM_MAX_ITEMCNT" val="4"/>
  <p:tag name="KSO_WM_DIAGRAM_MIN_ITEMCNT" val="2"/>
  <p:tag name="KSO_WM_DIAGRAM_VIRTUALLY_FRAME" val="{&quot;height&quot;:366.5,&quot;width&quot;:850.2000122070312}"/>
  <p:tag name="KSO_WM_DIAGRAM_COLOR_MATCH_VALUE" val="{&quot;shape&quot;:{&quot;fill&quot;:{&quot;solid&quot;:{&quot;brightness&quot;:0,&quot;colorType&quot;:1,&quot;foreColorIndex&quot;:5,&quot;transparency&quot;:0},&quot;type&quot;:1},&quot;glow&quot;:{&quot;colorType&quot;:0},&quot;line&quot;:{&quot;solidLine&quot;:{&quot;brightness&quot;:0,&quot;colorType&quot;:1,&quot;foreColorIndex&quot;:5,&quot;transparency&quot;:0.800000011920929},&quot;type&quot;:1},&quot;shadow&quot;:{&quot;brightness&quot;:-0.25,&quot;colorType&quot;:1,&quot;foreColorIndex&quot;:5,&quot;transparency&quot;:0.8799999952316284},&quot;threeD&quot;:{&quot;curvedSurface&quot;:{&quot;brightness&quot;:0,&quot;colorType&quot;:2,&quot;rgb&quot;:&quot;#000000&quot;},&quot;depth&quot;:{&quot;colorType&quot;:0}}},&quot;text&quot;:{&quot;fill&quot;:{},&quot;glow&quot;:{},&quot;line&quot;:{},&quot;shadow&quot;:{},&quot;threeD&quot;:{}}}"/>
  <p:tag name="KSO_WM_DIAGRAM_VERSION" val="3"/>
  <p:tag name="KSO_WM_DIAGRAM_COLOR_TRICK" val="1"/>
  <p:tag name="KSO_WM_DIAGRAM_COLOR_TEXT_CAN_REMOVE" val="n"/>
  <p:tag name="KSO_WM_UNIT_PICTURE_SUBTYPE" val="b"/>
  <p:tag name="KSO_WM_BEAUTIFY_FLAG" val="#wm#"/>
  <p:tag name="KSO_WM_UNIT_FILL_TYPE" val="1"/>
  <p:tag name="KSO_WM_UNIT_FILL_FORE_SCHEMECOLOR_INDEX" val="5"/>
  <p:tag name="KSO_WM_UNIT_FILL_FORE_SCHEMECOLOR_INDEX_BRIGHTNESS" val="0"/>
  <p:tag name="KSO_WM_UNIT_LINE_FORE_SCHEMECOLOR_INDEX" val="5"/>
  <p:tag name="MH_PIC_SOURCE_TYPE" val="generate_slide_ai*{&quot;ai_type&quot;:&quot;generate_ppt&quot;,&quot;id&quot;:&quot;&quot;}*auto_ai_ai_v2.0.9_ONLINE*1744641021005_10.5_77d2bec61e02-slide-10"/>
  <p:tag name="KSO_WM_UNIT_LINE_FILL_TYPE" val="2"/>
  <p:tag name="KSO_WM_UNIT_SHADOW_SCHEMECOLOR_INDEX" val="5"/>
  <p:tag name="KSO_WM_UNIT_USESOURCEFORMAT_APPLY" val="0"/>
</p:tagLst>
</file>

<file path=ppt/tags/tag1374.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8"/>
  <p:tag name="KSO_WM_UNIT_HIGHLIGHT" val="0"/>
  <p:tag name="KSO_WM_UNIT_COMPATIBLE" val="0"/>
  <p:tag name="KSO_WM_UNIT_DIAGRAM_ISNUMVISUAL" val="0"/>
  <p:tag name="KSO_WM_UNIT_DIAGRAM_ISREFERUNIT" val="0"/>
  <p:tag name="KSO_WM_UNIT_TYPE" val="l_h_a"/>
  <p:tag name="KSO_WM_TEMPLATE_CATEGORY" val="diagram"/>
  <p:tag name="KSO_WM_TEMPLATE_INDEX" val="20233144"/>
  <p:tag name="KSO_WM_UNIT_LAYERLEVEL" val="1_1_1"/>
  <p:tag name="KSO_WM_TAG_VERSION" val="3.0"/>
  <p:tag name="KSO_WM_DIAGRAM_MAX_ITEMCNT" val="4"/>
  <p:tag name="KSO_WM_DIAGRAM_MIN_ITEMCNT" val="2"/>
  <p:tag name="KSO_WM_DIAGRAM_VIRTUALLY_FRAME" val="{&quot;height&quot;:366.5,&quot;width&quot;:850.200012207031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ID" val="diagram20233144_1*l_h_a*1_1_1"/>
  <p:tag name="KSO_WM_UNIT_INDEX" val="1_1_1"/>
  <p:tag name="KSO_WM_DIAGRAM_GROUP_CODE" val="l1-1"/>
  <p:tag name="KSO_WM_UNIT_TEXT_TYPE" val="1"/>
  <p:tag name="KSO_WM_DIAGRAM_VERSION" val="3"/>
  <p:tag name="KSO_WM_DIAGRAM_COLOR_TRICK" val="1"/>
  <p:tag name="KSO_WM_DIAGRAM_COLOR_TEXT_CAN_REMOVE" val="n"/>
  <p:tag name="KSO_WM_BEAUTIFY_FLAG" val="#wm#"/>
  <p:tag name="KSO_WM_UNIT_PRESET_TEXT" val="单击添加标题"/>
  <p:tag name="KSO_WM_UNIT_TEXT_FILL_FORE_SCHEMECOLOR_INDEX" val="1"/>
  <p:tag name="KSO_WM_UNIT_TEXT_FILL_TYPE" val="1"/>
  <p:tag name="KSO_WM_UNIT_USESOURCEFORMAT_APPLY" val="0"/>
</p:tagLst>
</file>

<file path=ppt/tags/tag137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diagram20233144_1*l_h_i*1_1_1"/>
  <p:tag name="KSO_WM_TEMPLATE_CATEGORY" val="diagram"/>
  <p:tag name="KSO_WM_TEMPLATE_INDEX" val="20233144"/>
  <p:tag name="KSO_WM_UNIT_LAYERLEVEL" val="1_1_1"/>
  <p:tag name="KSO_WM_TAG_VERSION" val="3.0"/>
  <p:tag name="KSO_WM_DIAGRAM_VERSION" val="3"/>
  <p:tag name="KSO_WM_DIAGRAM_COLOR_TRICK" val="1"/>
  <p:tag name="KSO_WM_DIAGRAM_COLOR_TEXT_CAN_REMOVE" val="n"/>
  <p:tag name="KSO_WM_DIAGRAM_MAX_ITEMCNT" val="4"/>
  <p:tag name="KSO_WM_DIAGRAM_MIN_ITEMCNT" val="2"/>
  <p:tag name="KSO_WM_DIAGRAM_VIRTUALLY_FRAME" val="{&quot;height&quot;:366.5,&quot;width&quot;:850.2000122070312}"/>
  <p:tag name="KSO_WM_DIAGRAM_COLOR_MATCH_VALUE" val="{&quot;shape&quot;:{&quot;fill&quot;:{&quot;type&quot;:0},&quot;glow&quot;:{&quot;colorType&quot;:0},&quot;line&quot;:{&quot;gradient&quot;:[{&quot;brightness&quot;:0,&quot;colorType&quot;:1,&quot;foreColorIndex&quot;:5,&quot;pos&quot;:0,&quot;transparency&quot;:0},{&quot;brightness&quot;:0,&quot;colorType&quot;:1,&quot;foreColorIndex&quot;:5,&quot;pos&quot;:1,&quot;transparency&quot;:0.7400000095367432}],&quot;type&quot;:2},&quot;shadow&quot;:{&quot;brightness&quot;:-0.25,&quot;colorType&quot;:1,&quot;foreColorIndex&quot;:5,&quot;transparency&quot;:0.800000011920929},&quot;threeD&quot;:{&quot;curvedSurface&quot;:{&quot;brightness&quot;:0,&quot;colorType&quot;:2,&quot;rgb&quot;:&quot;#000000&quot;},&quot;depth&quot;:{&quot;colorType&quot;:0}}},&quot;text&quot;:{&quot;fill&quot;:{},&quot;glow&quot;:{},&quot;line&quot;:{},&quot;shadow&quot;:{},&quot;threeD&quot;:{}}}"/>
  <p:tag name="KSO_WM_BEAUTIFY_FLAG" val="#wm#"/>
  <p:tag name="KSO_WM_UNIT_LINE_FORE_SCHEMECOLOR_INDEX" val="5"/>
  <p:tag name="KSO_WM_UNIT_SHADOW_SCHEMECOLOR_INDEX" val="5"/>
  <p:tag name="KSO_WM_UNIT_USESOURCEFORMAT_APPLY" val="0"/>
</p:tagLst>
</file>

<file path=ppt/tags/tag1376.xml><?xml version="1.0" encoding="utf-8"?>
<p:tagLst xmlns:a="http://schemas.openxmlformats.org/drawingml/2006/main" xmlns:r="http://schemas.openxmlformats.org/officeDocument/2006/relationships" xmlns:p="http://schemas.openxmlformats.org/presentationml/2006/main">
  <p:tag name="KSO_WM_SLIDE_CONTENT_ORIENTATION" val=""/>
  <p:tag name="KSO_WM_SLIDE_HAS_MASK" val="0"/>
  <p:tag name="KSO_WM_SLIDE_ITEM_CNT" val="3"/>
  <p:tag name="KSO_WM_SLIDE_TYPE" val="text"/>
  <p:tag name="KSO_WM_TEMPLATE_SUBCATEGORY" val="29"/>
  <p:tag name="KSO_WM_BEAUTIFY_FLAG" val="#wm#"/>
  <p:tag name="KSO_WM_TEMPLATE_FIGMA_ID" val="0"/>
  <p:tag name="KSO_WM_TEMPLATE_SLIDE_ID" val="slide_31dbeeed601a3e99"/>
</p:tagLst>
</file>

<file path=ppt/tags/tag1377.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a"/>
  <p:tag name="KSO_WM_LAYOUT_CHECK_HASH" val="8a9e61c1180e41b9dd4b483fb5d22a167a34e90c"/>
  <p:tag name="KSO_WM_NEWLAYOUT_GROUP_ID" val="layout_59"/>
  <p:tag name="KSO_WM_NEWLAYOUT_ID" val="slide_31dbeeed601a3e99"/>
  <p:tag name="KSO_WM_UNIT_PRESET_TEXT" val="单击此处添加标题"/>
</p:tagLst>
</file>

<file path=ppt/tags/tag1378.xml><?xml version="1.0" encoding="utf-8"?>
<p:tagLst xmlns:a="http://schemas.openxmlformats.org/drawingml/2006/main" xmlns:r="http://schemas.openxmlformats.org/officeDocument/2006/relationships" xmlns:p="http://schemas.openxmlformats.org/presentationml/2006/main">
  <p:tag name="KSO_WM_UNIT_TEXTBOXSTYLE_GUID" val="{7590a1fe-a02e-46db-bb25-e6be4d672cea}"/>
</p:tagLst>
</file>

<file path=ppt/tags/tag1379.xml><?xml version="1.0" encoding="utf-8"?>
<p:tagLst xmlns:a="http://schemas.openxmlformats.org/drawingml/2006/main" xmlns:r="http://schemas.openxmlformats.org/officeDocument/2006/relationships" xmlns:p="http://schemas.openxmlformats.org/presentationml/2006/main">
  <p:tag name="KSO_WM_UNIT_TEXTBOXSTYLE_SHAPETYPE" val="0"/>
  <p:tag name="KSO_WM_UNIT_TEXTBOXSTYLE_TEMPLATETYPE" val="1"/>
  <p:tag name="KSO_WM_UNIT_PRESET_TEXT" val="点击此处添加正文，文字是您思想的提炼，为了演示发布的良好效果，请言简意赅的阐述您的观点。&#13;您的正文已经经简明扼要，字字珠玑，但信息却千丝万缕、错综复杂，需要用更多的文字来表述；但请您尽可能提炼思想的精髓。"/>
  <p:tag name="KSO_WM_UNIT_NOCLEAR" val="1"/>
  <p:tag name="KSO_WM_UNIT_VALUE" val="54"/>
  <p:tag name="KSO_WM_UNIT_HIGHLIGHT" val="0"/>
  <p:tag name="KSO_WM_UNIT_COMPATIBLE" val="0"/>
  <p:tag name="KSO_WM_UNIT_DIAGRAM_ISNUMVISUAL" val="0"/>
  <p:tag name="KSO_WM_UNIT_DIAGRAM_ISREFERUNIT" val="0"/>
  <p:tag name="KSO_WM_UNIT_TYPE" val="f"/>
  <p:tag name="KSO_WM_UNIT_INDEX" val="1"/>
  <p:tag name="KSO_WM_UNIT_ID" val="mixed20201941_6*f*1"/>
  <p:tag name="KSO_WM_TEMPLATE_CATEGORY" val="mixed"/>
  <p:tag name="KSO_WM_TEMPLATE_INDEX" val="20201941"/>
  <p:tag name="KSO_WM_UNIT_LAYERLEVEL" val="1"/>
  <p:tag name="KSO_WM_TAG_VERSION" val="1.0"/>
  <p:tag name="KSO_WM_BEAUTIFY_FLAG" val="#wm#"/>
  <p:tag name="KSO_WM_UNIT_TEXTBOXSTYLE_GUID" val="{7590a1fe-a02e-46db-bb25-e6be4d672cea}"/>
  <p:tag name="KSO_WM_UNIT_TEXTBOXSTYLE_TEMPLATEID" val="3135196"/>
  <p:tag name="KSO_WM_UNIT_TEXTBOXSTYLE_TYPE" val="8"/>
</p:tagLst>
</file>

<file path=ppt/tags/tag1380.xml><?xml version="1.0" encoding="utf-8"?>
<p:tagLst xmlns:a="http://schemas.openxmlformats.org/drawingml/2006/main" xmlns:r="http://schemas.openxmlformats.org/officeDocument/2006/relationships" xmlns:p="http://schemas.openxmlformats.org/presentationml/2006/main">
  <p:tag name="KSO_WM_UNIT_TEXTBOXSTYLE_SHAPETYPE" val="1"/>
  <p:tag name="KSO_WM_UNIT_TEXTBOXSTYLE_ADJUSTLEFT" val="0_-36.79999"/>
  <p:tag name="KSO_WM_UNIT_TEXTBOXSTYLE_ADJUSTTOP" val="0_-38.65001"/>
  <p:tag name="KSO_WM_UNIT_TEXTBOXSTYLE_ADJUSTWIDTH" val="100_73.79999"/>
  <p:tag name="KSO_WM_UNIT_TEXTBOXSTYLE_ADJUSTHEIGTH" val="100_77.3"/>
  <p:tag name="KSO_WM_UNIT_HIGHLIGHT" val="0"/>
  <p:tag name="KSO_WM_UNIT_COMPATIBLE" val="0"/>
  <p:tag name="KSO_WM_UNIT_DIAGRAM_ISNUMVISUAL" val="0"/>
  <p:tag name="KSO_WM_UNIT_DIAGRAM_ISREFERUNIT" val="0"/>
  <p:tag name="KSO_WM_UNIT_TYPE" val="i"/>
  <p:tag name="KSO_WM_UNIT_INDEX" val="1"/>
  <p:tag name="KSO_WM_UNIT_ID" val="mixed20201941_6*i*1"/>
  <p:tag name="KSO_WM_TEMPLATE_CATEGORY" val="mixed"/>
  <p:tag name="KSO_WM_TEMPLATE_INDEX" val="20201941"/>
  <p:tag name="KSO_WM_UNIT_LAYERLEVEL" val="1"/>
  <p:tag name="KSO_WM_TAG_VERSION" val="1.0"/>
  <p:tag name="KSO_WM_BEAUTIFY_FLAG" val="#wm#"/>
  <p:tag name="KSO_WM_UNIT_TEXTBOXSTYLE_GUID" val="{7590a1fe-a02e-46db-bb25-e6be4d672cea}"/>
</p:tagLst>
</file>

<file path=ppt/tags/tag1381.xml><?xml version="1.0" encoding="utf-8"?>
<p:tagLst xmlns:a="http://schemas.openxmlformats.org/drawingml/2006/main" xmlns:r="http://schemas.openxmlformats.org/officeDocument/2006/relationships" xmlns:p="http://schemas.openxmlformats.org/presentationml/2006/main">
  <p:tag name="KSO_WM_UNIT_TEXTBOXSTYLE_SHAPETYPE" val="1"/>
  <p:tag name="KSO_WM_UNIT_TEXTBOXSTYLE_ADJUSTLEFT" val="0_0"/>
  <p:tag name="KSO_WM_UNIT_TEXTBOXSTYLE_ADJUSTTOP" val="100_22.73747"/>
  <p:tag name="KSO_WM_UNIT_TEXTBOXSTYLE_ADJUSTWIDTH" val="100_0"/>
  <p:tag name="KSO_WM_UNIT_HIGHLIGHT" val="0"/>
  <p:tag name="KSO_WM_UNIT_COMPATIBLE" val="0"/>
  <p:tag name="KSO_WM_UNIT_DIAGRAM_ISNUMVISUAL" val="0"/>
  <p:tag name="KSO_WM_UNIT_DIAGRAM_ISREFERUNIT" val="0"/>
  <p:tag name="KSO_WM_UNIT_TYPE" val="i"/>
  <p:tag name="KSO_WM_UNIT_INDEX" val="2"/>
  <p:tag name="KSO_WM_UNIT_ID" val="mixed20201941_6*i*2"/>
  <p:tag name="KSO_WM_TEMPLATE_CATEGORY" val="mixed"/>
  <p:tag name="KSO_WM_TEMPLATE_INDEX" val="20201941"/>
  <p:tag name="KSO_WM_UNIT_LAYERLEVEL" val="1"/>
  <p:tag name="KSO_WM_TAG_VERSION" val="1.0"/>
  <p:tag name="KSO_WM_BEAUTIFY_FLAG" val="#wm#"/>
  <p:tag name="KSO_WM_UNIT_TEXTBOXSTYLE_GUID" val="{7590a1fe-a02e-46db-bb25-e6be4d672cea}"/>
</p:tagLst>
</file>

<file path=ppt/tags/tag1382.xml><?xml version="1.0" encoding="utf-8"?>
<p:tagLst xmlns:a="http://schemas.openxmlformats.org/drawingml/2006/main" xmlns:r="http://schemas.openxmlformats.org/officeDocument/2006/relationships" xmlns:p="http://schemas.openxmlformats.org/presentationml/2006/main">
  <p:tag name="KSO_WM_UNIT_TEXTBOXSTYLE_SHAPETYPE" val="1"/>
  <p:tag name="KSO_WM_UNIT_TEXTBOXSTYLE_ADJUSTLEFT" val="0_0"/>
  <p:tag name="KSO_WM_UNIT_TEXTBOXSTYLE_ADJUSTTOP" val="0_-25"/>
  <p:tag name="KSO_WM_UNIT_TEXTBOXSTYLE_ADJUSTWIDTH" val="100_0"/>
  <p:tag name="KSO_WM_UNIT_HIGHLIGHT" val="0"/>
  <p:tag name="KSO_WM_UNIT_COMPATIBLE" val="0"/>
  <p:tag name="KSO_WM_UNIT_DIAGRAM_ISNUMVISUAL" val="0"/>
  <p:tag name="KSO_WM_UNIT_DIAGRAM_ISREFERUNIT" val="0"/>
  <p:tag name="KSO_WM_UNIT_TYPE" val="i"/>
  <p:tag name="KSO_WM_UNIT_INDEX" val="5"/>
  <p:tag name="KSO_WM_UNIT_ID" val="mixed20201941_6*i*5"/>
  <p:tag name="KSO_WM_TEMPLATE_CATEGORY" val="mixed"/>
  <p:tag name="KSO_WM_TEMPLATE_INDEX" val="20201941"/>
  <p:tag name="KSO_WM_UNIT_LAYERLEVEL" val="1"/>
  <p:tag name="KSO_WM_TAG_VERSION" val="1.0"/>
  <p:tag name="KSO_WM_BEAUTIFY_FLAG" val="#wm#"/>
  <p:tag name="KSO_WM_UNIT_TEXTBOXSTYLE_GUID" val="{7590a1fe-a02e-46db-bb25-e6be4d672cea}"/>
</p:tagLst>
</file>

<file path=ppt/tags/tag1383.xml><?xml version="1.0" encoding="utf-8"?>
<p:tagLst xmlns:a="http://schemas.openxmlformats.org/drawingml/2006/main" xmlns:r="http://schemas.openxmlformats.org/officeDocument/2006/relationships" xmlns:p="http://schemas.openxmlformats.org/presentationml/2006/main">
  <p:tag name="KSO_WM_UNIT_TEXTBOXSTYLE_SHAPETYPE" val="1"/>
  <p:tag name="KSO_WM_UNIT_TEXTBOXSTYLE_ADJUSTLEFT" val="50_-200"/>
  <p:tag name="KSO_WM_UNIT_TEXTBOXSTYLE_ADJUSTTOP" val="0_-23"/>
  <p:tag name="KSO_WM_UNIT_TEXTBOXSTYLE_ADJUSTWIDTH" val="100_0"/>
  <p:tag name="KSO_WM_UNIT_HIGHLIGHT" val="0"/>
  <p:tag name="KSO_WM_UNIT_COMPATIBLE" val="0"/>
  <p:tag name="KSO_WM_UNIT_DIAGRAM_ISNUMVISUAL" val="0"/>
  <p:tag name="KSO_WM_UNIT_DIAGRAM_ISREFERUNIT" val="0"/>
  <p:tag name="KSO_WM_UNIT_TYPE" val="i"/>
  <p:tag name="KSO_WM_UNIT_INDEX" val="6"/>
  <p:tag name="KSO_WM_UNIT_ID" val="mixed20201941_6*i*6"/>
  <p:tag name="KSO_WM_TEMPLATE_CATEGORY" val="mixed"/>
  <p:tag name="KSO_WM_TEMPLATE_INDEX" val="20201941"/>
  <p:tag name="KSO_WM_UNIT_LAYERLEVEL" val="1"/>
  <p:tag name="KSO_WM_TAG_VERSION" val="1.0"/>
  <p:tag name="KSO_WM_BEAUTIFY_FLAG" val="#wm#"/>
</p:tagLst>
</file>

<file path=ppt/tags/tag1384.xml><?xml version="1.0" encoding="utf-8"?>
<p:tagLst xmlns:a="http://schemas.openxmlformats.org/drawingml/2006/main" xmlns:r="http://schemas.openxmlformats.org/officeDocument/2006/relationships" xmlns:p="http://schemas.openxmlformats.org/presentationml/2006/main">
  <p:tag name="KSO_WM_UNIT_TEXTBOXSTYLE_SHAPETYPE" val="1"/>
  <p:tag name="KSO_WM_UNIT_TEXTBOXSTYLE_ADJUSTLEFT" val="50_-49.75006"/>
  <p:tag name="KSO_WM_UNIT_TEXTBOXSTYLE_ADJUSTTOP" val="0_-25"/>
  <p:tag name="KSO_WM_UNIT_HIGHLIGHT" val="0"/>
  <p:tag name="KSO_WM_UNIT_COMPATIBLE" val="0"/>
  <p:tag name="KSO_WM_UNIT_DIAGRAM_ISNUMVISUAL" val="0"/>
  <p:tag name="KSO_WM_UNIT_DIAGRAM_ISREFERUNIT" val="0"/>
  <p:tag name="KSO_WM_UNIT_TYPE" val="i"/>
  <p:tag name="KSO_WM_UNIT_INDEX" val="7"/>
  <p:tag name="KSO_WM_UNIT_ID" val="mixed20201941_6*i*7"/>
  <p:tag name="KSO_WM_TEMPLATE_CATEGORY" val="mixed"/>
  <p:tag name="KSO_WM_TEMPLATE_INDEX" val="20201941"/>
  <p:tag name="KSO_WM_UNIT_LAYERLEVEL" val="1"/>
  <p:tag name="KSO_WM_TAG_VERSION" val="1.0"/>
  <p:tag name="KSO_WM_BEAUTIFY_FLAG" val="#wm#"/>
</p:tagLst>
</file>

<file path=ppt/tags/tag1385.xml><?xml version="1.0" encoding="utf-8"?>
<p:tagLst xmlns:a="http://schemas.openxmlformats.org/drawingml/2006/main" xmlns:r="http://schemas.openxmlformats.org/officeDocument/2006/relationships" xmlns:p="http://schemas.openxmlformats.org/presentationml/2006/main">
  <p:tag name="KSO_WM_UNIT_TEXTBOXSTYLE_SHAPETYPE" val="1"/>
  <p:tag name="KSO_WM_UNIT_TEXTBOXSTYLE_ADJUSTLEFT" val="50_-200"/>
  <p:tag name="KSO_WM_UNIT_TEXTBOXSTYLE_ADJUSTTOP" val="100_24.74998"/>
  <p:tag name="KSO_WM_UNIT_TEXTBOXSTYLE_ADJUSTWIDTH" val="100_0"/>
  <p:tag name="KSO_WM_UNIT_HIGHLIGHT" val="0"/>
  <p:tag name="KSO_WM_UNIT_COMPATIBLE" val="0"/>
  <p:tag name="KSO_WM_UNIT_DIAGRAM_ISNUMVISUAL" val="0"/>
  <p:tag name="KSO_WM_UNIT_DIAGRAM_ISREFERUNIT" val="0"/>
  <p:tag name="KSO_WM_UNIT_TYPE" val="i"/>
  <p:tag name="KSO_WM_UNIT_INDEX" val="3"/>
  <p:tag name="KSO_WM_UNIT_ID" val="mixed20201941_6*i*3"/>
  <p:tag name="KSO_WM_TEMPLATE_CATEGORY" val="mixed"/>
  <p:tag name="KSO_WM_TEMPLATE_INDEX" val="20201941"/>
  <p:tag name="KSO_WM_UNIT_LAYERLEVEL" val="1"/>
  <p:tag name="KSO_WM_TAG_VERSION" val="1.0"/>
  <p:tag name="KSO_WM_BEAUTIFY_FLAG" val="#wm#"/>
</p:tagLst>
</file>

<file path=ppt/tags/tag1386.xml><?xml version="1.0" encoding="utf-8"?>
<p:tagLst xmlns:a="http://schemas.openxmlformats.org/drawingml/2006/main" xmlns:r="http://schemas.openxmlformats.org/officeDocument/2006/relationships" xmlns:p="http://schemas.openxmlformats.org/presentationml/2006/main">
  <p:tag name="KSO_WM_UNIT_TEXTBOXSTYLE_SHAPETYPE" val="1"/>
  <p:tag name="KSO_WM_UNIT_TEXTBOXSTYLE_ADJUSTLEFT" val="50_-49.75006"/>
  <p:tag name="KSO_WM_UNIT_TEXTBOXSTYLE_ADJUSTTOP" val="100_22.73747"/>
  <p:tag name="KSO_WM_UNIT_HIGHLIGHT" val="0"/>
  <p:tag name="KSO_WM_UNIT_COMPATIBLE" val="0"/>
  <p:tag name="KSO_WM_UNIT_DIAGRAM_ISNUMVISUAL" val="0"/>
  <p:tag name="KSO_WM_UNIT_DIAGRAM_ISREFERUNIT" val="0"/>
  <p:tag name="KSO_WM_UNIT_TYPE" val="i"/>
  <p:tag name="KSO_WM_UNIT_INDEX" val="4"/>
  <p:tag name="KSO_WM_UNIT_ID" val="mixed20201941_6*i*4"/>
  <p:tag name="KSO_WM_TEMPLATE_CATEGORY" val="mixed"/>
  <p:tag name="KSO_WM_TEMPLATE_INDEX" val="20201941"/>
  <p:tag name="KSO_WM_UNIT_LAYERLEVEL" val="1"/>
  <p:tag name="KSO_WM_TAG_VERSION" val="1.0"/>
  <p:tag name="KSO_WM_BEAUTIFY_FLAG" val="#wm#"/>
</p:tagLst>
</file>

<file path=ppt/tags/tag1387.xml><?xml version="1.0" encoding="utf-8"?>
<p:tagLst xmlns:a="http://schemas.openxmlformats.org/drawingml/2006/main" xmlns:r="http://schemas.openxmlformats.org/officeDocument/2006/relationships" xmlns:p="http://schemas.openxmlformats.org/presentationml/2006/main">
  <p:tag name="KSO_WM_TEMPLATE_MASTER_TYPE" val="0"/>
  <p:tag name="KSO_WM_TEMPLATE_COLOR_TYPE" val="0"/>
  <p:tag name="KSO_WM_SLIDE_TYPE" val="text"/>
  <p:tag name="KSO_WM_SLIDE_SUBTYPE" val="picTxt"/>
  <p:tag name="KSO_WM_SLIDE_SIZE" val="723.3*73.6"/>
  <p:tag name="KSO_WM_SLIDE_POSITION" val="117.95*404.45"/>
  <p:tag name="KSO_WM_DIAGRAM_GROUP_CODE" val="l1-1"/>
  <p:tag name="KSO_WM_SLIDE_DIAGTYPE" val="l"/>
  <p:tag name="KSO_WM_BEAUTIFY_FLAG" val="#wm#"/>
  <p:tag name="KSO_WM_TEMPLATE_CATEGORY" val="custom"/>
  <p:tag name="KSO_WM_SLIDE_LAYOUT" val="a_d_l"/>
  <p:tag name="KSO_WM_SLIDE_LAYOUT_CNT" val="1_1_1"/>
  <p:tag name="KSO_WM_TEMPLATE_INDEX" val="20235971"/>
  <p:tag name="KSO_WM_TEMPLATE_SUBCATEGORY" val="0"/>
  <p:tag name="KSO_WM_SLIDE_INDEX" val="1"/>
  <p:tag name="KSO_WM_TAG_VERSION" val="3.0"/>
  <p:tag name="KSO_WM_SLIDE_ID" val="custom20233595_1"/>
  <p:tag name="KSO_WM_SLIDE_ITEM_CNT" val="3"/>
</p:tagLst>
</file>

<file path=ppt/tags/tag1388.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18"/>
  <p:tag name="KSO_WM_UNIT_HIGHLIGHT" val="0"/>
  <p:tag name="KSO_WM_UNIT_COMPATIBLE" val="0"/>
  <p:tag name="KSO_WM_UNIT_DIAGRAM_ISNUMVISUAL" val="0"/>
  <p:tag name="KSO_WM_UNIT_DIAGRAM_ISREFERUNIT" val="0"/>
  <p:tag name="KSO_WM_DIAGRAM_GROUP_CODE" val="l1-1"/>
  <p:tag name="KSO_WM_UNIT_TYPE" val="a"/>
  <p:tag name="KSO_WM_UNIT_INDEX" val="1"/>
  <p:tag name="KSO_WM_TEMPLATE_CATEGORY" val="custom"/>
  <p:tag name="KSO_WM_UNIT_LAYERLEVEL" val="1"/>
  <p:tag name="KSO_WM_TAG_VERSION" val="3.0"/>
  <p:tag name="KSO_WM_BEAUTIFY_FLAG" val="#wm#"/>
  <p:tag name="KSO_WM_TEMPLATE_INDEX" val="20233595"/>
  <p:tag name="KSO_WM_UNIT_ID" val="custom20233595_1*a*1"/>
  <p:tag name="KSO_WM_UNIT_TEXT_TYPE" val="1"/>
  <p:tag name="KSO_WM_UNIT_PRESET_TEXT" val="单击此处&#10;添加标题内容"/>
  <p:tag name="KSO_WM_UNIT_USESOURCEFORMAT_APPLY" val="0"/>
</p:tagLst>
</file>

<file path=ppt/tags/tag1389.xml><?xml version="1.0" encoding="utf-8"?>
<p:tagLst xmlns:a="http://schemas.openxmlformats.org/drawingml/2006/main" xmlns:r="http://schemas.openxmlformats.org/officeDocument/2006/relationships" xmlns:p="http://schemas.openxmlformats.org/presentationml/2006/main">
  <p:tag name="KSO_WM_DIAGRAM_VIRTUALLY_FRAME" val="{&quot;height&quot;:75.6500015258789,&quot;width&quot;:723.2999877929688}"/>
  <p:tag name="KSO_WM_DIAGRAM_VERSION" val="3"/>
  <p:tag name="KSO_WM_DIAGRAM_COLOR_TRICK" val="1"/>
  <p:tag name="KSO_WM_DIAGRAM_COLOR_TEXT_CAN_REMOVE" val="n"/>
  <p:tag name="KSO_WM_UNIT_SUBTYPE" val="a"/>
  <p:tag name="KSO_WM_UNIT_PRESET_TEXT_INDEX" val="0"/>
  <p:tag name="KSO_WM_UNIT_PRESET_TEXT_LEN" val="0"/>
  <p:tag name="KSO_WM_UNIT_NOCLEAR" val="0"/>
  <p:tag name="KSO_WM_UNIT_VALUE" val="30"/>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233526_1*l_h_f*1_1_1"/>
  <p:tag name="KSO_WM_TEMPLATE_CATEGORY" val="diagram"/>
  <p:tag name="KSO_WM_TEMPLATE_INDEX" val="20233526"/>
  <p:tag name="KSO_WM_UNIT_LAYERLEVEL" val="1_1_1"/>
  <p:tag name="KSO_WM_TAG_VERSION" val="3.0"/>
  <p:tag name="KSO_WM_BEAUTIFY_FLAG" val="#wm#"/>
  <p:tag name="KSO_WM_UNIT_TEXT_FILL_FORE_SCHEMECOLOR_INDEX" val="1"/>
  <p:tag name="KSO_WM_UNIT_TEXT_FILL_TYPE" val="1"/>
  <p:tag name="KSO_WM_UNIT_PRESET_TEXT" val="单击添加文本内容，阐述您的观点。"/>
  <p:tag name="KSO_WM_DIAGRAM_MAX_ITEMCNT" val="3"/>
  <p:tag name="KSO_WM_DIAGRAM_MIN_ITEMCNT" val="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USESOURCEFORMAT_APPLY" val="0"/>
</p:tagLst>
</file>

<file path=ppt/tags/tag1390.xml><?xml version="1.0" encoding="utf-8"?>
<p:tagLst xmlns:a="http://schemas.openxmlformats.org/drawingml/2006/main" xmlns:r="http://schemas.openxmlformats.org/officeDocument/2006/relationships" xmlns:p="http://schemas.openxmlformats.org/presentationml/2006/main">
  <p:tag name="KSO_WM_DIAGRAM_VIRTUALLY_FRAME" val="{&quot;height&quot;:75.6500015258789,&quot;width&quot;:723.2999877929688}"/>
  <p:tag name="KSO_WM_DIAGRAM_VERSION" val="3"/>
  <p:tag name="KSO_WM_DIAGRAM_COLOR_TRICK" val="1"/>
  <p:tag name="KSO_WM_DIAGRAM_COLOR_TEXT_CAN_REMOVE" val="n"/>
  <p:tag name="KSO_WM_UNIT_ISCONTENTSTITLE" val="0"/>
  <p:tag name="KSO_WM_UNIT_ISNUMDGMTITLE" val="0"/>
  <p:tag name="KSO_WM_UNIT_PRESET_TEXT_INDEX" val="0"/>
  <p:tag name="KSO_WM_UNIT_PRESET_TEXT_LEN" val="0"/>
  <p:tag name="KSO_WM_UNIT_NOCLEAR" val="0"/>
  <p:tag name="KSO_WM_UNIT_VALUE" val="9"/>
  <p:tag name="KSO_WM_UNIT_HIGHLIGHT" val="0"/>
  <p:tag name="KSO_WM_UNIT_COMPATIBLE" val="0"/>
  <p:tag name="KSO_WM_UNIT_DIAGRAM_ISNUMVISUAL" val="0"/>
  <p:tag name="KSO_WM_UNIT_DIAGRAM_ISREFERUNIT" val="0"/>
  <p:tag name="KSO_WM_DIAGRAM_GROUP_CODE" val="l1-1"/>
  <p:tag name="KSO_WM_UNIT_TYPE" val="l_h_a"/>
  <p:tag name="KSO_WM_UNIT_INDEX" val="1_1_1"/>
  <p:tag name="KSO_WM_UNIT_ID" val="diagram20233526_1*l_h_a*1_1_1"/>
  <p:tag name="KSO_WM_TEMPLATE_CATEGORY" val="diagram"/>
  <p:tag name="KSO_WM_TEMPLATE_INDEX" val="20233526"/>
  <p:tag name="KSO_WM_UNIT_LAYERLEVEL" val="1_1_1"/>
  <p:tag name="KSO_WM_TAG_VERSION" val="3.0"/>
  <p:tag name="KSO_WM_BEAUTIFY_FLAG" val="#wm#"/>
  <p:tag name="KSO_WM_UNIT_TEXT_FILL_FORE_SCHEMECOLOR_INDEX" val="1"/>
  <p:tag name="KSO_WM_UNIT_TEXT_FILL_TYPE" val="1"/>
  <p:tag name="KSO_WM_UNIT_PRESET_TEXT" val="添加项标题"/>
  <p:tag name="KSO_WM_DIAGRAM_MAX_ITEMCNT" val="3"/>
  <p:tag name="KSO_WM_DIAGRAM_MIN_ITEMCNT" val="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USESOURCEFORMAT_APPLY" val="0"/>
</p:tagLst>
</file>

<file path=ppt/tags/tag1391.xml><?xml version="1.0" encoding="utf-8"?>
<p:tagLst xmlns:a="http://schemas.openxmlformats.org/drawingml/2006/main" xmlns:r="http://schemas.openxmlformats.org/officeDocument/2006/relationships" xmlns:p="http://schemas.openxmlformats.org/presentationml/2006/main">
  <p:tag name="KSO_WM_DIAGRAM_VIRTUALLY_FRAME" val="{&quot;height&quot;:75.6500015258789,&quot;width&quot;:723.2999877929688}"/>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diagram20233526_1*l_h_i*1_1_1"/>
  <p:tag name="KSO_WM_TEMPLATE_CATEGORY" val="diagram"/>
  <p:tag name="KSO_WM_TEMPLATE_INDEX" val="20233526"/>
  <p:tag name="KSO_WM_UNIT_LAYERLEVEL" val="1_1_1"/>
  <p:tag name="KSO_WM_TAG_VERSION" val="3.0"/>
  <p:tag name="KSO_WM_BEAUTIFY_FLAG" val="#wm#"/>
  <p:tag name="KSO_WM_UNIT_FILL_TYPE" val="1"/>
  <p:tag name="KSO_WM_UNIT_FILL_FORE_SCHEMECOLOR_INDEX" val="5"/>
  <p:tag name="KSO_WM_UNIT_FILL_FORE_SCHEMECOLOR_INDEX_BRIGHTNESS" val="-0.25"/>
  <p:tag name="KSO_WM_DIAGRAM_MAX_ITEMCNT" val="3"/>
  <p:tag name="KSO_WM_DIAGRAM_MIN_ITEMCNT" val="3"/>
  <p:tag name="KSO_WM_DIAGRAM_COLOR_MATCH_VALUE" val="{&quot;shape&quot;:{&quot;fill&quot;:{&quot;solid&quot;:{&quot;brightness&quot;:-0.25,&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2"/>
  <p:tag name="KSO_WM_UNIT_TEXT_FILL_TYPE" val="1"/>
  <p:tag name="KSO_WM_UNIT_USESOURCEFORMAT_APPLY" val="0"/>
</p:tagLst>
</file>

<file path=ppt/tags/tag1392.xml><?xml version="1.0" encoding="utf-8"?>
<p:tagLst xmlns:a="http://schemas.openxmlformats.org/drawingml/2006/main" xmlns:r="http://schemas.openxmlformats.org/officeDocument/2006/relationships" xmlns:p="http://schemas.openxmlformats.org/presentationml/2006/main">
  <p:tag name="KSO_WM_DIAGRAM_VIRTUALLY_FRAME" val="{&quot;height&quot;:75.6500015258789,&quot;width&quot;:723.2999877929688}"/>
  <p:tag name="KSO_WM_DIAGRAM_VERSION" val="3"/>
  <p:tag name="KSO_WM_DIAGRAM_COLOR_TRICK" val="1"/>
  <p:tag name="KSO_WM_DIAGRAM_COLOR_TEXT_CAN_REMOVE" val="n"/>
  <p:tag name="KSO_WM_UNIT_SUBTYPE" val="a"/>
  <p:tag name="KSO_WM_UNIT_PRESET_TEXT_INDEX" val="0"/>
  <p:tag name="KSO_WM_UNIT_PRESET_TEXT_LEN" val="0"/>
  <p:tag name="KSO_WM_UNIT_NOCLEAR" val="0"/>
  <p:tag name="KSO_WM_UNIT_VALUE" val="30"/>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20233526_1*l_h_f*1_2_1"/>
  <p:tag name="KSO_WM_TEMPLATE_CATEGORY" val="diagram"/>
  <p:tag name="KSO_WM_TEMPLATE_INDEX" val="20233526"/>
  <p:tag name="KSO_WM_UNIT_LAYERLEVEL" val="1_1_1"/>
  <p:tag name="KSO_WM_TAG_VERSION" val="3.0"/>
  <p:tag name="KSO_WM_BEAUTIFY_FLAG" val="#wm#"/>
  <p:tag name="KSO_WM_UNIT_TEXT_FILL_FORE_SCHEMECOLOR_INDEX" val="1"/>
  <p:tag name="KSO_WM_UNIT_TEXT_FILL_TYPE" val="1"/>
  <p:tag name="KSO_WM_UNIT_PRESET_TEXT" val="单击添加文本内容，阐述您的观点。"/>
  <p:tag name="KSO_WM_DIAGRAM_MAX_ITEMCNT" val="3"/>
  <p:tag name="KSO_WM_DIAGRAM_MIN_ITEMCNT" val="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USESOURCEFORMAT_APPLY" val="0"/>
</p:tagLst>
</file>

<file path=ppt/tags/tag1393.xml><?xml version="1.0" encoding="utf-8"?>
<p:tagLst xmlns:a="http://schemas.openxmlformats.org/drawingml/2006/main" xmlns:r="http://schemas.openxmlformats.org/officeDocument/2006/relationships" xmlns:p="http://schemas.openxmlformats.org/presentationml/2006/main">
  <p:tag name="KSO_WM_DIAGRAM_VIRTUALLY_FRAME" val="{&quot;height&quot;:75.6500015258789,&quot;width&quot;:723.2999877929688}"/>
  <p:tag name="KSO_WM_DIAGRAM_VERSION" val="3"/>
  <p:tag name="KSO_WM_DIAGRAM_COLOR_TRICK" val="1"/>
  <p:tag name="KSO_WM_DIAGRAM_COLOR_TEXT_CAN_REMOVE" val="n"/>
  <p:tag name="KSO_WM_UNIT_ISCONTENTSTITLE" val="0"/>
  <p:tag name="KSO_WM_UNIT_ISNUMDGMTITLE" val="0"/>
  <p:tag name="KSO_WM_UNIT_PRESET_TEXT_INDEX" val="0"/>
  <p:tag name="KSO_WM_UNIT_PRESET_TEXT_LEN" val="0"/>
  <p:tag name="KSO_WM_UNIT_NOCLEAR" val="0"/>
  <p:tag name="KSO_WM_UNIT_VALUE" val="9"/>
  <p:tag name="KSO_WM_UNIT_HIGHLIGHT" val="0"/>
  <p:tag name="KSO_WM_UNIT_COMPATIBLE" val="0"/>
  <p:tag name="KSO_WM_UNIT_DIAGRAM_ISNUMVISUAL" val="0"/>
  <p:tag name="KSO_WM_UNIT_DIAGRAM_ISREFERUNIT" val="0"/>
  <p:tag name="KSO_WM_DIAGRAM_GROUP_CODE" val="l1-1"/>
  <p:tag name="KSO_WM_UNIT_TYPE" val="l_h_a"/>
  <p:tag name="KSO_WM_UNIT_INDEX" val="1_2_1"/>
  <p:tag name="KSO_WM_UNIT_ID" val="diagram20233526_1*l_h_a*1_2_1"/>
  <p:tag name="KSO_WM_TEMPLATE_CATEGORY" val="diagram"/>
  <p:tag name="KSO_WM_TEMPLATE_INDEX" val="20233526"/>
  <p:tag name="KSO_WM_UNIT_LAYERLEVEL" val="1_1_1"/>
  <p:tag name="KSO_WM_TAG_VERSION" val="3.0"/>
  <p:tag name="KSO_WM_BEAUTIFY_FLAG" val="#wm#"/>
  <p:tag name="KSO_WM_UNIT_TEXT_FILL_FORE_SCHEMECOLOR_INDEX" val="1"/>
  <p:tag name="KSO_WM_UNIT_TEXT_FILL_TYPE" val="1"/>
  <p:tag name="KSO_WM_UNIT_PRESET_TEXT" val="添加项标题"/>
  <p:tag name="KSO_WM_DIAGRAM_MAX_ITEMCNT" val="3"/>
  <p:tag name="KSO_WM_DIAGRAM_MIN_ITEMCNT" val="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USESOURCEFORMAT_APPLY" val="0"/>
</p:tagLst>
</file>

<file path=ppt/tags/tag1394.xml><?xml version="1.0" encoding="utf-8"?>
<p:tagLst xmlns:a="http://schemas.openxmlformats.org/drawingml/2006/main" xmlns:r="http://schemas.openxmlformats.org/officeDocument/2006/relationships" xmlns:p="http://schemas.openxmlformats.org/presentationml/2006/main">
  <p:tag name="KSO_WM_DIAGRAM_VIRTUALLY_FRAME" val="{&quot;height&quot;:75.6500015258789,&quot;width&quot;:723.2999877929688}"/>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2_1"/>
  <p:tag name="KSO_WM_UNIT_ID" val="diagram20233526_1*l_h_i*1_2_1"/>
  <p:tag name="KSO_WM_TEMPLATE_CATEGORY" val="diagram"/>
  <p:tag name="KSO_WM_TEMPLATE_INDEX" val="20233526"/>
  <p:tag name="KSO_WM_UNIT_LAYERLEVEL" val="1_1_1"/>
  <p:tag name="KSO_WM_TAG_VERSION" val="3.0"/>
  <p:tag name="KSO_WM_BEAUTIFY_FLAG" val="#wm#"/>
  <p:tag name="KSO_WM_UNIT_FILL_TYPE" val="1"/>
  <p:tag name="KSO_WM_UNIT_FILL_FORE_SCHEMECOLOR_INDEX" val="5"/>
  <p:tag name="KSO_WM_UNIT_FILL_FORE_SCHEMECOLOR_INDEX_BRIGHTNESS" val="-0.25"/>
  <p:tag name="KSO_WM_DIAGRAM_MAX_ITEMCNT" val="3"/>
  <p:tag name="KSO_WM_DIAGRAM_MIN_ITEMCNT" val="3"/>
  <p:tag name="KSO_WM_DIAGRAM_COLOR_MATCH_VALUE" val="{&quot;shape&quot;:{&quot;fill&quot;:{&quot;solid&quot;:{&quot;brightness&quot;:-0.25,&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2"/>
  <p:tag name="KSO_WM_UNIT_TEXT_FILL_TYPE" val="1"/>
  <p:tag name="KSO_WM_UNIT_USESOURCEFORMAT_APPLY" val="0"/>
</p:tagLst>
</file>

<file path=ppt/tags/tag1395.xml><?xml version="1.0" encoding="utf-8"?>
<p:tagLst xmlns:a="http://schemas.openxmlformats.org/drawingml/2006/main" xmlns:r="http://schemas.openxmlformats.org/officeDocument/2006/relationships" xmlns:p="http://schemas.openxmlformats.org/presentationml/2006/main">
  <p:tag name="KSO_WM_DIAGRAM_VIRTUALLY_FRAME" val="{&quot;height&quot;:75.6500015258789,&quot;width&quot;:723.2999877929688}"/>
  <p:tag name="KSO_WM_DIAGRAM_VERSION" val="3"/>
  <p:tag name="KSO_WM_DIAGRAM_COLOR_TRICK" val="1"/>
  <p:tag name="KSO_WM_DIAGRAM_COLOR_TEXT_CAN_REMOVE" val="n"/>
  <p:tag name="KSO_WM_UNIT_SUBTYPE" val="a"/>
  <p:tag name="KSO_WM_UNIT_PRESET_TEXT_INDEX" val="0"/>
  <p:tag name="KSO_WM_UNIT_PRESET_TEXT_LEN"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3_1"/>
  <p:tag name="KSO_WM_UNIT_ID" val="diagram20233526_1*l_h_f*1_3_1"/>
  <p:tag name="KSO_WM_TEMPLATE_CATEGORY" val="diagram"/>
  <p:tag name="KSO_WM_TEMPLATE_INDEX" val="20233526"/>
  <p:tag name="KSO_WM_UNIT_LAYERLEVEL" val="1_1_1"/>
  <p:tag name="KSO_WM_TAG_VERSION" val="3.0"/>
  <p:tag name="KSO_WM_BEAUTIFY_FLAG" val="#wm#"/>
  <p:tag name="KSO_WM_UNIT_TEXT_FILL_FORE_SCHEMECOLOR_INDEX" val="1"/>
  <p:tag name="KSO_WM_UNIT_TEXT_FILL_TYPE" val="1"/>
  <p:tag name="KSO_WM_UNIT_PRESET_TEXT" val="单击添加文本内容，阐述您的观点。"/>
  <p:tag name="KSO_WM_DIAGRAM_MAX_ITEMCNT" val="3"/>
  <p:tag name="KSO_WM_DIAGRAM_MIN_ITEMCNT" val="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USESOURCEFORMAT_APPLY" val="0"/>
</p:tagLst>
</file>

<file path=ppt/tags/tag1396.xml><?xml version="1.0" encoding="utf-8"?>
<p:tagLst xmlns:a="http://schemas.openxmlformats.org/drawingml/2006/main" xmlns:r="http://schemas.openxmlformats.org/officeDocument/2006/relationships" xmlns:p="http://schemas.openxmlformats.org/presentationml/2006/main">
  <p:tag name="KSO_WM_DIAGRAM_VIRTUALLY_FRAME" val="{&quot;height&quot;:75.6500015258789,&quot;width&quot;:723.2999877929688}"/>
  <p:tag name="KSO_WM_DIAGRAM_VERSION" val="3"/>
  <p:tag name="KSO_WM_DIAGRAM_COLOR_TRICK" val="1"/>
  <p:tag name="KSO_WM_DIAGRAM_COLOR_TEXT_CAN_REMOVE" val="n"/>
  <p:tag name="KSO_WM_UNIT_ISCONTENTSTITLE" val="0"/>
  <p:tag name="KSO_WM_UNIT_ISNUMDGMTITLE" val="0"/>
  <p:tag name="KSO_WM_UNIT_PRESET_TEXT_INDEX" val="0"/>
  <p:tag name="KSO_WM_UNIT_PRESET_TEXT_LEN"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3_1"/>
  <p:tag name="KSO_WM_UNIT_ID" val="diagram20233526_1*l_h_a*1_3_1"/>
  <p:tag name="KSO_WM_TEMPLATE_CATEGORY" val="diagram"/>
  <p:tag name="KSO_WM_TEMPLATE_INDEX" val="20233526"/>
  <p:tag name="KSO_WM_UNIT_LAYERLEVEL" val="1_1_1"/>
  <p:tag name="KSO_WM_TAG_VERSION" val="3.0"/>
  <p:tag name="KSO_WM_BEAUTIFY_FLAG" val="#wm#"/>
  <p:tag name="KSO_WM_UNIT_TEXT_FILL_FORE_SCHEMECOLOR_INDEX" val="1"/>
  <p:tag name="KSO_WM_UNIT_TEXT_FILL_TYPE" val="1"/>
  <p:tag name="KSO_WM_UNIT_PRESET_TEXT" val="添加项标题"/>
  <p:tag name="KSO_WM_DIAGRAM_MAX_ITEMCNT" val="3"/>
  <p:tag name="KSO_WM_DIAGRAM_MIN_ITEMCNT" val="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USESOURCEFORMAT_APPLY" val="0"/>
</p:tagLst>
</file>

<file path=ppt/tags/tag1397.xml><?xml version="1.0" encoding="utf-8"?>
<p:tagLst xmlns:a="http://schemas.openxmlformats.org/drawingml/2006/main" xmlns:r="http://schemas.openxmlformats.org/officeDocument/2006/relationships" xmlns:p="http://schemas.openxmlformats.org/presentationml/2006/main">
  <p:tag name="KSO_WM_DIAGRAM_VIRTUALLY_FRAME" val="{&quot;height&quot;:75.6500015258789,&quot;width&quot;:723.2999877929688}"/>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3_1"/>
  <p:tag name="KSO_WM_UNIT_ID" val="diagram20233526_1*l_h_i*1_3_1"/>
  <p:tag name="KSO_WM_TEMPLATE_CATEGORY" val="diagram"/>
  <p:tag name="KSO_WM_TEMPLATE_INDEX" val="20233526"/>
  <p:tag name="KSO_WM_UNIT_LAYERLEVEL" val="1_1_1"/>
  <p:tag name="KSO_WM_TAG_VERSION" val="3.0"/>
  <p:tag name="KSO_WM_BEAUTIFY_FLAG" val="#wm#"/>
  <p:tag name="KSO_WM_UNIT_FILL_TYPE" val="1"/>
  <p:tag name="KSO_WM_UNIT_FILL_FORE_SCHEMECOLOR_INDEX" val="5"/>
  <p:tag name="KSO_WM_UNIT_FILL_FORE_SCHEMECOLOR_INDEX_BRIGHTNESS" val="-0.25"/>
  <p:tag name="KSO_WM_DIAGRAM_MAX_ITEMCNT" val="3"/>
  <p:tag name="KSO_WM_DIAGRAM_MIN_ITEMCNT" val="3"/>
  <p:tag name="KSO_WM_DIAGRAM_COLOR_MATCH_VALUE" val="{&quot;shape&quot;:{&quot;fill&quot;:{&quot;solid&quot;:{&quot;brightness&quot;:-0.25,&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2"/>
  <p:tag name="KSO_WM_UNIT_TEXT_FILL_TYPE" val="1"/>
  <p:tag name="KSO_WM_UNIT_USESOURCEFORMAT_APPLY" val="0"/>
</p:tagLst>
</file>

<file path=ppt/tags/tag1398.xml><?xml version="1.0" encoding="utf-8"?>
<p:tagLst xmlns:a="http://schemas.openxmlformats.org/drawingml/2006/main" xmlns:r="http://schemas.openxmlformats.org/officeDocument/2006/relationships" xmlns:p="http://schemas.openxmlformats.org/presentationml/2006/main">
  <p:tag name="KSO_WM_UNIT_TEXTBOXSTYLE_SHAPETYPE" val="0"/>
  <p:tag name="KSO_WM_UNIT_TEXTBOXSTYLE_TEMPLATETYPE" val="1"/>
  <p:tag name="KSO_WM_UNIT_PRESET_TEXT" val="点击此处添加正文，文字是您思想的提炼，为了演示发布的良好效果，请言简意赅的阐述您的观点。&#13;您的正文已经经简明扼要，字字珠玑，但信息却千丝万缕、错综复杂，需要用更多的文字来表述；但请您尽可能提炼思想的精髓。"/>
  <p:tag name="KSO_WM_UNIT_NOCLEAR" val="1"/>
  <p:tag name="KSO_WM_UNIT_VALUE" val="54"/>
  <p:tag name="KSO_WM_UNIT_HIGHLIGHT" val="0"/>
  <p:tag name="KSO_WM_UNIT_COMPATIBLE" val="0"/>
  <p:tag name="KSO_WM_UNIT_DIAGRAM_ISNUMVISUAL" val="0"/>
  <p:tag name="KSO_WM_UNIT_DIAGRAM_ISREFERUNIT" val="0"/>
  <p:tag name="KSO_WM_UNIT_TYPE" val="f"/>
  <p:tag name="KSO_WM_UNIT_INDEX" val="1"/>
  <p:tag name="KSO_WM_UNIT_ID" val="mixed20201941_9*f*1"/>
  <p:tag name="KSO_WM_TEMPLATE_CATEGORY" val="mixed"/>
  <p:tag name="KSO_WM_TEMPLATE_INDEX" val="20201941"/>
  <p:tag name="KSO_WM_UNIT_LAYERLEVEL" val="1"/>
  <p:tag name="KSO_WM_TAG_VERSION" val="1.0"/>
  <p:tag name="KSO_WM_BEAUTIFY_FLAG" val="#wm#"/>
  <p:tag name="KSO_WM_UNIT_TEXTBOXSTYLE_GUID" val="{efafa2f3-062e-4e55-90ef-324ff5f5988d}"/>
  <p:tag name="KSO_WM_UNIT_TEXTBOXSTYLE_TEMPLATEID" val="3135199"/>
  <p:tag name="KSO_WM_UNIT_TEXTBOXSTYLE_TYPE" val="8"/>
</p:tagLst>
</file>

<file path=ppt/tags/tag1399.xml><?xml version="1.0" encoding="utf-8"?>
<p:tagLst xmlns:a="http://schemas.openxmlformats.org/drawingml/2006/main" xmlns:r="http://schemas.openxmlformats.org/officeDocument/2006/relationships" xmlns:p="http://schemas.openxmlformats.org/presentationml/2006/main">
  <p:tag name="KSO_WM_TEMPLATE_MASTER_TYPE" val="0"/>
  <p:tag name="KSO_WM_TEMPLATE_COLOR_TYPE" val="0"/>
  <p:tag name="KSO_WM_BEAUTIFY_FLAG" val="#wm#"/>
  <p:tag name="KSO_WM_TEMPLATE_CATEGORY" val="custom"/>
  <p:tag name="KSO_WM_SLIDE_TYPE" val="text"/>
  <p:tag name="KSO_WM_SLIDE_SUBTYPE" val="picTxt"/>
  <p:tag name="KSO_WM_SLIDE_SIZE" val="529.861*365.65"/>
  <p:tag name="KSO_WM_SLIDE_POSITION" val="78.5387*108.231"/>
  <p:tag name="KSO_WM_SLIDE_LAYOUT" val="a_d_l"/>
  <p:tag name="KSO_WM_SLIDE_LAYOUT_CNT" val="1_1_1"/>
  <p:tag name="KSO_WM_SPECIAL_SOURCE" val="bdnull"/>
  <p:tag name="KSO_WM_DIAGRAM_GROUP_CODE" val="l1-1"/>
  <p:tag name="KSO_WM_SLIDE_DIAGTYPE" val="l"/>
  <p:tag name="KSO_WM_TEMPLATE_INDEX" val="20235971"/>
  <p:tag name="KSO_WM_TEMPLATE_SUBCATEGORY" val="0"/>
  <p:tag name="KSO_WM_SLIDE_INDEX" val="1"/>
  <p:tag name="KSO_WM_TAG_VERSION" val="3.0"/>
  <p:tag name="KSO_WM_SLIDE_ID" val="custom20231717_1"/>
  <p:tag name="KSO_WM_SLIDE_ITEM_CNT" val="4"/>
</p:tagLst>
</file>

<file path=ppt/tags/tag1400.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a"/>
  <p:tag name="KSO_WM_UNIT_INDEX" val="1"/>
  <p:tag name="KSO_WM_TEMPLATE_CATEGORY" val="custom"/>
  <p:tag name="KSO_WM_UNIT_LAYERLEVEL" val="1"/>
  <p:tag name="KSO_WM_TAG_VERSION" val="3.0"/>
  <p:tag name="KSO_WM_BEAUTIFY_FLAG" val="#wm#"/>
  <p:tag name="KSO_WM_UNIT_VALUE" val="30"/>
  <p:tag name="KSO_WM_TEMPLATE_INDEX" val="20231717"/>
  <p:tag name="KSO_WM_UNIT_ID" val="custom20231717_1*a*1"/>
  <p:tag name="KSO_WM_UNIT_PRESET_TEXT" val="单击此处添加标题"/>
  <p:tag name="KSO_WM_UNIT_TEXT_TYPE" val="1"/>
  <p:tag name="KSO_WM_UNIT_TEXT_FILL_FORE_SCHEMECOLOR_INDEX" val="15"/>
  <p:tag name="KSO_WM_UNIT_TEXT_FILL_TYPE" val="1"/>
  <p:tag name="KSO_WM_UNIT_USESOURCEFORMAT_APPLY" val="0"/>
</p:tagLst>
</file>

<file path=ppt/tags/tag1401.xml><?xml version="1.0" encoding="utf-8"?>
<p:tagLst xmlns:a="http://schemas.openxmlformats.org/drawingml/2006/main" xmlns:r="http://schemas.openxmlformats.org/officeDocument/2006/relationships" xmlns:p="http://schemas.openxmlformats.org/presentationml/2006/main">
  <p:tag name="KSO_WM_BEAUTIFY_FLAG" val="#wm#"/>
  <p:tag name="KSO_WM_UNIT_VALUE" val="1289*910"/>
  <p:tag name="KSO_WM_UNIT_HIGHLIGHT" val="0"/>
  <p:tag name="KSO_WM_UNIT_COMPATIBLE" val="0"/>
  <p:tag name="KSO_WM_UNIT_DIAGRAM_ISNUMVISUAL" val="0"/>
  <p:tag name="KSO_WM_UNIT_DIAGRAM_ISREFERUNIT" val="0"/>
  <p:tag name="KSO_WM_DIAGRAM_GROUP_CODE" val="l1-1"/>
  <p:tag name="KSO_WM_UNIT_TYPE" val="d"/>
  <p:tag name="KSO_WM_UNIT_INDEX" val="1"/>
  <p:tag name="KSO_WM_UNIT_ID" val="custom20231717_1*d*1"/>
  <p:tag name="KSO_WM_TEMPLATE_CATEGORY" val="custom"/>
  <p:tag name="KSO_WM_TEMPLATE_INDEX" val="20231717"/>
  <p:tag name="KSO_WM_UNIT_LAYERLEVEL" val="1"/>
  <p:tag name="KSO_WM_TAG_VERSION" val="3.0"/>
  <p:tag name="KSO_WM_UNIT_PICTURE_SUBTYPE" val="b"/>
  <p:tag name="MH_PIC_SOURCE_TYPE" val="generate_slide_ai*{&quot;ai_type&quot;:&quot;generate_ppt&quot;,&quot;id&quot;:&quot;&quot;}*auto_ai_ai_v2.0.9_ONLINE*1744720735017_0.101_44de50a703e0-slide-0"/>
  <p:tag name="KSO_WM_UNIT_LINE_FORE_SCHEMECOLOR_INDEX" val="5"/>
  <p:tag name="KSO_WM_UNIT_LINE_FILL_TYPE" val="2"/>
  <p:tag name="KSO_WM_UNIT_SHADOW_SCHEMECOLOR_INDEX" val="5"/>
  <p:tag name="KSO_WM_UNIT_USESOURCEFORMAT_APPLY" val="0"/>
</p:tagLst>
</file>

<file path=ppt/tags/tag1402.xml><?xml version="1.0" encoding="utf-8"?>
<p:tagLst xmlns:a="http://schemas.openxmlformats.org/drawingml/2006/main" xmlns:r="http://schemas.openxmlformats.org/officeDocument/2006/relationships" xmlns:p="http://schemas.openxmlformats.org/presentationml/2006/main">
  <p:tag name="KSO_WM_BEAUTIFY_FLAG" val="#wm#"/>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diagram20231678_1*l_h_i*1_1_1"/>
  <p:tag name="KSO_WM_TEMPLATE_CATEGORY" val="diagram"/>
  <p:tag name="KSO_WM_TEMPLATE_INDEX" val="20231678"/>
  <p:tag name="KSO_WM_UNIT_LAYERLEVEL" val="1_1_1"/>
  <p:tag name="KSO_WM_TAG_VERSION" val="3.0"/>
  <p:tag name="KSO_WM_DIAGRAM_MAX_ITEMCNT" val="4"/>
  <p:tag name="KSO_WM_DIAGRAM_MIN_ITEMCNT" val="2"/>
  <p:tag name="KSO_WM_DIAGRAM_VIRTUALLY_FRAME" val="{&quot;height&quot;:365.65008544921875,&quot;width&quot;:558.4000854492188}"/>
  <p:tag name="KSO_WM_DIAGRAM_COLOR_MATCH_VALUE" val="{&quot;shape&quot;:{&quot;fill&quot;:{&quot;gradient&quot;:[{&quot;brightness&quot;:0.800000011920929,&quot;colorType&quot;:1,&quot;foreColorIndex&quot;:5,&quot;pos&quot;:0,&quot;transparency&quot;:1},{&quot;brightness&quot;:0.800000011920929,&quot;colorType&quot;:1,&quot;foreColorIndex&quot;:5,&quot;pos&quot;:1,&quot;transparency&quot;:0.5600000023841858}],&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UNIT_TEXT_FILL_FORE_SCHEMECOLOR_INDEX" val="2"/>
  <p:tag name="KSO_WM_UNIT_TEXT_FILL_TYPE" val="1"/>
  <p:tag name="KSO_WM_UNIT_USESOURCEFORMAT_APPLY" val="0"/>
</p:tagLst>
</file>

<file path=ppt/tags/tag1403.xml><?xml version="1.0" encoding="utf-8"?>
<p:tagLst xmlns:a="http://schemas.openxmlformats.org/drawingml/2006/main" xmlns:r="http://schemas.openxmlformats.org/officeDocument/2006/relationships" xmlns:p="http://schemas.openxmlformats.org/presentationml/2006/main">
  <p:tag name="KSO_WM_BEAUTIFY_FLAG" val="#wm#"/>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INDEX" val="1_1_1"/>
  <p:tag name="KSO_WM_TEMPLATE_CATEGORY" val="diagram"/>
  <p:tag name="KSO_WM_TEMPLATE_INDEX" val="20231678"/>
  <p:tag name="KSO_WM_UNIT_LAYERLEVEL" val="1_1_1"/>
  <p:tag name="KSO_WM_TAG_VERSION" val="3.0"/>
  <p:tag name="KSO_WM_UNIT_VALUE" val="10"/>
  <p:tag name="KSO_WM_UNIT_TYPE" val="l_h_a"/>
  <p:tag name="KSO_WM_UNIT_ID" val="diagram20231678_1*l_h_a*1_1_1"/>
  <p:tag name="KSO_WM_DIAGRAM_VERSION" val="3"/>
  <p:tag name="KSO_WM_DIAGRAM_COLOR_TRICK" val="1"/>
  <p:tag name="KSO_WM_DIAGRAM_COLOR_TEXT_CAN_REMOVE" val="n"/>
  <p:tag name="KSO_WM_DIAGRAM_GROUP_CODE" val="l1-1"/>
  <p:tag name="KSO_WM_DIAGRAM_MAX_ITEMCNT" val="4"/>
  <p:tag name="KSO_WM_DIAGRAM_MIN_ITEMCNT" val="2"/>
  <p:tag name="KSO_WM_DIAGRAM_VIRTUALLY_FRAME" val="{&quot;height&quot;:365.65008544921875,&quot;width&quot;:558.4000854492188}"/>
  <p:tag name="KSO_WM_DIAGRAM_COLOR_MATCH_VALUE" val="{&quot;shape&quot;:{&quot;fill&quot;:{&quot;solid&quot;:{&quot;brightness&quot;:0,&quot;colorType&quot;:1,&quot;foreColorIndex&quot;:5,&quot;transparency&quot;:0},&quot;type&quot;:1},&quot;glow&quot;:{&quot;colorType&quot;:0},&quot;line&quot;:{&quot;solidLine&quot;:{&quot;brightness&quot;:0.800000011920929,&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UNIT_LINE_FORE_SCHEMECOLOR_INDEX" val="5"/>
  <p:tag name="KSO_WM_UNIT_TEXT_FILL_FORE_SCHEMECOLOR_INDEX" val="1"/>
  <p:tag name="KSO_WM_UNIT_TEXT_FILL_TYPE" val="1"/>
  <p:tag name="KSO_WM_UNIT_PRESET_TEXT" val="添加标题"/>
  <p:tag name="KSO_WM_UNIT_TEXT_TYPE" val="1"/>
  <p:tag name="KSO_WM_UNIT_LINE_FILL_TYPE" val="2"/>
  <p:tag name="KSO_WM_UNIT_USESOURCEFORMAT_APPLY" val="0"/>
</p:tagLst>
</file>

<file path=ppt/tags/tag1404.xml><?xml version="1.0" encoding="utf-8"?>
<p:tagLst xmlns:a="http://schemas.openxmlformats.org/drawingml/2006/main" xmlns:r="http://schemas.openxmlformats.org/officeDocument/2006/relationships" xmlns:p="http://schemas.openxmlformats.org/presentationml/2006/main">
  <p:tag name="KSO_WM_BEAUTIFY_FLAG" val="#wm#"/>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1_1"/>
  <p:tag name="KSO_WM_UNIT_ID" val="diagram20231678_1*l_h_f*1_1_1"/>
  <p:tag name="KSO_WM_TEMPLATE_CATEGORY" val="diagram"/>
  <p:tag name="KSO_WM_TEMPLATE_INDEX" val="20231678"/>
  <p:tag name="KSO_WM_UNIT_LAYERLEVEL" val="1_1_1"/>
  <p:tag name="KSO_WM_TAG_VERSION" val="3.0"/>
  <p:tag name="KSO_WM_DIAGRAM_VERSION" val="3"/>
  <p:tag name="KSO_WM_DIAGRAM_COLOR_TRICK" val="1"/>
  <p:tag name="KSO_WM_DIAGRAM_COLOR_TEXT_CAN_REMOVE" val="n"/>
  <p:tag name="KSO_WM_DIAGRAM_GROUP_CODE" val="l1-1"/>
  <p:tag name="KSO_WM_DIAGRAM_MAX_ITEMCNT" val="4"/>
  <p:tag name="KSO_WM_DIAGRAM_MIN_ITEMCNT" val="2"/>
  <p:tag name="KSO_WM_DIAGRAM_VIRTUALLY_FRAME" val="{&quot;height&quot;:365.65008544921875,&quot;width&quot;:558.400085449218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1"/>
  <p:tag name="KSO_WM_UNIT_TEXT_FILL_TYPE" val="1"/>
  <p:tag name="KSO_WM_UNIT_PRESET_TEXT" val="单击此处输入(您的)智能图形项正文，文字是您思想的提炼，请尽量言简意赅的阐述观点，单击此处添加正文。"/>
  <p:tag name="KSO_WM_UNIT_TEXT_TYPE" val="1"/>
  <p:tag name="KSO_WM_UNIT_USESOURCEFORMAT_APPLY" val="0"/>
</p:tagLst>
</file>

<file path=ppt/tags/tag1405.xml><?xml version="1.0" encoding="utf-8"?>
<p:tagLst xmlns:a="http://schemas.openxmlformats.org/drawingml/2006/main" xmlns:r="http://schemas.openxmlformats.org/officeDocument/2006/relationships" xmlns:p="http://schemas.openxmlformats.org/presentationml/2006/main">
  <p:tag name="KSO_WM_BEAUTIFY_FLAG" val="#wm#"/>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2_1"/>
  <p:tag name="KSO_WM_UNIT_ID" val="diagram20231678_1*l_h_i*1_2_1"/>
  <p:tag name="KSO_WM_TEMPLATE_CATEGORY" val="diagram"/>
  <p:tag name="KSO_WM_TEMPLATE_INDEX" val="20231678"/>
  <p:tag name="KSO_WM_UNIT_LAYERLEVEL" val="1_1_1"/>
  <p:tag name="KSO_WM_TAG_VERSION" val="3.0"/>
  <p:tag name="KSO_WM_DIAGRAM_MAX_ITEMCNT" val="4"/>
  <p:tag name="KSO_WM_DIAGRAM_MIN_ITEMCNT" val="2"/>
  <p:tag name="KSO_WM_DIAGRAM_VIRTUALLY_FRAME" val="{&quot;height&quot;:365.65008544921875,&quot;width&quot;:558.4000854492188}"/>
  <p:tag name="KSO_WM_DIAGRAM_COLOR_MATCH_VALUE" val="{&quot;shape&quot;:{&quot;fill&quot;:{&quot;gradient&quot;:[{&quot;brightness&quot;:0.800000011920929,&quot;colorType&quot;:1,&quot;foreColorIndex&quot;:5,&quot;pos&quot;:0,&quot;transparency&quot;:1},{&quot;brightness&quot;:0.800000011920929,&quot;colorType&quot;:1,&quot;foreColorIndex&quot;:5,&quot;pos&quot;:1,&quot;transparency&quot;:0.5600000023841858}],&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UNIT_TEXT_FILL_FORE_SCHEMECOLOR_INDEX" val="2"/>
  <p:tag name="KSO_WM_UNIT_TEXT_FILL_TYPE" val="1"/>
  <p:tag name="KSO_WM_UNIT_USESOURCEFORMAT_APPLY" val="0"/>
</p:tagLst>
</file>

<file path=ppt/tags/tag1406.xml><?xml version="1.0" encoding="utf-8"?>
<p:tagLst xmlns:a="http://schemas.openxmlformats.org/drawingml/2006/main" xmlns:r="http://schemas.openxmlformats.org/officeDocument/2006/relationships" xmlns:p="http://schemas.openxmlformats.org/presentationml/2006/main">
  <p:tag name="KSO_WM_BEAUTIFY_FLAG" val="#wm#"/>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2_1"/>
  <p:tag name="KSO_WM_UNIT_ID" val="diagram20231678_1*l_h_a*1_2_1"/>
  <p:tag name="KSO_WM_TEMPLATE_CATEGORY" val="diagram"/>
  <p:tag name="KSO_WM_TEMPLATE_INDEX" val="20231678"/>
  <p:tag name="KSO_WM_UNIT_LAYERLEVEL" val="1_1_1"/>
  <p:tag name="KSO_WM_TAG_VERSION" val="3.0"/>
  <p:tag name="KSO_WM_DIAGRAM_VERSION" val="3"/>
  <p:tag name="KSO_WM_DIAGRAM_COLOR_TRICK" val="1"/>
  <p:tag name="KSO_WM_DIAGRAM_COLOR_TEXT_CAN_REMOVE" val="n"/>
  <p:tag name="KSO_WM_DIAGRAM_GROUP_CODE" val="l1-1"/>
  <p:tag name="KSO_WM_DIAGRAM_MAX_ITEMCNT" val="4"/>
  <p:tag name="KSO_WM_DIAGRAM_MIN_ITEMCNT" val="2"/>
  <p:tag name="KSO_WM_DIAGRAM_VIRTUALLY_FRAME" val="{&quot;height&quot;:365.65008544921875,&quot;width&quot;:558.4000854492188}"/>
  <p:tag name="KSO_WM_DIAGRAM_COLOR_MATCH_VALUE" val="{&quot;shape&quot;:{&quot;fill&quot;:{&quot;solid&quot;:{&quot;brightness&quot;:0,&quot;colorType&quot;:1,&quot;foreColorIndex&quot;:5,&quot;transparency&quot;:0},&quot;type&quot;:1},&quot;glow&quot;:{&quot;colorType&quot;:0},&quot;line&quot;:{&quot;solidLine&quot;:{&quot;brightness&quot;:0.800000011920929,&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UNIT_LINE_FORE_SCHEMECOLOR_INDEX" val="5"/>
  <p:tag name="KSO_WM_UNIT_TEXT_FILL_FORE_SCHEMECOLOR_INDEX" val="1"/>
  <p:tag name="KSO_WM_UNIT_TEXT_FILL_TYPE" val="1"/>
  <p:tag name="KSO_WM_UNIT_PRESET_TEXT" val="添加标题"/>
  <p:tag name="KSO_WM_UNIT_TEXT_TYPE" val="1"/>
  <p:tag name="KSO_WM_UNIT_LINE_FILL_TYPE" val="2"/>
  <p:tag name="KSO_WM_UNIT_USESOURCEFORMAT_APPLY" val="0"/>
</p:tagLst>
</file>

<file path=ppt/tags/tag1407.xml><?xml version="1.0" encoding="utf-8"?>
<p:tagLst xmlns:a="http://schemas.openxmlformats.org/drawingml/2006/main" xmlns:r="http://schemas.openxmlformats.org/officeDocument/2006/relationships" xmlns:p="http://schemas.openxmlformats.org/presentationml/2006/main">
  <p:tag name="KSO_WM_BEAUTIFY_FLAG" val="#wm#"/>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2_1"/>
  <p:tag name="KSO_WM_UNIT_ID" val="diagram20231678_1*l_h_f*1_2_1"/>
  <p:tag name="KSO_WM_TEMPLATE_CATEGORY" val="diagram"/>
  <p:tag name="KSO_WM_TEMPLATE_INDEX" val="20231678"/>
  <p:tag name="KSO_WM_UNIT_LAYERLEVEL" val="1_1_1"/>
  <p:tag name="KSO_WM_TAG_VERSION" val="3.0"/>
  <p:tag name="KSO_WM_DIAGRAM_VERSION" val="3"/>
  <p:tag name="KSO_WM_DIAGRAM_COLOR_TRICK" val="1"/>
  <p:tag name="KSO_WM_DIAGRAM_COLOR_TEXT_CAN_REMOVE" val="n"/>
  <p:tag name="KSO_WM_DIAGRAM_GROUP_CODE" val="l1-1"/>
  <p:tag name="KSO_WM_DIAGRAM_MAX_ITEMCNT" val="4"/>
  <p:tag name="KSO_WM_DIAGRAM_MIN_ITEMCNT" val="2"/>
  <p:tag name="KSO_WM_DIAGRAM_VIRTUALLY_FRAME" val="{&quot;height&quot;:365.65008544921875,&quot;width&quot;:558.400085449218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1"/>
  <p:tag name="KSO_WM_UNIT_TEXT_FILL_TYPE" val="1"/>
  <p:tag name="KSO_WM_UNIT_PRESET_TEXT" val="单击此处输入(您的)智能图形项正文，文字是您思想的提炼，请尽量言简意赅的阐述观点，单击此处添加正文。"/>
  <p:tag name="KSO_WM_UNIT_TEXT_TYPE" val="1"/>
  <p:tag name="KSO_WM_UNIT_USESOURCEFORMAT_APPLY" val="0"/>
</p:tagLst>
</file>

<file path=ppt/tags/tag1408.xml><?xml version="1.0" encoding="utf-8"?>
<p:tagLst xmlns:a="http://schemas.openxmlformats.org/drawingml/2006/main" xmlns:r="http://schemas.openxmlformats.org/officeDocument/2006/relationships" xmlns:p="http://schemas.openxmlformats.org/presentationml/2006/main">
  <p:tag name="KSO_WM_SLIDE_ID" val="diagram20233144_3"/>
  <p:tag name="KSO_WM_TEMPLATE_SUBCATEGORY" val="0"/>
  <p:tag name="KSO_WM_TEMPLATE_MASTER_TYPE" val="0"/>
  <p:tag name="KSO_WM_TEMPLATE_COLOR_TYPE" val="0"/>
  <p:tag name="KSO_WM_SLIDE_ITEM_CNT" val="4"/>
  <p:tag name="KSO_WM_SLIDE_INDEX" val="3"/>
  <p:tag name="KSO_WM_TAG_VERSION" val="3.0"/>
  <p:tag name="KSO_WM_BEAUTIFY_FLAG" val="#wm#"/>
  <p:tag name="KSO_WM_TEMPLATE_CATEGORY" val="custom"/>
  <p:tag name="KSO_WM_TEMPLATE_INDEX" val="20235971"/>
  <p:tag name="KSO_WM_SLIDE_TYPE" val="text"/>
  <p:tag name="KSO_WM_SLIDE_SUBTYPE" val="diag"/>
  <p:tag name="KSO_WM_SLIDE_SIZE" val="850.1*366.5"/>
  <p:tag name="KSO_WM_SLIDE_POSITION" val="54.9*125.9"/>
  <p:tag name="KSO_WM_SLIDE_LAYOUT" val="a_l"/>
  <p:tag name="KSO_WM_SLIDE_LAYOUT_CNT" val="1_1"/>
  <p:tag name="KSO_WM_SPECIAL_SOURCE" val="bdnull"/>
  <p:tag name="KSO_WM_DIAGRAM_GROUP_CODE" val="l1-1"/>
  <p:tag name="KSO_WM_SLIDE_DIAGTYPE" val="l"/>
</p:tagLst>
</file>

<file path=ppt/tags/tag1409.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diagram20233144_3*a*1"/>
  <p:tag name="KSO_WM_TEMPLATE_CATEGORY" val="diagram"/>
  <p:tag name="KSO_WM_TEMPLATE_INDEX" val="20233144"/>
  <p:tag name="KSO_WM_UNIT_LAYERLEVEL" val="1"/>
  <p:tag name="KSO_WM_TAG_VERSION" val="3.0"/>
  <p:tag name="KSO_WM_BEAUTIFY_FLAG" val="#wm#"/>
  <p:tag name="KSO_WM_DIAGRAM_GROUP_CODE" val="l1-1"/>
  <p:tag name="KSO_WM_UNIT_TEXT_TYPE" val="1"/>
  <p:tag name="KSO_WM_UNIT_PRESET_TEXT" val="单击此处添加标题"/>
  <p:tag name="KSO_WM_UNIT_TEXT_FILL_FORE_SCHEMECOLOR_INDEX" val="15"/>
  <p:tag name="KSO_WM_UNIT_TEXT_FILL_TYPE" val="1"/>
  <p:tag name="KSO_WM_UNIT_USESOURCEFORMAT_APPLY" val="0"/>
</p:tagLst>
</file>

<file path=ppt/tags/tag14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2"/>
  <p:tag name="KSO_WM_UNIT_ID" val="diagram20233144_1*l_h_i*1_1_2"/>
  <p:tag name="KSO_WM_TEMPLATE_CATEGORY" val="diagram"/>
  <p:tag name="KSO_WM_TEMPLATE_INDEX" val="20233144"/>
  <p:tag name="KSO_WM_UNIT_LAYERLEVEL" val="1_1_1"/>
  <p:tag name="KSO_WM_TAG_VERSION" val="3.0"/>
  <p:tag name="KSO_WM_DIAGRAM_VERSION" val="3"/>
  <p:tag name="KSO_WM_DIAGRAM_COLOR_TRICK" val="1"/>
  <p:tag name="KSO_WM_DIAGRAM_COLOR_TEXT_CAN_REMOVE" val="n"/>
  <p:tag name="KSO_WM_DIAGRAM_MAX_ITEMCNT" val="4"/>
  <p:tag name="KSO_WM_DIAGRAM_MIN_ITEMCNT" val="2"/>
  <p:tag name="KSO_WM_DIAGRAM_VIRTUALLY_FRAME" val="{&quot;height&quot;:366.5,&quot;width&quot;:850.2000122070312}"/>
  <p:tag name="KSO_WM_DIAGRAM_COLOR_MATCH_VALUE" val="{&quot;shape&quot;:{&quot;fill&quot;:{&quot;gradient&quot;:[{&quot;brightness&quot;:0.4000000059604645,&quot;colorType&quot;:1,&quot;foreColorIndex&quot;:5,&quot;pos&quot;:0,&quot;transparency&quot;:1},{&quot;brightness&quot;:0.4000000059604645,&quot;colorType&quot;:1,&quot;foreColorIndex&quot;:5,&quot;pos&quot;:0.6499999761581421,&quot;transparency&quot;:0.800000011920929}],&quot;type&quot;:3},&quot;glow&quot;:{&quot;colorType&quot;:0},&quot;line&quot;:{&quot;type&quot;:0},&quot;shadow&quot;:{&quot;brightness&quot;:0,&quot;colorType&quot;:1,&quot;foreColorIndex&quot;:5,&quot;transparency&quot;:0.8999999761581421},&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UNIT_SHADOW_SCHEMECOLOR_INDEX" val="5"/>
  <p:tag name="KSO_WM_UNIT_TEXT_FILL_FORE_SCHEMECOLOR_INDEX" val="2"/>
  <p:tag name="KSO_WM_UNIT_TEXT_FILL_TYPE" val="1"/>
  <p:tag name="KSO_WM_UNIT_USESOURCEFORMAT_APPLY" val="0"/>
</p:tagLst>
</file>

<file path=ppt/tags/tag1411.xml><?xml version="1.0" encoding="utf-8"?>
<p:tagLst xmlns:a="http://schemas.openxmlformats.org/drawingml/2006/main" xmlns:r="http://schemas.openxmlformats.org/officeDocument/2006/relationships"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1_1"/>
  <p:tag name="KSO_WM_UNIT_ID" val="diagram20233144_1*l_h_f*1_1_1"/>
  <p:tag name="KSO_WM_TEMPLATE_CATEGORY" val="diagram"/>
  <p:tag name="KSO_WM_TEMPLATE_INDEX" val="20233144"/>
  <p:tag name="KSO_WM_UNIT_LAYERLEVEL" val="1_1_1"/>
  <p:tag name="KSO_WM_TAG_VERSION" val="3.0"/>
  <p:tag name="KSO_WM_DIAGRAM_GROUP_CODE" val="l1-1"/>
  <p:tag name="KSO_WM_DIAGRAM_VERSION" val="3"/>
  <p:tag name="KSO_WM_DIAGRAM_COLOR_TRICK" val="1"/>
  <p:tag name="KSO_WM_DIAGRAM_COLOR_TEXT_CAN_REMOVE" val="n"/>
  <p:tag name="KSO_WM_UNIT_TEXT_TYPE" val="1"/>
  <p:tag name="KSO_WM_DIAGRAM_MAX_ITEMCNT" val="4"/>
  <p:tag name="KSO_WM_DIAGRAM_MIN_ITEMCNT" val="2"/>
  <p:tag name="KSO_WM_DIAGRAM_VIRTUALLY_FRAME" val="{&quot;height&quot;:366.5,&quot;width&quot;:850.200012207031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LAYER_COUNT" val="1"/>
  <p:tag name="KSO_WM_BEAUTIFY_FLAG" val="#wm#"/>
  <p:tag name="KSO_WM_UNIT_PRESET_TEXT" val="单击此处添加文本具体内容，简明扼要地阐述您的观点。根据需要可酌情增减文字，以便观者准确地理解您传达的思想。单击此处添加文本具体内容"/>
  <p:tag name="KSO_WM_UNIT_TEXT_FILL_FORE_SCHEMECOLOR_INDEX" val="1"/>
  <p:tag name="KSO_WM_UNIT_TEXT_FILL_TYPE" val="1"/>
  <p:tag name="KSO_WM_UNIT_USESOURCEFORMAT_APPLY" val="0"/>
</p:tagLst>
</file>

<file path=ppt/tags/tag1412.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8"/>
  <p:tag name="KSO_WM_UNIT_HIGHLIGHT" val="0"/>
  <p:tag name="KSO_WM_UNIT_COMPATIBLE" val="0"/>
  <p:tag name="KSO_WM_UNIT_DIAGRAM_ISNUMVISUAL" val="0"/>
  <p:tag name="KSO_WM_UNIT_DIAGRAM_ISREFERUNIT" val="0"/>
  <p:tag name="KSO_WM_UNIT_TYPE" val="l_h_a"/>
  <p:tag name="KSO_WM_TEMPLATE_CATEGORY" val="diagram"/>
  <p:tag name="KSO_WM_TEMPLATE_INDEX" val="20233144"/>
  <p:tag name="KSO_WM_UNIT_LAYERLEVEL" val="1_1_1"/>
  <p:tag name="KSO_WM_TAG_VERSION" val="3.0"/>
  <p:tag name="KSO_WM_DIAGRAM_MAX_ITEMCNT" val="4"/>
  <p:tag name="KSO_WM_DIAGRAM_MIN_ITEMCNT" val="2"/>
  <p:tag name="KSO_WM_DIAGRAM_VIRTUALLY_FRAME" val="{&quot;height&quot;:366.5,&quot;width&quot;:850.200012207031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ID" val="diagram20233144_1*l_h_a*1_1_1"/>
  <p:tag name="KSO_WM_UNIT_INDEX" val="1_1_1"/>
  <p:tag name="KSO_WM_DIAGRAM_GROUP_CODE" val="l1-1"/>
  <p:tag name="KSO_WM_UNIT_TEXT_TYPE" val="1"/>
  <p:tag name="KSO_WM_DIAGRAM_VERSION" val="3"/>
  <p:tag name="KSO_WM_DIAGRAM_COLOR_TRICK" val="1"/>
  <p:tag name="KSO_WM_DIAGRAM_COLOR_TEXT_CAN_REMOVE" val="n"/>
  <p:tag name="KSO_WM_BEAUTIFY_FLAG" val="#wm#"/>
  <p:tag name="KSO_WM_UNIT_PRESET_TEXT" val="单击添加标题"/>
  <p:tag name="KSO_WM_UNIT_TEXT_FILL_FORE_SCHEMECOLOR_INDEX" val="1"/>
  <p:tag name="KSO_WM_UNIT_TEXT_FILL_TYPE" val="1"/>
  <p:tag name="KSO_WM_UNIT_USESOURCEFORMAT_APPLY" val="0"/>
</p:tagLst>
</file>

<file path=ppt/tags/tag141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diagram20233144_1*l_h_i*1_1_1"/>
  <p:tag name="KSO_WM_TEMPLATE_CATEGORY" val="diagram"/>
  <p:tag name="KSO_WM_TEMPLATE_INDEX" val="20233144"/>
  <p:tag name="KSO_WM_UNIT_LAYERLEVEL" val="1_1_1"/>
  <p:tag name="KSO_WM_TAG_VERSION" val="3.0"/>
  <p:tag name="KSO_WM_DIAGRAM_VERSION" val="3"/>
  <p:tag name="KSO_WM_DIAGRAM_COLOR_TRICK" val="1"/>
  <p:tag name="KSO_WM_DIAGRAM_COLOR_TEXT_CAN_REMOVE" val="n"/>
  <p:tag name="KSO_WM_DIAGRAM_MAX_ITEMCNT" val="4"/>
  <p:tag name="KSO_WM_DIAGRAM_MIN_ITEMCNT" val="2"/>
  <p:tag name="KSO_WM_DIAGRAM_VIRTUALLY_FRAME" val="{&quot;height&quot;:366.5,&quot;width&quot;:850.2000122070312}"/>
  <p:tag name="KSO_WM_DIAGRAM_COLOR_MATCH_VALUE" val="{&quot;shape&quot;:{&quot;fill&quot;:{&quot;type&quot;:0},&quot;glow&quot;:{&quot;colorType&quot;:0},&quot;line&quot;:{&quot;gradient&quot;:[{&quot;brightness&quot;:0,&quot;colorType&quot;:1,&quot;foreColorIndex&quot;:5,&quot;pos&quot;:0,&quot;transparency&quot;:0},{&quot;brightness&quot;:0,&quot;colorType&quot;:1,&quot;foreColorIndex&quot;:5,&quot;pos&quot;:1,&quot;transparency&quot;:0.7400000095367432}],&quot;type&quot;:2},&quot;shadow&quot;:{&quot;brightness&quot;:-0.25,&quot;colorType&quot;:1,&quot;foreColorIndex&quot;:5,&quot;transparency&quot;:0.800000011920929},&quot;threeD&quot;:{&quot;curvedSurface&quot;:{&quot;brightness&quot;:0,&quot;colorType&quot;:2,&quot;rgb&quot;:&quot;#000000&quot;},&quot;depth&quot;:{&quot;colorType&quot;:0}}},&quot;text&quot;:{&quot;fill&quot;:{},&quot;glow&quot;:{},&quot;line&quot;:{},&quot;shadow&quot;:{},&quot;threeD&quot;:{}}}"/>
  <p:tag name="KSO_WM_BEAUTIFY_FLAG" val="#wm#"/>
  <p:tag name="KSO_WM_UNIT_LINE_FORE_SCHEMECOLOR_INDEX" val="5"/>
  <p:tag name="KSO_WM_UNIT_SHADOW_SCHEMECOLOR_INDEX" val="5"/>
  <p:tag name="KSO_WM_UNIT_USESOURCEFORMAT_APPLY" val="0"/>
</p:tagLst>
</file>

<file path=ppt/tags/tag141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2"/>
  <p:tag name="KSO_WM_UNIT_ID" val="diagram20233144_1*l_h_i*1_2_2"/>
  <p:tag name="KSO_WM_TEMPLATE_CATEGORY" val="diagram"/>
  <p:tag name="KSO_WM_TEMPLATE_INDEX" val="20233144"/>
  <p:tag name="KSO_WM_UNIT_LAYERLEVEL" val="1_1_1"/>
  <p:tag name="KSO_WM_TAG_VERSION" val="3.0"/>
  <p:tag name="KSO_WM_DIAGRAM_VERSION" val="3"/>
  <p:tag name="KSO_WM_DIAGRAM_COLOR_TRICK" val="1"/>
  <p:tag name="KSO_WM_DIAGRAM_COLOR_TEXT_CAN_REMOVE" val="n"/>
  <p:tag name="KSO_WM_DIAGRAM_MAX_ITEMCNT" val="4"/>
  <p:tag name="KSO_WM_DIAGRAM_MIN_ITEMCNT" val="2"/>
  <p:tag name="KSO_WM_DIAGRAM_VIRTUALLY_FRAME" val="{&quot;height&quot;:366.5,&quot;width&quot;:850.2000122070312}"/>
  <p:tag name="KSO_WM_DIAGRAM_COLOR_MATCH_VALUE" val="{&quot;shape&quot;:{&quot;fill&quot;:{&quot;gradient&quot;:[{&quot;brightness&quot;:0.4000000059604645,&quot;colorType&quot;:1,&quot;foreColorIndex&quot;:5,&quot;pos&quot;:0,&quot;transparency&quot;:1},{&quot;brightness&quot;:0.4000000059604645,&quot;colorType&quot;:1,&quot;foreColorIndex&quot;:5,&quot;pos&quot;:0.6499999761581421,&quot;transparency&quot;:0.800000011920929}],&quot;type&quot;:3},&quot;glow&quot;:{&quot;colorType&quot;:0},&quot;line&quot;:{&quot;type&quot;:0},&quot;shadow&quot;:{&quot;brightness&quot;:0,&quot;colorType&quot;:1,&quot;foreColorIndex&quot;:5,&quot;transparency&quot;:0.8999999761581421},&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UNIT_SHADOW_SCHEMECOLOR_INDEX" val="5"/>
  <p:tag name="KSO_WM_UNIT_TEXT_FILL_FORE_SCHEMECOLOR_INDEX" val="2"/>
  <p:tag name="KSO_WM_UNIT_TEXT_FILL_TYPE" val="1"/>
  <p:tag name="KSO_WM_UNIT_USESOURCEFORMAT_APPLY" val="0"/>
</p:tagLst>
</file>

<file path=ppt/tags/tag1415.xml><?xml version="1.0" encoding="utf-8"?>
<p:tagLst xmlns:a="http://schemas.openxmlformats.org/drawingml/2006/main" xmlns:r="http://schemas.openxmlformats.org/officeDocument/2006/relationships"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2_1"/>
  <p:tag name="KSO_WM_UNIT_ID" val="diagram20233144_1*l_h_f*1_2_1"/>
  <p:tag name="KSO_WM_TEMPLATE_CATEGORY" val="diagram"/>
  <p:tag name="KSO_WM_TEMPLATE_INDEX" val="20233144"/>
  <p:tag name="KSO_WM_UNIT_LAYERLEVEL" val="1_1_1"/>
  <p:tag name="KSO_WM_TAG_VERSION" val="3.0"/>
  <p:tag name="KSO_WM_DIAGRAM_GROUP_CODE" val="l1-1"/>
  <p:tag name="KSO_WM_DIAGRAM_VERSION" val="3"/>
  <p:tag name="KSO_WM_DIAGRAM_COLOR_TRICK" val="1"/>
  <p:tag name="KSO_WM_DIAGRAM_COLOR_TEXT_CAN_REMOVE" val="n"/>
  <p:tag name="KSO_WM_UNIT_TEXT_TYPE" val="1"/>
  <p:tag name="KSO_WM_DIAGRAM_MAX_ITEMCNT" val="4"/>
  <p:tag name="KSO_WM_DIAGRAM_MIN_ITEMCNT" val="2"/>
  <p:tag name="KSO_WM_DIAGRAM_VIRTUALLY_FRAME" val="{&quot;height&quot;:366.5,&quot;width&quot;:850.200012207031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LAYER_COUNT" val="1"/>
  <p:tag name="KSO_WM_BEAUTIFY_FLAG" val="#wm#"/>
  <p:tag name="KSO_WM_UNIT_PRESET_TEXT" val="单击此处输入您的智能图形项正文，文字是您思想的提炼，请尽量言简意赅的阐述观点。单击此处添加正文，请言简意赅的阐述您的观点"/>
  <p:tag name="KSO_WM_UNIT_TEXT_FILL_FORE_SCHEMECOLOR_INDEX" val="1"/>
  <p:tag name="KSO_WM_UNIT_TEXT_FILL_TYPE" val="1"/>
  <p:tag name="KSO_WM_UNIT_USESOURCEFORMAT_APPLY" val="0"/>
</p:tagLst>
</file>

<file path=ppt/tags/tag1416.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8"/>
  <p:tag name="KSO_WM_UNIT_HIGHLIGHT" val="0"/>
  <p:tag name="KSO_WM_UNIT_COMPATIBLE" val="0"/>
  <p:tag name="KSO_WM_UNIT_DIAGRAM_ISNUMVISUAL" val="0"/>
  <p:tag name="KSO_WM_UNIT_DIAGRAM_ISREFERUNIT" val="0"/>
  <p:tag name="KSO_WM_UNIT_TYPE" val="l_h_a"/>
  <p:tag name="KSO_WM_TEMPLATE_CATEGORY" val="diagram"/>
  <p:tag name="KSO_WM_TEMPLATE_INDEX" val="20233144"/>
  <p:tag name="KSO_WM_UNIT_LAYERLEVEL" val="1_1_1"/>
  <p:tag name="KSO_WM_TAG_VERSION" val="3.0"/>
  <p:tag name="KSO_WM_DIAGRAM_MAX_ITEMCNT" val="4"/>
  <p:tag name="KSO_WM_DIAGRAM_MIN_ITEMCNT" val="2"/>
  <p:tag name="KSO_WM_DIAGRAM_VIRTUALLY_FRAME" val="{&quot;height&quot;:366.5,&quot;width&quot;:850.200012207031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ID" val="diagram20233144_1*l_h_a*1_2_1"/>
  <p:tag name="KSO_WM_UNIT_INDEX" val="1_2_1"/>
  <p:tag name="KSO_WM_DIAGRAM_GROUP_CODE" val="l1-1"/>
  <p:tag name="KSO_WM_UNIT_TEXT_TYPE" val="1"/>
  <p:tag name="KSO_WM_DIAGRAM_VERSION" val="3"/>
  <p:tag name="KSO_WM_DIAGRAM_COLOR_TRICK" val="1"/>
  <p:tag name="KSO_WM_DIAGRAM_COLOR_TEXT_CAN_REMOVE" val="n"/>
  <p:tag name="KSO_WM_BEAUTIFY_FLAG" val="#wm#"/>
  <p:tag name="KSO_WM_UNIT_PRESET_TEXT" val="单击添加标题"/>
  <p:tag name="KSO_WM_UNIT_TEXT_FILL_FORE_SCHEMECOLOR_INDEX" val="1"/>
  <p:tag name="KSO_WM_UNIT_TEXT_FILL_TYPE" val="1"/>
  <p:tag name="KSO_WM_UNIT_USESOURCEFORMAT_APPLY" val="0"/>
</p:tagLst>
</file>

<file path=ppt/tags/tag14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1"/>
  <p:tag name="KSO_WM_UNIT_ID" val="diagram20233144_1*l_h_i*1_2_1"/>
  <p:tag name="KSO_WM_TEMPLATE_CATEGORY" val="diagram"/>
  <p:tag name="KSO_WM_TEMPLATE_INDEX" val="20233144"/>
  <p:tag name="KSO_WM_UNIT_LAYERLEVEL" val="1_1_1"/>
  <p:tag name="KSO_WM_TAG_VERSION" val="3.0"/>
  <p:tag name="KSO_WM_DIAGRAM_VERSION" val="3"/>
  <p:tag name="KSO_WM_DIAGRAM_COLOR_TRICK" val="1"/>
  <p:tag name="KSO_WM_DIAGRAM_COLOR_TEXT_CAN_REMOVE" val="n"/>
  <p:tag name="KSO_WM_DIAGRAM_MAX_ITEMCNT" val="4"/>
  <p:tag name="KSO_WM_DIAGRAM_MIN_ITEMCNT" val="2"/>
  <p:tag name="KSO_WM_DIAGRAM_VIRTUALLY_FRAME" val="{&quot;height&quot;:366.5,&quot;width&quot;:850.2000122070312}"/>
  <p:tag name="KSO_WM_DIAGRAM_COLOR_MATCH_VALUE" val="{&quot;shape&quot;:{&quot;fill&quot;:{&quot;type&quot;:0},&quot;glow&quot;:{&quot;colorType&quot;:0},&quot;line&quot;:{&quot;gradient&quot;:[{&quot;brightness&quot;:0,&quot;colorType&quot;:1,&quot;foreColorIndex&quot;:5,&quot;pos&quot;:0,&quot;transparency&quot;:0},{&quot;brightness&quot;:0,&quot;colorType&quot;:1,&quot;foreColorIndex&quot;:5,&quot;pos&quot;:1,&quot;transparency&quot;:0.7400000095367432}],&quot;type&quot;:2},&quot;shadow&quot;:{&quot;brightness&quot;:-0.25,&quot;colorType&quot;:1,&quot;foreColorIndex&quot;:5,&quot;transparency&quot;:0.800000011920929},&quot;threeD&quot;:{&quot;curvedSurface&quot;:{&quot;brightness&quot;:0,&quot;colorType&quot;:2,&quot;rgb&quot;:&quot;#000000&quot;},&quot;depth&quot;:{&quot;colorType&quot;:0}}},&quot;text&quot;:{&quot;fill&quot;:{},&quot;glow&quot;:{},&quot;line&quot;:{},&quot;shadow&quot;:{},&quot;threeD&quot;:{}}}"/>
  <p:tag name="KSO_WM_BEAUTIFY_FLAG" val="#wm#"/>
  <p:tag name="KSO_WM_UNIT_LINE_FORE_SCHEMECOLOR_INDEX" val="5"/>
  <p:tag name="KSO_WM_UNIT_SHADOW_SCHEMECOLOR_INDEX" val="5"/>
  <p:tag name="KSO_WM_UNIT_USESOURCEFORMAT_APPLY" val="0"/>
</p:tagLst>
</file>

<file path=ppt/tags/tag1418.xml><?xml version="1.0" encoding="utf-8"?>
<p:tagLst xmlns:a="http://schemas.openxmlformats.org/drawingml/2006/main" xmlns:r="http://schemas.openxmlformats.org/officeDocument/2006/relationships" xmlns:p="http://schemas.openxmlformats.org/presentationml/2006/main">
  <p:tag name="KSO_WM_SLIDE_ID" val="diagram20233147_3"/>
  <p:tag name="KSO_WM_TEMPLATE_SUBCATEGORY" val="0"/>
  <p:tag name="KSO_WM_TEMPLATE_MASTER_TYPE" val="0"/>
  <p:tag name="KSO_WM_TEMPLATE_COLOR_TYPE" val="0"/>
  <p:tag name="KSO_WM_SLIDE_ITEM_CNT" val="4"/>
  <p:tag name="KSO_WM_SLIDE_INDEX" val="3"/>
  <p:tag name="KSO_WM_TAG_VERSION" val="3.0"/>
  <p:tag name="KSO_WM_BEAUTIFY_FLAG" val="#wm#"/>
  <p:tag name="KSO_WM_TEMPLATE_CATEGORY" val="custom"/>
  <p:tag name="KSO_WM_TEMPLATE_INDEX" val="20235971"/>
  <p:tag name="KSO_WM_SLIDE_TYPE" val="text"/>
  <p:tag name="KSO_WM_SLIDE_SUBTYPE" val="diag"/>
  <p:tag name="KSO_WM_SLIDE_SIZE" val="812.941*336.878"/>
  <p:tag name="KSO_WM_SLIDE_POSITION" val="73.3256*155.822"/>
  <p:tag name="KSO_WM_SLIDE_LAYOUT" val="a_l"/>
  <p:tag name="KSO_WM_SLIDE_LAYOUT_CNT" val="1_1"/>
  <p:tag name="KSO_WM_SPECIAL_SOURCE" val="bdnull"/>
  <p:tag name="KSO_WM_DIAGRAM_GROUP_CODE" val="l1-1"/>
  <p:tag name="KSO_WM_SLIDE_DIAGTYPE" val="l"/>
</p:tagLst>
</file>

<file path=ppt/tags/tag1419.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DIAGRAM_GROUP_CODE" val="l1-1"/>
  <p:tag name="KSO_WM_UNIT_TYPE" val="a"/>
  <p:tag name="KSO_WM_UNIT_INDEX" val="1"/>
  <p:tag name="KSO_WM_UNIT_ID" val="diagram20233147_3*a*1"/>
  <p:tag name="KSO_WM_TEMPLATE_CATEGORY" val="diagram"/>
  <p:tag name="KSO_WM_TEMPLATE_INDEX" val="20233147"/>
  <p:tag name="KSO_WM_UNIT_LAYERLEVEL" val="1"/>
  <p:tag name="KSO_WM_TAG_VERSION" val="3.0"/>
  <p:tag name="KSO_WM_BEAUTIFY_FLAG" val="#wm#"/>
  <p:tag name="KSO_WM_UNIT_TEXT_TYPE" val="1"/>
  <p:tag name="KSO_WM_UNIT_PRESET_TEXT" val="单击此处添加标题"/>
  <p:tag name="KSO_WM_UNIT_TEXT_FILL_FORE_SCHEMECOLOR_INDEX" val="15"/>
  <p:tag name="KSO_WM_UNIT_TEXT_FILL_TYPE" val="1"/>
  <p:tag name="KSO_WM_UNIT_USESOURCEFORMAT_APPLY" val="0"/>
</p:tagLst>
</file>

<file path=ppt/tags/tag1420.xml><?xml version="1.0" encoding="utf-8"?>
<p:tagLst xmlns:a="http://schemas.openxmlformats.org/drawingml/2006/main" xmlns:r="http://schemas.openxmlformats.org/officeDocument/2006/relationships" xmlns:p="http://schemas.openxmlformats.org/presentationml/2006/main">
  <p:tag name="KSO_WM_DIAGRAM_VERSION" val="3"/>
  <p:tag name="KSO_WM_DIAGRAM_COLOR_TRICK" val="1"/>
  <p:tag name="KSO_WM_DIAGRAM_COLOR_TEXT_CAN_REMOVE" val="n"/>
  <p:tag name="KSO_WM_UNIT_VALUE" val="779*729"/>
  <p:tag name="KSO_WM_UNIT_HIGHLIGHT" val="0"/>
  <p:tag name="KSO_WM_UNIT_COMPATIBLE" val="0"/>
  <p:tag name="KSO_WM_UNIT_DIAGRAM_ISNUMVISUAL" val="0"/>
  <p:tag name="KSO_WM_UNIT_DIAGRAM_ISREFERUNIT" val="0"/>
  <p:tag name="KSO_WM_DIAGRAM_GROUP_CODE" val="l1-1"/>
  <p:tag name="KSO_WM_UNIT_TYPE" val="l_h_d"/>
  <p:tag name="KSO_WM_UNIT_INDEX" val="1_1_1"/>
  <p:tag name="KSO_WM_UNIT_ID" val="diagram20233147_1*l_h_d*1_1_1"/>
  <p:tag name="KSO_WM_TEMPLATE_CATEGORY" val="diagram"/>
  <p:tag name="KSO_WM_TEMPLATE_INDEX" val="20233147"/>
  <p:tag name="KSO_WM_UNIT_LAYERLEVEL" val="1_1_1"/>
  <p:tag name="KSO_WM_TAG_VERSION" val="3.0"/>
  <p:tag name="KSO_WM_DIAGRAM_MAX_ITEMCNT" val="4"/>
  <p:tag name="KSO_WM_DIAGRAM_MIN_ITEMCNT" val="2"/>
  <p:tag name="KSO_WM_DIAGRAM_VIRTUALLY_FRAME" val="{&quot;height&quot;:365.1412658691406,&quot;width&quot;:812.9407348632812}"/>
  <p:tag name="KSO_WM_DIAGRAM_COLOR_MATCH_VALUE" val="{&quot;shape&quot;:{&quot;fill&quot;:{&quot;solid&quot;:{&quot;brightness&quot;:0,&quot;colorType&quot;:1,&quot;foreColorIndex&quot;:5,&quot;transparency&quot;:0.5},&quot;type&quot;:1},&quot;glow&quot;:{&quot;colorType&quot;:0},&quot;line&quot;:{&quot;solidLine&quot;:{&quot;brightness&quot;:0.6000000238418579,&quot;colorType&quot;:1,&quot;foreColorIndex&quot;:13,&quot;transparency&quot;:0.800000011920929},&quot;type&quot;:1},&quot;shadow&quot;:{&quot;colorType&quot;:0},&quot;threeD&quot;:{&quot;curvedSurface&quot;:{&quot;brightness&quot;:0,&quot;colorType&quot;:2,&quot;rgb&quot;:&quot;#000000&quot;},&quot;depth&quot;:{&quot;colorType&quot;:0}}},&quot;text&quot;:{&quot;fill&quot;:{},&quot;glow&quot;:{},&quot;line&quot;:{},&quot;shadow&quot;:{},&quot;threeD&quot;:{}}}"/>
  <p:tag name="KSO_WM_UNIT_PICTURE_SUBTYPE" val="b"/>
  <p:tag name="KSO_WM_BEAUTIFY_FLAG" val="#wm#"/>
  <p:tag name="KSO_WM_UNIT_FILL_TYPE" val="1"/>
  <p:tag name="KSO_WM_UNIT_FILL_FORE_SCHEMECOLOR_INDEX" val="5"/>
  <p:tag name="KSO_WM_UNIT_FILL_FORE_SCHEMECOLOR_INDEX_BRIGHTNESS" val="0"/>
  <p:tag name="KSO_WM_UNIT_LINE_FORE_SCHEMECOLOR_INDEX" val="13"/>
  <p:tag name="MH_PIC_SOURCE_TYPE" val="generate_slide_ai*{&quot;ai_type&quot;:&quot;generate_ppt&quot;,&quot;id&quot;:&quot;VCG41N1192991823&quot;}*auto_gallery_ai_v2.0.9_ONLINE*1744720735017_0.101_44de50a703e0-slide-4"/>
  <p:tag name="KSO_WM_UNIT_LINE_FILL_TYPE" val="2"/>
  <p:tag name="KSO_WM_UNIT_USESOURCEFORMAT_APPLY" val="0"/>
</p:tagLst>
</file>

<file path=ppt/tags/tag1421.xml><?xml version="1.0" encoding="utf-8"?>
<p:tagLst xmlns:a="http://schemas.openxmlformats.org/drawingml/2006/main" xmlns:r="http://schemas.openxmlformats.org/officeDocument/2006/relationships"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1_1"/>
  <p:tag name="KSO_WM_UNIT_ID" val="diagram20233147_1*l_h_f*1_1_1"/>
  <p:tag name="KSO_WM_TEMPLATE_CATEGORY" val="diagram"/>
  <p:tag name="KSO_WM_TEMPLATE_INDEX" val="20233147"/>
  <p:tag name="KSO_WM_UNIT_LAYERLEVEL" val="1_1_1"/>
  <p:tag name="KSO_WM_TAG_VERSION" val="3.0"/>
  <p:tag name="KSO_WM_UNIT_TEXT_FILL_FORE_SCHEMECOLOR_INDEX_BRIGHTNESS" val="0.15"/>
  <p:tag name="KSO_WM_DIAGRAM_VERSION" val="3"/>
  <p:tag name="KSO_WM_DIAGRAM_COLOR_TRICK" val="1"/>
  <p:tag name="KSO_WM_DIAGRAM_COLOR_TEXT_CAN_REMOVE" val="n"/>
  <p:tag name="KSO_WM_DIAGRAM_GROUP_CODE" val="l1-1"/>
  <p:tag name="KSO_WM_DIAGRAM_MAX_ITEMCNT" val="4"/>
  <p:tag name="KSO_WM_DIAGRAM_MIN_ITEMCNT" val="2"/>
  <p:tag name="KSO_WM_DIAGRAM_VIRTUALLY_FRAME" val="{&quot;height&quot;:365.1412658691406,&quot;width&quot;:812.940734863281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UNIT_PRESET_TEXT" val="单击添加文本内容，简明扼要地阐述您的观点。根据需要可酌情增减文字"/>
  <p:tag name="KSO_WM_UNIT_TEXT_FILL_FORE_SCHEMECOLOR_INDEX" val="1"/>
  <p:tag name="KSO_WM_UNIT_TEXT_FILL_TYPE" val="1"/>
  <p:tag name="KSO_WM_UNIT_USESOURCEFORMAT_APPLY" val="0"/>
</p:tagLst>
</file>

<file path=ppt/tags/tag1422.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1_1"/>
  <p:tag name="KSO_WM_UNIT_ID" val="diagram20233147_1*l_h_a*1_1_1"/>
  <p:tag name="KSO_WM_TEMPLATE_CATEGORY" val="diagram"/>
  <p:tag name="KSO_WM_TEMPLATE_INDEX" val="20233147"/>
  <p:tag name="KSO_WM_UNIT_LAYERLEVEL" val="1_1_1"/>
  <p:tag name="KSO_WM_TAG_VERSION" val="3.0"/>
  <p:tag name="KSO_WM_UNIT_TEXT_FILL_FORE_SCHEMECOLOR_INDEX_BRIGHTNESS" val="0.15"/>
  <p:tag name="KSO_WM_DIAGRAM_VERSION" val="3"/>
  <p:tag name="KSO_WM_DIAGRAM_COLOR_TRICK" val="1"/>
  <p:tag name="KSO_WM_DIAGRAM_COLOR_TEXT_CAN_REMOVE" val="n"/>
  <p:tag name="KSO_WM_DIAGRAM_GROUP_CODE" val="l1-1"/>
  <p:tag name="KSO_WM_DIAGRAM_MAX_ITEMCNT" val="4"/>
  <p:tag name="KSO_WM_DIAGRAM_MIN_ITEMCNT" val="2"/>
  <p:tag name="KSO_WM_DIAGRAM_VIRTUALLY_FRAME" val="{&quot;height&quot;:365.1412658691406,&quot;width&quot;:812.940734863281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BEAUTIFY_FLAG" val="#wm#"/>
  <p:tag name="KSO_WM_UNIT_PRESET_TEXT" val="添加标题"/>
  <p:tag name="KSO_WM_UNIT_TEXT_FILL_FORE_SCHEMECOLOR_INDEX" val="1"/>
  <p:tag name="KSO_WM_UNIT_TEXT_FILL_TYPE" val="1"/>
  <p:tag name="KSO_WM_UNIT_USESOURCEFORMAT_APPLY" val="0"/>
</p:tagLst>
</file>

<file path=ppt/tags/tag1423.xml><?xml version="1.0" encoding="utf-8"?>
<p:tagLst xmlns:a="http://schemas.openxmlformats.org/drawingml/2006/main" xmlns:r="http://schemas.openxmlformats.org/officeDocument/2006/relationships" xmlns:p="http://schemas.openxmlformats.org/presentationml/2006/main">
  <p:tag name="KSO_WM_DIAGRAM_VERSION" val="3"/>
  <p:tag name="KSO_WM_DIAGRAM_COLOR_TRICK" val="1"/>
  <p:tag name="KSO_WM_DIAGRAM_COLOR_TEXT_CAN_REMOVE" val="n"/>
  <p:tag name="KSO_WM_UNIT_VALUE" val="779*729"/>
  <p:tag name="KSO_WM_UNIT_HIGHLIGHT" val="0"/>
  <p:tag name="KSO_WM_UNIT_COMPATIBLE" val="0"/>
  <p:tag name="KSO_WM_UNIT_DIAGRAM_ISNUMVISUAL" val="0"/>
  <p:tag name="KSO_WM_UNIT_DIAGRAM_ISREFERUNIT" val="0"/>
  <p:tag name="KSO_WM_DIAGRAM_GROUP_CODE" val="l1-1"/>
  <p:tag name="KSO_WM_UNIT_TYPE" val="l_h_d"/>
  <p:tag name="KSO_WM_UNIT_INDEX" val="1_2_1"/>
  <p:tag name="KSO_WM_UNIT_ID" val="diagram20233147_1*l_h_d*1_2_1"/>
  <p:tag name="KSO_WM_TEMPLATE_CATEGORY" val="diagram"/>
  <p:tag name="KSO_WM_TEMPLATE_INDEX" val="20233147"/>
  <p:tag name="KSO_WM_UNIT_LAYERLEVEL" val="1_1_1"/>
  <p:tag name="KSO_WM_TAG_VERSION" val="3.0"/>
  <p:tag name="KSO_WM_DIAGRAM_MAX_ITEMCNT" val="4"/>
  <p:tag name="KSO_WM_DIAGRAM_MIN_ITEMCNT" val="2"/>
  <p:tag name="KSO_WM_DIAGRAM_VIRTUALLY_FRAME" val="{&quot;height&quot;:365.1412658691406,&quot;width&quot;:812.9407348632812}"/>
  <p:tag name="KSO_WM_DIAGRAM_COLOR_MATCH_VALUE" val="{&quot;shape&quot;:{&quot;fill&quot;:{&quot;solid&quot;:{&quot;brightness&quot;:0,&quot;colorType&quot;:1,&quot;foreColorIndex&quot;:5,&quot;transparency&quot;:0.5},&quot;type&quot;:1},&quot;glow&quot;:{&quot;colorType&quot;:0},&quot;line&quot;:{&quot;solidLine&quot;:{&quot;brightness&quot;:0.6000000238418579,&quot;colorType&quot;:1,&quot;foreColorIndex&quot;:13,&quot;transparency&quot;:0.800000011920929},&quot;type&quot;:1},&quot;shadow&quot;:{&quot;colorType&quot;:0},&quot;threeD&quot;:{&quot;curvedSurface&quot;:{&quot;brightness&quot;:0,&quot;colorType&quot;:2,&quot;rgb&quot;:&quot;#000000&quot;},&quot;depth&quot;:{&quot;colorType&quot;:0}}},&quot;text&quot;:{&quot;fill&quot;:{},&quot;glow&quot;:{},&quot;line&quot;:{},&quot;shadow&quot;:{},&quot;threeD&quot;:{}}}"/>
  <p:tag name="KSO_WM_UNIT_PICTURE_SUBTYPE" val="b"/>
  <p:tag name="KSO_WM_BEAUTIFY_FLAG" val="#wm#"/>
  <p:tag name="KSO_WM_UNIT_FILL_TYPE" val="1"/>
  <p:tag name="KSO_WM_UNIT_FILL_FORE_SCHEMECOLOR_INDEX" val="5"/>
  <p:tag name="KSO_WM_UNIT_FILL_FORE_SCHEMECOLOR_INDEX_BRIGHTNESS" val="0"/>
  <p:tag name="KSO_WM_UNIT_LINE_FORE_SCHEMECOLOR_INDEX" val="13"/>
  <p:tag name="MH_PIC_SOURCE_TYPE" val="generate_slide_ai*{&quot;ai_type&quot;:&quot;generate_ppt&quot;,&quot;id&quot;:&quot;VCG41N1206841491&quot;}*auto_gallery_ai_v2.0.9_ONLINE*1744720735017_0.101_44de50a703e0-slide-4"/>
  <p:tag name="KSO_WM_UNIT_LINE_FILL_TYPE" val="2"/>
  <p:tag name="KSO_WM_UNIT_USESOURCEFORMAT_APPLY" val="0"/>
</p:tagLst>
</file>

<file path=ppt/tags/tag1424.xml><?xml version="1.0" encoding="utf-8"?>
<p:tagLst xmlns:a="http://schemas.openxmlformats.org/drawingml/2006/main" xmlns:r="http://schemas.openxmlformats.org/officeDocument/2006/relationships"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2_1"/>
  <p:tag name="KSO_WM_UNIT_ID" val="diagram20233147_1*l_h_f*1_2_1"/>
  <p:tag name="KSO_WM_TEMPLATE_CATEGORY" val="diagram"/>
  <p:tag name="KSO_WM_TEMPLATE_INDEX" val="20233147"/>
  <p:tag name="KSO_WM_UNIT_LAYERLEVEL" val="1_1_1"/>
  <p:tag name="KSO_WM_TAG_VERSION" val="3.0"/>
  <p:tag name="KSO_WM_UNIT_TEXT_FILL_FORE_SCHEMECOLOR_INDEX_BRIGHTNESS" val="0.15"/>
  <p:tag name="KSO_WM_DIAGRAM_VERSION" val="3"/>
  <p:tag name="KSO_WM_DIAGRAM_COLOR_TRICK" val="1"/>
  <p:tag name="KSO_WM_DIAGRAM_COLOR_TEXT_CAN_REMOVE" val="n"/>
  <p:tag name="KSO_WM_DIAGRAM_GROUP_CODE" val="l1-1"/>
  <p:tag name="KSO_WM_DIAGRAM_MAX_ITEMCNT" val="4"/>
  <p:tag name="KSO_WM_DIAGRAM_MIN_ITEMCNT" val="2"/>
  <p:tag name="KSO_WM_DIAGRAM_VIRTUALLY_FRAME" val="{&quot;height&quot;:365.1412658691406,&quot;width&quot;:812.940734863281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UNIT_PRESET_TEXT" val="单击添加文本内容，简明扼要地阐述您的观点。根据需要可酌情增减文字"/>
  <p:tag name="KSO_WM_UNIT_TEXT_FILL_FORE_SCHEMECOLOR_INDEX" val="1"/>
  <p:tag name="KSO_WM_UNIT_TEXT_FILL_TYPE" val="1"/>
  <p:tag name="KSO_WM_UNIT_USESOURCEFORMAT_APPLY" val="0"/>
</p:tagLst>
</file>

<file path=ppt/tags/tag1425.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2_1"/>
  <p:tag name="KSO_WM_UNIT_ID" val="diagram20233147_1*l_h_a*1_2_1"/>
  <p:tag name="KSO_WM_TEMPLATE_CATEGORY" val="diagram"/>
  <p:tag name="KSO_WM_TEMPLATE_INDEX" val="20233147"/>
  <p:tag name="KSO_WM_UNIT_LAYERLEVEL" val="1_1_1"/>
  <p:tag name="KSO_WM_TAG_VERSION" val="3.0"/>
  <p:tag name="KSO_WM_UNIT_TEXT_FILL_FORE_SCHEMECOLOR_INDEX_BRIGHTNESS" val="0.15"/>
  <p:tag name="KSO_WM_DIAGRAM_VERSION" val="3"/>
  <p:tag name="KSO_WM_DIAGRAM_COLOR_TRICK" val="1"/>
  <p:tag name="KSO_WM_DIAGRAM_COLOR_TEXT_CAN_REMOVE" val="n"/>
  <p:tag name="KSO_WM_DIAGRAM_GROUP_CODE" val="l1-1"/>
  <p:tag name="KSO_WM_DIAGRAM_MAX_ITEMCNT" val="4"/>
  <p:tag name="KSO_WM_DIAGRAM_MIN_ITEMCNT" val="2"/>
  <p:tag name="KSO_WM_DIAGRAM_VIRTUALLY_FRAME" val="{&quot;height&quot;:365.1412658691406,&quot;width&quot;:812.940734863281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BEAUTIFY_FLAG" val="#wm#"/>
  <p:tag name="KSO_WM_UNIT_PRESET_TEXT" val="添加标题"/>
  <p:tag name="KSO_WM_UNIT_TEXT_FILL_FORE_SCHEMECOLOR_INDEX" val="1"/>
  <p:tag name="KSO_WM_UNIT_TEXT_FILL_TYPE" val="1"/>
  <p:tag name="KSO_WM_UNIT_USESOURCEFORMAT_APPLY" val="0"/>
</p:tagLst>
</file>

<file path=ppt/tags/tag1426.xml><?xml version="1.0" encoding="utf-8"?>
<p:tagLst xmlns:a="http://schemas.openxmlformats.org/drawingml/2006/main" xmlns:r="http://schemas.openxmlformats.org/officeDocument/2006/relationships" xmlns:p="http://schemas.openxmlformats.org/presentationml/2006/main">
  <p:tag name="KSO_WM_SLIDE_ID" val="diagram20230968_2"/>
  <p:tag name="KSO_WM_TEMPLATE_SUBCATEGORY" val="0"/>
  <p:tag name="KSO_WM_TEMPLATE_MASTER_TYPE" val="0"/>
  <p:tag name="KSO_WM_TEMPLATE_COLOR_TYPE" val="0"/>
  <p:tag name="KSO_WM_SLIDE_ITEM_CNT" val="3"/>
  <p:tag name="KSO_WM_SLIDE_INDEX" val="2"/>
  <p:tag name="KSO_WM_TAG_VERSION" val="3.0"/>
  <p:tag name="KSO_WM_BEAUTIFY_FLAG" val="#wm#"/>
  <p:tag name="KSO_WM_TEMPLATE_CATEGORY" val="custom"/>
  <p:tag name="KSO_WM_TEMPLATE_INDEX" val="20235971"/>
  <p:tag name="KSO_WM_SLIDE_TYPE" val="text"/>
  <p:tag name="KSO_WM_SLIDE_SUBTYPE" val="diag"/>
  <p:tag name="KSO_WM_SLIDE_SIZE" val="850.4*365.625"/>
  <p:tag name="KSO_WM_SLIDE_POSITION" val="54.8*111.5"/>
  <p:tag name="KSO_WM_SLIDE_LAYOUT" val="a_l"/>
  <p:tag name="KSO_WM_SLIDE_LAYOUT_CNT" val="1_1"/>
  <p:tag name="KSO_WM_SPECIAL_SOURCE" val="bdnull"/>
  <p:tag name="KSO_WM_DIAGRAM_GROUP_CODE" val="l1-1"/>
  <p:tag name="KSO_WM_SLIDE_DIAGTYPE" val="l"/>
</p:tagLst>
</file>

<file path=ppt/tags/tag1427.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diagram20230968_2*a*1"/>
  <p:tag name="KSO_WM_TEMPLATE_CATEGORY" val="diagram"/>
  <p:tag name="KSO_WM_TEMPLATE_INDEX" val="20230968"/>
  <p:tag name="KSO_WM_UNIT_LAYERLEVEL" val="1"/>
  <p:tag name="KSO_WM_TAG_VERSION" val="3.0"/>
  <p:tag name="KSO_WM_BEAUTIFY_FLAG" val="#wm#"/>
  <p:tag name="KSO_WM_DIAGRAM_GROUP_CODE" val="l1-1"/>
  <p:tag name="KSO_WM_UNIT_PRESET_TEXT" val="单击此处添加标题"/>
  <p:tag name="KSO_WM_UNIT_TEXT_TYPE" val="1"/>
  <p:tag name="KSO_WM_UNIT_TEXT_FILL_FORE_SCHEMECOLOR_INDEX" val="15"/>
  <p:tag name="KSO_WM_UNIT_TEXT_FILL_TYPE" val="1"/>
  <p:tag name="KSO_WM_UNIT_USESOURCEFORMAT_APPLY" val="0"/>
</p:tagLst>
</file>

<file path=ppt/tags/tag142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30968_2*l_h_i*1_1_1"/>
  <p:tag name="KSO_WM_TEMPLATE_CATEGORY" val="diagram"/>
  <p:tag name="KSO_WM_TEMPLATE_INDEX" val="20230968"/>
  <p:tag name="KSO_WM_UNIT_LAYERLEVEL" val="1_1_1"/>
  <p:tag name="KSO_WM_TAG_VERSION" val="3.0"/>
  <p:tag name="KSO_WM_BEAUTIFY_FLAG" val="#wm#"/>
  <p:tag name="KSO_WM_DIAGRAM_GROUP_CODE" val="l1-1"/>
  <p:tag name="KSO_WM_UNIT_TYPE" val="l_h_i"/>
  <p:tag name="KSO_WM_UNIT_INDEX" val="1_1_1"/>
  <p:tag name="KSO_WM_DIAGRAM_VERSION" val="3"/>
  <p:tag name="KSO_WM_DIAGRAM_COLOR_TRICK" val="1"/>
  <p:tag name="KSO_WM_DIAGRAM_COLOR_TEXT_CAN_REMOVE" val="n"/>
  <p:tag name="KSO_WM_DIAGRAM_MAX_ITEMCNT" val="4"/>
  <p:tag name="KSO_WM_DIAGRAM_MIN_ITEMCNT" val="2"/>
  <p:tag name="KSO_WM_DIAGRAM_VIRTUALLY_FRAME" val="{&quot;height&quot;:366.2639465332031,&quot;width&quot;:850.4000244140625}"/>
  <p:tag name="KSO_WM_DIAGRAM_COLOR_MATCH_VALUE" val="{&quot;shape&quot;:{&quot;fill&quot;:{&quot;solid&quot;:{&quot;brightness&quot;:0.6000000238418579,&quot;colorType&quot;:1,&quot;foreColorIndex&quot;:13,&quot;transparency&quot;:0.8500000238418579},&quot;type&quot;:1},&quot;glow&quot;:{&quot;colorType&quot;:0},&quot;line&quot;:{&quot;solidLine&quot;:{&quot;brightness&quot;:0.6000000238418579,&quot;colorType&quot;:1,&quot;foreColorIndex&quot;:13,&quot;transparency&quot;:0.800000011920929},&quot;type&quot;:1},&quot;shadow&quot;:{&quot;colorType&quot;:0},&quot;threeD&quot;:{&quot;curvedSurface&quot;:{&quot;brightness&quot;:0,&quot;colorType&quot;:2,&quot;rgb&quot;:&quot;#000000&quot;},&quot;depth&quot;:{&quot;colorType&quot;:0}}},&quot;text&quot;:{&quot;fill&quot;:{&quot;solid&quot;:{&quot;brightness&quot;:0,&quot;colorType&quot;:1,&quot;foreColorIndex&quot;:14,&quot;transparency&quot;:0},&quot;type&quot;:1},&quot;glow&quot;:{&quot;colorType&quot;:0},&quot;line&quot;:{&quot;type&quot;:0},&quot;shadow&quot;:{&quot;colorType&quot;:0},&quot;threeD&quot;:{&quot;curvedSurface&quot;:{&quot;brightness&quot;:0,&quot;colorType&quot;:2,&quot;rgb&quot;:&quot;#000000&quot;},&quot;depth&quot;:{&quot;colorType&quot;:0}}}}"/>
  <p:tag name="KSO_WM_UNIT_SHADOW_SCHEMECOLOR_INDEX_BRIGHTNESS" val="-0.15"/>
  <p:tag name="KSO_WM_UNIT_SHADOW_SCHEMECOLOR_INDEX" val="14"/>
  <p:tag name="KSO_WM_UNIT_TEXT_FILL_FORE_SCHEMECOLOR_INDEX_BRIGHTNESS" val="0"/>
  <p:tag name="KSO_WM_UNIT_TEXT_FILL_FORE_SCHEMECOLOR_INDEX" val="2"/>
  <p:tag name="KSO_WM_UNIT_TEXT_FILL_TYPE" val="1"/>
  <p:tag name="KSO_WM_UNIT_FILL_TYPE" val="1"/>
  <p:tag name="KSO_WM_UNIT_FILL_FORE_SCHEMECOLOR_INDEX" val="13"/>
  <p:tag name="KSO_WM_UNIT_FILL_FORE_SCHEMECOLOR_INDEX_BRIGHTNESS" val="0.6"/>
  <p:tag name="KSO_WM_UNIT_LINE_FORE_SCHEMECOLOR_INDEX" val="13"/>
  <p:tag name="KSO_WM_UNIT_LINE_FILL_TYPE" val="2"/>
  <p:tag name="KSO_WM_UNIT_USESOURCEFORMAT_APPLY" val="0"/>
</p:tagLst>
</file>

<file path=ppt/tags/tag142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30968_2*l_h_i*1_2_1"/>
  <p:tag name="KSO_WM_TEMPLATE_CATEGORY" val="diagram"/>
  <p:tag name="KSO_WM_TEMPLATE_INDEX" val="20230968"/>
  <p:tag name="KSO_WM_UNIT_LAYERLEVEL" val="1_1_1"/>
  <p:tag name="KSO_WM_TAG_VERSION" val="3.0"/>
  <p:tag name="KSO_WM_BEAUTIFY_FLAG" val="#wm#"/>
  <p:tag name="KSO_WM_DIAGRAM_GROUP_CODE" val="l1-1"/>
  <p:tag name="KSO_WM_UNIT_TYPE" val="l_h_i"/>
  <p:tag name="KSO_WM_UNIT_INDEX" val="1_2_1"/>
  <p:tag name="KSO_WM_DIAGRAM_VERSION" val="3"/>
  <p:tag name="KSO_WM_DIAGRAM_COLOR_TRICK" val="1"/>
  <p:tag name="KSO_WM_DIAGRAM_COLOR_TEXT_CAN_REMOVE" val="n"/>
  <p:tag name="KSO_WM_DIAGRAM_MAX_ITEMCNT" val="4"/>
  <p:tag name="KSO_WM_DIAGRAM_MIN_ITEMCNT" val="2"/>
  <p:tag name="KSO_WM_DIAGRAM_VIRTUALLY_FRAME" val="{&quot;height&quot;:366.2639465332031,&quot;width&quot;:850.4000244140625}"/>
  <p:tag name="KSO_WM_DIAGRAM_COLOR_MATCH_VALUE" val="{&quot;shape&quot;:{&quot;fill&quot;:{&quot;solid&quot;:{&quot;brightness&quot;:0,&quot;colorType&quot;:1,&quot;foreColorIndex&quot;:5,&quot;transparency&quot;:0},&quot;type&quot;:1},&quot;glow&quot;:{&quot;colorType&quot;:0},&quot;line&quot;:{&quot;solidLine&quot;:{&quot;brightness&quot;:0,&quot;colorType&quot;:1,&quot;foreColorIndex&quot;:5,&quot;transparency&quot;:0.5},&quot;type&quot;:1},&quot;shadow&quot;:{&quot;colorType&quot;:0},&quot;threeD&quot;:{&quot;curvedSurface&quot;:{&quot;brightness&quot;:0,&quot;colorType&quot;:2,&quot;rgb&quot;:&quot;#000000&quot;},&quot;depth&quot;:{&quot;colorType&quot;:0}}},&quot;text&quot;:{&quot;fill&quot;:{&quot;solid&quot;:{&quot;brightness&quot;:0,&quot;colorType&quot;:1,&quot;foreColorIndex&quot;:14,&quot;transparency&quot;:0},&quot;type&quot;:1},&quot;glow&quot;:{&quot;colorType&quot;:0},&quot;line&quot;:{&quot;type&quot;:0},&quot;shadow&quot;:{&quot;colorType&quot;:0},&quot;threeD&quot;:{&quot;curvedSurface&quot;:{&quot;brightness&quot;:0,&quot;colorType&quot;:2,&quot;rgb&quot;:&quot;#000000&quot;},&quot;depth&quot;:{&quot;colorType&quot;:0}}}}"/>
  <p:tag name="KSO_WM_UNIT_SHADOW_SCHEMECOLOR_INDEX_BRIGHTNESS" val="0"/>
  <p:tag name="KSO_WM_UNIT_SHADOW_SCHEMECOLOR_INDEX" val="5"/>
  <p:tag name="KSO_WM_UNIT_TEXT_FILL_FORE_SCHEMECOLOR_INDEX_BRIGHTNESS" val="0"/>
  <p:tag name="KSO_WM_UNIT_TEXT_FILL_FORE_SCHEMECOLOR_INDEX" val="2"/>
  <p:tag name="KSO_WM_UNIT_TEXT_FILL_TYPE" val="1"/>
  <p:tag name="KSO_WM_UNIT_FILL_TYPE" val="1"/>
  <p:tag name="KSO_WM_UNIT_FILL_FORE_SCHEMECOLOR_INDEX" val="5"/>
  <p:tag name="KSO_WM_UNIT_FILL_FORE_SCHEMECOLOR_INDEX_BRIGHTNESS" val="0"/>
  <p:tag name="KSO_WM_UNIT_LINE_FORE_SCHEMECOLOR_INDEX" val="5"/>
  <p:tag name="KSO_WM_UNIT_LINE_FILL_TYPE" val="2"/>
  <p:tag name="KSO_WM_UNIT_USESOURCEFORMAT_APPLY" val="0"/>
</p:tagLst>
</file>

<file path=ppt/tags/tag143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30968_2*l_h_i*1_3_1"/>
  <p:tag name="KSO_WM_TEMPLATE_CATEGORY" val="diagram"/>
  <p:tag name="KSO_WM_TEMPLATE_INDEX" val="20230968"/>
  <p:tag name="KSO_WM_UNIT_LAYERLEVEL" val="1_1_1"/>
  <p:tag name="KSO_WM_TAG_VERSION" val="3.0"/>
  <p:tag name="KSO_WM_BEAUTIFY_FLAG" val="#wm#"/>
  <p:tag name="KSO_WM_DIAGRAM_GROUP_CODE" val="l1-1"/>
  <p:tag name="KSO_WM_UNIT_TYPE" val="l_h_i"/>
  <p:tag name="KSO_WM_UNIT_INDEX" val="1_3_1"/>
  <p:tag name="KSO_WM_DIAGRAM_VERSION" val="3"/>
  <p:tag name="KSO_WM_DIAGRAM_COLOR_TRICK" val="1"/>
  <p:tag name="KSO_WM_DIAGRAM_COLOR_TEXT_CAN_REMOVE" val="n"/>
  <p:tag name="KSO_WM_DIAGRAM_MAX_ITEMCNT" val="4"/>
  <p:tag name="KSO_WM_DIAGRAM_MIN_ITEMCNT" val="2"/>
  <p:tag name="KSO_WM_DIAGRAM_VIRTUALLY_FRAME" val="{&quot;height&quot;:366.2639465332031,&quot;width&quot;:850.4000244140625}"/>
  <p:tag name="KSO_WM_DIAGRAM_COLOR_MATCH_VALUE" val="{&quot;shape&quot;:{&quot;fill&quot;:{&quot;solid&quot;:{&quot;brightness&quot;:0.6000000238418579,&quot;colorType&quot;:1,&quot;foreColorIndex&quot;:13,&quot;transparency&quot;:0.8500000238418579},&quot;type&quot;:1},&quot;glow&quot;:{&quot;colorType&quot;:0},&quot;line&quot;:{&quot;solidLine&quot;:{&quot;brightness&quot;:0.6000000238418579,&quot;colorType&quot;:1,&quot;foreColorIndex&quot;:13,&quot;transparency&quot;:0.800000011920929},&quot;type&quot;:1},&quot;shadow&quot;:{&quot;colorType&quot;:0},&quot;threeD&quot;:{&quot;curvedSurface&quot;:{&quot;brightness&quot;:0,&quot;colorType&quot;:2,&quot;rgb&quot;:&quot;#000000&quot;},&quot;depth&quot;:{&quot;colorType&quot;:0}}},&quot;text&quot;:{&quot;fill&quot;:{&quot;solid&quot;:{&quot;brightness&quot;:0,&quot;colorType&quot;:1,&quot;foreColorIndex&quot;:14,&quot;transparency&quot;:0},&quot;type&quot;:1},&quot;glow&quot;:{&quot;colorType&quot;:0},&quot;line&quot;:{&quot;type&quot;:0},&quot;shadow&quot;:{&quot;colorType&quot;:0},&quot;threeD&quot;:{&quot;curvedSurface&quot;:{&quot;brightness&quot;:0,&quot;colorType&quot;:2,&quot;rgb&quot;:&quot;#000000&quot;},&quot;depth&quot;:{&quot;colorType&quot;:0}}}}"/>
  <p:tag name="KSO_WM_UNIT_SHADOW_SCHEMECOLOR_INDEX_BRIGHTNESS" val="-0.15"/>
  <p:tag name="KSO_WM_UNIT_SHADOW_SCHEMECOLOR_INDEX" val="14"/>
  <p:tag name="KSO_WM_UNIT_TEXT_FILL_FORE_SCHEMECOLOR_INDEX_BRIGHTNESS" val="0"/>
  <p:tag name="KSO_WM_UNIT_TEXT_FILL_FORE_SCHEMECOLOR_INDEX" val="2"/>
  <p:tag name="KSO_WM_UNIT_TEXT_FILL_TYPE" val="1"/>
  <p:tag name="KSO_WM_UNIT_FILL_TYPE" val="1"/>
  <p:tag name="KSO_WM_UNIT_FILL_FORE_SCHEMECOLOR_INDEX" val="13"/>
  <p:tag name="KSO_WM_UNIT_FILL_FORE_SCHEMECOLOR_INDEX_BRIGHTNESS" val="0.6"/>
  <p:tag name="KSO_WM_UNIT_LINE_FORE_SCHEMECOLOR_INDEX" val="13"/>
  <p:tag name="KSO_WM_UNIT_LINE_FILL_TYPE" val="2"/>
  <p:tag name="KSO_WM_UNIT_USESOURCEFORMAT_APPLY" val="0"/>
</p:tagLst>
</file>

<file path=ppt/tags/tag1431.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1_1"/>
  <p:tag name="KSO_WM_UNIT_ID" val="diagram20230968_2*l_h_a*1_1_1"/>
  <p:tag name="KSO_WM_TEMPLATE_CATEGORY" val="diagram"/>
  <p:tag name="KSO_WM_TEMPLATE_INDEX" val="20230968"/>
  <p:tag name="KSO_WM_UNIT_LAYERLEVEL" val="1_1_1"/>
  <p:tag name="KSO_WM_TAG_VERSION" val="3.0"/>
  <p:tag name="KSO_WM_BEAUTIFY_FLAG" val="#wm#"/>
  <p:tag name="KSO_WM_DIAGRAM_GROUP_CODE" val="l1-1"/>
  <p:tag name="KSO_WM_DIAGRAM_VERSION" val="3"/>
  <p:tag name="KSO_WM_DIAGRAM_COLOR_TRICK" val="1"/>
  <p:tag name="KSO_WM_DIAGRAM_COLOR_TEXT_CAN_REMOVE" val="n"/>
  <p:tag name="KSO_WM_DIAGRAM_MAX_ITEMCNT" val="4"/>
  <p:tag name="KSO_WM_DIAGRAM_MIN_ITEMCNT" val="2"/>
  <p:tag name="KSO_WM_DIAGRAM_VIRTUALLY_FRAME" val="{&quot;height&quot;:366.2639465332031,&quot;width&quot;:850.4000244140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_BRIGHTNESS" val="0"/>
  <p:tag name="KSO_WM_UNIT_PRESET_TEXT" val="添加标题"/>
  <p:tag name="KSO_WM_UNIT_TEXT_FILL_FORE_SCHEMECOLOR_INDEX" val="1"/>
  <p:tag name="KSO_WM_UNIT_TEXT_FILL_TYPE" val="1"/>
  <p:tag name="KSO_WM_UNIT_TEXT_TYPE" val="1"/>
  <p:tag name="KSO_WM_UNIT_USESOURCEFORMAT_APPLY" val="0"/>
</p:tagLst>
</file>

<file path=ppt/tags/tag1432.xml><?xml version="1.0" encoding="utf-8"?>
<p:tagLst xmlns:a="http://schemas.openxmlformats.org/drawingml/2006/main" xmlns:r="http://schemas.openxmlformats.org/officeDocument/2006/relationships"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1_1"/>
  <p:tag name="KSO_WM_UNIT_ID" val="diagram20230968_2*l_h_f*1_1_1"/>
  <p:tag name="KSO_WM_TEMPLATE_CATEGORY" val="diagram"/>
  <p:tag name="KSO_WM_TEMPLATE_INDEX" val="20230968"/>
  <p:tag name="KSO_WM_UNIT_LAYERLEVEL" val="1_1_1"/>
  <p:tag name="KSO_WM_TAG_VERSION" val="3.0"/>
  <p:tag name="KSO_WM_BEAUTIFY_FLAG" val="#wm#"/>
  <p:tag name="KSO_WM_DIAGRAM_GROUP_CODE" val="l1-1"/>
  <p:tag name="KSO_WM_DIAGRAM_VERSION" val="3"/>
  <p:tag name="KSO_WM_DIAGRAM_COLOR_TRICK" val="1"/>
  <p:tag name="KSO_WM_DIAGRAM_COLOR_TEXT_CAN_REMOVE" val="n"/>
  <p:tag name="KSO_WM_DIAGRAM_MAX_ITEMCNT" val="4"/>
  <p:tag name="KSO_WM_DIAGRAM_MIN_ITEMCNT" val="2"/>
  <p:tag name="KSO_WM_DIAGRAM_VIRTUALLY_FRAME" val="{&quot;height&quot;:366.2639465332031,&quot;width&quot;:850.4000244140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此处添加文本具体内容，简明扼要地阐述您的观点。可酌情增减文字，以便观者准确地理解您传达的思想。"/>
  <p:tag name="KSO_WM_UNIT_TEXT_FILL_FORE_SCHEMECOLOR_INDEX" val="1"/>
  <p:tag name="KSO_WM_UNIT_TEXT_FILL_TYPE" val="1"/>
  <p:tag name="KSO_WM_UNIT_TEXT_TYPE" val="1"/>
  <p:tag name="KSO_WM_UNIT_TEXT_LAYER_COUNT" val="1"/>
  <p:tag name="KSO_WM_UNIT_USESOURCEFORMAT_APPLY" val="0"/>
</p:tagLst>
</file>

<file path=ppt/tags/tag1433.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2_1"/>
  <p:tag name="KSO_WM_UNIT_ID" val="diagram20230968_2*l_h_a*1_2_1"/>
  <p:tag name="KSO_WM_TEMPLATE_CATEGORY" val="diagram"/>
  <p:tag name="KSO_WM_TEMPLATE_INDEX" val="20230968"/>
  <p:tag name="KSO_WM_UNIT_LAYERLEVEL" val="1_1_1"/>
  <p:tag name="KSO_WM_TAG_VERSION" val="3.0"/>
  <p:tag name="KSO_WM_BEAUTIFY_FLAG" val="#wm#"/>
  <p:tag name="KSO_WM_DIAGRAM_GROUP_CODE" val="l1-1"/>
  <p:tag name="KSO_WM_DIAGRAM_VERSION" val="3"/>
  <p:tag name="KSO_WM_DIAGRAM_COLOR_TRICK" val="1"/>
  <p:tag name="KSO_WM_DIAGRAM_COLOR_TEXT_CAN_REMOVE" val="n"/>
  <p:tag name="KSO_WM_DIAGRAM_MAX_ITEMCNT" val="4"/>
  <p:tag name="KSO_WM_DIAGRAM_MIN_ITEMCNT" val="2"/>
  <p:tag name="KSO_WM_DIAGRAM_VIRTUALLY_FRAME" val="{&quot;height&quot;:366.2639465332031,&quot;width&quot;:850.4000244140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_BRIGHTNESS" val="0"/>
  <p:tag name="KSO_WM_UNIT_TEXT_FILL_TYPE" val="1"/>
  <p:tag name="KSO_WM_UNIT_PRESET_TEXT" val="添加标题"/>
  <p:tag name="KSO_WM_UNIT_TEXT_TYPE" val="1"/>
  <p:tag name="KSO_WM_UNIT_USESOURCEFORMAT_APPLY" val="0"/>
</p:tagLst>
</file>

<file path=ppt/tags/tag1434.xml><?xml version="1.0" encoding="utf-8"?>
<p:tagLst xmlns:a="http://schemas.openxmlformats.org/drawingml/2006/main" xmlns:r="http://schemas.openxmlformats.org/officeDocument/2006/relationships"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2_1"/>
  <p:tag name="KSO_WM_UNIT_ID" val="diagram20230968_2*l_h_f*1_2_1"/>
  <p:tag name="KSO_WM_TEMPLATE_CATEGORY" val="diagram"/>
  <p:tag name="KSO_WM_TEMPLATE_INDEX" val="20230968"/>
  <p:tag name="KSO_WM_UNIT_LAYERLEVEL" val="1_1_1"/>
  <p:tag name="KSO_WM_TAG_VERSION" val="3.0"/>
  <p:tag name="KSO_WM_BEAUTIFY_FLAG" val="#wm#"/>
  <p:tag name="KSO_WM_DIAGRAM_GROUP_CODE" val="l1-1"/>
  <p:tag name="KSO_WM_DIAGRAM_VERSION" val="3"/>
  <p:tag name="KSO_WM_DIAGRAM_COLOR_TRICK" val="1"/>
  <p:tag name="KSO_WM_DIAGRAM_COLOR_TEXT_CAN_REMOVE" val="n"/>
  <p:tag name="KSO_WM_DIAGRAM_MAX_ITEMCNT" val="4"/>
  <p:tag name="KSO_WM_DIAGRAM_MIN_ITEMCNT" val="2"/>
  <p:tag name="KSO_WM_DIAGRAM_VIRTUALLY_FRAME" val="{&quot;height&quot;:366.2639465332031,&quot;width&quot;:850.4000244140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_BRIGHTNESS" val="0"/>
  <p:tag name="KSO_WM_UNIT_TEXT_FILL_TYPE" val="1"/>
  <p:tag name="KSO_WM_UNIT_PRESET_TEXT" val="单击此处添加文本具体内容，简明扼要地阐述您的观点。可酌情增减文字，以便观者准确地理解您传达的思想。"/>
  <p:tag name="KSO_WM_UNIT_TEXT_TYPE" val="1"/>
  <p:tag name="KSO_WM_UNIT_TEXT_LAYER_COUNT" val="1"/>
  <p:tag name="KSO_WM_UNIT_USESOURCEFORMAT_APPLY" val="0"/>
</p:tagLst>
</file>

<file path=ppt/tags/tag1435.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3_1"/>
  <p:tag name="KSO_WM_UNIT_ID" val="diagram20230968_2*l_h_a*1_3_1"/>
  <p:tag name="KSO_WM_TEMPLATE_CATEGORY" val="diagram"/>
  <p:tag name="KSO_WM_TEMPLATE_INDEX" val="20230968"/>
  <p:tag name="KSO_WM_UNIT_LAYERLEVEL" val="1_1_1"/>
  <p:tag name="KSO_WM_TAG_VERSION" val="3.0"/>
  <p:tag name="KSO_WM_BEAUTIFY_FLAG" val="#wm#"/>
  <p:tag name="KSO_WM_DIAGRAM_GROUP_CODE" val="l1-1"/>
  <p:tag name="KSO_WM_DIAGRAM_VERSION" val="3"/>
  <p:tag name="KSO_WM_DIAGRAM_COLOR_TRICK" val="1"/>
  <p:tag name="KSO_WM_DIAGRAM_COLOR_TEXT_CAN_REMOVE" val="n"/>
  <p:tag name="KSO_WM_DIAGRAM_MAX_ITEMCNT" val="4"/>
  <p:tag name="KSO_WM_DIAGRAM_MIN_ITEMCNT" val="2"/>
  <p:tag name="KSO_WM_DIAGRAM_VIRTUALLY_FRAME" val="{&quot;height&quot;:366.2639465332031,&quot;width&quot;:850.4000244140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_BRIGHTNESS" val="0"/>
  <p:tag name="KSO_WM_UNIT_PRESET_TEXT" val="添加标题"/>
  <p:tag name="KSO_WM_UNIT_TEXT_FILL_FORE_SCHEMECOLOR_INDEX" val="1"/>
  <p:tag name="KSO_WM_UNIT_TEXT_FILL_TYPE" val="1"/>
  <p:tag name="KSO_WM_UNIT_TEXT_TYPE" val="1"/>
  <p:tag name="KSO_WM_UNIT_USESOURCEFORMAT_APPLY" val="0"/>
</p:tagLst>
</file>

<file path=ppt/tags/tag1436.xml><?xml version="1.0" encoding="utf-8"?>
<p:tagLst xmlns:a="http://schemas.openxmlformats.org/drawingml/2006/main" xmlns:r="http://schemas.openxmlformats.org/officeDocument/2006/relationships"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3_1"/>
  <p:tag name="KSO_WM_UNIT_ID" val="diagram20230968_2*l_h_f*1_3_1"/>
  <p:tag name="KSO_WM_TEMPLATE_CATEGORY" val="diagram"/>
  <p:tag name="KSO_WM_TEMPLATE_INDEX" val="20230968"/>
  <p:tag name="KSO_WM_UNIT_LAYERLEVEL" val="1_1_1"/>
  <p:tag name="KSO_WM_TAG_VERSION" val="3.0"/>
  <p:tag name="KSO_WM_BEAUTIFY_FLAG" val="#wm#"/>
  <p:tag name="KSO_WM_DIAGRAM_GROUP_CODE" val="l1-1"/>
  <p:tag name="KSO_WM_DIAGRAM_VERSION" val="3"/>
  <p:tag name="KSO_WM_DIAGRAM_COLOR_TRICK" val="1"/>
  <p:tag name="KSO_WM_DIAGRAM_COLOR_TEXT_CAN_REMOVE" val="n"/>
  <p:tag name="KSO_WM_DIAGRAM_MAX_ITEMCNT" val="4"/>
  <p:tag name="KSO_WM_DIAGRAM_MIN_ITEMCNT" val="2"/>
  <p:tag name="KSO_WM_DIAGRAM_VIRTUALLY_FRAME" val="{&quot;height&quot;:366.2639465332031,&quot;width&quot;:850.4000244140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此处添加文本具体内容，简明扼要地阐述您的观点。可酌情增减文字，以便观者准确地理解您传达的思想。"/>
  <p:tag name="KSO_WM_UNIT_TEXT_FILL_FORE_SCHEMECOLOR_INDEX" val="1"/>
  <p:tag name="KSO_WM_UNIT_TEXT_FILL_TYPE" val="1"/>
  <p:tag name="KSO_WM_UNIT_TEXT_TYPE" val="1"/>
  <p:tag name="KSO_WM_UNIT_TEXT_LAYER_COUNT" val="1"/>
  <p:tag name="KSO_WM_UNIT_USESOURCEFORMAT_APPLY" val="0"/>
</p:tagLst>
</file>

<file path=ppt/tags/tag1437.xml><?xml version="1.0" encoding="utf-8"?>
<p:tagLst xmlns:a="http://schemas.openxmlformats.org/drawingml/2006/main" xmlns:r="http://schemas.openxmlformats.org/officeDocument/2006/relationships" xmlns:p="http://schemas.openxmlformats.org/presentationml/2006/main">
  <p:tag name="KSO_WM_DIAGRAM_VIRTUALLY_FRAME" val="{&quot;height&quot;:75.6500015258789,&quot;width&quot;:723.2999877929688}"/>
  <p:tag name="KSO_WM_DIAGRAM_VERSION" val="3"/>
  <p:tag name="KSO_WM_DIAGRAM_COLOR_TRICK" val="1"/>
  <p:tag name="KSO_WM_DIAGRAM_COLOR_TEXT_CAN_REMOVE" val="n"/>
  <p:tag name="KSO_WM_UNIT_SUBTYPE" val="a"/>
  <p:tag name="KSO_WM_UNIT_PRESET_TEXT_INDEX" val="0"/>
  <p:tag name="KSO_WM_UNIT_PRESET_TEXT_LEN" val="0"/>
  <p:tag name="KSO_WM_UNIT_NOCLEAR" val="0"/>
  <p:tag name="KSO_WM_UNIT_VALUE" val="30"/>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233526_1*l_h_f*1_1_1"/>
  <p:tag name="KSO_WM_TEMPLATE_CATEGORY" val="diagram"/>
  <p:tag name="KSO_WM_TEMPLATE_INDEX" val="20233526"/>
  <p:tag name="KSO_WM_UNIT_LAYERLEVEL" val="1_1_1"/>
  <p:tag name="KSO_WM_TAG_VERSION" val="3.0"/>
  <p:tag name="KSO_WM_BEAUTIFY_FLAG" val="#wm#"/>
  <p:tag name="KSO_WM_UNIT_TEXT_FILL_FORE_SCHEMECOLOR_INDEX" val="1"/>
  <p:tag name="KSO_WM_UNIT_TEXT_FILL_TYPE" val="1"/>
  <p:tag name="KSO_WM_UNIT_PRESET_TEXT" val="单击添加文本内容，阐述您的观点。"/>
  <p:tag name="KSO_WM_DIAGRAM_MAX_ITEMCNT" val="3"/>
  <p:tag name="KSO_WM_DIAGRAM_MIN_ITEMCNT" val="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USESOURCEFORMAT_APPLY" val="0"/>
</p:tagLst>
</file>

<file path=ppt/tags/tag1438.xml><?xml version="1.0" encoding="utf-8"?>
<p:tagLst xmlns:a="http://schemas.openxmlformats.org/drawingml/2006/main" xmlns:r="http://schemas.openxmlformats.org/officeDocument/2006/relationships" xmlns:p="http://schemas.openxmlformats.org/presentationml/2006/main">
  <p:tag name="KSO_WM_DIAGRAM_VIRTUALLY_FRAME" val="{&quot;height&quot;:75.6500015258789,&quot;width&quot;:723.2999877929688}"/>
  <p:tag name="KSO_WM_DIAGRAM_VERSION" val="3"/>
  <p:tag name="KSO_WM_DIAGRAM_COLOR_TRICK" val="1"/>
  <p:tag name="KSO_WM_DIAGRAM_COLOR_TEXT_CAN_REMOVE" val="n"/>
  <p:tag name="KSO_WM_UNIT_ISCONTENTSTITLE" val="0"/>
  <p:tag name="KSO_WM_UNIT_ISNUMDGMTITLE" val="0"/>
  <p:tag name="KSO_WM_UNIT_PRESET_TEXT_INDEX" val="0"/>
  <p:tag name="KSO_WM_UNIT_PRESET_TEXT_LEN" val="0"/>
  <p:tag name="KSO_WM_UNIT_NOCLEAR" val="0"/>
  <p:tag name="KSO_WM_UNIT_VALUE" val="9"/>
  <p:tag name="KSO_WM_UNIT_HIGHLIGHT" val="0"/>
  <p:tag name="KSO_WM_UNIT_COMPATIBLE" val="0"/>
  <p:tag name="KSO_WM_UNIT_DIAGRAM_ISNUMVISUAL" val="0"/>
  <p:tag name="KSO_WM_UNIT_DIAGRAM_ISREFERUNIT" val="0"/>
  <p:tag name="KSO_WM_DIAGRAM_GROUP_CODE" val="l1-1"/>
  <p:tag name="KSO_WM_UNIT_TYPE" val="l_h_a"/>
  <p:tag name="KSO_WM_UNIT_INDEX" val="1_1_1"/>
  <p:tag name="KSO_WM_UNIT_ID" val="diagram20233526_1*l_h_a*1_1_1"/>
  <p:tag name="KSO_WM_TEMPLATE_CATEGORY" val="diagram"/>
  <p:tag name="KSO_WM_TEMPLATE_INDEX" val="20233526"/>
  <p:tag name="KSO_WM_UNIT_LAYERLEVEL" val="1_1_1"/>
  <p:tag name="KSO_WM_TAG_VERSION" val="3.0"/>
  <p:tag name="KSO_WM_BEAUTIFY_FLAG" val="#wm#"/>
  <p:tag name="KSO_WM_UNIT_TEXT_FILL_FORE_SCHEMECOLOR_INDEX" val="1"/>
  <p:tag name="KSO_WM_UNIT_TEXT_FILL_TYPE" val="1"/>
  <p:tag name="KSO_WM_UNIT_PRESET_TEXT" val="添加项标题"/>
  <p:tag name="KSO_WM_DIAGRAM_MAX_ITEMCNT" val="3"/>
  <p:tag name="KSO_WM_DIAGRAM_MIN_ITEMCNT" val="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USESOURCEFORMAT_APPLY" val="0"/>
</p:tagLst>
</file>

<file path=ppt/tags/tag1439.xml><?xml version="1.0" encoding="utf-8"?>
<p:tagLst xmlns:a="http://schemas.openxmlformats.org/drawingml/2006/main" xmlns:r="http://schemas.openxmlformats.org/officeDocument/2006/relationships" xmlns:p="http://schemas.openxmlformats.org/presentationml/2006/main">
  <p:tag name="KSO_WM_DIAGRAM_VIRTUALLY_FRAME" val="{&quot;height&quot;:75.6500015258789,&quot;width&quot;:723.2999877929688}"/>
  <p:tag name="KSO_WM_DIAGRAM_VERSION" val="3"/>
  <p:tag name="KSO_WM_DIAGRAM_COLOR_TRICK" val="1"/>
  <p:tag name="KSO_WM_DIAGRAM_COLOR_TEXT_CAN_REMOVE" val="n"/>
  <p:tag name="KSO_WM_UNIT_SUBTYPE" val="a"/>
  <p:tag name="KSO_WM_UNIT_PRESET_TEXT_INDEX" val="0"/>
  <p:tag name="KSO_WM_UNIT_PRESET_TEXT_LEN" val="0"/>
  <p:tag name="KSO_WM_UNIT_NOCLEAR" val="0"/>
  <p:tag name="KSO_WM_UNIT_VALUE" val="30"/>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20233526_1*l_h_f*1_2_1"/>
  <p:tag name="KSO_WM_TEMPLATE_CATEGORY" val="diagram"/>
  <p:tag name="KSO_WM_TEMPLATE_INDEX" val="20233526"/>
  <p:tag name="KSO_WM_UNIT_LAYERLEVEL" val="1_1_1"/>
  <p:tag name="KSO_WM_TAG_VERSION" val="3.0"/>
  <p:tag name="KSO_WM_BEAUTIFY_FLAG" val="#wm#"/>
  <p:tag name="KSO_WM_UNIT_TEXT_FILL_FORE_SCHEMECOLOR_INDEX" val="1"/>
  <p:tag name="KSO_WM_UNIT_TEXT_FILL_TYPE" val="1"/>
  <p:tag name="KSO_WM_UNIT_PRESET_TEXT" val="单击添加文本内容，阐述您的观点。"/>
  <p:tag name="KSO_WM_DIAGRAM_MAX_ITEMCNT" val="3"/>
  <p:tag name="KSO_WM_DIAGRAM_MIN_ITEMCNT" val="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USESOURCEFORMAT_APPLY" val="0"/>
</p:tagLst>
</file>

<file path=ppt/tags/tag1440.xml><?xml version="1.0" encoding="utf-8"?>
<p:tagLst xmlns:a="http://schemas.openxmlformats.org/drawingml/2006/main" xmlns:r="http://schemas.openxmlformats.org/officeDocument/2006/relationships" xmlns:p="http://schemas.openxmlformats.org/presentationml/2006/main">
  <p:tag name="KSO_WM_DIAGRAM_VIRTUALLY_FRAME" val="{&quot;height&quot;:75.6500015258789,&quot;width&quot;:723.2999877929688}"/>
  <p:tag name="KSO_WM_DIAGRAM_VERSION" val="3"/>
  <p:tag name="KSO_WM_DIAGRAM_COLOR_TRICK" val="1"/>
  <p:tag name="KSO_WM_DIAGRAM_COLOR_TEXT_CAN_REMOVE" val="n"/>
  <p:tag name="KSO_WM_UNIT_ISCONTENTSTITLE" val="0"/>
  <p:tag name="KSO_WM_UNIT_ISNUMDGMTITLE" val="0"/>
  <p:tag name="KSO_WM_UNIT_PRESET_TEXT_INDEX" val="0"/>
  <p:tag name="KSO_WM_UNIT_PRESET_TEXT_LEN" val="0"/>
  <p:tag name="KSO_WM_UNIT_NOCLEAR" val="0"/>
  <p:tag name="KSO_WM_UNIT_VALUE" val="9"/>
  <p:tag name="KSO_WM_UNIT_HIGHLIGHT" val="0"/>
  <p:tag name="KSO_WM_UNIT_COMPATIBLE" val="0"/>
  <p:tag name="KSO_WM_UNIT_DIAGRAM_ISNUMVISUAL" val="0"/>
  <p:tag name="KSO_WM_UNIT_DIAGRAM_ISREFERUNIT" val="0"/>
  <p:tag name="KSO_WM_DIAGRAM_GROUP_CODE" val="l1-1"/>
  <p:tag name="KSO_WM_UNIT_TYPE" val="l_h_a"/>
  <p:tag name="KSO_WM_UNIT_INDEX" val="1_2_1"/>
  <p:tag name="KSO_WM_UNIT_ID" val="diagram20233526_1*l_h_a*1_2_1"/>
  <p:tag name="KSO_WM_TEMPLATE_CATEGORY" val="diagram"/>
  <p:tag name="KSO_WM_TEMPLATE_INDEX" val="20233526"/>
  <p:tag name="KSO_WM_UNIT_LAYERLEVEL" val="1_1_1"/>
  <p:tag name="KSO_WM_TAG_VERSION" val="3.0"/>
  <p:tag name="KSO_WM_BEAUTIFY_FLAG" val="#wm#"/>
  <p:tag name="KSO_WM_UNIT_TEXT_FILL_FORE_SCHEMECOLOR_INDEX" val="1"/>
  <p:tag name="KSO_WM_UNIT_TEXT_FILL_TYPE" val="1"/>
  <p:tag name="KSO_WM_UNIT_PRESET_TEXT" val="添加项标题"/>
  <p:tag name="KSO_WM_DIAGRAM_MAX_ITEMCNT" val="3"/>
  <p:tag name="KSO_WM_DIAGRAM_MIN_ITEMCNT" val="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USESOURCEFORMAT_APPLY" val="0"/>
</p:tagLst>
</file>

<file path=ppt/tags/tag1441.xml><?xml version="1.0" encoding="utf-8"?>
<p:tagLst xmlns:a="http://schemas.openxmlformats.org/drawingml/2006/main" xmlns:r="http://schemas.openxmlformats.org/officeDocument/2006/relationships" xmlns:p="http://schemas.openxmlformats.org/presentationml/2006/main">
  <p:tag name="KSO_WM_DIAGRAM_VIRTUALLY_FRAME" val="{&quot;height&quot;:75.6500015258789,&quot;width&quot;:723.2999877929688}"/>
  <p:tag name="KSO_WM_DIAGRAM_VERSION" val="3"/>
  <p:tag name="KSO_WM_DIAGRAM_COLOR_TRICK" val="1"/>
  <p:tag name="KSO_WM_DIAGRAM_COLOR_TEXT_CAN_REMOVE" val="n"/>
  <p:tag name="KSO_WM_UNIT_SUBTYPE" val="a"/>
  <p:tag name="KSO_WM_UNIT_PRESET_TEXT_INDEX" val="0"/>
  <p:tag name="KSO_WM_UNIT_PRESET_TEXT_LEN"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3_1"/>
  <p:tag name="KSO_WM_UNIT_ID" val="diagram20233526_1*l_h_f*1_3_1"/>
  <p:tag name="KSO_WM_TEMPLATE_CATEGORY" val="diagram"/>
  <p:tag name="KSO_WM_TEMPLATE_INDEX" val="20233526"/>
  <p:tag name="KSO_WM_UNIT_LAYERLEVEL" val="1_1_1"/>
  <p:tag name="KSO_WM_TAG_VERSION" val="3.0"/>
  <p:tag name="KSO_WM_BEAUTIFY_FLAG" val="#wm#"/>
  <p:tag name="KSO_WM_UNIT_TEXT_FILL_FORE_SCHEMECOLOR_INDEX" val="1"/>
  <p:tag name="KSO_WM_UNIT_TEXT_FILL_TYPE" val="1"/>
  <p:tag name="KSO_WM_UNIT_PRESET_TEXT" val="单击添加文本内容，阐述您的观点。"/>
  <p:tag name="KSO_WM_DIAGRAM_MAX_ITEMCNT" val="3"/>
  <p:tag name="KSO_WM_DIAGRAM_MIN_ITEMCNT" val="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USESOURCEFORMAT_APPLY" val="0"/>
</p:tagLst>
</file>

<file path=ppt/tags/tag1442.xml><?xml version="1.0" encoding="utf-8"?>
<p:tagLst xmlns:a="http://schemas.openxmlformats.org/drawingml/2006/main" xmlns:r="http://schemas.openxmlformats.org/officeDocument/2006/relationships" xmlns:p="http://schemas.openxmlformats.org/presentationml/2006/main">
  <p:tag name="KSO_WM_DIAGRAM_VIRTUALLY_FRAME" val="{&quot;height&quot;:75.6500015258789,&quot;width&quot;:723.2999877929688}"/>
  <p:tag name="KSO_WM_DIAGRAM_VERSION" val="3"/>
  <p:tag name="KSO_WM_DIAGRAM_COLOR_TRICK" val="1"/>
  <p:tag name="KSO_WM_DIAGRAM_COLOR_TEXT_CAN_REMOVE" val="n"/>
  <p:tag name="KSO_WM_UNIT_ISCONTENTSTITLE" val="0"/>
  <p:tag name="KSO_WM_UNIT_ISNUMDGMTITLE" val="0"/>
  <p:tag name="KSO_WM_UNIT_PRESET_TEXT_INDEX" val="0"/>
  <p:tag name="KSO_WM_UNIT_PRESET_TEXT_LEN"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3_1"/>
  <p:tag name="KSO_WM_UNIT_ID" val="diagram20233526_1*l_h_a*1_3_1"/>
  <p:tag name="KSO_WM_TEMPLATE_CATEGORY" val="diagram"/>
  <p:tag name="KSO_WM_TEMPLATE_INDEX" val="20233526"/>
  <p:tag name="KSO_WM_UNIT_LAYERLEVEL" val="1_1_1"/>
  <p:tag name="KSO_WM_TAG_VERSION" val="3.0"/>
  <p:tag name="KSO_WM_BEAUTIFY_FLAG" val="#wm#"/>
  <p:tag name="KSO_WM_UNIT_TEXT_FILL_FORE_SCHEMECOLOR_INDEX" val="1"/>
  <p:tag name="KSO_WM_UNIT_TEXT_FILL_TYPE" val="1"/>
  <p:tag name="KSO_WM_UNIT_PRESET_TEXT" val="添加项标题"/>
  <p:tag name="KSO_WM_DIAGRAM_MAX_ITEMCNT" val="3"/>
  <p:tag name="KSO_WM_DIAGRAM_MIN_ITEMCNT" val="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USESOURCEFORMAT_APPLY" val="0"/>
</p:tagLst>
</file>

<file path=ppt/tags/tag1443.xml><?xml version="1.0" encoding="utf-8"?>
<p:tagLst xmlns:a="http://schemas.openxmlformats.org/drawingml/2006/main" xmlns:r="http://schemas.openxmlformats.org/officeDocument/2006/relationships" xmlns:p="http://schemas.openxmlformats.org/presentationml/2006/main">
  <p:tag name="KSO_WM_SLIDE_CONTENT_ORIENTATION" val=""/>
  <p:tag name="KSO_WM_SLIDE_HAS_MASK" val="0"/>
  <p:tag name="KSO_WM_SLIDE_ITEM_CNT" val="3"/>
  <p:tag name="KSO_WM_SLIDE_TYPE" val="text"/>
  <p:tag name="KSO_WM_TEMPLATE_SUBCATEGORY" val="29"/>
  <p:tag name="KSO_WM_BEAUTIFY_FLAG" val="#wm#"/>
  <p:tag name="KSO_WM_TEMPLATE_FIGMA_ID" val="0"/>
  <p:tag name="KSO_WM_TEMPLATE_SLIDE_ID" val="slide_31dbeeed601a3e99"/>
</p:tagLst>
</file>

<file path=ppt/tags/tag1444.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a"/>
  <p:tag name="KSO_WM_LAYOUT_CHECK_HASH" val="8a9e61c1180e41b9dd4b483fb5d22a167a34e90c"/>
  <p:tag name="KSO_WM_NEWLAYOUT_GROUP_ID" val="layout_59"/>
  <p:tag name="KSO_WM_NEWLAYOUT_ID" val="slide_31dbeeed601a3e99"/>
  <p:tag name="KSO_WM_UNIT_PRESET_TEXT" val="单击此处添加标题"/>
</p:tagLst>
</file>

<file path=ppt/tags/tag1445.xml><?xml version="1.0" encoding="utf-8"?>
<p:tagLst xmlns:a="http://schemas.openxmlformats.org/drawingml/2006/main" xmlns:r="http://schemas.openxmlformats.org/officeDocument/2006/relationships" xmlns:p="http://schemas.openxmlformats.org/presentationml/2006/main">
  <p:tag name="KSO_WM_UNIT_TEXTBOXSTYLE_GUID" val="{d3bea106-2d49-44c2-8acc-721e257c5020}"/>
</p:tagLst>
</file>

<file path=ppt/tags/tag1446.xml><?xml version="1.0" encoding="utf-8"?>
<p:tagLst xmlns:a="http://schemas.openxmlformats.org/drawingml/2006/main" xmlns:r="http://schemas.openxmlformats.org/officeDocument/2006/relationships" xmlns:p="http://schemas.openxmlformats.org/presentationml/2006/main">
  <p:tag name="KSO_WM_UNIT_TEXTBOXSTYLE_SHAPETYPE" val="0"/>
  <p:tag name="KSO_WM_UNIT_TEXTBOXSTYLE_TEMPLATETYPE" val="1"/>
  <p:tag name="KSO_WM_UNIT_PRESET_TEXT" val="点击此处添加正文，文字是您思想的提炼，为了演示发布的良好效果，请言简意赅的阐述您的观点。&#13;您的正文已经经简明扼要，字字珠玑，但信息却千丝万缕、错综复杂，需要用更多的文字来表述；但请您尽可能提炼思想的精髓。"/>
  <p:tag name="KSO_WM_UNIT_NOCLEAR" val="1"/>
  <p:tag name="KSO_WM_UNIT_VALUE" val="54"/>
  <p:tag name="KSO_WM_UNIT_HIGHLIGHT" val="0"/>
  <p:tag name="KSO_WM_UNIT_COMPATIBLE" val="0"/>
  <p:tag name="KSO_WM_UNIT_DIAGRAM_ISNUMVISUAL" val="0"/>
  <p:tag name="KSO_WM_UNIT_DIAGRAM_ISREFERUNIT" val="0"/>
  <p:tag name="KSO_WM_UNIT_TYPE" val="f"/>
  <p:tag name="KSO_WM_UNIT_INDEX" val="1"/>
  <p:tag name="KSO_WM_UNIT_ID" val="mixed20201941_9*f*1"/>
  <p:tag name="KSO_WM_TEMPLATE_CATEGORY" val="mixed"/>
  <p:tag name="KSO_WM_TEMPLATE_INDEX" val="20201941"/>
  <p:tag name="KSO_WM_UNIT_LAYERLEVEL" val="1"/>
  <p:tag name="KSO_WM_TAG_VERSION" val="1.0"/>
  <p:tag name="KSO_WM_BEAUTIFY_FLAG" val="#wm#"/>
  <p:tag name="KSO_WM_UNIT_TEXTBOXSTYLE_GUID" val="{d3bea106-2d49-44c2-8acc-721e257c5020}"/>
  <p:tag name="KSO_WM_UNIT_TEXTBOXSTYLE_TEMPLATEID" val="3135199"/>
  <p:tag name="KSO_WM_UNIT_TEXTBOXSTYLE_TYPE" val="8"/>
</p:tagLst>
</file>

<file path=ppt/tags/tag1447.xml><?xml version="1.0" encoding="utf-8"?>
<p:tagLst xmlns:a="http://schemas.openxmlformats.org/drawingml/2006/main" xmlns:r="http://schemas.openxmlformats.org/officeDocument/2006/relationships" xmlns:p="http://schemas.openxmlformats.org/presentationml/2006/main">
  <p:tag name="KSO_WM_UNIT_TEXTBOXSTYLE_SHAPETYPE" val="1"/>
  <p:tag name="KSO_WM_UNIT_TEXTBOXSTYLE_ADJUSTLEFT" val="0_-36.79999"/>
  <p:tag name="KSO_WM_UNIT_TEXTBOXSTYLE_ADJUSTTOP" val="0_-38.65001"/>
  <p:tag name="KSO_WM_UNIT_TEXTBOXSTYLE_ADJUSTWIDTH" val="100_73.79999"/>
  <p:tag name="KSO_WM_UNIT_TEXTBOXSTYLE_ADJUSTHEIGTH" val="100_77.3"/>
  <p:tag name="KSO_WM_UNIT_HIGHLIGHT" val="0"/>
  <p:tag name="KSO_WM_UNIT_COMPATIBLE" val="0"/>
  <p:tag name="KSO_WM_UNIT_DIAGRAM_ISNUMVISUAL" val="0"/>
  <p:tag name="KSO_WM_UNIT_DIAGRAM_ISREFERUNIT" val="0"/>
  <p:tag name="KSO_WM_UNIT_TYPE" val="i"/>
  <p:tag name="KSO_WM_UNIT_INDEX" val="1"/>
  <p:tag name="KSO_WM_UNIT_ID" val="mixed20201941_9*i*1"/>
  <p:tag name="KSO_WM_TEMPLATE_CATEGORY" val="mixed"/>
  <p:tag name="KSO_WM_TEMPLATE_INDEX" val="20201941"/>
  <p:tag name="KSO_WM_UNIT_LAYERLEVEL" val="1"/>
  <p:tag name="KSO_WM_TAG_VERSION" val="1.0"/>
  <p:tag name="KSO_WM_BEAUTIFY_FLAG" val="#wm#"/>
  <p:tag name="KSO_WM_UNIT_TEXTBOXSTYLE_GUID" val="{d3bea106-2d49-44c2-8acc-721e257c5020}"/>
</p:tagLst>
</file>

<file path=ppt/tags/tag1448.xml><?xml version="1.0" encoding="utf-8"?>
<p:tagLst xmlns:a="http://schemas.openxmlformats.org/drawingml/2006/main" xmlns:r="http://schemas.openxmlformats.org/officeDocument/2006/relationships" xmlns:p="http://schemas.openxmlformats.org/presentationml/2006/main">
  <p:tag name="KSO_WM_UNIT_TEXTBOXSTYLE_SHAPETYPE" val="1"/>
  <p:tag name="KSO_WM_UNIT_TEXTBOXSTYLE_ADJUSTLEFT" val="0_0"/>
  <p:tag name="KSO_WM_UNIT_TEXTBOXSTYLE_ADJUSTTOP" val="100_22.73747"/>
  <p:tag name="KSO_WM_UNIT_TEXTBOXSTYLE_ADJUSTWIDTH" val="100_0"/>
  <p:tag name="KSO_WM_UNIT_HIGHLIGHT" val="0"/>
  <p:tag name="KSO_WM_UNIT_COMPATIBLE" val="0"/>
  <p:tag name="KSO_WM_UNIT_DIAGRAM_ISNUMVISUAL" val="0"/>
  <p:tag name="KSO_WM_UNIT_DIAGRAM_ISREFERUNIT" val="0"/>
  <p:tag name="KSO_WM_UNIT_TYPE" val="i"/>
  <p:tag name="KSO_WM_UNIT_INDEX" val="2"/>
  <p:tag name="KSO_WM_UNIT_ID" val="mixed20201941_9*i*2"/>
  <p:tag name="KSO_WM_TEMPLATE_CATEGORY" val="mixed"/>
  <p:tag name="KSO_WM_TEMPLATE_INDEX" val="20201941"/>
  <p:tag name="KSO_WM_UNIT_LAYERLEVEL" val="1"/>
  <p:tag name="KSO_WM_TAG_VERSION" val="1.0"/>
  <p:tag name="KSO_WM_BEAUTIFY_FLAG" val="#wm#"/>
  <p:tag name="KSO_WM_UNIT_TEXTBOXSTYLE_GUID" val="{d3bea106-2d49-44c2-8acc-721e257c5020}"/>
</p:tagLst>
</file>

<file path=ppt/tags/tag1449.xml><?xml version="1.0" encoding="utf-8"?>
<p:tagLst xmlns:a="http://schemas.openxmlformats.org/drawingml/2006/main" xmlns:r="http://schemas.openxmlformats.org/officeDocument/2006/relationships" xmlns:p="http://schemas.openxmlformats.org/presentationml/2006/main">
  <p:tag name="KSO_WM_UNIT_TEXTBOXSTYLE_SHAPETYPE" val="1"/>
  <p:tag name="KSO_WM_UNIT_TEXTBOXSTYLE_ADJUSTLEFT" val="0_0"/>
  <p:tag name="KSO_WM_UNIT_TEXTBOXSTYLE_ADJUSTTOP" val="0_-25"/>
  <p:tag name="KSO_WM_UNIT_TEXTBOXSTYLE_ADJUSTWIDTH" val="100_0"/>
  <p:tag name="KSO_WM_UNIT_HIGHLIGHT" val="0"/>
  <p:tag name="KSO_WM_UNIT_COMPATIBLE" val="0"/>
  <p:tag name="KSO_WM_UNIT_DIAGRAM_ISNUMVISUAL" val="0"/>
  <p:tag name="KSO_WM_UNIT_DIAGRAM_ISREFERUNIT" val="0"/>
  <p:tag name="KSO_WM_UNIT_TYPE" val="i"/>
  <p:tag name="KSO_WM_UNIT_INDEX" val="5"/>
  <p:tag name="KSO_WM_UNIT_ID" val="mixed20201941_9*i*5"/>
  <p:tag name="KSO_WM_TEMPLATE_CATEGORY" val="mixed"/>
  <p:tag name="KSO_WM_TEMPLATE_INDEX" val="20201941"/>
  <p:tag name="KSO_WM_UNIT_LAYERLEVEL" val="1"/>
  <p:tag name="KSO_WM_TAG_VERSION" val="1.0"/>
  <p:tag name="KSO_WM_BEAUTIFY_FLAG" val="#wm#"/>
  <p:tag name="KSO_WM_UNIT_TEXTBOXSTYLE_GUID" val="{d3bea106-2d49-44c2-8acc-721e257c5020}"/>
</p:tagLst>
</file>

<file path=ppt/tags/tag1450.xml><?xml version="1.0" encoding="utf-8"?>
<p:tagLst xmlns:a="http://schemas.openxmlformats.org/drawingml/2006/main" xmlns:r="http://schemas.openxmlformats.org/officeDocument/2006/relationships" xmlns:p="http://schemas.openxmlformats.org/presentationml/2006/main">
  <p:tag name="KSO_WM_UNIT_TEXTBOXSTYLE_SHAPETYPE" val="1"/>
  <p:tag name="KSO_WM_UNIT_TEXTBOXSTYLE_ADJUSTLEFT" val="50_-200"/>
  <p:tag name="KSO_WM_UNIT_TEXTBOXSTYLE_ADJUSTTOP" val="0_-23"/>
  <p:tag name="KSO_WM_UNIT_TEXTBOXSTYLE_ADJUSTWIDTH" val="100_0"/>
  <p:tag name="KSO_WM_UNIT_HIGHLIGHT" val="0"/>
  <p:tag name="KSO_WM_UNIT_COMPATIBLE" val="0"/>
  <p:tag name="KSO_WM_UNIT_DIAGRAM_ISNUMVISUAL" val="0"/>
  <p:tag name="KSO_WM_UNIT_DIAGRAM_ISREFERUNIT" val="0"/>
  <p:tag name="KSO_WM_UNIT_TYPE" val="i"/>
  <p:tag name="KSO_WM_UNIT_INDEX" val="6"/>
  <p:tag name="KSO_WM_UNIT_ID" val="mixed20201941_9*i*6"/>
  <p:tag name="KSO_WM_TEMPLATE_CATEGORY" val="mixed"/>
  <p:tag name="KSO_WM_TEMPLATE_INDEX" val="20201941"/>
  <p:tag name="KSO_WM_UNIT_LAYERLEVEL" val="1"/>
  <p:tag name="KSO_WM_TAG_VERSION" val="1.0"/>
  <p:tag name="KSO_WM_BEAUTIFY_FLAG" val="#wm#"/>
</p:tagLst>
</file>

<file path=ppt/tags/tag1451.xml><?xml version="1.0" encoding="utf-8"?>
<p:tagLst xmlns:a="http://schemas.openxmlformats.org/drawingml/2006/main" xmlns:r="http://schemas.openxmlformats.org/officeDocument/2006/relationships" xmlns:p="http://schemas.openxmlformats.org/presentationml/2006/main">
  <p:tag name="KSO_WM_UNIT_TEXTBOXSTYLE_SHAPETYPE" val="1"/>
  <p:tag name="KSO_WM_UNIT_TEXTBOXSTYLE_ADJUSTLEFT" val="50_-49.75006"/>
  <p:tag name="KSO_WM_UNIT_TEXTBOXSTYLE_ADJUSTTOP" val="0_-25"/>
  <p:tag name="KSO_WM_UNIT_HIGHLIGHT" val="0"/>
  <p:tag name="KSO_WM_UNIT_COMPATIBLE" val="0"/>
  <p:tag name="KSO_WM_UNIT_DIAGRAM_ISNUMVISUAL" val="0"/>
  <p:tag name="KSO_WM_UNIT_DIAGRAM_ISREFERUNIT" val="0"/>
  <p:tag name="KSO_WM_UNIT_TYPE" val="i"/>
  <p:tag name="KSO_WM_UNIT_INDEX" val="7"/>
  <p:tag name="KSO_WM_UNIT_ID" val="mixed20201941_9*i*7"/>
  <p:tag name="KSO_WM_TEMPLATE_CATEGORY" val="mixed"/>
  <p:tag name="KSO_WM_TEMPLATE_INDEX" val="20201941"/>
  <p:tag name="KSO_WM_UNIT_LAYERLEVEL" val="1"/>
  <p:tag name="KSO_WM_TAG_VERSION" val="1.0"/>
  <p:tag name="KSO_WM_BEAUTIFY_FLAG" val="#wm#"/>
</p:tagLst>
</file>

<file path=ppt/tags/tag1452.xml><?xml version="1.0" encoding="utf-8"?>
<p:tagLst xmlns:a="http://schemas.openxmlformats.org/drawingml/2006/main" xmlns:r="http://schemas.openxmlformats.org/officeDocument/2006/relationships" xmlns:p="http://schemas.openxmlformats.org/presentationml/2006/main">
  <p:tag name="KSO_WM_UNIT_TEXTBOXSTYLE_SHAPETYPE" val="1"/>
  <p:tag name="KSO_WM_UNIT_TEXTBOXSTYLE_ADJUSTLEFT" val="50_-200"/>
  <p:tag name="KSO_WM_UNIT_TEXTBOXSTYLE_ADJUSTTOP" val="100_24.74998"/>
  <p:tag name="KSO_WM_UNIT_TEXTBOXSTYLE_ADJUSTWIDTH" val="100_0"/>
  <p:tag name="KSO_WM_UNIT_HIGHLIGHT" val="0"/>
  <p:tag name="KSO_WM_UNIT_COMPATIBLE" val="0"/>
  <p:tag name="KSO_WM_UNIT_DIAGRAM_ISNUMVISUAL" val="0"/>
  <p:tag name="KSO_WM_UNIT_DIAGRAM_ISREFERUNIT" val="0"/>
  <p:tag name="KSO_WM_UNIT_TYPE" val="i"/>
  <p:tag name="KSO_WM_UNIT_INDEX" val="3"/>
  <p:tag name="KSO_WM_UNIT_ID" val="mixed20201941_9*i*3"/>
  <p:tag name="KSO_WM_TEMPLATE_CATEGORY" val="mixed"/>
  <p:tag name="KSO_WM_TEMPLATE_INDEX" val="20201941"/>
  <p:tag name="KSO_WM_UNIT_LAYERLEVEL" val="1"/>
  <p:tag name="KSO_WM_TAG_VERSION" val="1.0"/>
  <p:tag name="KSO_WM_BEAUTIFY_FLAG" val="#wm#"/>
</p:tagLst>
</file>

<file path=ppt/tags/tag1453.xml><?xml version="1.0" encoding="utf-8"?>
<p:tagLst xmlns:a="http://schemas.openxmlformats.org/drawingml/2006/main" xmlns:r="http://schemas.openxmlformats.org/officeDocument/2006/relationships" xmlns:p="http://schemas.openxmlformats.org/presentationml/2006/main">
  <p:tag name="KSO_WM_UNIT_TEXTBOXSTYLE_SHAPETYPE" val="1"/>
  <p:tag name="KSO_WM_UNIT_TEXTBOXSTYLE_ADJUSTLEFT" val="50_-49.75006"/>
  <p:tag name="KSO_WM_UNIT_TEXTBOXSTYLE_ADJUSTTOP" val="100_22.73747"/>
  <p:tag name="KSO_WM_UNIT_HIGHLIGHT" val="0"/>
  <p:tag name="KSO_WM_UNIT_COMPATIBLE" val="0"/>
  <p:tag name="KSO_WM_UNIT_DIAGRAM_ISNUMVISUAL" val="0"/>
  <p:tag name="KSO_WM_UNIT_DIAGRAM_ISREFERUNIT" val="0"/>
  <p:tag name="KSO_WM_UNIT_TYPE" val="i"/>
  <p:tag name="KSO_WM_UNIT_INDEX" val="4"/>
  <p:tag name="KSO_WM_UNIT_ID" val="mixed20201941_9*i*4"/>
  <p:tag name="KSO_WM_TEMPLATE_CATEGORY" val="mixed"/>
  <p:tag name="KSO_WM_TEMPLATE_INDEX" val="20201941"/>
  <p:tag name="KSO_WM_UNIT_LAYERLEVEL" val="1"/>
  <p:tag name="KSO_WM_TAG_VERSION" val="1.0"/>
  <p:tag name="KSO_WM_BEAUTIFY_FLAG" val="#wm#"/>
</p:tagLst>
</file>

<file path=ppt/tags/tag1454.xml><?xml version="1.0" encoding="utf-8"?>
<p:tagLst xmlns:a="http://schemas.openxmlformats.org/drawingml/2006/main" xmlns:r="http://schemas.openxmlformats.org/officeDocument/2006/relationships" xmlns:p="http://schemas.openxmlformats.org/presentationml/2006/main">
  <p:tag name="KSO_WM_SLIDE_CONTENT_ORIENTATION" val=""/>
  <p:tag name="KSO_WM_SLIDE_HAS_MASK" val="0"/>
  <p:tag name="KSO_WM_SLIDE_ITEM_CNT" val="3"/>
  <p:tag name="KSO_WM_SLIDE_TYPE" val="text"/>
  <p:tag name="KSO_WM_TEMPLATE_SUBCATEGORY" val="29"/>
  <p:tag name="KSO_WM_BEAUTIFY_FLAG" val="#wm#"/>
  <p:tag name="KSO_WM_TEMPLATE_FIGMA_ID" val="0"/>
  <p:tag name="KSO_WM_TEMPLATE_SLIDE_ID" val="slide_31dbeeed601a3e99"/>
</p:tagLst>
</file>

<file path=ppt/tags/tag1455.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a"/>
  <p:tag name="KSO_WM_LAYOUT_CHECK_HASH" val="8a9e61c1180e41b9dd4b483fb5d22a167a34e90c"/>
  <p:tag name="KSO_WM_NEWLAYOUT_GROUP_ID" val="layout_59"/>
  <p:tag name="KSO_WM_NEWLAYOUT_ID" val="slide_31dbeeed601a3e99"/>
  <p:tag name="KSO_WM_UNIT_PRESET_TEXT" val="单击此处添加标题"/>
</p:tagLst>
</file>

<file path=ppt/tags/tag1456.xml><?xml version="1.0" encoding="utf-8"?>
<p:tagLst xmlns:a="http://schemas.openxmlformats.org/drawingml/2006/main" xmlns:r="http://schemas.openxmlformats.org/officeDocument/2006/relationships" xmlns:p="http://schemas.openxmlformats.org/presentationml/2006/main">
  <p:tag name="KSO_WM_UNIT_TEXTBOXSTYLE_GUID" val="{23d26609-e50f-434c-95b8-5c7c890d4531}"/>
</p:tagLst>
</file>

<file path=ppt/tags/tag1457.xml><?xml version="1.0" encoding="utf-8"?>
<p:tagLst xmlns:a="http://schemas.openxmlformats.org/drawingml/2006/main" xmlns:r="http://schemas.openxmlformats.org/officeDocument/2006/relationships" xmlns:p="http://schemas.openxmlformats.org/presentationml/2006/main">
  <p:tag name="KSO_WM_UNIT_TEXTBOXSTYLE_SHAPETYPE" val="0"/>
  <p:tag name="KSO_WM_UNIT_TEXTBOXSTYLE_TEMPLATETYPE" val="1"/>
  <p:tag name="KSO_WM_UNIT_PRESET_TEXT" val="点击此处添加正文，文字是您思想的提炼，为了演示发布的良好效果，请言简意赅的阐述您的观点。&#13;您的正文已经经简明扼要，字字珠玑，但信息却千丝万缕、错综复杂，需要用更多的文字来表述；但请您尽可能提炼思想的精髓。"/>
  <p:tag name="KSO_WM_UNIT_NOCLEAR" val="1"/>
  <p:tag name="KSO_WM_UNIT_VALUE" val="54"/>
  <p:tag name="KSO_WM_UNIT_HIGHLIGHT" val="0"/>
  <p:tag name="KSO_WM_UNIT_COMPATIBLE" val="0"/>
  <p:tag name="KSO_WM_UNIT_DIAGRAM_ISNUMVISUAL" val="0"/>
  <p:tag name="KSO_WM_UNIT_DIAGRAM_ISREFERUNIT" val="0"/>
  <p:tag name="KSO_WM_UNIT_TYPE" val="f"/>
  <p:tag name="KSO_WM_UNIT_INDEX" val="1"/>
  <p:tag name="KSO_WM_UNIT_ID" val="mixed20201941_9*f*1"/>
  <p:tag name="KSO_WM_TEMPLATE_CATEGORY" val="mixed"/>
  <p:tag name="KSO_WM_TEMPLATE_INDEX" val="20201941"/>
  <p:tag name="KSO_WM_UNIT_LAYERLEVEL" val="1"/>
  <p:tag name="KSO_WM_TAG_VERSION" val="1.0"/>
  <p:tag name="KSO_WM_BEAUTIFY_FLAG" val="#wm#"/>
  <p:tag name="KSO_WM_UNIT_TEXTBOXSTYLE_GUID" val="{23d26609-e50f-434c-95b8-5c7c890d4531}"/>
  <p:tag name="KSO_WM_UNIT_TEXTBOXSTYLE_TEMPLATEID" val="3135199"/>
  <p:tag name="KSO_WM_UNIT_TEXTBOXSTYLE_TYPE" val="8"/>
</p:tagLst>
</file>

<file path=ppt/tags/tag1458.xml><?xml version="1.0" encoding="utf-8"?>
<p:tagLst xmlns:a="http://schemas.openxmlformats.org/drawingml/2006/main" xmlns:r="http://schemas.openxmlformats.org/officeDocument/2006/relationships" xmlns:p="http://schemas.openxmlformats.org/presentationml/2006/main">
  <p:tag name="KSO_WM_UNIT_TEXTBOXSTYLE_SHAPETYPE" val="1"/>
  <p:tag name="KSO_WM_UNIT_TEXTBOXSTYLE_ADJUSTLEFT" val="0_-36.79999"/>
  <p:tag name="KSO_WM_UNIT_TEXTBOXSTYLE_ADJUSTTOP" val="0_-38.65001"/>
  <p:tag name="KSO_WM_UNIT_TEXTBOXSTYLE_ADJUSTWIDTH" val="100_73.79999"/>
  <p:tag name="KSO_WM_UNIT_TEXTBOXSTYLE_ADJUSTHEIGTH" val="100_77.3"/>
  <p:tag name="KSO_WM_UNIT_HIGHLIGHT" val="0"/>
  <p:tag name="KSO_WM_UNIT_COMPATIBLE" val="0"/>
  <p:tag name="KSO_WM_UNIT_DIAGRAM_ISNUMVISUAL" val="0"/>
  <p:tag name="KSO_WM_UNIT_DIAGRAM_ISREFERUNIT" val="0"/>
  <p:tag name="KSO_WM_UNIT_TYPE" val="i"/>
  <p:tag name="KSO_WM_UNIT_INDEX" val="1"/>
  <p:tag name="KSO_WM_UNIT_ID" val="mixed20201941_9*i*1"/>
  <p:tag name="KSO_WM_TEMPLATE_CATEGORY" val="mixed"/>
  <p:tag name="KSO_WM_TEMPLATE_INDEX" val="20201941"/>
  <p:tag name="KSO_WM_UNIT_LAYERLEVEL" val="1"/>
  <p:tag name="KSO_WM_TAG_VERSION" val="1.0"/>
  <p:tag name="KSO_WM_BEAUTIFY_FLAG" val="#wm#"/>
  <p:tag name="KSO_WM_UNIT_TEXTBOXSTYLE_GUID" val="{23d26609-e50f-434c-95b8-5c7c890d4531}"/>
</p:tagLst>
</file>

<file path=ppt/tags/tag1459.xml><?xml version="1.0" encoding="utf-8"?>
<p:tagLst xmlns:a="http://schemas.openxmlformats.org/drawingml/2006/main" xmlns:r="http://schemas.openxmlformats.org/officeDocument/2006/relationships" xmlns:p="http://schemas.openxmlformats.org/presentationml/2006/main">
  <p:tag name="KSO_WM_UNIT_TEXTBOXSTYLE_SHAPETYPE" val="1"/>
  <p:tag name="KSO_WM_UNIT_TEXTBOXSTYLE_ADJUSTLEFT" val="0_0"/>
  <p:tag name="KSO_WM_UNIT_TEXTBOXSTYLE_ADJUSTTOP" val="100_22.73747"/>
  <p:tag name="KSO_WM_UNIT_TEXTBOXSTYLE_ADJUSTWIDTH" val="100_0"/>
  <p:tag name="KSO_WM_UNIT_HIGHLIGHT" val="0"/>
  <p:tag name="KSO_WM_UNIT_COMPATIBLE" val="0"/>
  <p:tag name="KSO_WM_UNIT_DIAGRAM_ISNUMVISUAL" val="0"/>
  <p:tag name="KSO_WM_UNIT_DIAGRAM_ISREFERUNIT" val="0"/>
  <p:tag name="KSO_WM_UNIT_TYPE" val="i"/>
  <p:tag name="KSO_WM_UNIT_INDEX" val="2"/>
  <p:tag name="KSO_WM_UNIT_ID" val="mixed20201941_9*i*2"/>
  <p:tag name="KSO_WM_TEMPLATE_CATEGORY" val="mixed"/>
  <p:tag name="KSO_WM_TEMPLATE_INDEX" val="20201941"/>
  <p:tag name="KSO_WM_UNIT_LAYERLEVEL" val="1"/>
  <p:tag name="KSO_WM_TAG_VERSION" val="1.0"/>
  <p:tag name="KSO_WM_BEAUTIFY_FLAG" val="#wm#"/>
  <p:tag name="KSO_WM_UNIT_TEXTBOXSTYLE_GUID" val="{23d26609-e50f-434c-95b8-5c7c890d4531}"/>
</p:tagLst>
</file>

<file path=ppt/tags/tag1460.xml><?xml version="1.0" encoding="utf-8"?>
<p:tagLst xmlns:a="http://schemas.openxmlformats.org/drawingml/2006/main" xmlns:r="http://schemas.openxmlformats.org/officeDocument/2006/relationships" xmlns:p="http://schemas.openxmlformats.org/presentationml/2006/main">
  <p:tag name="KSO_WM_UNIT_TEXTBOXSTYLE_SHAPETYPE" val="1"/>
  <p:tag name="KSO_WM_UNIT_TEXTBOXSTYLE_ADJUSTLEFT" val="0_0"/>
  <p:tag name="KSO_WM_UNIT_TEXTBOXSTYLE_ADJUSTTOP" val="0_-25"/>
  <p:tag name="KSO_WM_UNIT_TEXTBOXSTYLE_ADJUSTWIDTH" val="100_0"/>
  <p:tag name="KSO_WM_UNIT_HIGHLIGHT" val="0"/>
  <p:tag name="KSO_WM_UNIT_COMPATIBLE" val="0"/>
  <p:tag name="KSO_WM_UNIT_DIAGRAM_ISNUMVISUAL" val="0"/>
  <p:tag name="KSO_WM_UNIT_DIAGRAM_ISREFERUNIT" val="0"/>
  <p:tag name="KSO_WM_UNIT_TYPE" val="i"/>
  <p:tag name="KSO_WM_UNIT_INDEX" val="5"/>
  <p:tag name="KSO_WM_UNIT_ID" val="mixed20201941_9*i*5"/>
  <p:tag name="KSO_WM_TEMPLATE_CATEGORY" val="mixed"/>
  <p:tag name="KSO_WM_TEMPLATE_INDEX" val="20201941"/>
  <p:tag name="KSO_WM_UNIT_LAYERLEVEL" val="1"/>
  <p:tag name="KSO_WM_TAG_VERSION" val="1.0"/>
  <p:tag name="KSO_WM_BEAUTIFY_FLAG" val="#wm#"/>
  <p:tag name="KSO_WM_UNIT_TEXTBOXSTYLE_GUID" val="{23d26609-e50f-434c-95b8-5c7c890d4531}"/>
</p:tagLst>
</file>

<file path=ppt/tags/tag1461.xml><?xml version="1.0" encoding="utf-8"?>
<p:tagLst xmlns:a="http://schemas.openxmlformats.org/drawingml/2006/main" xmlns:r="http://schemas.openxmlformats.org/officeDocument/2006/relationships" xmlns:p="http://schemas.openxmlformats.org/presentationml/2006/main">
  <p:tag name="KSO_WM_UNIT_TEXTBOXSTYLE_SHAPETYPE" val="1"/>
  <p:tag name="KSO_WM_UNIT_TEXTBOXSTYLE_ADJUSTLEFT" val="50_-200"/>
  <p:tag name="KSO_WM_UNIT_TEXTBOXSTYLE_ADJUSTTOP" val="0_-23"/>
  <p:tag name="KSO_WM_UNIT_TEXTBOXSTYLE_ADJUSTWIDTH" val="100_0"/>
  <p:tag name="KSO_WM_UNIT_HIGHLIGHT" val="0"/>
  <p:tag name="KSO_WM_UNIT_COMPATIBLE" val="0"/>
  <p:tag name="KSO_WM_UNIT_DIAGRAM_ISNUMVISUAL" val="0"/>
  <p:tag name="KSO_WM_UNIT_DIAGRAM_ISREFERUNIT" val="0"/>
  <p:tag name="KSO_WM_UNIT_TYPE" val="i"/>
  <p:tag name="KSO_WM_UNIT_INDEX" val="6"/>
  <p:tag name="KSO_WM_UNIT_ID" val="mixed20201941_9*i*6"/>
  <p:tag name="KSO_WM_TEMPLATE_CATEGORY" val="mixed"/>
  <p:tag name="KSO_WM_TEMPLATE_INDEX" val="20201941"/>
  <p:tag name="KSO_WM_UNIT_LAYERLEVEL" val="1"/>
  <p:tag name="KSO_WM_TAG_VERSION" val="1.0"/>
  <p:tag name="KSO_WM_BEAUTIFY_FLAG" val="#wm#"/>
</p:tagLst>
</file>

<file path=ppt/tags/tag1462.xml><?xml version="1.0" encoding="utf-8"?>
<p:tagLst xmlns:a="http://schemas.openxmlformats.org/drawingml/2006/main" xmlns:r="http://schemas.openxmlformats.org/officeDocument/2006/relationships" xmlns:p="http://schemas.openxmlformats.org/presentationml/2006/main">
  <p:tag name="KSO_WM_UNIT_TEXTBOXSTYLE_SHAPETYPE" val="1"/>
  <p:tag name="KSO_WM_UNIT_TEXTBOXSTYLE_ADJUSTLEFT" val="50_-49.75006"/>
  <p:tag name="KSO_WM_UNIT_TEXTBOXSTYLE_ADJUSTTOP" val="0_-25"/>
  <p:tag name="KSO_WM_UNIT_HIGHLIGHT" val="0"/>
  <p:tag name="KSO_WM_UNIT_COMPATIBLE" val="0"/>
  <p:tag name="KSO_WM_UNIT_DIAGRAM_ISNUMVISUAL" val="0"/>
  <p:tag name="KSO_WM_UNIT_DIAGRAM_ISREFERUNIT" val="0"/>
  <p:tag name="KSO_WM_UNIT_TYPE" val="i"/>
  <p:tag name="KSO_WM_UNIT_INDEX" val="7"/>
  <p:tag name="KSO_WM_UNIT_ID" val="mixed20201941_9*i*7"/>
  <p:tag name="KSO_WM_TEMPLATE_CATEGORY" val="mixed"/>
  <p:tag name="KSO_WM_TEMPLATE_INDEX" val="20201941"/>
  <p:tag name="KSO_WM_UNIT_LAYERLEVEL" val="1"/>
  <p:tag name="KSO_WM_TAG_VERSION" val="1.0"/>
  <p:tag name="KSO_WM_BEAUTIFY_FLAG" val="#wm#"/>
</p:tagLst>
</file>

<file path=ppt/tags/tag1463.xml><?xml version="1.0" encoding="utf-8"?>
<p:tagLst xmlns:a="http://schemas.openxmlformats.org/drawingml/2006/main" xmlns:r="http://schemas.openxmlformats.org/officeDocument/2006/relationships" xmlns:p="http://schemas.openxmlformats.org/presentationml/2006/main">
  <p:tag name="KSO_WM_UNIT_TEXTBOXSTYLE_SHAPETYPE" val="1"/>
  <p:tag name="KSO_WM_UNIT_TEXTBOXSTYLE_ADJUSTLEFT" val="50_-200"/>
  <p:tag name="KSO_WM_UNIT_TEXTBOXSTYLE_ADJUSTTOP" val="100_24.74998"/>
  <p:tag name="KSO_WM_UNIT_TEXTBOXSTYLE_ADJUSTWIDTH" val="100_0"/>
  <p:tag name="KSO_WM_UNIT_HIGHLIGHT" val="0"/>
  <p:tag name="KSO_WM_UNIT_COMPATIBLE" val="0"/>
  <p:tag name="KSO_WM_UNIT_DIAGRAM_ISNUMVISUAL" val="0"/>
  <p:tag name="KSO_WM_UNIT_DIAGRAM_ISREFERUNIT" val="0"/>
  <p:tag name="KSO_WM_UNIT_TYPE" val="i"/>
  <p:tag name="KSO_WM_UNIT_INDEX" val="3"/>
  <p:tag name="KSO_WM_UNIT_ID" val="mixed20201941_9*i*3"/>
  <p:tag name="KSO_WM_TEMPLATE_CATEGORY" val="mixed"/>
  <p:tag name="KSO_WM_TEMPLATE_INDEX" val="20201941"/>
  <p:tag name="KSO_WM_UNIT_LAYERLEVEL" val="1"/>
  <p:tag name="KSO_WM_TAG_VERSION" val="1.0"/>
  <p:tag name="KSO_WM_BEAUTIFY_FLAG" val="#wm#"/>
</p:tagLst>
</file>

<file path=ppt/tags/tag1464.xml><?xml version="1.0" encoding="utf-8"?>
<p:tagLst xmlns:a="http://schemas.openxmlformats.org/drawingml/2006/main" xmlns:r="http://schemas.openxmlformats.org/officeDocument/2006/relationships" xmlns:p="http://schemas.openxmlformats.org/presentationml/2006/main">
  <p:tag name="KSO_WM_UNIT_TEXTBOXSTYLE_SHAPETYPE" val="1"/>
  <p:tag name="KSO_WM_UNIT_TEXTBOXSTYLE_ADJUSTLEFT" val="50_-49.75006"/>
  <p:tag name="KSO_WM_UNIT_TEXTBOXSTYLE_ADJUSTTOP" val="100_22.73747"/>
  <p:tag name="KSO_WM_UNIT_HIGHLIGHT" val="0"/>
  <p:tag name="KSO_WM_UNIT_COMPATIBLE" val="0"/>
  <p:tag name="KSO_WM_UNIT_DIAGRAM_ISNUMVISUAL" val="0"/>
  <p:tag name="KSO_WM_UNIT_DIAGRAM_ISREFERUNIT" val="0"/>
  <p:tag name="KSO_WM_UNIT_TYPE" val="i"/>
  <p:tag name="KSO_WM_UNIT_INDEX" val="4"/>
  <p:tag name="KSO_WM_UNIT_ID" val="mixed20201941_9*i*4"/>
  <p:tag name="KSO_WM_TEMPLATE_CATEGORY" val="mixed"/>
  <p:tag name="KSO_WM_TEMPLATE_INDEX" val="20201941"/>
  <p:tag name="KSO_WM_UNIT_LAYERLEVEL" val="1"/>
  <p:tag name="KSO_WM_TAG_VERSION" val="1.0"/>
  <p:tag name="KSO_WM_BEAUTIFY_FLAG" val="#wm#"/>
</p:tagLst>
</file>

<file path=ppt/tags/tag1465.xml><?xml version="1.0" encoding="utf-8"?>
<p:tagLst xmlns:a="http://schemas.openxmlformats.org/drawingml/2006/main" xmlns:r="http://schemas.openxmlformats.org/officeDocument/2006/relationships" xmlns:p="http://schemas.openxmlformats.org/presentationml/2006/main">
  <p:tag name="KSO_WM_SLIDE_CONTENT_ORIENTATION" val=""/>
  <p:tag name="KSO_WM_SLIDE_HAS_MASK" val="0"/>
  <p:tag name="KSO_WM_SLIDE_ITEM_CNT" val="3"/>
  <p:tag name="KSO_WM_SLIDE_TYPE" val="text"/>
  <p:tag name="KSO_WM_TEMPLATE_SUBCATEGORY" val="29"/>
  <p:tag name="KSO_WM_BEAUTIFY_FLAG" val="#wm#"/>
  <p:tag name="KSO_WM_TEMPLATE_FIGMA_ID" val="0"/>
  <p:tag name="KSO_WM_TEMPLATE_SLIDE_ID" val="slide_31dbeeed601a3e99"/>
</p:tagLst>
</file>

<file path=ppt/tags/tag1466.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a"/>
  <p:tag name="KSO_WM_LAYOUT_CHECK_HASH" val="8a9e61c1180e41b9dd4b483fb5d22a167a34e90c"/>
  <p:tag name="KSO_WM_NEWLAYOUT_GROUP_ID" val="layout_59"/>
  <p:tag name="KSO_WM_NEWLAYOUT_ID" val="slide_31dbeeed601a3e99"/>
  <p:tag name="KSO_WM_UNIT_PRESET_TEXT" val="单击此处添加标题"/>
</p:tagLst>
</file>

<file path=ppt/tags/tag1467.xml><?xml version="1.0" encoding="utf-8"?>
<p:tagLst xmlns:a="http://schemas.openxmlformats.org/drawingml/2006/main" xmlns:r="http://schemas.openxmlformats.org/officeDocument/2006/relationships" xmlns:p="http://schemas.openxmlformats.org/presentationml/2006/main">
  <p:tag name="KSO_WM_UNIT_TEXTBOXSTYLE_GUID" val="{846d3ddc-5340-4ffe-876a-703050daa958}"/>
</p:tagLst>
</file>

<file path=ppt/tags/tag1468.xml><?xml version="1.0" encoding="utf-8"?>
<p:tagLst xmlns:a="http://schemas.openxmlformats.org/drawingml/2006/main" xmlns:r="http://schemas.openxmlformats.org/officeDocument/2006/relationships" xmlns:p="http://schemas.openxmlformats.org/presentationml/2006/main">
  <p:tag name="KSO_WM_UNIT_TEXTBOXSTYLE_SHAPETYPE" val="0"/>
  <p:tag name="KSO_WM_UNIT_TEXTBOXSTYLE_TEMPLATETYPE" val="1"/>
  <p:tag name="KSO_WM_UNIT_PRESET_TEXT" val="点击此处添加正文，文字是您思想的提炼，为了演示发布的良好效果，请言简意赅的阐述您的观点。&#13;您的正文已经经简明扼要，字字珠玑，但信息却千丝万缕、错综复杂，需要用更多的文字来表述；但请您尽可能提炼思想的精髓。"/>
  <p:tag name="KSO_WM_UNIT_NOCLEAR" val="1"/>
  <p:tag name="KSO_WM_UNIT_VALUE" val="54"/>
  <p:tag name="KSO_WM_UNIT_HIGHLIGHT" val="0"/>
  <p:tag name="KSO_WM_UNIT_COMPATIBLE" val="0"/>
  <p:tag name="KSO_WM_UNIT_DIAGRAM_ISNUMVISUAL" val="0"/>
  <p:tag name="KSO_WM_UNIT_DIAGRAM_ISREFERUNIT" val="0"/>
  <p:tag name="KSO_WM_UNIT_TYPE" val="f"/>
  <p:tag name="KSO_WM_UNIT_INDEX" val="1"/>
  <p:tag name="KSO_WM_UNIT_ID" val="mixed20201941_9*f*1"/>
  <p:tag name="KSO_WM_TEMPLATE_CATEGORY" val="mixed"/>
  <p:tag name="KSO_WM_TEMPLATE_INDEX" val="20201941"/>
  <p:tag name="KSO_WM_UNIT_LAYERLEVEL" val="1"/>
  <p:tag name="KSO_WM_TAG_VERSION" val="1.0"/>
  <p:tag name="KSO_WM_BEAUTIFY_FLAG" val="#wm#"/>
  <p:tag name="KSO_WM_UNIT_TEXTBOXSTYLE_GUID" val="{846d3ddc-5340-4ffe-876a-703050daa958}"/>
  <p:tag name="KSO_WM_UNIT_TEXTBOXSTYLE_TEMPLATEID" val="3135199"/>
  <p:tag name="KSO_WM_UNIT_TEXTBOXSTYLE_TYPE" val="8"/>
</p:tagLst>
</file>

<file path=ppt/tags/tag1469.xml><?xml version="1.0" encoding="utf-8"?>
<p:tagLst xmlns:a="http://schemas.openxmlformats.org/drawingml/2006/main" xmlns:r="http://schemas.openxmlformats.org/officeDocument/2006/relationships" xmlns:p="http://schemas.openxmlformats.org/presentationml/2006/main">
  <p:tag name="KSO_WM_UNIT_TEXTBOXSTYLE_SHAPETYPE" val="1"/>
  <p:tag name="KSO_WM_UNIT_TEXTBOXSTYLE_ADJUSTLEFT" val="0_-36.79999"/>
  <p:tag name="KSO_WM_UNIT_TEXTBOXSTYLE_ADJUSTTOP" val="0_-38.65001"/>
  <p:tag name="KSO_WM_UNIT_TEXTBOXSTYLE_ADJUSTWIDTH" val="100_73.79999"/>
  <p:tag name="KSO_WM_UNIT_TEXTBOXSTYLE_ADJUSTHEIGTH" val="100_77.3"/>
  <p:tag name="KSO_WM_UNIT_HIGHLIGHT" val="0"/>
  <p:tag name="KSO_WM_UNIT_COMPATIBLE" val="0"/>
  <p:tag name="KSO_WM_UNIT_DIAGRAM_ISNUMVISUAL" val="0"/>
  <p:tag name="KSO_WM_UNIT_DIAGRAM_ISREFERUNIT" val="0"/>
  <p:tag name="KSO_WM_UNIT_TYPE" val="i"/>
  <p:tag name="KSO_WM_UNIT_INDEX" val="1"/>
  <p:tag name="KSO_WM_UNIT_ID" val="mixed20201941_9*i*1"/>
  <p:tag name="KSO_WM_TEMPLATE_CATEGORY" val="mixed"/>
  <p:tag name="KSO_WM_TEMPLATE_INDEX" val="20201941"/>
  <p:tag name="KSO_WM_UNIT_LAYERLEVEL" val="1"/>
  <p:tag name="KSO_WM_TAG_VERSION" val="1.0"/>
  <p:tag name="KSO_WM_BEAUTIFY_FLAG" val="#wm#"/>
  <p:tag name="KSO_WM_UNIT_TEXTBOXSTYLE_GUID" val="{846d3ddc-5340-4ffe-876a-703050daa958}"/>
</p:tagLst>
</file>

<file path=ppt/tags/tag1470.xml><?xml version="1.0" encoding="utf-8"?>
<p:tagLst xmlns:a="http://schemas.openxmlformats.org/drawingml/2006/main" xmlns:r="http://schemas.openxmlformats.org/officeDocument/2006/relationships" xmlns:p="http://schemas.openxmlformats.org/presentationml/2006/main">
  <p:tag name="KSO_WM_UNIT_TEXTBOXSTYLE_SHAPETYPE" val="1"/>
  <p:tag name="KSO_WM_UNIT_TEXTBOXSTYLE_ADJUSTLEFT" val="0_0"/>
  <p:tag name="KSO_WM_UNIT_TEXTBOXSTYLE_ADJUSTTOP" val="100_22.73747"/>
  <p:tag name="KSO_WM_UNIT_TEXTBOXSTYLE_ADJUSTWIDTH" val="100_0"/>
  <p:tag name="KSO_WM_UNIT_HIGHLIGHT" val="0"/>
  <p:tag name="KSO_WM_UNIT_COMPATIBLE" val="0"/>
  <p:tag name="KSO_WM_UNIT_DIAGRAM_ISNUMVISUAL" val="0"/>
  <p:tag name="KSO_WM_UNIT_DIAGRAM_ISREFERUNIT" val="0"/>
  <p:tag name="KSO_WM_UNIT_TYPE" val="i"/>
  <p:tag name="KSO_WM_UNIT_INDEX" val="2"/>
  <p:tag name="KSO_WM_UNIT_ID" val="mixed20201941_9*i*2"/>
  <p:tag name="KSO_WM_TEMPLATE_CATEGORY" val="mixed"/>
  <p:tag name="KSO_WM_TEMPLATE_INDEX" val="20201941"/>
  <p:tag name="KSO_WM_UNIT_LAYERLEVEL" val="1"/>
  <p:tag name="KSO_WM_TAG_VERSION" val="1.0"/>
  <p:tag name="KSO_WM_BEAUTIFY_FLAG" val="#wm#"/>
  <p:tag name="KSO_WM_UNIT_TEXTBOXSTYLE_GUID" val="{846d3ddc-5340-4ffe-876a-703050daa958}"/>
</p:tagLst>
</file>

<file path=ppt/tags/tag1471.xml><?xml version="1.0" encoding="utf-8"?>
<p:tagLst xmlns:a="http://schemas.openxmlformats.org/drawingml/2006/main" xmlns:r="http://schemas.openxmlformats.org/officeDocument/2006/relationships" xmlns:p="http://schemas.openxmlformats.org/presentationml/2006/main">
  <p:tag name="KSO_WM_UNIT_TEXTBOXSTYLE_SHAPETYPE" val="1"/>
  <p:tag name="KSO_WM_UNIT_TEXTBOXSTYLE_ADJUSTLEFT" val="0_0"/>
  <p:tag name="KSO_WM_UNIT_TEXTBOXSTYLE_ADJUSTTOP" val="0_-25"/>
  <p:tag name="KSO_WM_UNIT_TEXTBOXSTYLE_ADJUSTWIDTH" val="100_0"/>
  <p:tag name="KSO_WM_UNIT_HIGHLIGHT" val="0"/>
  <p:tag name="KSO_WM_UNIT_COMPATIBLE" val="0"/>
  <p:tag name="KSO_WM_UNIT_DIAGRAM_ISNUMVISUAL" val="0"/>
  <p:tag name="KSO_WM_UNIT_DIAGRAM_ISREFERUNIT" val="0"/>
  <p:tag name="KSO_WM_UNIT_TYPE" val="i"/>
  <p:tag name="KSO_WM_UNIT_INDEX" val="5"/>
  <p:tag name="KSO_WM_UNIT_ID" val="mixed20201941_9*i*5"/>
  <p:tag name="KSO_WM_TEMPLATE_CATEGORY" val="mixed"/>
  <p:tag name="KSO_WM_TEMPLATE_INDEX" val="20201941"/>
  <p:tag name="KSO_WM_UNIT_LAYERLEVEL" val="1"/>
  <p:tag name="KSO_WM_TAG_VERSION" val="1.0"/>
  <p:tag name="KSO_WM_BEAUTIFY_FLAG" val="#wm#"/>
  <p:tag name="KSO_WM_UNIT_TEXTBOXSTYLE_GUID" val="{846d3ddc-5340-4ffe-876a-703050daa958}"/>
</p:tagLst>
</file>

<file path=ppt/tags/tag1472.xml><?xml version="1.0" encoding="utf-8"?>
<p:tagLst xmlns:a="http://schemas.openxmlformats.org/drawingml/2006/main" xmlns:r="http://schemas.openxmlformats.org/officeDocument/2006/relationships" xmlns:p="http://schemas.openxmlformats.org/presentationml/2006/main">
  <p:tag name="KSO_WM_UNIT_TEXTBOXSTYLE_SHAPETYPE" val="1"/>
  <p:tag name="KSO_WM_UNIT_TEXTBOXSTYLE_ADJUSTLEFT" val="50_-200"/>
  <p:tag name="KSO_WM_UNIT_TEXTBOXSTYLE_ADJUSTTOP" val="0_-23"/>
  <p:tag name="KSO_WM_UNIT_TEXTBOXSTYLE_ADJUSTWIDTH" val="100_0"/>
  <p:tag name="KSO_WM_UNIT_HIGHLIGHT" val="0"/>
  <p:tag name="KSO_WM_UNIT_COMPATIBLE" val="0"/>
  <p:tag name="KSO_WM_UNIT_DIAGRAM_ISNUMVISUAL" val="0"/>
  <p:tag name="KSO_WM_UNIT_DIAGRAM_ISREFERUNIT" val="0"/>
  <p:tag name="KSO_WM_UNIT_TYPE" val="i"/>
  <p:tag name="KSO_WM_UNIT_INDEX" val="6"/>
  <p:tag name="KSO_WM_UNIT_ID" val="mixed20201941_9*i*6"/>
  <p:tag name="KSO_WM_TEMPLATE_CATEGORY" val="mixed"/>
  <p:tag name="KSO_WM_TEMPLATE_INDEX" val="20201941"/>
  <p:tag name="KSO_WM_UNIT_LAYERLEVEL" val="1"/>
  <p:tag name="KSO_WM_TAG_VERSION" val="1.0"/>
  <p:tag name="KSO_WM_BEAUTIFY_FLAG" val="#wm#"/>
</p:tagLst>
</file>

<file path=ppt/tags/tag1473.xml><?xml version="1.0" encoding="utf-8"?>
<p:tagLst xmlns:a="http://schemas.openxmlformats.org/drawingml/2006/main" xmlns:r="http://schemas.openxmlformats.org/officeDocument/2006/relationships" xmlns:p="http://schemas.openxmlformats.org/presentationml/2006/main">
  <p:tag name="KSO_WM_UNIT_TEXTBOXSTYLE_SHAPETYPE" val="1"/>
  <p:tag name="KSO_WM_UNIT_TEXTBOXSTYLE_ADJUSTLEFT" val="50_-49.75006"/>
  <p:tag name="KSO_WM_UNIT_TEXTBOXSTYLE_ADJUSTTOP" val="0_-25"/>
  <p:tag name="KSO_WM_UNIT_HIGHLIGHT" val="0"/>
  <p:tag name="KSO_WM_UNIT_COMPATIBLE" val="0"/>
  <p:tag name="KSO_WM_UNIT_DIAGRAM_ISNUMVISUAL" val="0"/>
  <p:tag name="KSO_WM_UNIT_DIAGRAM_ISREFERUNIT" val="0"/>
  <p:tag name="KSO_WM_UNIT_TYPE" val="i"/>
  <p:tag name="KSO_WM_UNIT_INDEX" val="7"/>
  <p:tag name="KSO_WM_UNIT_ID" val="mixed20201941_9*i*7"/>
  <p:tag name="KSO_WM_TEMPLATE_CATEGORY" val="mixed"/>
  <p:tag name="KSO_WM_TEMPLATE_INDEX" val="20201941"/>
  <p:tag name="KSO_WM_UNIT_LAYERLEVEL" val="1"/>
  <p:tag name="KSO_WM_TAG_VERSION" val="1.0"/>
  <p:tag name="KSO_WM_BEAUTIFY_FLAG" val="#wm#"/>
</p:tagLst>
</file>

<file path=ppt/tags/tag1474.xml><?xml version="1.0" encoding="utf-8"?>
<p:tagLst xmlns:a="http://schemas.openxmlformats.org/drawingml/2006/main" xmlns:r="http://schemas.openxmlformats.org/officeDocument/2006/relationships" xmlns:p="http://schemas.openxmlformats.org/presentationml/2006/main">
  <p:tag name="KSO_WM_UNIT_TEXTBOXSTYLE_SHAPETYPE" val="1"/>
  <p:tag name="KSO_WM_UNIT_TEXTBOXSTYLE_ADJUSTLEFT" val="50_-200"/>
  <p:tag name="KSO_WM_UNIT_TEXTBOXSTYLE_ADJUSTTOP" val="100_24.74998"/>
  <p:tag name="KSO_WM_UNIT_TEXTBOXSTYLE_ADJUSTWIDTH" val="100_0"/>
  <p:tag name="KSO_WM_UNIT_HIGHLIGHT" val="0"/>
  <p:tag name="KSO_WM_UNIT_COMPATIBLE" val="0"/>
  <p:tag name="KSO_WM_UNIT_DIAGRAM_ISNUMVISUAL" val="0"/>
  <p:tag name="KSO_WM_UNIT_DIAGRAM_ISREFERUNIT" val="0"/>
  <p:tag name="KSO_WM_UNIT_TYPE" val="i"/>
  <p:tag name="KSO_WM_UNIT_INDEX" val="3"/>
  <p:tag name="KSO_WM_UNIT_ID" val="mixed20201941_9*i*3"/>
  <p:tag name="KSO_WM_TEMPLATE_CATEGORY" val="mixed"/>
  <p:tag name="KSO_WM_TEMPLATE_INDEX" val="20201941"/>
  <p:tag name="KSO_WM_UNIT_LAYERLEVEL" val="1"/>
  <p:tag name="KSO_WM_TAG_VERSION" val="1.0"/>
  <p:tag name="KSO_WM_BEAUTIFY_FLAG" val="#wm#"/>
</p:tagLst>
</file>

<file path=ppt/tags/tag1475.xml><?xml version="1.0" encoding="utf-8"?>
<p:tagLst xmlns:a="http://schemas.openxmlformats.org/drawingml/2006/main" xmlns:r="http://schemas.openxmlformats.org/officeDocument/2006/relationships" xmlns:p="http://schemas.openxmlformats.org/presentationml/2006/main">
  <p:tag name="KSO_WM_UNIT_TEXTBOXSTYLE_SHAPETYPE" val="1"/>
  <p:tag name="KSO_WM_UNIT_TEXTBOXSTYLE_ADJUSTLEFT" val="50_-49.75006"/>
  <p:tag name="KSO_WM_UNIT_TEXTBOXSTYLE_ADJUSTTOP" val="100_22.73747"/>
  <p:tag name="KSO_WM_UNIT_HIGHLIGHT" val="0"/>
  <p:tag name="KSO_WM_UNIT_COMPATIBLE" val="0"/>
  <p:tag name="KSO_WM_UNIT_DIAGRAM_ISNUMVISUAL" val="0"/>
  <p:tag name="KSO_WM_UNIT_DIAGRAM_ISREFERUNIT" val="0"/>
  <p:tag name="KSO_WM_UNIT_TYPE" val="i"/>
  <p:tag name="KSO_WM_UNIT_INDEX" val="4"/>
  <p:tag name="KSO_WM_UNIT_ID" val="mixed20201941_9*i*4"/>
  <p:tag name="KSO_WM_TEMPLATE_CATEGORY" val="mixed"/>
  <p:tag name="KSO_WM_TEMPLATE_INDEX" val="20201941"/>
  <p:tag name="KSO_WM_UNIT_LAYERLEVEL" val="1"/>
  <p:tag name="KSO_WM_TAG_VERSION" val="1.0"/>
  <p:tag name="KSO_WM_BEAUTIFY_FLAG" val="#wm#"/>
</p:tagLst>
</file>

<file path=ppt/tags/tag1476.xml><?xml version="1.0" encoding="utf-8"?>
<p:tagLst xmlns:a="http://schemas.openxmlformats.org/drawingml/2006/main" xmlns:r="http://schemas.openxmlformats.org/officeDocument/2006/relationships" xmlns:p="http://schemas.openxmlformats.org/presentationml/2006/main">
  <p:tag name="KSO_WM_SLIDE_TYPE" val="sectionTitle"/>
  <p:tag name="KSO_WM_TEMPLATE_SUBCATEGORY" val="29"/>
  <p:tag name="KSO_WM_TEMPLATE_COLOR_TYPE" val="0"/>
  <p:tag name="KSO_WM_TAG_VERSION" val="3.0"/>
  <p:tag name="KSO_WM_SLIDE_SUBTYPE" val="pureTxt"/>
  <p:tag name="KSO_WM_SLIDE_ITEM_CNT" val="0"/>
  <p:tag name="KSO_WM_BEAUTIFY_FLAG" val="#wm#"/>
  <p:tag name="KSO_WM_TEMPLATE_INDEX" val="20235971"/>
  <p:tag name="KSO_WM_TEMPLATE_CATEGORY" val="custom"/>
  <p:tag name="KSO_WM_SLIDE_INDEX" val="7"/>
  <p:tag name="KSO_WM_SLIDE_ID" val="custom20235971_7"/>
  <p:tag name="KSO_WM_TEMPLATE_MASTER_TYPE" val="0"/>
  <p:tag name="KSO_WM_SLIDE_LAYOUT" val="a_e"/>
  <p:tag name="KSO_WM_SLIDE_LAYOUT_CNT" val="1_1"/>
</p:tagLst>
</file>

<file path=ppt/tags/tag1477.xml><?xml version="1.0" encoding="utf-8"?>
<p:tagLst xmlns:a="http://schemas.openxmlformats.org/drawingml/2006/main" xmlns:r="http://schemas.openxmlformats.org/officeDocument/2006/relationships" xmlns:p="http://schemas.openxmlformats.org/presentationml/2006/main">
  <p:tag name="KSO_WM_UNIT_TYPE" val="a"/>
  <p:tag name="KSO_WM_UNIT_INDEX" val="1"/>
  <p:tag name="KSO_WM_BEAUTIFY_FLAG" val="#wm#"/>
  <p:tag name="KSO_WM_TAG_VERSION" val="3.0"/>
  <p:tag name="KSO_WM_UNIT_ID" val="custom20235971_7*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5971"/>
  <p:tag name="KSO_WM_TEMPLATE_CATEGORY" val="custom"/>
  <p:tag name="KSO_WM_UNIT_ISCONTENTSTITLE" val="0"/>
  <p:tag name="KSO_WM_UNIT_PRESET_TEXT" val="添加章节标题"/>
  <p:tag name="KSO_WM_UNIT_TEXT_TYPE" val="1"/>
</p:tagLst>
</file>

<file path=ppt/tags/tag1478.xml><?xml version="1.0" encoding="utf-8"?>
<p:tagLst xmlns:a="http://schemas.openxmlformats.org/drawingml/2006/main" xmlns:r="http://schemas.openxmlformats.org/officeDocument/2006/relationships" xmlns:p="http://schemas.openxmlformats.org/presentationml/2006/main">
  <p:tag name="KSO_WM_SLIDE_CONTENT_ORIENTATION" val=""/>
  <p:tag name="KSO_WM_SLIDE_HAS_MASK" val="0"/>
  <p:tag name="KSO_WM_SLIDE_ITEM_CNT" val="4"/>
  <p:tag name="KSO_WM_SLIDE_TYPE" val="text"/>
  <p:tag name="KSO_WM_TEMPLATE_SUBCATEGORY" val="29"/>
  <p:tag name="KSO_WM_BEAUTIFY_FLAG" val="#wm#"/>
  <p:tag name="KSO_WM_TEMPLATE_FIGMA_ID" val="0"/>
  <p:tag name="KSO_WM_TEMPLATE_SLIDE_ID" val="slide_8613f3f4e979a73f"/>
  <p:tag name="RESOURCE_RECORD_KEY" val="{&quot;65&quot;:[7],&quot;70&quot;:[3403040]}"/>
</p:tagLst>
</file>

<file path=ppt/tags/tag1479.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a"/>
  <p:tag name="KSO_WM_LAYOUT_CHECK_HASH" val="288f91b1320d7e70414a72899324d6cd56ecb4a5"/>
  <p:tag name="KSO_WM_NEWLAYOUT_GROUP_ID" val="layout_27"/>
  <p:tag name="KSO_WM_NEWLAYOUT_ID" val="slide_8613f3f4e979a73f"/>
  <p:tag name="KSO_WM_UNIT_PRESET_TEXT" val="单击此处添加标题"/>
</p:tagLst>
</file>

<file path=ppt/tags/tag148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35250_1*l_i*1_1"/>
  <p:tag name="KSO_WM_TEMPLATE_CATEGORY" val="diagram"/>
  <p:tag name="KSO_WM_TEMPLATE_INDEX" val="20235250"/>
  <p:tag name="KSO_WM_UNIT_LAYERLEVEL" val="1_1"/>
  <p:tag name="KSO_WM_TAG_VERSION" val="3.0"/>
  <p:tag name="KSO_WM_BEAUTIFY_FLAG" val="#wm#"/>
  <p:tag name="KSO_WM_DIAGRAM_GROUP_CODE" val="l1-1"/>
  <p:tag name="KSO_WM_UNIT_TYPE" val="l_i"/>
  <p:tag name="KSO_WM_UNIT_INDEX" val="1_1"/>
  <p:tag name="KSO_WM_DIAGRAM_VERSION" val="3"/>
  <p:tag name="KSO_WM_DIAGRAM_COLOR_TRICK" val="1"/>
  <p:tag name="KSO_WM_DIAGRAM_COLOR_TEXT_CAN_REMOVE" val="n"/>
  <p:tag name="KSO_WM_DIAGRAM_MAX_ITEMCNT" val="6"/>
  <p:tag name="KSO_WM_DIAGRAM_MIN_ITEMCNT" val="2"/>
  <p:tag name="KSO_WM_DIAGRAM_VIRTUALLY_FRAME" val="{&quot;height&quot;:437.14527559055114,&quot;left&quot;:112.84559055118109,&quot;top&quot;:102.88,&quot;width&quot;:742.7544094488189}"/>
  <p:tag name="KSO_WM_DIAGRAM_COLOR_MATCH_VALUE" val="{&quot;shape&quot;:{&quot;fill&quot;:{&quot;gradient&quot;:[{&quot;brightness&quot;:0.6000000238418579,&quot;colorType&quot;:1,&quot;foreColorIndex&quot;:5,&quot;pos&quot;:1,&quot;transparency&quot;:1},{&quot;brightness&quot;:0.6000000238418579,&quot;colorType&quot;:1,&quot;foreColorIndex&quot;:5,&quot;pos&quot;:0,&quot;transparency&quot;:1},{&quot;brightness&quot;:0.6000000238418579,&quot;colorType&quot;:1,&quot;foreColorIndex&quot;:5,&quot;pos&quot;:0.5699999928474426,&quot;transparency&quot;:0.800000011920929},{&quot;brightness&quot;:0.6000000238418579,&quot;colorType&quot;:1,&quot;foreColorIndex&quot;:5,&quot;pos&quot;:0.4300000071525574,&quot;transparency&quot;:0.800000011920929}],&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UNIT_LINE_FORE_SCHEMECOLOR_INDEX" val="-2"/>
  <p:tag name="KSO_WM_DIAGRAM_USE_COLOR_VALUE" val="{&quot;color_scheme&quot;:1,&quot;color_type&quot;:1,&quot;theme_color_indexes&quot;:[5,6,5,6,5,6]}"/>
</p:tagLst>
</file>

<file path=ppt/tags/tag148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35250_1*l_h_i*1_1_1"/>
  <p:tag name="KSO_WM_TEMPLATE_CATEGORY" val="diagram"/>
  <p:tag name="KSO_WM_TEMPLATE_INDEX" val="20235250"/>
  <p:tag name="KSO_WM_UNIT_LAYERLEVEL" val="1_1_1"/>
  <p:tag name="KSO_WM_TAG_VERSION" val="3.0"/>
  <p:tag name="KSO_WM_BEAUTIFY_FLAG" val="#wm#"/>
  <p:tag name="KSO_WM_DIAGRAM_GROUP_CODE" val="l1-1"/>
  <p:tag name="KSO_WM_UNIT_TYPE" val="l_h_i"/>
  <p:tag name="KSO_WM_UNIT_INDEX" val="1_1_1"/>
  <p:tag name="KSO_WM_DIAGRAM_VERSION" val="3"/>
  <p:tag name="KSO_WM_DIAGRAM_COLOR_TRICK" val="1"/>
  <p:tag name="KSO_WM_DIAGRAM_COLOR_TEXT_CAN_REMOVE" val="n"/>
  <p:tag name="KSO_WM_DIAGRAM_MAX_ITEMCNT" val="6"/>
  <p:tag name="KSO_WM_DIAGRAM_MIN_ITEMCNT" val="2"/>
  <p:tag name="KSO_WM_DIAGRAM_VIRTUALLY_FRAME" val="{&quot;height&quot;:437.14527559055114,&quot;left&quot;:112.84559055118109,&quot;top&quot;:102.88,&quot;width&quot;:742.7544094488189}"/>
  <p:tag name="KSO_WM_DIAGRAM_COLOR_MATCH_VALUE" val="{&quot;shape&quot;:{&quot;fill&quot;:{&quot;type&quot;:0},&quot;glow&quot;:{&quot;colorType&quot;:0},&quot;line&quot;:{&quot;gradient&quot;:[{&quot;brightness&quot;:0,&quot;colorType&quot;:1,&quot;foreColorIndex&quot;:5,&quot;pos&quot;:0.44999998807907104,&quot;transparency&quot;:0.699999988079071},{&quot;brightness&quot;:0,&quot;colorType&quot;:1,&quot;foreColorIndex&quot;:5,&quot;pos&quot;:1,&quot;transparency&quot;:1}],&quot;type&quot;:2},&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LINE_FORE_SCHEMECOLOR_INDEX" val="-2"/>
  <p:tag name="KSO_WM_DIAGRAM_USE_COLOR_VALUE" val="{&quot;color_scheme&quot;:1,&quot;color_type&quot;:1,&quot;theme_color_indexes&quot;:[5,6,5,6,5,6]}"/>
</p:tagLst>
</file>

<file path=ppt/tags/tag148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35250_1*l_h_i*1_2_1"/>
  <p:tag name="KSO_WM_TEMPLATE_CATEGORY" val="diagram"/>
  <p:tag name="KSO_WM_TEMPLATE_INDEX" val="20235250"/>
  <p:tag name="KSO_WM_UNIT_LAYERLEVEL" val="1_1_1"/>
  <p:tag name="KSO_WM_TAG_VERSION" val="3.0"/>
  <p:tag name="KSO_WM_BEAUTIFY_FLAG" val="#wm#"/>
  <p:tag name="KSO_WM_DIAGRAM_GROUP_CODE" val="l1-1"/>
  <p:tag name="KSO_WM_UNIT_TYPE" val="l_h_i"/>
  <p:tag name="KSO_WM_UNIT_INDEX" val="1_2_1"/>
  <p:tag name="KSO_WM_DIAGRAM_VERSION" val="3"/>
  <p:tag name="KSO_WM_DIAGRAM_COLOR_TRICK" val="1"/>
  <p:tag name="KSO_WM_DIAGRAM_COLOR_TEXT_CAN_REMOVE" val="n"/>
  <p:tag name="KSO_WM_DIAGRAM_MAX_ITEMCNT" val="6"/>
  <p:tag name="KSO_WM_DIAGRAM_MIN_ITEMCNT" val="2"/>
  <p:tag name="KSO_WM_DIAGRAM_VIRTUALLY_FRAME" val="{&quot;height&quot;:437.14527559055114,&quot;left&quot;:112.84559055118109,&quot;top&quot;:102.88,&quot;width&quot;:742.7544094488189}"/>
  <p:tag name="KSO_WM_DIAGRAM_COLOR_MATCH_VALUE" val="{&quot;shape&quot;:{&quot;fill&quot;:{&quot;type&quot;:0},&quot;glow&quot;:{&quot;colorType&quot;:0},&quot;line&quot;:{&quot;gradient&quot;:[{&quot;brightness&quot;:0,&quot;colorType&quot;:1,&quot;foreColorIndex&quot;:5,&quot;pos&quot;:0.44999998807907104,&quot;transparency&quot;:0.699999988079071},{&quot;brightness&quot;:0,&quot;colorType&quot;:1,&quot;foreColorIndex&quot;:5,&quot;pos&quot;:1,&quot;transparency&quot;:1}],&quot;type&quot;:2},&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LINE_FORE_SCHEMECOLOR_INDEX" val="-2"/>
  <p:tag name="KSO_WM_DIAGRAM_USE_COLOR_VALUE" val="{&quot;color_scheme&quot;:1,&quot;color_type&quot;:1,&quot;theme_color_indexes&quot;:[5,6,5,6,5,6]}"/>
</p:tagLst>
</file>

<file path=ppt/tags/tag148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35250_1*l_h_f*1_2_1"/>
  <p:tag name="KSO_WM_TEMPLATE_CATEGORY" val="diagram"/>
  <p:tag name="KSO_WM_TEMPLATE_INDEX" val="20235250"/>
  <p:tag name="KSO_WM_UNIT_LAYERLEVEL" val="1_1_1"/>
  <p:tag name="KSO_WM_TAG_VERSION" val="3.0"/>
  <p:tag name="KSO_WM_BEAUTIFY_FLAG" val="#wm#"/>
  <p:tag name="KSO_WM_UNIT_SUBTYPE" val="a"/>
  <p:tag name="KSO_WM_UNIT_TEXT_LAYER_COUNT" val="1"/>
  <p:tag name="KSO_WM_UNIT_NOCLEAR" val="0"/>
  <p:tag name="KSO_WM_DIAGRAM_GROUP_CODE" val="l1-1"/>
  <p:tag name="KSO_WM_UNIT_TYPE" val="l_h_f"/>
  <p:tag name="KSO_WM_UNIT_INDEX" val="1_2_1"/>
  <p:tag name="KSO_WM_UNIT_VALUE" val="132"/>
  <p:tag name="KSO_WM_DIAGRAM_VERSION" val="3"/>
  <p:tag name="KSO_WM_DIAGRAM_COLOR_TRICK" val="1"/>
  <p:tag name="KSO_WM_DIAGRAM_COLOR_TEXT_CAN_REMOVE" val="n"/>
  <p:tag name="KSO_WM_UNIT_TEXT_TYPE" val="1"/>
  <p:tag name="KSO_WM_DIAGRAM_MAX_ITEMCNT" val="6"/>
  <p:tag name="KSO_WM_DIAGRAM_MIN_ITEMCNT" val="2"/>
  <p:tag name="KSO_WM_DIAGRAM_VIRTUALLY_FRAME" val="{&quot;height&quot;:437.14527559055114,&quot;left&quot;:112.84559055118109,&quot;top&quot;:102.88,&quot;width&quot;:742.7544094488189}"/>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此处添加文本具体内容，简明扼要地阐述您的观点。根据需要可酌情增减文字，以便观者准确地理解您传达的思想单击此处添加文本具体内容。"/>
  <p:tag name="KSO_WM_UNIT_LINE_FORE_SCHEMECOLOR_INDEX" val="-2"/>
  <p:tag name="KSO_WM_UNIT_TEXT_FILL_FORE_SCHEMECOLOR_INDEX" val="1"/>
  <p:tag name="KSO_WM_UNIT_TEXT_FILL_TYPE" val="1"/>
  <p:tag name="KSO_WM_DIAGRAM_USE_COLOR_VALUE" val="{&quot;color_scheme&quot;:1,&quot;color_type&quot;:1,&quot;theme_color_indexes&quot;:[5,6,5,6,5,6]}"/>
</p:tagLst>
</file>

<file path=ppt/tags/tag148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35250_1*l_h_f*1_1_1"/>
  <p:tag name="KSO_WM_TEMPLATE_CATEGORY" val="diagram"/>
  <p:tag name="KSO_WM_TEMPLATE_INDEX" val="20235250"/>
  <p:tag name="KSO_WM_UNIT_LAYERLEVEL" val="1_1_1"/>
  <p:tag name="KSO_WM_TAG_VERSION" val="3.0"/>
  <p:tag name="KSO_WM_BEAUTIFY_FLAG" val="#wm#"/>
  <p:tag name="KSO_WM_UNIT_SUBTYPE" val="a"/>
  <p:tag name="KSO_WM_UNIT_TEXT_LAYER_COUNT" val="1"/>
  <p:tag name="KSO_WM_UNIT_NOCLEAR" val="0"/>
  <p:tag name="KSO_WM_UNIT_VALUE" val="132"/>
  <p:tag name="KSO_WM_DIAGRAM_GROUP_CODE" val="l1-1"/>
  <p:tag name="KSO_WM_UNIT_TYPE" val="l_h_f"/>
  <p:tag name="KSO_WM_UNIT_INDEX" val="1_1_1"/>
  <p:tag name="KSO_WM_DIAGRAM_VERSION" val="3"/>
  <p:tag name="KSO_WM_DIAGRAM_COLOR_TRICK" val="1"/>
  <p:tag name="KSO_WM_DIAGRAM_COLOR_TEXT_CAN_REMOVE" val="n"/>
  <p:tag name="KSO_WM_UNIT_TEXT_TYPE" val="1"/>
  <p:tag name="KSO_WM_DIAGRAM_MAX_ITEMCNT" val="6"/>
  <p:tag name="KSO_WM_DIAGRAM_MIN_ITEMCNT" val="2"/>
  <p:tag name="KSO_WM_DIAGRAM_VIRTUALLY_FRAME" val="{&quot;height&quot;:437.14527559055114,&quot;left&quot;:112.84559055118109,&quot;top&quot;:102.88,&quot;width&quot;:742.7544094488189}"/>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此处添加文本具体内容，简明扼要地阐述您的观点。根据需要可酌情增减文字，以便观者准确地理解您传达的思想。"/>
  <p:tag name="KSO_WM_UNIT_LINE_FORE_SCHEMECOLOR_INDEX" val="-2"/>
  <p:tag name="KSO_WM_UNIT_TEXT_FILL_FORE_SCHEMECOLOR_INDEX" val="1"/>
  <p:tag name="KSO_WM_UNIT_TEXT_FILL_TYPE" val="1"/>
  <p:tag name="KSO_WM_DIAGRAM_USE_COLOR_VALUE" val="{&quot;color_scheme&quot;:1,&quot;color_type&quot;:1,&quot;theme_color_indexes&quot;:[5,6,5,6,5,6]}"/>
</p:tagLst>
</file>

<file path=ppt/tags/tag148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35250_1*l_h_i*1_1_2"/>
  <p:tag name="KSO_WM_TEMPLATE_CATEGORY" val="diagram"/>
  <p:tag name="KSO_WM_TEMPLATE_INDEX" val="20235250"/>
  <p:tag name="KSO_WM_UNIT_LAYERLEVEL" val="1_1_1"/>
  <p:tag name="KSO_WM_TAG_VERSION" val="3.0"/>
  <p:tag name="KSO_WM_BEAUTIFY_FLAG" val="#wm#"/>
  <p:tag name="KSO_WM_DIAGRAM_GROUP_CODE" val="l1-1"/>
  <p:tag name="KSO_WM_UNIT_TYPE" val="l_h_i"/>
  <p:tag name="KSO_WM_UNIT_INDEX" val="1_1_2"/>
  <p:tag name="KSO_WM_DIAGRAM_VERSION" val="3"/>
  <p:tag name="KSO_WM_DIAGRAM_COLOR_TRICK" val="1"/>
  <p:tag name="KSO_WM_DIAGRAM_COLOR_TEXT_CAN_REMOVE" val="n"/>
  <p:tag name="KSO_WM_DIAGRAM_MAX_ITEMCNT" val="6"/>
  <p:tag name="KSO_WM_DIAGRAM_MIN_ITEMCNT" val="2"/>
  <p:tag name="KSO_WM_DIAGRAM_VIRTUALLY_FRAME" val="{&quot;height&quot;:437.14527559055114,&quot;left&quot;:112.84559055118109,&quot;top&quot;:102.88,&quot;width&quot;:742.7544094488189}"/>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UNIT_LINE_FORE_SCHEMECOLOR_INDEX" val="-2"/>
  <p:tag name="KSO_WM_DIAGRAM_USE_COLOR_VALUE" val="{&quot;color_scheme&quot;:1,&quot;color_type&quot;:1,&quot;theme_color_indexes&quot;:[5,6,5,6,5,6]}"/>
</p:tagLst>
</file>

<file path=ppt/tags/tag148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35250_1*l_h_x*1_1_1"/>
  <p:tag name="KSO_WM_TEMPLATE_CATEGORY" val="diagram"/>
  <p:tag name="KSO_WM_TEMPLATE_INDEX" val="20235250"/>
  <p:tag name="KSO_WM_UNIT_LAYERLEVEL" val="1_1_1"/>
  <p:tag name="KSO_WM_TAG_VERSION" val="3.0"/>
  <p:tag name="KSO_WM_BEAUTIFY_FLAG" val="#wm#"/>
  <p:tag name="KSO_WM_UNIT_VALUE" val="92*92"/>
  <p:tag name="KSO_WM_DIAGRAM_GROUP_CODE" val="l1-1"/>
  <p:tag name="KSO_WM_UNIT_TYPE" val="l_h_x"/>
  <p:tag name="KSO_WM_UNIT_INDEX" val="1_1_1"/>
  <p:tag name="KSO_WM_DIAGRAM_VERSION" val="3"/>
  <p:tag name="KSO_WM_DIAGRAM_COLOR_TRICK" val="1"/>
  <p:tag name="KSO_WM_DIAGRAM_COLOR_TEXT_CAN_REMOVE" val="n"/>
  <p:tag name="KSO_WM_DIAGRAM_MAX_ITEMCNT" val="6"/>
  <p:tag name="KSO_WM_DIAGRAM_MIN_ITEMCNT" val="2"/>
  <p:tag name="KSO_WM_DIAGRAM_VIRTUALLY_FRAME" val="{&quot;height&quot;:437.14527559055114,&quot;left&quot;:112.84559055118109,&quot;top&quot;:102.88,&quot;width&quot;:742.7544094488189}"/>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DIAGRAM_USE_COLOR_VALUE" val="{&quot;color_scheme&quot;:1,&quot;color_type&quot;:1,&quot;theme_color_indexes&quot;:[5,6,5,6,5,6]}"/>
</p:tagLst>
</file>

<file path=ppt/tags/tag148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35250_1*l_h_i*1_2_2"/>
  <p:tag name="KSO_WM_TEMPLATE_CATEGORY" val="diagram"/>
  <p:tag name="KSO_WM_TEMPLATE_INDEX" val="20235250"/>
  <p:tag name="KSO_WM_UNIT_LAYERLEVEL" val="1_1_1"/>
  <p:tag name="KSO_WM_TAG_VERSION" val="3.0"/>
  <p:tag name="KSO_WM_BEAUTIFY_FLAG" val="#wm#"/>
  <p:tag name="KSO_WM_DIAGRAM_GROUP_CODE" val="l1-1"/>
  <p:tag name="KSO_WM_UNIT_TYPE" val="l_h_i"/>
  <p:tag name="KSO_WM_UNIT_INDEX" val="1_2_2"/>
  <p:tag name="KSO_WM_DIAGRAM_VERSION" val="3"/>
  <p:tag name="KSO_WM_DIAGRAM_COLOR_TRICK" val="1"/>
  <p:tag name="KSO_WM_DIAGRAM_COLOR_TEXT_CAN_REMOVE" val="n"/>
  <p:tag name="KSO_WM_DIAGRAM_MAX_ITEMCNT" val="6"/>
  <p:tag name="KSO_WM_DIAGRAM_MIN_ITEMCNT" val="2"/>
  <p:tag name="KSO_WM_DIAGRAM_VIRTUALLY_FRAME" val="{&quot;height&quot;:437.14527559055114,&quot;left&quot;:112.84559055118109,&quot;top&quot;:102.88,&quot;width&quot;:742.7544094488189}"/>
  <p:tag name="KSO_WM_DIAGRAM_COLOR_MATCH_VALUE" val="{&quot;shape&quot;:{&quot;fill&quot;:{&quot;solid&quot;:{&quot;brightness&quot;:0,&quot;colorType&quot;:1,&quot;foreColorIndex&quot;:5,&quot;transparency&quot;:0.5},&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UNIT_LINE_FORE_SCHEMECOLOR_INDEX" val="-2"/>
  <p:tag name="KSO_WM_DIAGRAM_USE_COLOR_VALUE" val="{&quot;color_scheme&quot;:1,&quot;color_type&quot;:1,&quot;theme_color_indexes&quot;:[5,6,5,6,5,6]}"/>
</p:tagLst>
</file>

<file path=ppt/tags/tag148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35250_1*l_h_x*1_2_1"/>
  <p:tag name="KSO_WM_TEMPLATE_CATEGORY" val="diagram"/>
  <p:tag name="KSO_WM_TEMPLATE_INDEX" val="20235250"/>
  <p:tag name="KSO_WM_UNIT_LAYERLEVEL" val="1_1_1"/>
  <p:tag name="KSO_WM_TAG_VERSION" val="3.0"/>
  <p:tag name="KSO_WM_BEAUTIFY_FLAG" val="#wm#"/>
  <p:tag name="KSO_WM_UNIT_VALUE" val="89*89"/>
  <p:tag name="KSO_WM_DIAGRAM_GROUP_CODE" val="l1-1"/>
  <p:tag name="KSO_WM_UNIT_TYPE" val="l_h_x"/>
  <p:tag name="KSO_WM_UNIT_INDEX" val="1_2_1"/>
  <p:tag name="KSO_WM_DIAGRAM_VERSION" val="3"/>
  <p:tag name="KSO_WM_DIAGRAM_COLOR_TRICK" val="1"/>
  <p:tag name="KSO_WM_DIAGRAM_COLOR_TEXT_CAN_REMOVE" val="n"/>
  <p:tag name="KSO_WM_DIAGRAM_MAX_ITEMCNT" val="6"/>
  <p:tag name="KSO_WM_DIAGRAM_MIN_ITEMCNT" val="2"/>
  <p:tag name="KSO_WM_DIAGRAM_VIRTUALLY_FRAME" val="{&quot;height&quot;:437.14527559055114,&quot;left&quot;:112.84559055118109,&quot;top&quot;:102.88,&quot;width&quot;:742.7544094488189}"/>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DIAGRAM_USE_COLOR_VALUE" val="{&quot;color_scheme&quot;:1,&quot;color_type&quot;:1,&quot;theme_color_indexes&quot;:[5,6,5,6,5,6]}"/>
</p:tagLst>
</file>

<file path=ppt/tags/tag1489.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35971"/>
  <p:tag name="KSO_WM_SLIDE_ID" val="diagram20233233_1"/>
  <p:tag name="KSO_WM_TEMPLATE_SUBCATEGORY" val="0"/>
  <p:tag name="KSO_WM_TEMPLATE_MASTER_TYPE" val="0"/>
  <p:tag name="KSO_WM_TEMPLATE_COLOR_TYPE" val="0"/>
  <p:tag name="KSO_WM_SLIDE_ITEM_CNT" val="2"/>
  <p:tag name="KSO_WM_SLIDE_INDEX" val="1"/>
  <p:tag name="KSO_WM_DIAGRAM_GROUP_CODE" val="l1-1"/>
  <p:tag name="KSO_WM_SLIDE_DIAGTYPE" val="l"/>
  <p:tag name="KSO_WM_TAG_VERSION" val="3.0"/>
  <p:tag name="KSO_WM_SLIDE_LAYOUT" val="a_l"/>
  <p:tag name="KSO_WM_SLIDE_LAYOUT_CNT" val="1_1"/>
  <p:tag name="KSO_WM_SLIDE_TYPE" val="text"/>
  <p:tag name="KSO_WM_SLIDE_SUBTYPE" val="diag"/>
  <p:tag name="KSO_WM_SLIDE_SIZE" val="850.394*348.539"/>
  <p:tag name="KSO_WM_SLIDE_POSITION" val="54.7501*124.973"/>
</p:tagLst>
</file>

<file path=ppt/tags/tag1490.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26"/>
  <p:tag name="KSO_WM_UNIT_HIGHLIGHT" val="0"/>
  <p:tag name="KSO_WM_UNIT_COMPATIBLE" val="0"/>
  <p:tag name="KSO_WM_UNIT_DIAGRAM_ISNUMVISUAL" val="0"/>
  <p:tag name="KSO_WM_UNIT_DIAGRAM_ISREFERUNIT" val="0"/>
  <p:tag name="KSO_WM_DIAGRAM_GROUP_CODE" val="l1-1"/>
  <p:tag name="KSO_WM_UNIT_TYPE" val="a"/>
  <p:tag name="KSO_WM_UNIT_INDEX" val="1"/>
  <p:tag name="KSO_WM_UNIT_ID" val="diagram20233233_1*a*1"/>
  <p:tag name="KSO_WM_TEMPLATE_CATEGORY" val="diagram"/>
  <p:tag name="KSO_WM_TEMPLATE_INDEX" val="20233233"/>
  <p:tag name="KSO_WM_UNIT_LAYERLEVEL" val="1"/>
  <p:tag name="KSO_WM_TAG_VERSION" val="3.0"/>
  <p:tag name="KSO_WM_BEAUTIFY_FLAG" val="#wm#"/>
  <p:tag name="KSO_WM_UNIT_TEXT_TYPE" val="1"/>
  <p:tag name="KSO_WM_UNIT_PRESET_TEXT" val="单击此处添加标题内容"/>
  <p:tag name="KSO_WM_UNIT_TEXT_FILL_FORE_SCHEMECOLOR_INDEX" val="15"/>
  <p:tag name="KSO_WM_UNIT_TEXT_FILL_TYPE" val="1"/>
  <p:tag name="KSO_WM_UNIT_USESOURCEFORMAT_APPLY" val="0"/>
</p:tagLst>
</file>

<file path=ppt/tags/tag1491.xml><?xml version="1.0" encoding="utf-8"?>
<p:tagLst xmlns:a="http://schemas.openxmlformats.org/drawingml/2006/main" xmlns:r="http://schemas.openxmlformats.org/officeDocument/2006/relationships" xmlns:p="http://schemas.openxmlformats.org/presentationml/2006/main">
  <p:tag name="KSO_WM_DIAGRAM_VERSION" val="3"/>
  <p:tag name="KSO_WM_DIAGRAM_COLOR_TRICK" val="1"/>
  <p:tag name="KSO_WM_DIAGRAM_COLOR_TEXT_CAN_REMOVE" val="n"/>
  <p:tag name="KSO_WM_UNIT_VALUE" val="546*1182"/>
  <p:tag name="KSO_WM_UNIT_HIGHLIGHT" val="0"/>
  <p:tag name="KSO_WM_UNIT_COMPATIBLE" val="0"/>
  <p:tag name="KSO_WM_UNIT_DIAGRAM_ISNUMVISUAL" val="0"/>
  <p:tag name="KSO_WM_UNIT_DIAGRAM_ISREFERUNIT" val="0"/>
  <p:tag name="KSO_WM_DIAGRAM_GROUP_CODE" val="l1-1"/>
  <p:tag name="KSO_WM_UNIT_TYPE" val="l_h_d"/>
  <p:tag name="KSO_WM_UNIT_INDEX" val="1_2_1"/>
  <p:tag name="KSO_WM_UNIT_ID" val="diagram20233233_1*l_h_d*1_2_1"/>
  <p:tag name="KSO_WM_TEMPLATE_CATEGORY" val="diagram"/>
  <p:tag name="KSO_WM_TEMPLATE_INDEX" val="20233233"/>
  <p:tag name="KSO_WM_UNIT_LAYERLEVEL" val="1_1_1"/>
  <p:tag name="KSO_WM_TAG_VERSION" val="3.0"/>
  <p:tag name="KSO_WM_BEAUTIFY_FLAG" val="#wm#"/>
  <p:tag name="KSO_WM_DIAGRAM_MAX_ITEMCNT" val="2"/>
  <p:tag name="KSO_WM_DIAGRAM_MIN_ITEMCNT" val="2"/>
  <p:tag name="KSO_WM_DIAGRAM_VIRTUALLY_FRAME" val="{&quot;height&quot;:348.5389099121094,&quot;width&quot;:850.3936767578125}"/>
  <p:tag name="KSO_WM_DIAGRAM_COLOR_MATCH_VALUE" val="{&quot;shape&quot;:{&quot;fill&quot;:{&quot;type&quot;:0},&quot;glow&quot;:{&quot;colorType&quot;:0},&quot;line&quot;:{&quot;solidLine&quot;:{&quot;brightness&quot;:0.6000000238418579,&quot;colorType&quot;:1,&quot;foreColorIndex&quot;:13,&quot;transparency&quot;:0.800000011920929},&quot;type&quot;:1},&quot;shadow&quot;:{&quot;colorType&quot;:0},&quot;threeD&quot;:{&quot;curvedSurface&quot;:{&quot;brightness&quot;:0,&quot;colorType&quot;:2,&quot;rgb&quot;:&quot;#000000&quot;},&quot;depth&quot;:{&quot;colorType&quot;:0}}},&quot;text&quot;:{&quot;fill&quot;:{},&quot;glow&quot;:{},&quot;line&quot;:{},&quot;shadow&quot;:{},&quot;threeD&quot;:{}}}"/>
  <p:tag name="KSO_WM_UNIT_LINE_FORE_SCHEMECOLOR_INDEX" val="13"/>
  <p:tag name="KSO_WM_UNIT_PICTURE_SUBTYPE" val="b"/>
  <p:tag name="MH_PIC_SOURCE_TYPE" val="generate_slide_ai*{&quot;ai_type&quot;:&quot;generate_ppt&quot;,&quot;id&quot;:&quot;&quot;}*auto_ai_ai_v2.0.9_ONLINE*1744641021005_10.5_77d2bec61e02-slide-13"/>
  <p:tag name="KSO_WM_UNIT_LINE_FILL_TYPE" val="2"/>
  <p:tag name="KSO_WM_UNIT_USESOURCEFORMAT_APPLY" val="0"/>
</p:tagLst>
</file>

<file path=ppt/tags/tag1492.xml><?xml version="1.0" encoding="utf-8"?>
<p:tagLst xmlns:a="http://schemas.openxmlformats.org/drawingml/2006/main" xmlns:r="http://schemas.openxmlformats.org/officeDocument/2006/relationships" xmlns:p="http://schemas.openxmlformats.org/presentationml/2006/main">
  <p:tag name="KSO_WM_DIAGRAM_VERSION" val="3"/>
  <p:tag name="KSO_WM_DIAGRAM_COLOR_TRICK" val="1"/>
  <p:tag name="KSO_WM_DIAGRAM_COLOR_TEXT_CAN_REMOVE" val="n"/>
  <p:tag name="KSO_WM_UNIT_VALUE" val="546*1182"/>
  <p:tag name="KSO_WM_UNIT_HIGHLIGHT" val="0"/>
  <p:tag name="KSO_WM_UNIT_COMPATIBLE" val="0"/>
  <p:tag name="KSO_WM_UNIT_DIAGRAM_ISNUMVISUAL" val="0"/>
  <p:tag name="KSO_WM_UNIT_DIAGRAM_ISREFERUNIT" val="0"/>
  <p:tag name="KSO_WM_DIAGRAM_GROUP_CODE" val="l1-1"/>
  <p:tag name="KSO_WM_UNIT_TYPE" val="l_h_d"/>
  <p:tag name="KSO_WM_UNIT_INDEX" val="1_1_1"/>
  <p:tag name="KSO_WM_UNIT_ID" val="diagram20233233_1*l_h_d*1_1_1"/>
  <p:tag name="KSO_WM_TEMPLATE_CATEGORY" val="diagram"/>
  <p:tag name="KSO_WM_TEMPLATE_INDEX" val="20233233"/>
  <p:tag name="KSO_WM_UNIT_LAYERLEVEL" val="1_1_1"/>
  <p:tag name="KSO_WM_TAG_VERSION" val="3.0"/>
  <p:tag name="KSO_WM_BEAUTIFY_FLAG" val="#wm#"/>
  <p:tag name="KSO_WM_DIAGRAM_MAX_ITEMCNT" val="2"/>
  <p:tag name="KSO_WM_DIAGRAM_MIN_ITEMCNT" val="2"/>
  <p:tag name="KSO_WM_DIAGRAM_VIRTUALLY_FRAME" val="{&quot;height&quot;:348.5389099121094,&quot;width&quot;:850.3936767578125}"/>
  <p:tag name="KSO_WM_DIAGRAM_COLOR_MATCH_VALUE" val="{&quot;shape&quot;:{&quot;fill&quot;:{&quot;type&quot;:0},&quot;glow&quot;:{&quot;colorType&quot;:0},&quot;line&quot;:{&quot;solidLine&quot;:{&quot;brightness&quot;:0.6000000238418579,&quot;colorType&quot;:1,&quot;foreColorIndex&quot;:13,&quot;transparency&quot;:0.800000011920929},&quot;type&quot;:1},&quot;shadow&quot;:{&quot;colorType&quot;:0},&quot;threeD&quot;:{&quot;curvedSurface&quot;:{&quot;brightness&quot;:0,&quot;colorType&quot;:2,&quot;rgb&quot;:&quot;#000000&quot;},&quot;depth&quot;:{&quot;colorType&quot;:0}}},&quot;text&quot;:{&quot;fill&quot;:{},&quot;glow&quot;:{},&quot;line&quot;:{},&quot;shadow&quot;:{},&quot;threeD&quot;:{}}}"/>
  <p:tag name="KSO_WM_UNIT_LINE_FORE_SCHEMECOLOR_INDEX" val="13"/>
  <p:tag name="KSO_WM_UNIT_PICTURE_SUBTYPE" val="b"/>
  <p:tag name="MH_PIC_SOURCE_TYPE" val="generate_slide_ai*{&quot;ai_type&quot;:&quot;generate_ppt&quot;,&quot;id&quot;:&quot;&quot;}*auto_ai_ai_v2.0.9_ONLINE*1744641021005_10.5_77d2bec61e02-slide-13"/>
  <p:tag name="KSO_WM_UNIT_LINE_FILL_TYPE" val="2"/>
  <p:tag name="KSO_WM_UNIT_USESOURCEFORMAT_APPLY" val="0"/>
</p:tagLst>
</file>

<file path=ppt/tags/tag1493.xml><?xml version="1.0" encoding="utf-8"?>
<p:tagLst xmlns:a="http://schemas.openxmlformats.org/drawingml/2006/main" xmlns:r="http://schemas.openxmlformats.org/officeDocument/2006/relationships" xmlns:p="http://schemas.openxmlformats.org/presentationml/2006/main">
  <p:tag name="KSO_WM_DIAGRAM_VERSION" val="3"/>
  <p:tag name="KSO_WM_DIAGRAM_COLOR_TRICK" val="1"/>
  <p:tag name="KSO_WM_DIAGRAM_COLOR_TEXT_CAN_REMOVE" val="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233233_1*l_h_f*1_1_1"/>
  <p:tag name="KSO_WM_TEMPLATE_CATEGORY" val="diagram"/>
  <p:tag name="KSO_WM_TEMPLATE_INDEX" val="20233233"/>
  <p:tag name="KSO_WM_UNIT_LAYERLEVEL" val="1_1_1"/>
  <p:tag name="KSO_WM_TAG_VERSION" val="3.0"/>
  <p:tag name="KSO_WM_BEAUTIFY_FLAG" val="#wm#"/>
  <p:tag name="KSO_WM_DIAGRAM_MAX_ITEMCNT" val="2"/>
  <p:tag name="KSO_WM_DIAGRAM_MIN_ITEMCNT" val="2"/>
  <p:tag name="KSO_WM_DIAGRAM_VIRTUALLY_FRAME" val="{&quot;height&quot;:348.5389099121094,&quot;width&quot;:850.39367675781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PRESET_TEXT" val="单击此处添加文本具体内容，简明扼要地阐述您的观点。根据需要可酌情增减正文内容文字，以便观者准确地理解您传达的思想。单击此处添加你的文本具体内容，可酌情增减正文内容"/>
  <p:tag name="KSO_WM_UNIT_TEXT_FILL_FORE_SCHEMECOLOR_INDEX" val="1"/>
  <p:tag name="KSO_WM_UNIT_TEXT_FILL_TYPE" val="1"/>
  <p:tag name="KSO_WM_UNIT_TEXT_LAYER_COUNT" val="1"/>
  <p:tag name="KSO_WM_UNIT_USESOURCEFORMAT_APPLY" val="0"/>
</p:tagLst>
</file>

<file path=ppt/tags/tag1494.xml><?xml version="1.0" encoding="utf-8"?>
<p:tagLst xmlns:a="http://schemas.openxmlformats.org/drawingml/2006/main" xmlns:r="http://schemas.openxmlformats.org/officeDocument/2006/relationships" xmlns:p="http://schemas.openxmlformats.org/presentationml/2006/main">
  <p:tag name="KSO_WM_DIAGRAM_VERSION" val="3"/>
  <p:tag name="KSO_WM_DIAGRAM_COLOR_TRICK" val="1"/>
  <p:tag name="KSO_WM_DIAGRAM_COLOR_TEXT_CAN_REMOVE" val="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1_1"/>
  <p:tag name="KSO_WM_UNIT_ID" val="diagram20233233_1*l_h_a*1_1_1"/>
  <p:tag name="KSO_WM_TEMPLATE_CATEGORY" val="diagram"/>
  <p:tag name="KSO_WM_TEMPLATE_INDEX" val="20233233"/>
  <p:tag name="KSO_WM_UNIT_LAYERLEVEL" val="1_1_1"/>
  <p:tag name="KSO_WM_TAG_VERSION" val="3.0"/>
  <p:tag name="KSO_WM_BEAUTIFY_FLAG" val="#wm#"/>
  <p:tag name="KSO_WM_DIAGRAM_MAX_ITEMCNT" val="2"/>
  <p:tag name="KSO_WM_DIAGRAM_MIN_ITEMCNT" val="2"/>
  <p:tag name="KSO_WM_DIAGRAM_VIRTUALLY_FRAME" val="{&quot;height&quot;:348.5389099121094,&quot;width&quot;:850.39367675781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21"/>
  <p:tag name="KSO_WM_UNIT_TEXT_TYPE" val="1"/>
  <p:tag name="KSO_WM_UNIT_PRESET_TEXT" val="此处添加项标题"/>
  <p:tag name="KSO_WM_UNIT_TEXT_FILL_FORE_SCHEMECOLOR_INDEX" val="1"/>
  <p:tag name="KSO_WM_UNIT_TEXT_FILL_TYPE" val="1"/>
  <p:tag name="KSO_WM_UNIT_USESOURCEFORMAT_APPLY" val="0"/>
</p:tagLst>
</file>

<file path=ppt/tags/tag1495.xml><?xml version="1.0" encoding="utf-8"?>
<p:tagLst xmlns:a="http://schemas.openxmlformats.org/drawingml/2006/main" xmlns:r="http://schemas.openxmlformats.org/officeDocument/2006/relationships" xmlns:p="http://schemas.openxmlformats.org/presentationml/2006/main">
  <p:tag name="KSO_WM_DIAGRAM_VERSION" val="3"/>
  <p:tag name="KSO_WM_DIAGRAM_COLOR_TRICK" val="1"/>
  <p:tag name="KSO_WM_DIAGRAM_COLOR_TEXT_CAN_REMOVE" val="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diagram20233233_1*l_h_i*1_1_1"/>
  <p:tag name="KSO_WM_TEMPLATE_CATEGORY" val="diagram"/>
  <p:tag name="KSO_WM_TEMPLATE_INDEX" val="20233233"/>
  <p:tag name="KSO_WM_UNIT_LAYERLEVEL" val="1_1_1"/>
  <p:tag name="KSO_WM_TAG_VERSION" val="3.0"/>
  <p:tag name="KSO_WM_BEAUTIFY_FLAG" val="#wm#"/>
  <p:tag name="KSO_WM_DIAGRAM_MAX_ITEMCNT" val="2"/>
  <p:tag name="KSO_WM_DIAGRAM_MIN_ITEMCNT" val="2"/>
  <p:tag name="KSO_WM_DIAGRAM_VIRTUALLY_FRAME" val="{&quot;height&quot;:348.5389099121094,&quot;width&quot;:850.39367675781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SUBTYPE" val="d"/>
  <p:tag name="KSO_WM_UNIT_TEXT_FILL_FORE_SCHEMECOLOR_INDEX" val="1"/>
  <p:tag name="KSO_WM_UNIT_TEXT_FILL_TYPE" val="1"/>
  <p:tag name="KSO_WM_UNIT_USESOURCEFORMAT_APPLY" val="0"/>
</p:tagLst>
</file>

<file path=ppt/tags/tag1496.xml><?xml version="1.0" encoding="utf-8"?>
<p:tagLst xmlns:a="http://schemas.openxmlformats.org/drawingml/2006/main" xmlns:r="http://schemas.openxmlformats.org/officeDocument/2006/relationships" xmlns:p="http://schemas.openxmlformats.org/presentationml/2006/main">
  <p:tag name="KSO_WM_DIAGRAM_VERSION" val="3"/>
  <p:tag name="KSO_WM_DIAGRAM_COLOR_TRICK" val="1"/>
  <p:tag name="KSO_WM_DIAGRAM_COLOR_TEXT_CAN_REMOVE" val="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20233233_1*l_h_f*1_2_1"/>
  <p:tag name="KSO_WM_TEMPLATE_CATEGORY" val="diagram"/>
  <p:tag name="KSO_WM_TEMPLATE_INDEX" val="20233233"/>
  <p:tag name="KSO_WM_UNIT_LAYERLEVEL" val="1_1_1"/>
  <p:tag name="KSO_WM_TAG_VERSION" val="3.0"/>
  <p:tag name="KSO_WM_BEAUTIFY_FLAG" val="#wm#"/>
  <p:tag name="KSO_WM_DIAGRAM_MAX_ITEMCNT" val="2"/>
  <p:tag name="KSO_WM_DIAGRAM_MIN_ITEMCNT" val="2"/>
  <p:tag name="KSO_WM_DIAGRAM_VIRTUALLY_FRAME" val="{&quot;height&quot;:348.5389099121094,&quot;width&quot;:850.39367675781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90"/>
  <p:tag name="KSO_WM_UNIT_TEXT_TYPE" val="1"/>
  <p:tag name="KSO_WM_UNIT_PRESET_TEXT" val="单击此处添加文本具体内容，简明扼要地阐述您的观点。根据需要可酌情增减正文内容文字，以便观者准确地理解您传达的思想。单击此处添加你的文本具体内容，可酌情增减正文内容"/>
  <p:tag name="KSO_WM_UNIT_TEXT_FILL_FORE_SCHEMECOLOR_INDEX" val="1"/>
  <p:tag name="KSO_WM_UNIT_TEXT_FILL_TYPE" val="1"/>
  <p:tag name="KSO_WM_UNIT_TEXT_LAYER_COUNT" val="1"/>
  <p:tag name="KSO_WM_UNIT_USESOURCEFORMAT_APPLY" val="0"/>
</p:tagLst>
</file>

<file path=ppt/tags/tag1497.xml><?xml version="1.0" encoding="utf-8"?>
<p:tagLst xmlns:a="http://schemas.openxmlformats.org/drawingml/2006/main" xmlns:r="http://schemas.openxmlformats.org/officeDocument/2006/relationships" xmlns:p="http://schemas.openxmlformats.org/presentationml/2006/main">
  <p:tag name="KSO_WM_DIAGRAM_VERSION" val="3"/>
  <p:tag name="KSO_WM_DIAGRAM_COLOR_TRICK" val="1"/>
  <p:tag name="KSO_WM_DIAGRAM_COLOR_TEXT_CAN_REMOVE" val="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2_1"/>
  <p:tag name="KSO_WM_UNIT_ID" val="diagram20233233_1*l_h_a*1_2_1"/>
  <p:tag name="KSO_WM_TEMPLATE_CATEGORY" val="diagram"/>
  <p:tag name="KSO_WM_TEMPLATE_INDEX" val="20233233"/>
  <p:tag name="KSO_WM_UNIT_LAYERLEVEL" val="1_1_1"/>
  <p:tag name="KSO_WM_TAG_VERSION" val="3.0"/>
  <p:tag name="KSO_WM_BEAUTIFY_FLAG" val="#wm#"/>
  <p:tag name="KSO_WM_DIAGRAM_MAX_ITEMCNT" val="2"/>
  <p:tag name="KSO_WM_DIAGRAM_MIN_ITEMCNT" val="2"/>
  <p:tag name="KSO_WM_DIAGRAM_VIRTUALLY_FRAME" val="{&quot;height&quot;:348.5389099121094,&quot;width&quot;:850.39367675781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21"/>
  <p:tag name="KSO_WM_UNIT_TEXT_TYPE" val="1"/>
  <p:tag name="KSO_WM_UNIT_PRESET_TEXT" val="此处添加项标题"/>
  <p:tag name="KSO_WM_UNIT_TEXT_FILL_FORE_SCHEMECOLOR_INDEX" val="1"/>
  <p:tag name="KSO_WM_UNIT_TEXT_FILL_TYPE" val="1"/>
  <p:tag name="KSO_WM_UNIT_USESOURCEFORMAT_APPLY" val="0"/>
</p:tagLst>
</file>

<file path=ppt/tags/tag1498.xml><?xml version="1.0" encoding="utf-8"?>
<p:tagLst xmlns:a="http://schemas.openxmlformats.org/drawingml/2006/main" xmlns:r="http://schemas.openxmlformats.org/officeDocument/2006/relationships" xmlns:p="http://schemas.openxmlformats.org/presentationml/2006/main">
  <p:tag name="KSO_WM_DIAGRAM_VERSION" val="3"/>
  <p:tag name="KSO_WM_DIAGRAM_COLOR_TRICK" val="1"/>
  <p:tag name="KSO_WM_DIAGRAM_COLOR_TEXT_CAN_REMOVE" val="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i"/>
  <p:tag name="KSO_WM_UNIT_INDEX" val="1_2_1"/>
  <p:tag name="KSO_WM_UNIT_ID" val="diagram20233233_1*l_h_i*1_2_1"/>
  <p:tag name="KSO_WM_TEMPLATE_CATEGORY" val="diagram"/>
  <p:tag name="KSO_WM_TEMPLATE_INDEX" val="20233233"/>
  <p:tag name="KSO_WM_UNIT_LAYERLEVEL" val="1_1_1"/>
  <p:tag name="KSO_WM_TAG_VERSION" val="3.0"/>
  <p:tag name="KSO_WM_BEAUTIFY_FLAG" val="#wm#"/>
  <p:tag name="KSO_WM_DIAGRAM_MAX_ITEMCNT" val="2"/>
  <p:tag name="KSO_WM_DIAGRAM_MIN_ITEMCNT" val="2"/>
  <p:tag name="KSO_WM_DIAGRAM_VIRTUALLY_FRAME" val="{&quot;height&quot;:348.5389099121094,&quot;width&quot;:850.39367675781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SUBTYPE" val="d"/>
  <p:tag name="KSO_WM_UNIT_TEXT_FILL_FORE_SCHEMECOLOR_INDEX" val="1"/>
  <p:tag name="KSO_WM_UNIT_TEXT_FILL_TYPE" val="1"/>
  <p:tag name="KSO_WM_UNIT_USESOURCEFORMAT_APPLY" val="0"/>
</p:tagLst>
</file>

<file path=ppt/tags/tag1499.xml><?xml version="1.0" encoding="utf-8"?>
<p:tagLst xmlns:a="http://schemas.openxmlformats.org/drawingml/2006/main" xmlns:r="http://schemas.openxmlformats.org/officeDocument/2006/relationships" xmlns:p="http://schemas.openxmlformats.org/presentationml/2006/main">
  <p:tag name="KSO_WM_SLIDE_CONTENT_ORIENTATION" val=""/>
  <p:tag name="KSO_WM_SLIDE_HAS_MASK" val="0"/>
  <p:tag name="KSO_WM_SLIDE_ITEM_CNT" val="3"/>
  <p:tag name="KSO_WM_SLIDE_TYPE" val="text"/>
  <p:tag name="KSO_WM_TEMPLATE_SUBCATEGORY" val="29"/>
  <p:tag name="KSO_WM_BEAUTIFY_FLAG" val="#wm#"/>
  <p:tag name="KSO_WM_TEMPLATE_FIGMA_ID" val="0"/>
  <p:tag name="KSO_WM_TEMPLATE_SLIDE_ID" val="slide_602d535931c36a5c"/>
</p:tagLst>
</file>

<file path=ppt/tags/tag1500.xml><?xml version="1.0" encoding="utf-8"?>
<p:tagLst xmlns:a="http://schemas.openxmlformats.org/drawingml/2006/main" xmlns:r="http://schemas.openxmlformats.org/officeDocument/2006/relationships" xmlns:p="http://schemas.openxmlformats.org/presentationml/2006/main">
  <p:tag name="KSO_WM_FIGMA_DECORATION_INDEX" val="18"/>
  <p:tag name="$PH_EXT" val="2"/>
  <p:tag name="KSO_WM_BEAUTIFY_FLAG" val="#fgm#"/>
  <p:tag name="KSO_WM_DIAGRAM_GROUP_CODE" val="1"/>
  <p:tag name="KSO_WM_FIGMA_FLAG" val="#fgm#"/>
  <p:tag name="KSO_WM_SHAPE_BGTYPE" val="lt2"/>
  <p:tag name="KSO_WM_SHAPE_BRIGHT_DATA" val="[{&quot;dk1&quot;:-60,&quot;dk2&quot;:-50,&quot;lt1&quot;:90,&quot;lt2&quot;:100},{&quot;dk1&quot;:-60,&quot;dk2&quot;:-50,&quot;lt1&quot;:90,&quot;lt2&quot;:100}]"/>
  <p:tag name="KSO_WM_SHAPE_UPDATE_BRIGHT" val="1"/>
  <p:tag name="KSO_WM_SYNC_SLIDE_TEXT" val="1"/>
  <p:tag name="KSO_WM_UNIT_INDEX" val="1_1_1"/>
  <p:tag name="KSO_WM_UNIT_TYPE" val="l_h_i"/>
  <p:tag name="KSO_WM_UNIT_PRESET_TEXT" val=" "/>
  <p:tag name="KSO_WM_DIAGRAM_VIRTUALLY_FRAME" val="{&quot;height&quot;:372,&quot;left&quot;:48,&quot;top&quot;:120,&quot;width&quot;:864}"/>
</p:tagLst>
</file>

<file path=ppt/tags/tag1501.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a"/>
  <p:tag name="KSO_WM_LAYOUT_CHECK_HASH" val="830b0fc7c47b9dd9a7f95fb4bd02747c0fb2343c"/>
  <p:tag name="KSO_WM_NEWLAYOUT_GROUP_ID" val="layout_38"/>
  <p:tag name="KSO_WM_NEWLAYOUT_ID" val="slide_602d535931c36a5c"/>
  <p:tag name="KSO_WM_UNIT_PRESET_TEXT" val="单击此处添加标题"/>
</p:tagLst>
</file>

<file path=ppt/tags/tag1502.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a"/>
  <p:tag name="KSO_WM_UNIT_PRESET_TEXT" val="单击添加项标题"/>
  <p:tag name="KSO_WM_DIAGRAM_VIRTUALLY_FRAME" val="{&quot;height&quot;:372,&quot;left&quot;:48,&quot;top&quot;:120,&quot;width&quot;:864}"/>
</p:tagLst>
</file>

<file path=ppt/tags/tag1503.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f"/>
  <p:tag name="KSO_WM_UNIT_PRESET_TEXT" val="单击此处添加项正文"/>
  <p:tag name="KSO_WM_DIAGRAM_VIRTUALLY_FRAME" val="{&quot;height&quot;:372,&quot;left&quot;:48,&quot;top&quot;:120,&quot;width&quot;:864}"/>
</p:tagLst>
</file>

<file path=ppt/tags/tag1504.xml><?xml version="1.0" encoding="utf-8"?>
<p:tagLst xmlns:a="http://schemas.openxmlformats.org/drawingml/2006/main" xmlns:r="http://schemas.openxmlformats.org/officeDocument/2006/relationships" xmlns:p="http://schemas.openxmlformats.org/presentationml/2006/main">
  <p:tag name="KSO_WM_FIGMA_DECORATION_INDEX" val="18"/>
  <p:tag name="$PH_EXT" val="2"/>
  <p:tag name="KSO_WM_BEAUTIFY_FLAG" val="#fgm#"/>
  <p:tag name="KSO_WM_DIAGRAM_GROUP_CODE" val="1"/>
  <p:tag name="KSO_WM_FIGMA_FLAG" val="#fgm#"/>
  <p:tag name="KSO_WM_SHAPE_BGTYPE" val="lt2"/>
  <p:tag name="KSO_WM_SHAPE_BRIGHT_DATA" val="[{&quot;dk1&quot;:-60,&quot;dk2&quot;:-50,&quot;lt1&quot;:90,&quot;lt2&quot;:100},{&quot;dk1&quot;:-60,&quot;dk2&quot;:-50,&quot;lt1&quot;:90,&quot;lt2&quot;:100}]"/>
  <p:tag name="KSO_WM_SHAPE_UPDATE_BRIGHT" val="1"/>
  <p:tag name="KSO_WM_SYNC_SLIDE_TEXT" val="1"/>
  <p:tag name="KSO_WM_UNIT_INDEX" val="1_2_1"/>
  <p:tag name="KSO_WM_UNIT_TYPE" val="l_h_i"/>
  <p:tag name="KSO_WM_UNIT_PRESET_TEXT" val=" "/>
  <p:tag name="KSO_WM_DIAGRAM_VIRTUALLY_FRAME" val="{&quot;height&quot;:372,&quot;left&quot;:48,&quot;top&quot;:120,&quot;width&quot;:864}"/>
</p:tagLst>
</file>

<file path=ppt/tags/tag1505.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a"/>
  <p:tag name="KSO_WM_UNIT_PRESET_TEXT" val="单击添加项标题"/>
  <p:tag name="KSO_WM_DIAGRAM_VIRTUALLY_FRAME" val="{&quot;height&quot;:372,&quot;left&quot;:48,&quot;top&quot;:120,&quot;width&quot;:864}"/>
</p:tagLst>
</file>

<file path=ppt/tags/tag1506.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f"/>
  <p:tag name="KSO_WM_UNIT_PRESET_TEXT" val="单击此处添加项正文"/>
  <p:tag name="KSO_WM_DIAGRAM_VIRTUALLY_FRAME" val="{&quot;height&quot;:372,&quot;left&quot;:48,&quot;top&quot;:120,&quot;width&quot;:864}"/>
</p:tagLst>
</file>

<file path=ppt/tags/tag1507.xml><?xml version="1.0" encoding="utf-8"?>
<p:tagLst xmlns:a="http://schemas.openxmlformats.org/drawingml/2006/main" xmlns:r="http://schemas.openxmlformats.org/officeDocument/2006/relationships" xmlns:p="http://schemas.openxmlformats.org/presentationml/2006/main">
  <p:tag name="KSO_WM_FIGMA_DECORATION_INDEX" val="18"/>
  <p:tag name="$PH_EXT" val="2"/>
  <p:tag name="KSO_WM_BEAUTIFY_FLAG" val="#fgm#"/>
  <p:tag name="KSO_WM_DIAGRAM_GROUP_CODE" val="1"/>
  <p:tag name="KSO_WM_FIGMA_FLAG" val="#fgm#"/>
  <p:tag name="KSO_WM_SHAPE_BGTYPE" val="lt2"/>
  <p:tag name="KSO_WM_SHAPE_BRIGHT_DATA" val="[{&quot;dk1&quot;:-60,&quot;dk2&quot;:-50,&quot;lt1&quot;:90,&quot;lt2&quot;:100},{&quot;dk1&quot;:-60,&quot;dk2&quot;:-50,&quot;lt1&quot;:90,&quot;lt2&quot;:100}]"/>
  <p:tag name="KSO_WM_SHAPE_UPDATE_BRIGHT" val="1"/>
  <p:tag name="KSO_WM_SYNC_SLIDE_TEXT" val="1"/>
  <p:tag name="KSO_WM_UNIT_INDEX" val="1_3_1"/>
  <p:tag name="KSO_WM_UNIT_TYPE" val="l_h_i"/>
  <p:tag name="KSO_WM_UNIT_PRESET_TEXT" val=" "/>
  <p:tag name="KSO_WM_DIAGRAM_VIRTUALLY_FRAME" val="{&quot;height&quot;:372,&quot;left&quot;:48,&quot;top&quot;:120,&quot;width&quot;:864}"/>
</p:tagLst>
</file>

<file path=ppt/tags/tag1508.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a"/>
  <p:tag name="KSO_WM_UNIT_PRESET_TEXT" val="单击添加项标题"/>
  <p:tag name="KSO_WM_DIAGRAM_VIRTUALLY_FRAME" val="{&quot;height&quot;:372,&quot;left&quot;:48,&quot;top&quot;:120,&quot;width&quot;:864}"/>
</p:tagLst>
</file>

<file path=ppt/tags/tag1509.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f"/>
  <p:tag name="KSO_WM_UNIT_PRESET_TEXT" val="单击此处添加项正文"/>
  <p:tag name="KSO_WM_DIAGRAM_VIRTUALLY_FRAME" val="{&quot;height&quot;:372,&quot;left&quot;:48,&quot;top&quot;:120,&quot;width&quot;:864}"/>
</p:tagLst>
</file>

<file path=ppt/tags/tag1510.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d"/>
  <p:tag name="MH_PIC_SOURCE_TYPE" val="generate_slide_ai*{&quot;id&quot;:&quot;VCG41N1295917104&quot;,&quot;product_name&quot;:&quot;wps-wpp-pc&quot;,&quot;intention_code&quot;:&quot;wps_wpp_generate_doc_pay&quot;}*auto__ai_v2.1.5_ONLINE*6337633832373830306233626335613732653961623839323339646465316638-slide-16"/>
</p:tagLst>
</file>

<file path=ppt/tags/tag1511.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d"/>
  <p:tag name="MH_PIC_SOURCE_TYPE" val="generate_slide_ai*{&quot;id&quot;:&quot;VCG41N1295917096&quot;,&quot;product_name&quot;:&quot;wps-wpp-pc&quot;,&quot;intention_code&quot;:&quot;wps_wpp_generate_doc_pay&quot;}*auto__ai_v2.1.5_ONLINE*6337633832373830306233626335613732653961623839323339646465316638-slide-16"/>
  <p:tag name="KSO_WM_DIAGRAM_VIRTUALLY_FRAME" val="{&quot;height&quot;:372,&quot;left&quot;:48,&quot;top&quot;:120,&quot;width&quot;:864}"/>
</p:tagLst>
</file>

<file path=ppt/tags/tag1512.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d"/>
  <p:tag name="MH_PIC_SOURCE_TYPE" val="generate_slide_ai*{&quot;id&quot;:&quot;VCG41N1308344194&quot;,&quot;product_name&quot;:&quot;wps-wpp-pc&quot;,&quot;intention_code&quot;:&quot;wps_wpp_generate_doc_pay&quot;}*auto__ai_v2.1.5_ONLINE*6337633832373830306233626335613732653961623839323339646465316638-slide-16"/>
  <p:tag name="KSO_WM_DIAGRAM_VIRTUALLY_FRAME" val="{&quot;height&quot;:372,&quot;left&quot;:48,&quot;top&quot;:120,&quot;width&quot;:864}"/>
</p:tagLst>
</file>

<file path=ppt/tags/tag1513.xml><?xml version="1.0" encoding="utf-8"?>
<p:tagLst xmlns:a="http://schemas.openxmlformats.org/drawingml/2006/main" xmlns:r="http://schemas.openxmlformats.org/officeDocument/2006/relationships" xmlns:p="http://schemas.openxmlformats.org/presentationml/2006/main">
  <p:tag name="KSO_WM_TEMPLATE_MASTER_TYPE" val="0"/>
  <p:tag name="KSO_WM_TEMPLATE_COLOR_TYPE" val="0"/>
  <p:tag name="KSO_WM_BEAUTIFY_FLAG" val="#wm#"/>
  <p:tag name="KSO_WM_TEMPLATE_CATEGORY" val="custom"/>
  <p:tag name="KSO_WM_SLIDE_TYPE" val="text"/>
  <p:tag name="KSO_WM_SLIDE_SUBTYPE" val="picTxt"/>
  <p:tag name="KSO_WM_SLIDE_SIZE" val="529.861*365.65"/>
  <p:tag name="KSO_WM_SLIDE_POSITION" val="78.5387*108.231"/>
  <p:tag name="KSO_WM_SLIDE_LAYOUT" val="a_d_l"/>
  <p:tag name="KSO_WM_SLIDE_LAYOUT_CNT" val="1_1_1"/>
  <p:tag name="KSO_WM_SPECIAL_SOURCE" val="bdnull"/>
  <p:tag name="KSO_WM_DIAGRAM_GROUP_CODE" val="l1-1"/>
  <p:tag name="KSO_WM_SLIDE_DIAGTYPE" val="l"/>
  <p:tag name="KSO_WM_TEMPLATE_INDEX" val="20235971"/>
  <p:tag name="KSO_WM_TEMPLATE_SUBCATEGORY" val="0"/>
  <p:tag name="KSO_WM_SLIDE_INDEX" val="1"/>
  <p:tag name="KSO_WM_TAG_VERSION" val="3.0"/>
  <p:tag name="KSO_WM_SLIDE_ID" val="custom20231717_1"/>
  <p:tag name="KSO_WM_SLIDE_ITEM_CNT" val="4"/>
</p:tagLst>
</file>

<file path=ppt/tags/tag1514.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a"/>
  <p:tag name="KSO_WM_UNIT_INDEX" val="1"/>
  <p:tag name="KSO_WM_TEMPLATE_CATEGORY" val="custom"/>
  <p:tag name="KSO_WM_UNIT_LAYERLEVEL" val="1"/>
  <p:tag name="KSO_WM_TAG_VERSION" val="3.0"/>
  <p:tag name="KSO_WM_BEAUTIFY_FLAG" val="#wm#"/>
  <p:tag name="KSO_WM_UNIT_VALUE" val="30"/>
  <p:tag name="KSO_WM_TEMPLATE_INDEX" val="20231717"/>
  <p:tag name="KSO_WM_UNIT_ID" val="custom20231717_1*a*1"/>
  <p:tag name="KSO_WM_UNIT_PRESET_TEXT" val="单击此处添加标题"/>
  <p:tag name="KSO_WM_UNIT_TEXT_TYPE" val="1"/>
  <p:tag name="KSO_WM_UNIT_TEXT_FILL_FORE_SCHEMECOLOR_INDEX" val="15"/>
  <p:tag name="KSO_WM_UNIT_TEXT_FILL_TYPE" val="1"/>
  <p:tag name="KSO_WM_UNIT_USESOURCEFORMAT_APPLY" val="0"/>
</p:tagLst>
</file>

<file path=ppt/tags/tag1515.xml><?xml version="1.0" encoding="utf-8"?>
<p:tagLst xmlns:a="http://schemas.openxmlformats.org/drawingml/2006/main" xmlns:r="http://schemas.openxmlformats.org/officeDocument/2006/relationships" xmlns:p="http://schemas.openxmlformats.org/presentationml/2006/main">
  <p:tag name="KSO_WM_BEAUTIFY_FLAG" val="#wm#"/>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diagram20231678_1*l_h_i*1_1_1"/>
  <p:tag name="KSO_WM_TEMPLATE_CATEGORY" val="diagram"/>
  <p:tag name="KSO_WM_TEMPLATE_INDEX" val="20231678"/>
  <p:tag name="KSO_WM_UNIT_LAYERLEVEL" val="1_1_1"/>
  <p:tag name="KSO_WM_TAG_VERSION" val="3.0"/>
  <p:tag name="KSO_WM_DIAGRAM_MAX_ITEMCNT" val="4"/>
  <p:tag name="KSO_WM_DIAGRAM_MIN_ITEMCNT" val="2"/>
  <p:tag name="KSO_WM_DIAGRAM_VIRTUALLY_FRAME" val="{&quot;height&quot;:365.65008544921875,&quot;width&quot;:558.4000854492188}"/>
  <p:tag name="KSO_WM_DIAGRAM_COLOR_MATCH_VALUE" val="{&quot;shape&quot;:{&quot;fill&quot;:{&quot;gradient&quot;:[{&quot;brightness&quot;:0.800000011920929,&quot;colorType&quot;:1,&quot;foreColorIndex&quot;:5,&quot;pos&quot;:0,&quot;transparency&quot;:1},{&quot;brightness&quot;:0.800000011920929,&quot;colorType&quot;:1,&quot;foreColorIndex&quot;:5,&quot;pos&quot;:1,&quot;transparency&quot;:0.5600000023841858}],&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UNIT_TEXT_FILL_FORE_SCHEMECOLOR_INDEX" val="2"/>
  <p:tag name="KSO_WM_UNIT_TEXT_FILL_TYPE" val="1"/>
  <p:tag name="KSO_WM_UNIT_USESOURCEFORMAT_APPLY" val="0"/>
</p:tagLst>
</file>

<file path=ppt/tags/tag1516.xml><?xml version="1.0" encoding="utf-8"?>
<p:tagLst xmlns:a="http://schemas.openxmlformats.org/drawingml/2006/main" xmlns:r="http://schemas.openxmlformats.org/officeDocument/2006/relationships" xmlns:p="http://schemas.openxmlformats.org/presentationml/2006/main">
  <p:tag name="KSO_WM_BEAUTIFY_FLAG" val="#wm#"/>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INDEX" val="1_1_1"/>
  <p:tag name="KSO_WM_TEMPLATE_CATEGORY" val="diagram"/>
  <p:tag name="KSO_WM_TEMPLATE_INDEX" val="20231678"/>
  <p:tag name="KSO_WM_UNIT_LAYERLEVEL" val="1_1_1"/>
  <p:tag name="KSO_WM_TAG_VERSION" val="3.0"/>
  <p:tag name="KSO_WM_UNIT_VALUE" val="10"/>
  <p:tag name="KSO_WM_UNIT_TYPE" val="l_h_a"/>
  <p:tag name="KSO_WM_UNIT_ID" val="diagram20231678_1*l_h_a*1_1_1"/>
  <p:tag name="KSO_WM_DIAGRAM_VERSION" val="3"/>
  <p:tag name="KSO_WM_DIAGRAM_COLOR_TRICK" val="1"/>
  <p:tag name="KSO_WM_DIAGRAM_COLOR_TEXT_CAN_REMOVE" val="n"/>
  <p:tag name="KSO_WM_DIAGRAM_GROUP_CODE" val="l1-1"/>
  <p:tag name="KSO_WM_DIAGRAM_MAX_ITEMCNT" val="4"/>
  <p:tag name="KSO_WM_DIAGRAM_MIN_ITEMCNT" val="2"/>
  <p:tag name="KSO_WM_DIAGRAM_VIRTUALLY_FRAME" val="{&quot;height&quot;:365.65008544921875,&quot;width&quot;:558.4000854492188}"/>
  <p:tag name="KSO_WM_DIAGRAM_COLOR_MATCH_VALUE" val="{&quot;shape&quot;:{&quot;fill&quot;:{&quot;solid&quot;:{&quot;brightness&quot;:0,&quot;colorType&quot;:1,&quot;foreColorIndex&quot;:5,&quot;transparency&quot;:0},&quot;type&quot;:1},&quot;glow&quot;:{&quot;colorType&quot;:0},&quot;line&quot;:{&quot;solidLine&quot;:{&quot;brightness&quot;:0.800000011920929,&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UNIT_LINE_FORE_SCHEMECOLOR_INDEX" val="5"/>
  <p:tag name="KSO_WM_UNIT_TEXT_FILL_FORE_SCHEMECOLOR_INDEX" val="1"/>
  <p:tag name="KSO_WM_UNIT_TEXT_FILL_TYPE" val="1"/>
  <p:tag name="KSO_WM_UNIT_PRESET_TEXT" val="添加标题"/>
  <p:tag name="KSO_WM_UNIT_TEXT_TYPE" val="1"/>
  <p:tag name="KSO_WM_UNIT_LINE_FILL_TYPE" val="2"/>
  <p:tag name="KSO_WM_UNIT_USESOURCEFORMAT_APPLY" val="0"/>
</p:tagLst>
</file>

<file path=ppt/tags/tag1517.xml><?xml version="1.0" encoding="utf-8"?>
<p:tagLst xmlns:a="http://schemas.openxmlformats.org/drawingml/2006/main" xmlns:r="http://schemas.openxmlformats.org/officeDocument/2006/relationships" xmlns:p="http://schemas.openxmlformats.org/presentationml/2006/main">
  <p:tag name="KSO_WM_BEAUTIFY_FLAG" val="#wm#"/>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1_1"/>
  <p:tag name="KSO_WM_UNIT_ID" val="diagram20231678_1*l_h_f*1_1_1"/>
  <p:tag name="KSO_WM_TEMPLATE_CATEGORY" val="diagram"/>
  <p:tag name="KSO_WM_TEMPLATE_INDEX" val="20231678"/>
  <p:tag name="KSO_WM_UNIT_LAYERLEVEL" val="1_1_1"/>
  <p:tag name="KSO_WM_TAG_VERSION" val="3.0"/>
  <p:tag name="KSO_WM_DIAGRAM_VERSION" val="3"/>
  <p:tag name="KSO_WM_DIAGRAM_COLOR_TRICK" val="1"/>
  <p:tag name="KSO_WM_DIAGRAM_COLOR_TEXT_CAN_REMOVE" val="n"/>
  <p:tag name="KSO_WM_DIAGRAM_GROUP_CODE" val="l1-1"/>
  <p:tag name="KSO_WM_DIAGRAM_MAX_ITEMCNT" val="4"/>
  <p:tag name="KSO_WM_DIAGRAM_MIN_ITEMCNT" val="2"/>
  <p:tag name="KSO_WM_DIAGRAM_VIRTUALLY_FRAME" val="{&quot;height&quot;:365.65008544921875,&quot;width&quot;:558.400085449218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1"/>
  <p:tag name="KSO_WM_UNIT_TEXT_FILL_TYPE" val="1"/>
  <p:tag name="KSO_WM_UNIT_PRESET_TEXT" val="单击此处输入(您的)智能图形项正文，文字是您思想的提炼，请尽量言简意赅的阐述观点，单击此处添加正文。"/>
  <p:tag name="KSO_WM_UNIT_TEXT_TYPE" val="1"/>
  <p:tag name="KSO_WM_UNIT_USESOURCEFORMAT_APPLY" val="0"/>
</p:tagLst>
</file>

<file path=ppt/tags/tag1518.xml><?xml version="1.0" encoding="utf-8"?>
<p:tagLst xmlns:a="http://schemas.openxmlformats.org/drawingml/2006/main" xmlns:r="http://schemas.openxmlformats.org/officeDocument/2006/relationships" xmlns:p="http://schemas.openxmlformats.org/presentationml/2006/main">
  <p:tag name="KSO_WM_BEAUTIFY_FLAG" val="#wm#"/>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2_1"/>
  <p:tag name="KSO_WM_UNIT_ID" val="diagram20231678_1*l_h_i*1_2_1"/>
  <p:tag name="KSO_WM_TEMPLATE_CATEGORY" val="diagram"/>
  <p:tag name="KSO_WM_TEMPLATE_INDEX" val="20231678"/>
  <p:tag name="KSO_WM_UNIT_LAYERLEVEL" val="1_1_1"/>
  <p:tag name="KSO_WM_TAG_VERSION" val="3.0"/>
  <p:tag name="KSO_WM_DIAGRAM_MAX_ITEMCNT" val="4"/>
  <p:tag name="KSO_WM_DIAGRAM_MIN_ITEMCNT" val="2"/>
  <p:tag name="KSO_WM_DIAGRAM_VIRTUALLY_FRAME" val="{&quot;height&quot;:365.65008544921875,&quot;width&quot;:558.4000854492188}"/>
  <p:tag name="KSO_WM_DIAGRAM_COLOR_MATCH_VALUE" val="{&quot;shape&quot;:{&quot;fill&quot;:{&quot;gradient&quot;:[{&quot;brightness&quot;:0.800000011920929,&quot;colorType&quot;:1,&quot;foreColorIndex&quot;:5,&quot;pos&quot;:0,&quot;transparency&quot;:1},{&quot;brightness&quot;:0.800000011920929,&quot;colorType&quot;:1,&quot;foreColorIndex&quot;:5,&quot;pos&quot;:1,&quot;transparency&quot;:0.5600000023841858}],&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UNIT_TEXT_FILL_FORE_SCHEMECOLOR_INDEX" val="2"/>
  <p:tag name="KSO_WM_UNIT_TEXT_FILL_TYPE" val="1"/>
  <p:tag name="KSO_WM_UNIT_USESOURCEFORMAT_APPLY" val="0"/>
</p:tagLst>
</file>

<file path=ppt/tags/tag1519.xml><?xml version="1.0" encoding="utf-8"?>
<p:tagLst xmlns:a="http://schemas.openxmlformats.org/drawingml/2006/main" xmlns:r="http://schemas.openxmlformats.org/officeDocument/2006/relationships" xmlns:p="http://schemas.openxmlformats.org/presentationml/2006/main">
  <p:tag name="KSO_WM_BEAUTIFY_FLAG" val="#wm#"/>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2_1"/>
  <p:tag name="KSO_WM_UNIT_ID" val="diagram20231678_1*l_h_a*1_2_1"/>
  <p:tag name="KSO_WM_TEMPLATE_CATEGORY" val="diagram"/>
  <p:tag name="KSO_WM_TEMPLATE_INDEX" val="20231678"/>
  <p:tag name="KSO_WM_UNIT_LAYERLEVEL" val="1_1_1"/>
  <p:tag name="KSO_WM_TAG_VERSION" val="3.0"/>
  <p:tag name="KSO_WM_DIAGRAM_VERSION" val="3"/>
  <p:tag name="KSO_WM_DIAGRAM_COLOR_TRICK" val="1"/>
  <p:tag name="KSO_WM_DIAGRAM_COLOR_TEXT_CAN_REMOVE" val="n"/>
  <p:tag name="KSO_WM_DIAGRAM_GROUP_CODE" val="l1-1"/>
  <p:tag name="KSO_WM_DIAGRAM_MAX_ITEMCNT" val="4"/>
  <p:tag name="KSO_WM_DIAGRAM_MIN_ITEMCNT" val="2"/>
  <p:tag name="KSO_WM_DIAGRAM_VIRTUALLY_FRAME" val="{&quot;height&quot;:365.65008544921875,&quot;width&quot;:558.4000854492188}"/>
  <p:tag name="KSO_WM_DIAGRAM_COLOR_MATCH_VALUE" val="{&quot;shape&quot;:{&quot;fill&quot;:{&quot;solid&quot;:{&quot;brightness&quot;:0,&quot;colorType&quot;:1,&quot;foreColorIndex&quot;:5,&quot;transparency&quot;:0},&quot;type&quot;:1},&quot;glow&quot;:{&quot;colorType&quot;:0},&quot;line&quot;:{&quot;solidLine&quot;:{&quot;brightness&quot;:0.800000011920929,&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UNIT_LINE_FORE_SCHEMECOLOR_INDEX" val="5"/>
  <p:tag name="KSO_WM_UNIT_TEXT_FILL_FORE_SCHEMECOLOR_INDEX" val="1"/>
  <p:tag name="KSO_WM_UNIT_TEXT_FILL_TYPE" val="1"/>
  <p:tag name="KSO_WM_UNIT_PRESET_TEXT" val="添加标题"/>
  <p:tag name="KSO_WM_UNIT_TEXT_TYPE" val="1"/>
  <p:tag name="KSO_WM_UNIT_LINE_FILL_TYPE" val="2"/>
  <p:tag name="KSO_WM_UNIT_USESOURCEFORMAT_APPLY" val="0"/>
</p:tagLst>
</file>

<file path=ppt/tags/tag1520.xml><?xml version="1.0" encoding="utf-8"?>
<p:tagLst xmlns:a="http://schemas.openxmlformats.org/drawingml/2006/main" xmlns:r="http://schemas.openxmlformats.org/officeDocument/2006/relationships" xmlns:p="http://schemas.openxmlformats.org/presentationml/2006/main">
  <p:tag name="KSO_WM_BEAUTIFY_FLAG" val="#wm#"/>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2_1"/>
  <p:tag name="KSO_WM_UNIT_ID" val="diagram20231678_1*l_h_f*1_2_1"/>
  <p:tag name="KSO_WM_TEMPLATE_CATEGORY" val="diagram"/>
  <p:tag name="KSO_WM_TEMPLATE_INDEX" val="20231678"/>
  <p:tag name="KSO_WM_UNIT_LAYERLEVEL" val="1_1_1"/>
  <p:tag name="KSO_WM_TAG_VERSION" val="3.0"/>
  <p:tag name="KSO_WM_DIAGRAM_VERSION" val="3"/>
  <p:tag name="KSO_WM_DIAGRAM_COLOR_TRICK" val="1"/>
  <p:tag name="KSO_WM_DIAGRAM_COLOR_TEXT_CAN_REMOVE" val="n"/>
  <p:tag name="KSO_WM_DIAGRAM_GROUP_CODE" val="l1-1"/>
  <p:tag name="KSO_WM_DIAGRAM_MAX_ITEMCNT" val="4"/>
  <p:tag name="KSO_WM_DIAGRAM_MIN_ITEMCNT" val="2"/>
  <p:tag name="KSO_WM_DIAGRAM_VIRTUALLY_FRAME" val="{&quot;height&quot;:365.65008544921875,&quot;width&quot;:558.400085449218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1"/>
  <p:tag name="KSO_WM_UNIT_TEXT_FILL_TYPE" val="1"/>
  <p:tag name="KSO_WM_UNIT_PRESET_TEXT" val="单击此处输入(您的)智能图形项正文，文字是您思想的提炼，请尽量言简意赅的阐述观点，单击此处添加正文。"/>
  <p:tag name="KSO_WM_UNIT_TEXT_TYPE" val="1"/>
  <p:tag name="KSO_WM_UNIT_USESOURCEFORMAT_APPLY" val="0"/>
</p:tagLst>
</file>

<file path=ppt/tags/tag1521.xml><?xml version="1.0" encoding="utf-8"?>
<p:tagLst xmlns:a="http://schemas.openxmlformats.org/drawingml/2006/main" xmlns:r="http://schemas.openxmlformats.org/officeDocument/2006/relationships" xmlns:p="http://schemas.openxmlformats.org/presentationml/2006/main">
  <p:tag name="KSO_WM_SLIDE_ID" val="diagram20233147_3"/>
  <p:tag name="KSO_WM_TEMPLATE_SUBCATEGORY" val="0"/>
  <p:tag name="KSO_WM_TEMPLATE_MASTER_TYPE" val="0"/>
  <p:tag name="KSO_WM_TEMPLATE_COLOR_TYPE" val="0"/>
  <p:tag name="KSO_WM_SLIDE_ITEM_CNT" val="4"/>
  <p:tag name="KSO_WM_SLIDE_INDEX" val="3"/>
  <p:tag name="KSO_WM_TAG_VERSION" val="3.0"/>
  <p:tag name="KSO_WM_BEAUTIFY_FLAG" val="#wm#"/>
  <p:tag name="KSO_WM_TEMPLATE_CATEGORY" val="custom"/>
  <p:tag name="KSO_WM_TEMPLATE_INDEX" val="20235971"/>
  <p:tag name="KSO_WM_SLIDE_TYPE" val="text"/>
  <p:tag name="KSO_WM_SLIDE_SUBTYPE" val="diag"/>
  <p:tag name="KSO_WM_SLIDE_SIZE" val="812.941*336.878"/>
  <p:tag name="KSO_WM_SLIDE_POSITION" val="73.3256*155.822"/>
  <p:tag name="KSO_WM_SLIDE_LAYOUT" val="a_l"/>
  <p:tag name="KSO_WM_SLIDE_LAYOUT_CNT" val="1_1"/>
  <p:tag name="KSO_WM_SPECIAL_SOURCE" val="bdnull"/>
  <p:tag name="KSO_WM_DIAGRAM_GROUP_CODE" val="l1-1"/>
  <p:tag name="KSO_WM_SLIDE_DIAGTYPE" val="l"/>
</p:tagLst>
</file>

<file path=ppt/tags/tag1522.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DIAGRAM_GROUP_CODE" val="l1-1"/>
  <p:tag name="KSO_WM_UNIT_TYPE" val="a"/>
  <p:tag name="KSO_WM_UNIT_INDEX" val="1"/>
  <p:tag name="KSO_WM_UNIT_ID" val="diagram20233147_3*a*1"/>
  <p:tag name="KSO_WM_TEMPLATE_CATEGORY" val="diagram"/>
  <p:tag name="KSO_WM_TEMPLATE_INDEX" val="20233147"/>
  <p:tag name="KSO_WM_UNIT_LAYERLEVEL" val="1"/>
  <p:tag name="KSO_WM_TAG_VERSION" val="3.0"/>
  <p:tag name="KSO_WM_BEAUTIFY_FLAG" val="#wm#"/>
  <p:tag name="KSO_WM_UNIT_TEXT_TYPE" val="1"/>
  <p:tag name="KSO_WM_UNIT_PRESET_TEXT" val="单击此处添加标题"/>
  <p:tag name="KSO_WM_UNIT_TEXT_FILL_FORE_SCHEMECOLOR_INDEX" val="15"/>
  <p:tag name="KSO_WM_UNIT_TEXT_FILL_TYPE" val="1"/>
  <p:tag name="KSO_WM_UNIT_USESOURCEFORMAT_APPLY" val="0"/>
</p:tagLst>
</file>

<file path=ppt/tags/tag1523.xml><?xml version="1.0" encoding="utf-8"?>
<p:tagLst xmlns:a="http://schemas.openxmlformats.org/drawingml/2006/main" xmlns:r="http://schemas.openxmlformats.org/officeDocument/2006/relationships" xmlns:p="http://schemas.openxmlformats.org/presentationml/2006/main">
  <p:tag name="KSO_WM_DIAGRAM_VERSION" val="3"/>
  <p:tag name="KSO_WM_DIAGRAM_COLOR_TRICK" val="1"/>
  <p:tag name="KSO_WM_DIAGRAM_COLOR_TEXT_CAN_REMOVE" val="n"/>
  <p:tag name="KSO_WM_UNIT_VALUE" val="779*729"/>
  <p:tag name="KSO_WM_UNIT_HIGHLIGHT" val="0"/>
  <p:tag name="KSO_WM_UNIT_COMPATIBLE" val="0"/>
  <p:tag name="KSO_WM_UNIT_DIAGRAM_ISNUMVISUAL" val="0"/>
  <p:tag name="KSO_WM_UNIT_DIAGRAM_ISREFERUNIT" val="0"/>
  <p:tag name="KSO_WM_DIAGRAM_GROUP_CODE" val="l1-1"/>
  <p:tag name="KSO_WM_UNIT_TYPE" val="l_h_d"/>
  <p:tag name="KSO_WM_UNIT_INDEX" val="1_1_1"/>
  <p:tag name="KSO_WM_UNIT_ID" val="diagram20233147_1*l_h_d*1_1_1"/>
  <p:tag name="KSO_WM_TEMPLATE_CATEGORY" val="diagram"/>
  <p:tag name="KSO_WM_TEMPLATE_INDEX" val="20233147"/>
  <p:tag name="KSO_WM_UNIT_LAYERLEVEL" val="1_1_1"/>
  <p:tag name="KSO_WM_TAG_VERSION" val="3.0"/>
  <p:tag name="KSO_WM_DIAGRAM_MAX_ITEMCNT" val="4"/>
  <p:tag name="KSO_WM_DIAGRAM_MIN_ITEMCNT" val="2"/>
  <p:tag name="KSO_WM_DIAGRAM_VIRTUALLY_FRAME" val="{&quot;height&quot;:365.1412658691406,&quot;width&quot;:812.9407348632812}"/>
  <p:tag name="KSO_WM_DIAGRAM_COLOR_MATCH_VALUE" val="{&quot;shape&quot;:{&quot;fill&quot;:{&quot;solid&quot;:{&quot;brightness&quot;:0,&quot;colorType&quot;:1,&quot;foreColorIndex&quot;:5,&quot;transparency&quot;:0.5},&quot;type&quot;:1},&quot;glow&quot;:{&quot;colorType&quot;:0},&quot;line&quot;:{&quot;solidLine&quot;:{&quot;brightness&quot;:0.6000000238418579,&quot;colorType&quot;:1,&quot;foreColorIndex&quot;:13,&quot;transparency&quot;:0.800000011920929},&quot;type&quot;:1},&quot;shadow&quot;:{&quot;colorType&quot;:0},&quot;threeD&quot;:{&quot;curvedSurface&quot;:{&quot;brightness&quot;:0,&quot;colorType&quot;:2,&quot;rgb&quot;:&quot;#000000&quot;},&quot;depth&quot;:{&quot;colorType&quot;:0}}},&quot;text&quot;:{&quot;fill&quot;:{},&quot;glow&quot;:{},&quot;line&quot;:{},&quot;shadow&quot;:{},&quot;threeD&quot;:{}}}"/>
  <p:tag name="KSO_WM_UNIT_PICTURE_SUBTYPE" val="b"/>
  <p:tag name="KSO_WM_BEAUTIFY_FLAG" val="#wm#"/>
  <p:tag name="KSO_WM_UNIT_FILL_TYPE" val="1"/>
  <p:tag name="KSO_WM_UNIT_FILL_FORE_SCHEMECOLOR_INDEX" val="5"/>
  <p:tag name="KSO_WM_UNIT_FILL_FORE_SCHEMECOLOR_INDEX_BRIGHTNESS" val="0"/>
  <p:tag name="KSO_WM_UNIT_LINE_FORE_SCHEMECOLOR_INDEX" val="13"/>
  <p:tag name="MH_PIC_SOURCE_TYPE" val="generate_slide_ai*{&quot;ai_type&quot;:&quot;generate_ppt&quot;,&quot;id&quot;:&quot;VCG211387330708&quot;}*auto_gallery_ai_v2.0.9_ONLINE*1744721692775_0.101_4ae0bff8d1ce-slide-2"/>
  <p:tag name="KSO_WM_UNIT_LINE_FILL_TYPE" val="2"/>
  <p:tag name="KSO_WM_UNIT_USESOURCEFORMAT_APPLY" val="0"/>
</p:tagLst>
</file>

<file path=ppt/tags/tag1524.xml><?xml version="1.0" encoding="utf-8"?>
<p:tagLst xmlns:a="http://schemas.openxmlformats.org/drawingml/2006/main" xmlns:r="http://schemas.openxmlformats.org/officeDocument/2006/relationships"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1_1"/>
  <p:tag name="KSO_WM_UNIT_ID" val="diagram20233147_1*l_h_f*1_1_1"/>
  <p:tag name="KSO_WM_TEMPLATE_CATEGORY" val="diagram"/>
  <p:tag name="KSO_WM_TEMPLATE_INDEX" val="20233147"/>
  <p:tag name="KSO_WM_UNIT_LAYERLEVEL" val="1_1_1"/>
  <p:tag name="KSO_WM_TAG_VERSION" val="3.0"/>
  <p:tag name="KSO_WM_UNIT_TEXT_FILL_FORE_SCHEMECOLOR_INDEX_BRIGHTNESS" val="0.15"/>
  <p:tag name="KSO_WM_DIAGRAM_VERSION" val="3"/>
  <p:tag name="KSO_WM_DIAGRAM_COLOR_TRICK" val="1"/>
  <p:tag name="KSO_WM_DIAGRAM_COLOR_TEXT_CAN_REMOVE" val="n"/>
  <p:tag name="KSO_WM_DIAGRAM_GROUP_CODE" val="l1-1"/>
  <p:tag name="KSO_WM_DIAGRAM_MAX_ITEMCNT" val="4"/>
  <p:tag name="KSO_WM_DIAGRAM_MIN_ITEMCNT" val="2"/>
  <p:tag name="KSO_WM_DIAGRAM_VIRTUALLY_FRAME" val="{&quot;height&quot;:365.1412658691406,&quot;width&quot;:812.940734863281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UNIT_PRESET_TEXT" val="单击添加文本内容，简明扼要地阐述您的观点。根据需要可酌情增减文字"/>
  <p:tag name="KSO_WM_UNIT_TEXT_FILL_FORE_SCHEMECOLOR_INDEX" val="1"/>
  <p:tag name="KSO_WM_UNIT_TEXT_FILL_TYPE" val="1"/>
  <p:tag name="KSO_WM_UNIT_USESOURCEFORMAT_APPLY" val="0"/>
</p:tagLst>
</file>

<file path=ppt/tags/tag1525.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1_1"/>
  <p:tag name="KSO_WM_UNIT_ID" val="diagram20233147_1*l_h_a*1_1_1"/>
  <p:tag name="KSO_WM_TEMPLATE_CATEGORY" val="diagram"/>
  <p:tag name="KSO_WM_TEMPLATE_INDEX" val="20233147"/>
  <p:tag name="KSO_WM_UNIT_LAYERLEVEL" val="1_1_1"/>
  <p:tag name="KSO_WM_TAG_VERSION" val="3.0"/>
  <p:tag name="KSO_WM_UNIT_TEXT_FILL_FORE_SCHEMECOLOR_INDEX_BRIGHTNESS" val="0.15"/>
  <p:tag name="KSO_WM_DIAGRAM_VERSION" val="3"/>
  <p:tag name="KSO_WM_DIAGRAM_COLOR_TRICK" val="1"/>
  <p:tag name="KSO_WM_DIAGRAM_COLOR_TEXT_CAN_REMOVE" val="n"/>
  <p:tag name="KSO_WM_DIAGRAM_GROUP_CODE" val="l1-1"/>
  <p:tag name="KSO_WM_DIAGRAM_MAX_ITEMCNT" val="4"/>
  <p:tag name="KSO_WM_DIAGRAM_MIN_ITEMCNT" val="2"/>
  <p:tag name="KSO_WM_DIAGRAM_VIRTUALLY_FRAME" val="{&quot;height&quot;:365.1412658691406,&quot;width&quot;:812.940734863281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BEAUTIFY_FLAG" val="#wm#"/>
  <p:tag name="KSO_WM_UNIT_PRESET_TEXT" val="添加标题"/>
  <p:tag name="KSO_WM_UNIT_TEXT_FILL_FORE_SCHEMECOLOR_INDEX" val="1"/>
  <p:tag name="KSO_WM_UNIT_TEXT_FILL_TYPE" val="1"/>
  <p:tag name="KSO_WM_UNIT_USESOURCEFORMAT_APPLY" val="0"/>
</p:tagLst>
</file>

<file path=ppt/tags/tag1526.xml><?xml version="1.0" encoding="utf-8"?>
<p:tagLst xmlns:a="http://schemas.openxmlformats.org/drawingml/2006/main" xmlns:r="http://schemas.openxmlformats.org/officeDocument/2006/relationships" xmlns:p="http://schemas.openxmlformats.org/presentationml/2006/main">
  <p:tag name="KSO_WM_DIAGRAM_VERSION" val="3"/>
  <p:tag name="KSO_WM_DIAGRAM_COLOR_TRICK" val="1"/>
  <p:tag name="KSO_WM_DIAGRAM_COLOR_TEXT_CAN_REMOVE" val="n"/>
  <p:tag name="KSO_WM_UNIT_VALUE" val="779*729"/>
  <p:tag name="KSO_WM_UNIT_HIGHLIGHT" val="0"/>
  <p:tag name="KSO_WM_UNIT_COMPATIBLE" val="0"/>
  <p:tag name="KSO_WM_UNIT_DIAGRAM_ISNUMVISUAL" val="0"/>
  <p:tag name="KSO_WM_UNIT_DIAGRAM_ISREFERUNIT" val="0"/>
  <p:tag name="KSO_WM_DIAGRAM_GROUP_CODE" val="l1-1"/>
  <p:tag name="KSO_WM_UNIT_TYPE" val="l_h_d"/>
  <p:tag name="KSO_WM_UNIT_INDEX" val="1_2_1"/>
  <p:tag name="KSO_WM_UNIT_ID" val="diagram20233147_1*l_h_d*1_2_1"/>
  <p:tag name="KSO_WM_TEMPLATE_CATEGORY" val="diagram"/>
  <p:tag name="KSO_WM_TEMPLATE_INDEX" val="20233147"/>
  <p:tag name="KSO_WM_UNIT_LAYERLEVEL" val="1_1_1"/>
  <p:tag name="KSO_WM_TAG_VERSION" val="3.0"/>
  <p:tag name="KSO_WM_DIAGRAM_MAX_ITEMCNT" val="4"/>
  <p:tag name="KSO_WM_DIAGRAM_MIN_ITEMCNT" val="2"/>
  <p:tag name="KSO_WM_DIAGRAM_VIRTUALLY_FRAME" val="{&quot;height&quot;:365.1412658691406,&quot;width&quot;:812.9407348632812}"/>
  <p:tag name="KSO_WM_DIAGRAM_COLOR_MATCH_VALUE" val="{&quot;shape&quot;:{&quot;fill&quot;:{&quot;solid&quot;:{&quot;brightness&quot;:0,&quot;colorType&quot;:1,&quot;foreColorIndex&quot;:5,&quot;transparency&quot;:0.5},&quot;type&quot;:1},&quot;glow&quot;:{&quot;colorType&quot;:0},&quot;line&quot;:{&quot;solidLine&quot;:{&quot;brightness&quot;:0.6000000238418579,&quot;colorType&quot;:1,&quot;foreColorIndex&quot;:13,&quot;transparency&quot;:0.800000011920929},&quot;type&quot;:1},&quot;shadow&quot;:{&quot;colorType&quot;:0},&quot;threeD&quot;:{&quot;curvedSurface&quot;:{&quot;brightness&quot;:0,&quot;colorType&quot;:2,&quot;rgb&quot;:&quot;#000000&quot;},&quot;depth&quot;:{&quot;colorType&quot;:0}}},&quot;text&quot;:{&quot;fill&quot;:{},&quot;glow&quot;:{},&quot;line&quot;:{},&quot;shadow&quot;:{},&quot;threeD&quot;:{}}}"/>
  <p:tag name="KSO_WM_UNIT_PICTURE_SUBTYPE" val="b"/>
  <p:tag name="KSO_WM_BEAUTIFY_FLAG" val="#wm#"/>
  <p:tag name="KSO_WM_UNIT_FILL_TYPE" val="1"/>
  <p:tag name="KSO_WM_UNIT_FILL_FORE_SCHEMECOLOR_INDEX" val="5"/>
  <p:tag name="KSO_WM_UNIT_FILL_FORE_SCHEMECOLOR_INDEX_BRIGHTNESS" val="0"/>
  <p:tag name="KSO_WM_UNIT_LINE_FORE_SCHEMECOLOR_INDEX" val="13"/>
  <p:tag name="MH_PIC_SOURCE_TYPE" val="generate_slide_ai*{&quot;ai_type&quot;:&quot;generate_ppt&quot;,&quot;id&quot;:&quot;VCG211345310262&quot;}*auto_gallery_ai_v2.0.9_ONLINE*1744721692775_0.101_4ae0bff8d1ce-slide-2"/>
  <p:tag name="KSO_WM_UNIT_LINE_FILL_TYPE" val="2"/>
  <p:tag name="KSO_WM_UNIT_USESOURCEFORMAT_APPLY" val="0"/>
</p:tagLst>
</file>

<file path=ppt/tags/tag1527.xml><?xml version="1.0" encoding="utf-8"?>
<p:tagLst xmlns:a="http://schemas.openxmlformats.org/drawingml/2006/main" xmlns:r="http://schemas.openxmlformats.org/officeDocument/2006/relationships"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2_1"/>
  <p:tag name="KSO_WM_UNIT_ID" val="diagram20233147_1*l_h_f*1_2_1"/>
  <p:tag name="KSO_WM_TEMPLATE_CATEGORY" val="diagram"/>
  <p:tag name="KSO_WM_TEMPLATE_INDEX" val="20233147"/>
  <p:tag name="KSO_WM_UNIT_LAYERLEVEL" val="1_1_1"/>
  <p:tag name="KSO_WM_TAG_VERSION" val="3.0"/>
  <p:tag name="KSO_WM_UNIT_TEXT_FILL_FORE_SCHEMECOLOR_INDEX_BRIGHTNESS" val="0.15"/>
  <p:tag name="KSO_WM_DIAGRAM_VERSION" val="3"/>
  <p:tag name="KSO_WM_DIAGRAM_COLOR_TRICK" val="1"/>
  <p:tag name="KSO_WM_DIAGRAM_COLOR_TEXT_CAN_REMOVE" val="n"/>
  <p:tag name="KSO_WM_DIAGRAM_GROUP_CODE" val="l1-1"/>
  <p:tag name="KSO_WM_DIAGRAM_MAX_ITEMCNT" val="4"/>
  <p:tag name="KSO_WM_DIAGRAM_MIN_ITEMCNT" val="2"/>
  <p:tag name="KSO_WM_DIAGRAM_VIRTUALLY_FRAME" val="{&quot;height&quot;:365.1412658691406,&quot;width&quot;:812.940734863281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UNIT_PRESET_TEXT" val="单击添加文本内容，简明扼要地阐述您的观点。根据需要可酌情增减文字"/>
  <p:tag name="KSO_WM_UNIT_TEXT_FILL_FORE_SCHEMECOLOR_INDEX" val="1"/>
  <p:tag name="KSO_WM_UNIT_TEXT_FILL_TYPE" val="1"/>
  <p:tag name="KSO_WM_UNIT_USESOURCEFORMAT_APPLY" val="0"/>
</p:tagLst>
</file>

<file path=ppt/tags/tag1528.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2_1"/>
  <p:tag name="KSO_WM_UNIT_ID" val="diagram20233147_1*l_h_a*1_2_1"/>
  <p:tag name="KSO_WM_TEMPLATE_CATEGORY" val="diagram"/>
  <p:tag name="KSO_WM_TEMPLATE_INDEX" val="20233147"/>
  <p:tag name="KSO_WM_UNIT_LAYERLEVEL" val="1_1_1"/>
  <p:tag name="KSO_WM_TAG_VERSION" val="3.0"/>
  <p:tag name="KSO_WM_UNIT_TEXT_FILL_FORE_SCHEMECOLOR_INDEX_BRIGHTNESS" val="0.15"/>
  <p:tag name="KSO_WM_DIAGRAM_VERSION" val="3"/>
  <p:tag name="KSO_WM_DIAGRAM_COLOR_TRICK" val="1"/>
  <p:tag name="KSO_WM_DIAGRAM_COLOR_TEXT_CAN_REMOVE" val="n"/>
  <p:tag name="KSO_WM_DIAGRAM_GROUP_CODE" val="l1-1"/>
  <p:tag name="KSO_WM_DIAGRAM_MAX_ITEMCNT" val="4"/>
  <p:tag name="KSO_WM_DIAGRAM_MIN_ITEMCNT" val="2"/>
  <p:tag name="KSO_WM_DIAGRAM_VIRTUALLY_FRAME" val="{&quot;height&quot;:365.1412658691406,&quot;width&quot;:812.940734863281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BEAUTIFY_FLAG" val="#wm#"/>
  <p:tag name="KSO_WM_UNIT_PRESET_TEXT" val="添加标题"/>
  <p:tag name="KSO_WM_UNIT_TEXT_FILL_FORE_SCHEMECOLOR_INDEX" val="1"/>
  <p:tag name="KSO_WM_UNIT_TEXT_FILL_TYPE" val="1"/>
  <p:tag name="KSO_WM_UNIT_USESOURCEFORMAT_APPLY" val="0"/>
</p:tagLst>
</file>

<file path=ppt/tags/tag1529.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DIAGRAM_GROUP_CODE" val="l1-1"/>
  <p:tag name="KSO_WM_UNIT_TYPE" val="a"/>
  <p:tag name="KSO_WM_UNIT_INDEX" val="1"/>
  <p:tag name="KSO_WM_UNIT_ID" val="diagram20233147_3*a*1"/>
  <p:tag name="KSO_WM_TEMPLATE_CATEGORY" val="diagram"/>
  <p:tag name="KSO_WM_TEMPLATE_INDEX" val="20233147"/>
  <p:tag name="KSO_WM_UNIT_LAYERLEVEL" val="1"/>
  <p:tag name="KSO_WM_TAG_VERSION" val="3.0"/>
  <p:tag name="KSO_WM_BEAUTIFY_FLAG" val="#wm#"/>
  <p:tag name="KSO_WM_UNIT_TEXT_TYPE" val="1"/>
  <p:tag name="KSO_WM_UNIT_PRESET_TEXT" val="单击此处添加标题"/>
  <p:tag name="KSO_WM_UNIT_TEXT_FILL_FORE_SCHEMECOLOR_INDEX" val="15"/>
  <p:tag name="KSO_WM_UNIT_TEXT_FILL_TYPE" val="1"/>
  <p:tag name="KSO_WM_UNIT_USESOURCEFORMAT_APPLY" val="0"/>
</p:tagLst>
</file>

<file path=ppt/tags/tag1530.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MASTER_TYPE" val="0"/>
  <p:tag name="KSO_WM_TEMPLATE_COLOR_TYPE" val="0"/>
  <p:tag name="KSO_WM_DIAGRAM_GROUP_CODE" val="l1-1"/>
  <p:tag name="KSO_WM_SLIDE_DIAGTYPE" val="l"/>
  <p:tag name="KSO_WM_SLIDE_LAYOUT" val="a_l"/>
  <p:tag name="KSO_WM_SLIDE_LAYOUT_CNT" val="1_1"/>
  <p:tag name="KSO_WM_SLIDE_TYPE" val="text"/>
  <p:tag name="KSO_WM_SLIDE_SUBTYPE" val="picTxt"/>
  <p:tag name="KSO_WM_SLIDE_SIZE" val="557.569*365.829"/>
  <p:tag name="KSO_WM_SLIDE_POSITION" val="338.331*104.675"/>
  <p:tag name="KSO_WM_TEMPLATE_INDEX" val="20235971"/>
  <p:tag name="KSO_WM_TEMPLATE_SUBCATEGORY" val="0"/>
  <p:tag name="KSO_WM_SLIDE_INDEX" val="1"/>
  <p:tag name="KSO_WM_TAG_VERSION" val="3.0"/>
  <p:tag name="KSO_WM_SLIDE_ID" val="custom20233230_1"/>
  <p:tag name="KSO_WM_SLIDE_ITEM_CNT" val="4"/>
</p:tagLst>
</file>

<file path=ppt/tags/tag1531.xml><?xml version="1.0" encoding="utf-8"?>
<p:tagLst xmlns:a="http://schemas.openxmlformats.org/drawingml/2006/main" xmlns:r="http://schemas.openxmlformats.org/officeDocument/2006/relationships" xmlns:p="http://schemas.openxmlformats.org/presentationml/2006/main">
  <p:tag name="KSO_WM_UNIT_VALUE" val="626*515"/>
  <p:tag name="KSO_WM_UNIT_HIGHLIGHT" val="0"/>
  <p:tag name="KSO_WM_UNIT_COMPATIBLE" val="0"/>
  <p:tag name="KSO_WM_UNIT_DIAGRAM_ISNUMVISUAL" val="0"/>
  <p:tag name="KSO_WM_UNIT_DIAGRAM_ISREFERUNIT" val="0"/>
  <p:tag name="KSO_WM_DIAGRAM_GROUP_CODE" val="l1-1"/>
  <p:tag name="KSO_WM_UNIT_TYPE" val="l_h_d"/>
  <p:tag name="KSO_WM_UNIT_INDEX" val="1_1_1"/>
  <p:tag name="KSO_WM_UNIT_ID" val="diagram20233229_1*l_h_d*1_1_1"/>
  <p:tag name="KSO_WM_TEMPLATE_CATEGORY" val="diagram"/>
  <p:tag name="KSO_WM_TEMPLATE_INDEX" val="20233229"/>
  <p:tag name="KSO_WM_UNIT_LAYERLEVEL" val="1_1_1"/>
  <p:tag name="KSO_WM_TAG_VERSION" val="3.0"/>
  <p:tag name="KSO_WM_DIAGRAM_VERSION" val="3"/>
  <p:tag name="KSO_WM_DIAGRAM_COLOR_TRICK" val="1"/>
  <p:tag name="KSO_WM_DIAGRAM_COLOR_TEXT_CAN_REMOVE" val="n"/>
  <p:tag name="KSO_WM_DIAGRAM_MAX_ITEMCNT" val="4"/>
  <p:tag name="KSO_WM_DIAGRAM_MIN_ITEMCNT" val="2"/>
  <p:tag name="KSO_WM_DIAGRAM_VIRTUALLY_FRAME" val="{&quot;height&quot;:370.1711730957031,&quot;width&quot;:558.400146484375}"/>
  <p:tag name="KSO_WM_DIAGRAM_COLOR_MATCH_VALUE" val="{&quot;shape&quot;:{&quot;fill&quot;:{&quot;solid&quot;:{&quot;brightness&quot;:0,&quot;colorType&quot;:1,&quot;foreColorIndex&quot;:5,&quot;transparency&quot;:0},&quot;type&quot;:1},&quot;glow&quot;:{&quot;colorType&quot;:0},&quot;line&quot;:{&quot;solidLine&quot;:{&quot;brightness&quot;:0.6000000238418579,&quot;colorType&quot;:1,&quot;foreColorIndex&quot;:13,&quot;transparency&quot;:0.800000011920929},&quot;type&quot;:1},&quot;shadow&quot;:{&quot;colorType&quot;:0},&quot;threeD&quot;:{&quot;curvedSurface&quot;:{&quot;brightness&quot;:0,&quot;colorType&quot;:2,&quot;rgb&quot;:&quot;#000000&quot;},&quot;depth&quot;:{&quot;colorType&quot;:0}}},&quot;text&quot;:{&quot;fill&quot;:{},&quot;glow&quot;:{},&quot;line&quot;:{},&quot;shadow&quot;:{},&quot;threeD&quot;:{}}}"/>
  <p:tag name="KSO_WM_UNIT_PICTURE_SUBTYPE" val="b"/>
  <p:tag name="KSO_WM_BEAUTIFY_FLAG" val="#wm#"/>
  <p:tag name="KSO_WM_UNIT_FILL_TYPE" val="1"/>
  <p:tag name="KSO_WM_UNIT_FILL_FORE_SCHEMECOLOR_INDEX" val="5"/>
  <p:tag name="KSO_WM_UNIT_FILL_FORE_SCHEMECOLOR_INDEX_BRIGHTNESS" val="0"/>
  <p:tag name="KSO_WM_UNIT_LINE_FORE_SCHEMECOLOR_INDEX" val="13"/>
  <p:tag name="MH_PIC_SOURCE_TYPE" val="generate_slide_ai*{&quot;ai_type&quot;:&quot;generate_ppt&quot;,&quot;id&quot;:&quot;VCG41N1252123939&quot;}*auto_gallery_ai_v2.0.9_ONLINE*1744641021005_10.5_77d2bec61e02-slide-15"/>
  <p:tag name="KSO_WM_UNIT_LINE_FILL_TYPE" val="2"/>
  <p:tag name="KSO_WM_UNIT_USESOURCEFORMAT_APPLY" val="0"/>
</p:tagLst>
</file>

<file path=ppt/tags/tag1532.xml><?xml version="1.0" encoding="utf-8"?>
<p:tagLst xmlns:a="http://schemas.openxmlformats.org/drawingml/2006/main" xmlns:r="http://schemas.openxmlformats.org/officeDocument/2006/relationships"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20233229_1*l_h_f*1_2_1"/>
  <p:tag name="KSO_WM_TEMPLATE_CATEGORY" val="diagram"/>
  <p:tag name="KSO_WM_TEMPLATE_INDEX" val="20233229"/>
  <p:tag name="KSO_WM_UNIT_LAYERLEVEL" val="1_1_1"/>
  <p:tag name="KSO_WM_TAG_VERSION" val="3.0"/>
  <p:tag name="KSO_WM_DIAGRAM_MAX_ITEMCNT" val="4"/>
  <p:tag name="KSO_WM_DIAGRAM_MIN_ITEMCNT" val="2"/>
  <p:tag name="KSO_WM_DIAGRAM_VIRTUALLY_FRAME" val="{&quot;height&quot;:370.1711730957031,&quot;width&quot;:558.4001464843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120"/>
  <p:tag name="KSO_WM_DIAGRAM_VERSION" val="3"/>
  <p:tag name="KSO_WM_DIAGRAM_COLOR_TRICK" val="1"/>
  <p:tag name="KSO_WM_DIAGRAM_COLOR_TEXT_CAN_REMOVE" val="n"/>
  <p:tag name="KSO_WM_UNIT_TEXT_TYPE" val="1"/>
  <p:tag name="KSO_WM_UNIT_TEXT_LAYER_COUNT" val="1"/>
  <p:tag name="KSO_WM_BEAUTIFY_FLAG" val="#wm#"/>
  <p:tag name="KSO_WM_UNIT_PRESET_TEXT" val="单击此处添加文本具体内容，文字是您思想的提炼简明扼要地阐述您的观点。根据需要可酌情增减正文文字，以便观者准确地理解您传达的思想。单击此处添加你的文本具体内容，可酌情增减正文内容文字。"/>
  <p:tag name="KSO_WM_UNIT_TEXT_FILL_FORE_SCHEMECOLOR_INDEX" val="1"/>
  <p:tag name="KSO_WM_UNIT_TEXT_FILL_TYPE" val="1"/>
  <p:tag name="KSO_WM_UNIT_USESOURCEFORMAT_APPLY" val="0"/>
</p:tagLst>
</file>

<file path=ppt/tags/tag1533.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2_1"/>
  <p:tag name="KSO_WM_UNIT_ID" val="diagram20233229_1*l_h_a*1_2_1"/>
  <p:tag name="KSO_WM_TEMPLATE_CATEGORY" val="diagram"/>
  <p:tag name="KSO_WM_TEMPLATE_INDEX" val="20233229"/>
  <p:tag name="KSO_WM_UNIT_LAYERLEVEL" val="1_1_1"/>
  <p:tag name="KSO_WM_TAG_VERSION" val="3.0"/>
  <p:tag name="KSO_WM_DIAGRAM_MAX_ITEMCNT" val="4"/>
  <p:tag name="KSO_WM_DIAGRAM_MIN_ITEMCNT" val="2"/>
  <p:tag name="KSO_WM_DIAGRAM_VIRTUALLY_FRAME" val="{&quot;height&quot;:370.1711730957031,&quot;width&quot;:558.4001464843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19"/>
  <p:tag name="KSO_WM_DIAGRAM_VERSION" val="3"/>
  <p:tag name="KSO_WM_DIAGRAM_COLOR_TRICK" val="1"/>
  <p:tag name="KSO_WM_DIAGRAM_COLOR_TEXT_CAN_REMOVE" val="n"/>
  <p:tag name="KSO_WM_UNIT_TEXT_TYPE" val="1"/>
  <p:tag name="KSO_WM_BEAUTIFY_FLAG" val="#wm#"/>
  <p:tag name="KSO_WM_UNIT_PRESET_TEXT" val="此处添加项标题"/>
  <p:tag name="KSO_WM_UNIT_TEXT_FILL_FORE_SCHEMECOLOR_INDEX" val="1"/>
  <p:tag name="KSO_WM_UNIT_TEXT_FILL_TYPE" val="1"/>
  <p:tag name="KSO_WM_UNIT_USESOURCEFORMAT_APPLY" val="0"/>
</p:tagLst>
</file>

<file path=ppt/tags/tag1534.xml><?xml version="1.0" encoding="utf-8"?>
<p:tagLst xmlns:a="http://schemas.openxmlformats.org/drawingml/2006/main" xmlns:r="http://schemas.openxmlformats.org/officeDocument/2006/relationships" xmlns:p="http://schemas.openxmlformats.org/presentationml/2006/main">
  <p:tag name="KSO_WM_UNIT_VALUE" val="626*515"/>
  <p:tag name="KSO_WM_UNIT_HIGHLIGHT" val="0"/>
  <p:tag name="KSO_WM_UNIT_COMPATIBLE" val="0"/>
  <p:tag name="KSO_WM_UNIT_DIAGRAM_ISNUMVISUAL" val="0"/>
  <p:tag name="KSO_WM_UNIT_DIAGRAM_ISREFERUNIT" val="0"/>
  <p:tag name="KSO_WM_DIAGRAM_GROUP_CODE" val="l1-1"/>
  <p:tag name="KSO_WM_UNIT_TYPE" val="l_h_d"/>
  <p:tag name="KSO_WM_UNIT_INDEX" val="1_2_1"/>
  <p:tag name="KSO_WM_UNIT_ID" val="diagram20233229_1*l_h_d*1_2_1"/>
  <p:tag name="KSO_WM_TEMPLATE_CATEGORY" val="diagram"/>
  <p:tag name="KSO_WM_TEMPLATE_INDEX" val="20233229"/>
  <p:tag name="KSO_WM_UNIT_LAYERLEVEL" val="1_1_1"/>
  <p:tag name="KSO_WM_TAG_VERSION" val="3.0"/>
  <p:tag name="KSO_WM_DIAGRAM_VERSION" val="3"/>
  <p:tag name="KSO_WM_DIAGRAM_COLOR_TRICK" val="1"/>
  <p:tag name="KSO_WM_DIAGRAM_COLOR_TEXT_CAN_REMOVE" val="n"/>
  <p:tag name="KSO_WM_DIAGRAM_MAX_ITEMCNT" val="4"/>
  <p:tag name="KSO_WM_DIAGRAM_MIN_ITEMCNT" val="2"/>
  <p:tag name="KSO_WM_DIAGRAM_VIRTUALLY_FRAME" val="{&quot;height&quot;:370.1711730957031,&quot;width&quot;:558.400146484375}"/>
  <p:tag name="KSO_WM_DIAGRAM_COLOR_MATCH_VALUE" val="{&quot;shape&quot;:{&quot;fill&quot;:{&quot;solid&quot;:{&quot;brightness&quot;:0,&quot;colorType&quot;:1,&quot;foreColorIndex&quot;:5,&quot;transparency&quot;:0},&quot;type&quot;:1},&quot;glow&quot;:{&quot;colorType&quot;:0},&quot;line&quot;:{&quot;solidLine&quot;:{&quot;brightness&quot;:0.6000000238418579,&quot;colorType&quot;:1,&quot;foreColorIndex&quot;:13,&quot;transparency&quot;:0.800000011920929},&quot;type&quot;:1},&quot;shadow&quot;:{&quot;colorType&quot;:0},&quot;threeD&quot;:{&quot;curvedSurface&quot;:{&quot;brightness&quot;:0,&quot;colorType&quot;:2,&quot;rgb&quot;:&quot;#000000&quot;},&quot;depth&quot;:{&quot;colorType&quot;:0}}},&quot;text&quot;:{&quot;fill&quot;:{},&quot;glow&quot;:{},&quot;line&quot;:{},&quot;shadow&quot;:{},&quot;threeD&quot;:{}}}"/>
  <p:tag name="KSO_WM_UNIT_PICTURE_SUBTYPE" val="b"/>
  <p:tag name="KSO_WM_BEAUTIFY_FLAG" val="#wm#"/>
  <p:tag name="KSO_WM_UNIT_FILL_TYPE" val="1"/>
  <p:tag name="KSO_WM_UNIT_FILL_FORE_SCHEMECOLOR_INDEX" val="5"/>
  <p:tag name="KSO_WM_UNIT_FILL_FORE_SCHEMECOLOR_INDEX_BRIGHTNESS" val="0"/>
  <p:tag name="KSO_WM_UNIT_LINE_FORE_SCHEMECOLOR_INDEX" val="13"/>
  <p:tag name="MH_PIC_SOURCE_TYPE" val="generate_slide_ai*{&quot;ai_type&quot;:&quot;generate_ppt&quot;,&quot;id&quot;:&quot;VCG41N532648791&quot;}*auto_gallery_ai_v2.0.9_ONLINE*1744641021005_10.5_77d2bec61e02-slide-15"/>
  <p:tag name="KSO_WM_UNIT_LINE_FILL_TYPE" val="2"/>
  <p:tag name="KSO_WM_UNIT_USESOURCEFORMAT_APPLY" val="0"/>
</p:tagLst>
</file>

<file path=ppt/tags/tag1535.xml><?xml version="1.0" encoding="utf-8"?>
<p:tagLst xmlns:a="http://schemas.openxmlformats.org/drawingml/2006/main" xmlns:r="http://schemas.openxmlformats.org/officeDocument/2006/relationships"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20233229_1*l_h_f*1_2_1"/>
  <p:tag name="KSO_WM_TEMPLATE_CATEGORY" val="diagram"/>
  <p:tag name="KSO_WM_TEMPLATE_INDEX" val="20233229"/>
  <p:tag name="KSO_WM_UNIT_LAYERLEVEL" val="1_1_1"/>
  <p:tag name="KSO_WM_TAG_VERSION" val="3.0"/>
  <p:tag name="KSO_WM_DIAGRAM_MAX_ITEMCNT" val="4"/>
  <p:tag name="KSO_WM_DIAGRAM_MIN_ITEMCNT" val="2"/>
  <p:tag name="KSO_WM_DIAGRAM_VIRTUALLY_FRAME" val="{&quot;height&quot;:370.1711730957031,&quot;width&quot;:558.4001464843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120"/>
  <p:tag name="KSO_WM_DIAGRAM_VERSION" val="3"/>
  <p:tag name="KSO_WM_DIAGRAM_COLOR_TRICK" val="1"/>
  <p:tag name="KSO_WM_DIAGRAM_COLOR_TEXT_CAN_REMOVE" val="n"/>
  <p:tag name="KSO_WM_UNIT_TEXT_TYPE" val="1"/>
  <p:tag name="KSO_WM_UNIT_TEXT_LAYER_COUNT" val="1"/>
  <p:tag name="KSO_WM_BEAUTIFY_FLAG" val="#wm#"/>
  <p:tag name="KSO_WM_UNIT_PRESET_TEXT" val="单击此处添加文本具体内容，文字是您思想的提炼简明扼要地阐述您的观点。根据需要可酌情增减正文文字，以便观者准确地理解您传达的思想。单击此处添加你的文本具体内容，可酌情增减正文内容文字。"/>
  <p:tag name="KSO_WM_UNIT_TEXT_FILL_FORE_SCHEMECOLOR_INDEX" val="1"/>
  <p:tag name="KSO_WM_UNIT_TEXT_FILL_TYPE" val="1"/>
  <p:tag name="KSO_WM_UNIT_USESOURCEFORMAT_APPLY" val="0"/>
</p:tagLst>
</file>

<file path=ppt/tags/tag1536.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2_1"/>
  <p:tag name="KSO_WM_UNIT_ID" val="diagram20233229_1*l_h_a*1_2_1"/>
  <p:tag name="KSO_WM_TEMPLATE_CATEGORY" val="diagram"/>
  <p:tag name="KSO_WM_TEMPLATE_INDEX" val="20233229"/>
  <p:tag name="KSO_WM_UNIT_LAYERLEVEL" val="1_1_1"/>
  <p:tag name="KSO_WM_TAG_VERSION" val="3.0"/>
  <p:tag name="KSO_WM_DIAGRAM_MAX_ITEMCNT" val="4"/>
  <p:tag name="KSO_WM_DIAGRAM_MIN_ITEMCNT" val="2"/>
  <p:tag name="KSO_WM_DIAGRAM_VIRTUALLY_FRAME" val="{&quot;height&quot;:370.1711730957031,&quot;width&quot;:558.4001464843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19"/>
  <p:tag name="KSO_WM_DIAGRAM_VERSION" val="3"/>
  <p:tag name="KSO_WM_DIAGRAM_COLOR_TRICK" val="1"/>
  <p:tag name="KSO_WM_DIAGRAM_COLOR_TEXT_CAN_REMOVE" val="n"/>
  <p:tag name="KSO_WM_UNIT_TEXT_TYPE" val="1"/>
  <p:tag name="KSO_WM_BEAUTIFY_FLAG" val="#wm#"/>
  <p:tag name="KSO_WM_UNIT_PRESET_TEXT" val="此处添加项标题"/>
  <p:tag name="KSO_WM_UNIT_TEXT_FILL_FORE_SCHEMECOLOR_INDEX" val="1"/>
  <p:tag name="KSO_WM_UNIT_TEXT_FILL_TYPE" val="1"/>
  <p:tag name="KSO_WM_UNIT_USESOURCEFORMAT_APPLY" val="0"/>
</p:tagLst>
</file>

<file path=ppt/tags/tag1537.xml><?xml version="1.0" encoding="utf-8"?>
<p:tagLst xmlns:a="http://schemas.openxmlformats.org/drawingml/2006/main" xmlns:r="http://schemas.openxmlformats.org/officeDocument/2006/relationships" xmlns:p="http://schemas.openxmlformats.org/presentationml/2006/main">
  <p:tag name="KSO_WM_SLIDE_ID" val="diagram20230968_2"/>
  <p:tag name="KSO_WM_TEMPLATE_SUBCATEGORY" val="0"/>
  <p:tag name="KSO_WM_TEMPLATE_MASTER_TYPE" val="0"/>
  <p:tag name="KSO_WM_TEMPLATE_COLOR_TYPE" val="0"/>
  <p:tag name="KSO_WM_SLIDE_ITEM_CNT" val="3"/>
  <p:tag name="KSO_WM_SLIDE_INDEX" val="2"/>
  <p:tag name="KSO_WM_TAG_VERSION" val="3.0"/>
  <p:tag name="KSO_WM_BEAUTIFY_FLAG" val="#wm#"/>
  <p:tag name="KSO_WM_TEMPLATE_CATEGORY" val="custom"/>
  <p:tag name="KSO_WM_TEMPLATE_INDEX" val="20235971"/>
  <p:tag name="KSO_WM_SLIDE_TYPE" val="text"/>
  <p:tag name="KSO_WM_SLIDE_SUBTYPE" val="diag"/>
  <p:tag name="KSO_WM_SLIDE_SIZE" val="850.4*365.625"/>
  <p:tag name="KSO_WM_SLIDE_POSITION" val="54.8*111.5"/>
  <p:tag name="KSO_WM_SLIDE_LAYOUT" val="a_l"/>
  <p:tag name="KSO_WM_SLIDE_LAYOUT_CNT" val="1_1"/>
  <p:tag name="KSO_WM_SPECIAL_SOURCE" val="bdnull"/>
  <p:tag name="KSO_WM_DIAGRAM_GROUP_CODE" val="l1-1"/>
  <p:tag name="KSO_WM_SLIDE_DIAGTYPE" val="l"/>
</p:tagLst>
</file>

<file path=ppt/tags/tag1538.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diagram20230968_2*a*1"/>
  <p:tag name="KSO_WM_TEMPLATE_CATEGORY" val="diagram"/>
  <p:tag name="KSO_WM_TEMPLATE_INDEX" val="20230968"/>
  <p:tag name="KSO_WM_UNIT_LAYERLEVEL" val="1"/>
  <p:tag name="KSO_WM_TAG_VERSION" val="3.0"/>
  <p:tag name="KSO_WM_BEAUTIFY_FLAG" val="#wm#"/>
  <p:tag name="KSO_WM_DIAGRAM_GROUP_CODE" val="l1-1"/>
  <p:tag name="KSO_WM_UNIT_PRESET_TEXT" val="单击此处添加标题"/>
  <p:tag name="KSO_WM_UNIT_TEXT_TYPE" val="1"/>
  <p:tag name="KSO_WM_UNIT_TEXT_FILL_FORE_SCHEMECOLOR_INDEX" val="15"/>
  <p:tag name="KSO_WM_UNIT_TEXT_FILL_TYPE" val="1"/>
  <p:tag name="KSO_WM_UNIT_USESOURCEFORMAT_APPLY" val="0"/>
</p:tagLst>
</file>

<file path=ppt/tags/tag153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30968_2*l_h_i*1_1_1"/>
  <p:tag name="KSO_WM_TEMPLATE_CATEGORY" val="diagram"/>
  <p:tag name="KSO_WM_TEMPLATE_INDEX" val="20230968"/>
  <p:tag name="KSO_WM_UNIT_LAYERLEVEL" val="1_1_1"/>
  <p:tag name="KSO_WM_TAG_VERSION" val="3.0"/>
  <p:tag name="KSO_WM_BEAUTIFY_FLAG" val="#wm#"/>
  <p:tag name="KSO_WM_DIAGRAM_GROUP_CODE" val="l1-1"/>
  <p:tag name="KSO_WM_UNIT_TYPE" val="l_h_i"/>
  <p:tag name="KSO_WM_UNIT_INDEX" val="1_1_1"/>
  <p:tag name="KSO_WM_DIAGRAM_VERSION" val="3"/>
  <p:tag name="KSO_WM_DIAGRAM_COLOR_TRICK" val="1"/>
  <p:tag name="KSO_WM_DIAGRAM_COLOR_TEXT_CAN_REMOVE" val="n"/>
  <p:tag name="KSO_WM_DIAGRAM_MAX_ITEMCNT" val="4"/>
  <p:tag name="KSO_WM_DIAGRAM_MIN_ITEMCNT" val="2"/>
  <p:tag name="KSO_WM_DIAGRAM_VIRTUALLY_FRAME" val="{&quot;height&quot;:366.2639465332031,&quot;width&quot;:850.4000244140625}"/>
  <p:tag name="KSO_WM_DIAGRAM_COLOR_MATCH_VALUE" val="{&quot;shape&quot;:{&quot;fill&quot;:{&quot;solid&quot;:{&quot;brightness&quot;:0.6000000238418579,&quot;colorType&quot;:1,&quot;foreColorIndex&quot;:13,&quot;transparency&quot;:0.8500000238418579},&quot;type&quot;:1},&quot;glow&quot;:{&quot;colorType&quot;:0},&quot;line&quot;:{&quot;solidLine&quot;:{&quot;brightness&quot;:0.6000000238418579,&quot;colorType&quot;:1,&quot;foreColorIndex&quot;:13,&quot;transparency&quot;:0.800000011920929},&quot;type&quot;:1},&quot;shadow&quot;:{&quot;colorType&quot;:0},&quot;threeD&quot;:{&quot;curvedSurface&quot;:{&quot;brightness&quot;:0,&quot;colorType&quot;:2,&quot;rgb&quot;:&quot;#000000&quot;},&quot;depth&quot;:{&quot;colorType&quot;:0}}},&quot;text&quot;:{&quot;fill&quot;:{&quot;solid&quot;:{&quot;brightness&quot;:0,&quot;colorType&quot;:1,&quot;foreColorIndex&quot;:14,&quot;transparency&quot;:0},&quot;type&quot;:1},&quot;glow&quot;:{&quot;colorType&quot;:0},&quot;line&quot;:{&quot;type&quot;:0},&quot;shadow&quot;:{&quot;colorType&quot;:0},&quot;threeD&quot;:{&quot;curvedSurface&quot;:{&quot;brightness&quot;:0,&quot;colorType&quot;:2,&quot;rgb&quot;:&quot;#000000&quot;},&quot;depth&quot;:{&quot;colorType&quot;:0}}}}"/>
  <p:tag name="KSO_WM_UNIT_SHADOW_SCHEMECOLOR_INDEX_BRIGHTNESS" val="-0.15"/>
  <p:tag name="KSO_WM_UNIT_SHADOW_SCHEMECOLOR_INDEX" val="14"/>
  <p:tag name="KSO_WM_UNIT_TEXT_FILL_FORE_SCHEMECOLOR_INDEX_BRIGHTNESS" val="0"/>
  <p:tag name="KSO_WM_UNIT_TEXT_FILL_FORE_SCHEMECOLOR_INDEX" val="2"/>
  <p:tag name="KSO_WM_UNIT_TEXT_FILL_TYPE" val="1"/>
  <p:tag name="KSO_WM_UNIT_FILL_TYPE" val="1"/>
  <p:tag name="KSO_WM_UNIT_FILL_FORE_SCHEMECOLOR_INDEX" val="13"/>
  <p:tag name="KSO_WM_UNIT_FILL_FORE_SCHEMECOLOR_INDEX_BRIGHTNESS" val="0.6"/>
  <p:tag name="KSO_WM_UNIT_LINE_FORE_SCHEMECOLOR_INDEX" val="13"/>
  <p:tag name="KSO_WM_UNIT_LINE_FILL_TYPE" val="2"/>
  <p:tag name="KSO_WM_UNIT_USESOURCEFORMAT_APPLY" val="0"/>
</p:tagLst>
</file>

<file path=ppt/tags/tag154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30968_2*l_h_i*1_2_1"/>
  <p:tag name="KSO_WM_TEMPLATE_CATEGORY" val="diagram"/>
  <p:tag name="KSO_WM_TEMPLATE_INDEX" val="20230968"/>
  <p:tag name="KSO_WM_UNIT_LAYERLEVEL" val="1_1_1"/>
  <p:tag name="KSO_WM_TAG_VERSION" val="3.0"/>
  <p:tag name="KSO_WM_BEAUTIFY_FLAG" val="#wm#"/>
  <p:tag name="KSO_WM_DIAGRAM_GROUP_CODE" val="l1-1"/>
  <p:tag name="KSO_WM_UNIT_TYPE" val="l_h_i"/>
  <p:tag name="KSO_WM_UNIT_INDEX" val="1_2_1"/>
  <p:tag name="KSO_WM_DIAGRAM_VERSION" val="3"/>
  <p:tag name="KSO_WM_DIAGRAM_COLOR_TRICK" val="1"/>
  <p:tag name="KSO_WM_DIAGRAM_COLOR_TEXT_CAN_REMOVE" val="n"/>
  <p:tag name="KSO_WM_DIAGRAM_MAX_ITEMCNT" val="4"/>
  <p:tag name="KSO_WM_DIAGRAM_MIN_ITEMCNT" val="2"/>
  <p:tag name="KSO_WM_DIAGRAM_VIRTUALLY_FRAME" val="{&quot;height&quot;:366.2639465332031,&quot;width&quot;:850.4000244140625}"/>
  <p:tag name="KSO_WM_DIAGRAM_COLOR_MATCH_VALUE" val="{&quot;shape&quot;:{&quot;fill&quot;:{&quot;solid&quot;:{&quot;brightness&quot;:0,&quot;colorType&quot;:1,&quot;foreColorIndex&quot;:5,&quot;transparency&quot;:0},&quot;type&quot;:1},&quot;glow&quot;:{&quot;colorType&quot;:0},&quot;line&quot;:{&quot;solidLine&quot;:{&quot;brightness&quot;:0,&quot;colorType&quot;:1,&quot;foreColorIndex&quot;:5,&quot;transparency&quot;:0.5},&quot;type&quot;:1},&quot;shadow&quot;:{&quot;colorType&quot;:0},&quot;threeD&quot;:{&quot;curvedSurface&quot;:{&quot;brightness&quot;:0,&quot;colorType&quot;:2,&quot;rgb&quot;:&quot;#000000&quot;},&quot;depth&quot;:{&quot;colorType&quot;:0}}},&quot;text&quot;:{&quot;fill&quot;:{&quot;solid&quot;:{&quot;brightness&quot;:0,&quot;colorType&quot;:1,&quot;foreColorIndex&quot;:14,&quot;transparency&quot;:0},&quot;type&quot;:1},&quot;glow&quot;:{&quot;colorType&quot;:0},&quot;line&quot;:{&quot;type&quot;:0},&quot;shadow&quot;:{&quot;colorType&quot;:0},&quot;threeD&quot;:{&quot;curvedSurface&quot;:{&quot;brightness&quot;:0,&quot;colorType&quot;:2,&quot;rgb&quot;:&quot;#000000&quot;},&quot;depth&quot;:{&quot;colorType&quot;:0}}}}"/>
  <p:tag name="KSO_WM_UNIT_SHADOW_SCHEMECOLOR_INDEX_BRIGHTNESS" val="0"/>
  <p:tag name="KSO_WM_UNIT_SHADOW_SCHEMECOLOR_INDEX" val="5"/>
  <p:tag name="KSO_WM_UNIT_TEXT_FILL_FORE_SCHEMECOLOR_INDEX_BRIGHTNESS" val="0"/>
  <p:tag name="KSO_WM_UNIT_TEXT_FILL_FORE_SCHEMECOLOR_INDEX" val="2"/>
  <p:tag name="KSO_WM_UNIT_TEXT_FILL_TYPE" val="1"/>
  <p:tag name="KSO_WM_UNIT_FILL_TYPE" val="1"/>
  <p:tag name="KSO_WM_UNIT_FILL_FORE_SCHEMECOLOR_INDEX" val="5"/>
  <p:tag name="KSO_WM_UNIT_FILL_FORE_SCHEMECOLOR_INDEX_BRIGHTNESS" val="0"/>
  <p:tag name="KSO_WM_UNIT_LINE_FORE_SCHEMECOLOR_INDEX" val="5"/>
  <p:tag name="KSO_WM_UNIT_LINE_FILL_TYPE" val="2"/>
  <p:tag name="KSO_WM_UNIT_USESOURCEFORMAT_APPLY" val="0"/>
</p:tagLst>
</file>

<file path=ppt/tags/tag154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30968_2*l_h_i*1_3_1"/>
  <p:tag name="KSO_WM_TEMPLATE_CATEGORY" val="diagram"/>
  <p:tag name="KSO_WM_TEMPLATE_INDEX" val="20230968"/>
  <p:tag name="KSO_WM_UNIT_LAYERLEVEL" val="1_1_1"/>
  <p:tag name="KSO_WM_TAG_VERSION" val="3.0"/>
  <p:tag name="KSO_WM_BEAUTIFY_FLAG" val="#wm#"/>
  <p:tag name="KSO_WM_DIAGRAM_GROUP_CODE" val="l1-1"/>
  <p:tag name="KSO_WM_UNIT_TYPE" val="l_h_i"/>
  <p:tag name="KSO_WM_UNIT_INDEX" val="1_3_1"/>
  <p:tag name="KSO_WM_DIAGRAM_VERSION" val="3"/>
  <p:tag name="KSO_WM_DIAGRAM_COLOR_TRICK" val="1"/>
  <p:tag name="KSO_WM_DIAGRAM_COLOR_TEXT_CAN_REMOVE" val="n"/>
  <p:tag name="KSO_WM_DIAGRAM_MAX_ITEMCNT" val="4"/>
  <p:tag name="KSO_WM_DIAGRAM_MIN_ITEMCNT" val="2"/>
  <p:tag name="KSO_WM_DIAGRAM_VIRTUALLY_FRAME" val="{&quot;height&quot;:366.2639465332031,&quot;width&quot;:850.4000244140625}"/>
  <p:tag name="KSO_WM_DIAGRAM_COLOR_MATCH_VALUE" val="{&quot;shape&quot;:{&quot;fill&quot;:{&quot;solid&quot;:{&quot;brightness&quot;:0.6000000238418579,&quot;colorType&quot;:1,&quot;foreColorIndex&quot;:13,&quot;transparency&quot;:0.8500000238418579},&quot;type&quot;:1},&quot;glow&quot;:{&quot;colorType&quot;:0},&quot;line&quot;:{&quot;solidLine&quot;:{&quot;brightness&quot;:0.6000000238418579,&quot;colorType&quot;:1,&quot;foreColorIndex&quot;:13,&quot;transparency&quot;:0.800000011920929},&quot;type&quot;:1},&quot;shadow&quot;:{&quot;colorType&quot;:0},&quot;threeD&quot;:{&quot;curvedSurface&quot;:{&quot;brightness&quot;:0,&quot;colorType&quot;:2,&quot;rgb&quot;:&quot;#000000&quot;},&quot;depth&quot;:{&quot;colorType&quot;:0}}},&quot;text&quot;:{&quot;fill&quot;:{&quot;solid&quot;:{&quot;brightness&quot;:0,&quot;colorType&quot;:1,&quot;foreColorIndex&quot;:14,&quot;transparency&quot;:0},&quot;type&quot;:1},&quot;glow&quot;:{&quot;colorType&quot;:0},&quot;line&quot;:{&quot;type&quot;:0},&quot;shadow&quot;:{&quot;colorType&quot;:0},&quot;threeD&quot;:{&quot;curvedSurface&quot;:{&quot;brightness&quot;:0,&quot;colorType&quot;:2,&quot;rgb&quot;:&quot;#000000&quot;},&quot;depth&quot;:{&quot;colorType&quot;:0}}}}"/>
  <p:tag name="KSO_WM_UNIT_SHADOW_SCHEMECOLOR_INDEX_BRIGHTNESS" val="-0.15"/>
  <p:tag name="KSO_WM_UNIT_SHADOW_SCHEMECOLOR_INDEX" val="14"/>
  <p:tag name="KSO_WM_UNIT_TEXT_FILL_FORE_SCHEMECOLOR_INDEX_BRIGHTNESS" val="0"/>
  <p:tag name="KSO_WM_UNIT_TEXT_FILL_FORE_SCHEMECOLOR_INDEX" val="2"/>
  <p:tag name="KSO_WM_UNIT_TEXT_FILL_TYPE" val="1"/>
  <p:tag name="KSO_WM_UNIT_FILL_TYPE" val="1"/>
  <p:tag name="KSO_WM_UNIT_FILL_FORE_SCHEMECOLOR_INDEX" val="13"/>
  <p:tag name="KSO_WM_UNIT_FILL_FORE_SCHEMECOLOR_INDEX_BRIGHTNESS" val="0.6"/>
  <p:tag name="KSO_WM_UNIT_LINE_FORE_SCHEMECOLOR_INDEX" val="13"/>
  <p:tag name="KSO_WM_UNIT_LINE_FILL_TYPE" val="2"/>
  <p:tag name="KSO_WM_UNIT_USESOURCEFORMAT_APPLY" val="0"/>
</p:tagLst>
</file>

<file path=ppt/tags/tag1542.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1_1"/>
  <p:tag name="KSO_WM_UNIT_ID" val="diagram20230968_2*l_h_a*1_1_1"/>
  <p:tag name="KSO_WM_TEMPLATE_CATEGORY" val="diagram"/>
  <p:tag name="KSO_WM_TEMPLATE_INDEX" val="20230968"/>
  <p:tag name="KSO_WM_UNIT_LAYERLEVEL" val="1_1_1"/>
  <p:tag name="KSO_WM_TAG_VERSION" val="3.0"/>
  <p:tag name="KSO_WM_BEAUTIFY_FLAG" val="#wm#"/>
  <p:tag name="KSO_WM_DIAGRAM_GROUP_CODE" val="l1-1"/>
  <p:tag name="KSO_WM_DIAGRAM_VERSION" val="3"/>
  <p:tag name="KSO_WM_DIAGRAM_COLOR_TRICK" val="1"/>
  <p:tag name="KSO_WM_DIAGRAM_COLOR_TEXT_CAN_REMOVE" val="n"/>
  <p:tag name="KSO_WM_DIAGRAM_MAX_ITEMCNT" val="4"/>
  <p:tag name="KSO_WM_DIAGRAM_MIN_ITEMCNT" val="2"/>
  <p:tag name="KSO_WM_DIAGRAM_VIRTUALLY_FRAME" val="{&quot;height&quot;:366.2639465332031,&quot;width&quot;:850.4000244140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_BRIGHTNESS" val="0"/>
  <p:tag name="KSO_WM_UNIT_PRESET_TEXT" val="添加标题"/>
  <p:tag name="KSO_WM_UNIT_TEXT_FILL_FORE_SCHEMECOLOR_INDEX" val="1"/>
  <p:tag name="KSO_WM_UNIT_TEXT_FILL_TYPE" val="1"/>
  <p:tag name="KSO_WM_UNIT_TEXT_TYPE" val="1"/>
  <p:tag name="KSO_WM_UNIT_USESOURCEFORMAT_APPLY" val="0"/>
</p:tagLst>
</file>

<file path=ppt/tags/tag1543.xml><?xml version="1.0" encoding="utf-8"?>
<p:tagLst xmlns:a="http://schemas.openxmlformats.org/drawingml/2006/main" xmlns:r="http://schemas.openxmlformats.org/officeDocument/2006/relationships"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1_1"/>
  <p:tag name="KSO_WM_UNIT_ID" val="diagram20230968_2*l_h_f*1_1_1"/>
  <p:tag name="KSO_WM_TEMPLATE_CATEGORY" val="diagram"/>
  <p:tag name="KSO_WM_TEMPLATE_INDEX" val="20230968"/>
  <p:tag name="KSO_WM_UNIT_LAYERLEVEL" val="1_1_1"/>
  <p:tag name="KSO_WM_TAG_VERSION" val="3.0"/>
  <p:tag name="KSO_WM_BEAUTIFY_FLAG" val="#wm#"/>
  <p:tag name="KSO_WM_DIAGRAM_GROUP_CODE" val="l1-1"/>
  <p:tag name="KSO_WM_DIAGRAM_VERSION" val="3"/>
  <p:tag name="KSO_WM_DIAGRAM_COLOR_TRICK" val="1"/>
  <p:tag name="KSO_WM_DIAGRAM_COLOR_TEXT_CAN_REMOVE" val="n"/>
  <p:tag name="KSO_WM_DIAGRAM_MAX_ITEMCNT" val="4"/>
  <p:tag name="KSO_WM_DIAGRAM_MIN_ITEMCNT" val="2"/>
  <p:tag name="KSO_WM_DIAGRAM_VIRTUALLY_FRAME" val="{&quot;height&quot;:366.2639465332031,&quot;width&quot;:850.4000244140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此处添加文本具体内容，简明扼要地阐述您的观点。可酌情增减文字，以便观者准确地理解您传达的思想。"/>
  <p:tag name="KSO_WM_UNIT_TEXT_FILL_FORE_SCHEMECOLOR_INDEX" val="1"/>
  <p:tag name="KSO_WM_UNIT_TEXT_FILL_TYPE" val="1"/>
  <p:tag name="KSO_WM_UNIT_TEXT_TYPE" val="1"/>
  <p:tag name="KSO_WM_UNIT_TEXT_LAYER_COUNT" val="1"/>
  <p:tag name="KSO_WM_UNIT_USESOURCEFORMAT_APPLY" val="0"/>
</p:tagLst>
</file>

<file path=ppt/tags/tag1544.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2_1"/>
  <p:tag name="KSO_WM_UNIT_ID" val="diagram20230968_2*l_h_a*1_2_1"/>
  <p:tag name="KSO_WM_TEMPLATE_CATEGORY" val="diagram"/>
  <p:tag name="KSO_WM_TEMPLATE_INDEX" val="20230968"/>
  <p:tag name="KSO_WM_UNIT_LAYERLEVEL" val="1_1_1"/>
  <p:tag name="KSO_WM_TAG_VERSION" val="3.0"/>
  <p:tag name="KSO_WM_BEAUTIFY_FLAG" val="#wm#"/>
  <p:tag name="KSO_WM_DIAGRAM_GROUP_CODE" val="l1-1"/>
  <p:tag name="KSO_WM_DIAGRAM_VERSION" val="3"/>
  <p:tag name="KSO_WM_DIAGRAM_COLOR_TRICK" val="1"/>
  <p:tag name="KSO_WM_DIAGRAM_COLOR_TEXT_CAN_REMOVE" val="n"/>
  <p:tag name="KSO_WM_DIAGRAM_MAX_ITEMCNT" val="4"/>
  <p:tag name="KSO_WM_DIAGRAM_MIN_ITEMCNT" val="2"/>
  <p:tag name="KSO_WM_DIAGRAM_VIRTUALLY_FRAME" val="{&quot;height&quot;:366.2639465332031,&quot;width&quot;:850.4000244140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_BRIGHTNESS" val="0"/>
  <p:tag name="KSO_WM_UNIT_TEXT_FILL_TYPE" val="1"/>
  <p:tag name="KSO_WM_UNIT_PRESET_TEXT" val="添加标题"/>
  <p:tag name="KSO_WM_UNIT_TEXT_TYPE" val="1"/>
  <p:tag name="KSO_WM_UNIT_USESOURCEFORMAT_APPLY" val="0"/>
</p:tagLst>
</file>

<file path=ppt/tags/tag1545.xml><?xml version="1.0" encoding="utf-8"?>
<p:tagLst xmlns:a="http://schemas.openxmlformats.org/drawingml/2006/main" xmlns:r="http://schemas.openxmlformats.org/officeDocument/2006/relationships"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2_1"/>
  <p:tag name="KSO_WM_UNIT_ID" val="diagram20230968_2*l_h_f*1_2_1"/>
  <p:tag name="KSO_WM_TEMPLATE_CATEGORY" val="diagram"/>
  <p:tag name="KSO_WM_TEMPLATE_INDEX" val="20230968"/>
  <p:tag name="KSO_WM_UNIT_LAYERLEVEL" val="1_1_1"/>
  <p:tag name="KSO_WM_TAG_VERSION" val="3.0"/>
  <p:tag name="KSO_WM_BEAUTIFY_FLAG" val="#wm#"/>
  <p:tag name="KSO_WM_DIAGRAM_GROUP_CODE" val="l1-1"/>
  <p:tag name="KSO_WM_DIAGRAM_VERSION" val="3"/>
  <p:tag name="KSO_WM_DIAGRAM_COLOR_TRICK" val="1"/>
  <p:tag name="KSO_WM_DIAGRAM_COLOR_TEXT_CAN_REMOVE" val="n"/>
  <p:tag name="KSO_WM_DIAGRAM_MAX_ITEMCNT" val="4"/>
  <p:tag name="KSO_WM_DIAGRAM_MIN_ITEMCNT" val="2"/>
  <p:tag name="KSO_WM_DIAGRAM_VIRTUALLY_FRAME" val="{&quot;height&quot;:366.2639465332031,&quot;width&quot;:850.4000244140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_BRIGHTNESS" val="0"/>
  <p:tag name="KSO_WM_UNIT_TEXT_FILL_TYPE" val="1"/>
  <p:tag name="KSO_WM_UNIT_PRESET_TEXT" val="单击此处添加文本具体内容，简明扼要地阐述您的观点。可酌情增减文字，以便观者准确地理解您传达的思想。"/>
  <p:tag name="KSO_WM_UNIT_TEXT_TYPE" val="1"/>
  <p:tag name="KSO_WM_UNIT_TEXT_LAYER_COUNT" val="1"/>
  <p:tag name="KSO_WM_UNIT_USESOURCEFORMAT_APPLY" val="0"/>
</p:tagLst>
</file>

<file path=ppt/tags/tag1546.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3_1"/>
  <p:tag name="KSO_WM_UNIT_ID" val="diagram20230968_2*l_h_a*1_3_1"/>
  <p:tag name="KSO_WM_TEMPLATE_CATEGORY" val="diagram"/>
  <p:tag name="KSO_WM_TEMPLATE_INDEX" val="20230968"/>
  <p:tag name="KSO_WM_UNIT_LAYERLEVEL" val="1_1_1"/>
  <p:tag name="KSO_WM_TAG_VERSION" val="3.0"/>
  <p:tag name="KSO_WM_BEAUTIFY_FLAG" val="#wm#"/>
  <p:tag name="KSO_WM_DIAGRAM_GROUP_CODE" val="l1-1"/>
  <p:tag name="KSO_WM_DIAGRAM_VERSION" val="3"/>
  <p:tag name="KSO_WM_DIAGRAM_COLOR_TRICK" val="1"/>
  <p:tag name="KSO_WM_DIAGRAM_COLOR_TEXT_CAN_REMOVE" val="n"/>
  <p:tag name="KSO_WM_DIAGRAM_MAX_ITEMCNT" val="4"/>
  <p:tag name="KSO_WM_DIAGRAM_MIN_ITEMCNT" val="2"/>
  <p:tag name="KSO_WM_DIAGRAM_VIRTUALLY_FRAME" val="{&quot;height&quot;:366.2639465332031,&quot;width&quot;:850.4000244140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_BRIGHTNESS" val="0"/>
  <p:tag name="KSO_WM_UNIT_PRESET_TEXT" val="添加标题"/>
  <p:tag name="KSO_WM_UNIT_TEXT_FILL_FORE_SCHEMECOLOR_INDEX" val="1"/>
  <p:tag name="KSO_WM_UNIT_TEXT_FILL_TYPE" val="1"/>
  <p:tag name="KSO_WM_UNIT_TEXT_TYPE" val="1"/>
  <p:tag name="KSO_WM_UNIT_USESOURCEFORMAT_APPLY" val="0"/>
</p:tagLst>
</file>

<file path=ppt/tags/tag1547.xml><?xml version="1.0" encoding="utf-8"?>
<p:tagLst xmlns:a="http://schemas.openxmlformats.org/drawingml/2006/main" xmlns:r="http://schemas.openxmlformats.org/officeDocument/2006/relationships"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3_1"/>
  <p:tag name="KSO_WM_UNIT_ID" val="diagram20230968_2*l_h_f*1_3_1"/>
  <p:tag name="KSO_WM_TEMPLATE_CATEGORY" val="diagram"/>
  <p:tag name="KSO_WM_TEMPLATE_INDEX" val="20230968"/>
  <p:tag name="KSO_WM_UNIT_LAYERLEVEL" val="1_1_1"/>
  <p:tag name="KSO_WM_TAG_VERSION" val="3.0"/>
  <p:tag name="KSO_WM_BEAUTIFY_FLAG" val="#wm#"/>
  <p:tag name="KSO_WM_DIAGRAM_GROUP_CODE" val="l1-1"/>
  <p:tag name="KSO_WM_DIAGRAM_VERSION" val="3"/>
  <p:tag name="KSO_WM_DIAGRAM_COLOR_TRICK" val="1"/>
  <p:tag name="KSO_WM_DIAGRAM_COLOR_TEXT_CAN_REMOVE" val="n"/>
  <p:tag name="KSO_WM_DIAGRAM_MAX_ITEMCNT" val="4"/>
  <p:tag name="KSO_WM_DIAGRAM_MIN_ITEMCNT" val="2"/>
  <p:tag name="KSO_WM_DIAGRAM_VIRTUALLY_FRAME" val="{&quot;height&quot;:366.2639465332031,&quot;width&quot;:850.4000244140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此处添加文本具体内容，简明扼要地阐述您的观点。可酌情增减文字，以便观者准确地理解您传达的思想。"/>
  <p:tag name="KSO_WM_UNIT_TEXT_FILL_FORE_SCHEMECOLOR_INDEX" val="1"/>
  <p:tag name="KSO_WM_UNIT_TEXT_FILL_TYPE" val="1"/>
  <p:tag name="KSO_WM_UNIT_TEXT_TYPE" val="1"/>
  <p:tag name="KSO_WM_UNIT_TEXT_LAYER_COUNT" val="1"/>
  <p:tag name="KSO_WM_UNIT_USESOURCEFORMAT_APPLY" val="0"/>
</p:tagLst>
</file>

<file path=ppt/tags/tag1548.xml><?xml version="1.0" encoding="utf-8"?>
<p:tagLst xmlns:a="http://schemas.openxmlformats.org/drawingml/2006/main" xmlns:r="http://schemas.openxmlformats.org/officeDocument/2006/relationships" xmlns:p="http://schemas.openxmlformats.org/presentationml/2006/main">
  <p:tag name="KSO_WM_DIAGRAM_VIRTUALLY_FRAME" val="{&quot;height&quot;:75.6500015258789,&quot;width&quot;:723.2999877929688}"/>
  <p:tag name="KSO_WM_DIAGRAM_VERSION" val="3"/>
  <p:tag name="KSO_WM_DIAGRAM_COLOR_TRICK" val="1"/>
  <p:tag name="KSO_WM_DIAGRAM_COLOR_TEXT_CAN_REMOVE" val="n"/>
  <p:tag name="KSO_WM_UNIT_SUBTYPE" val="a"/>
  <p:tag name="KSO_WM_UNIT_PRESET_TEXT_INDEX" val="0"/>
  <p:tag name="KSO_WM_UNIT_PRESET_TEXT_LEN" val="0"/>
  <p:tag name="KSO_WM_UNIT_NOCLEAR" val="0"/>
  <p:tag name="KSO_WM_UNIT_VALUE" val="30"/>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233526_1*l_h_f*1_1_1"/>
  <p:tag name="KSO_WM_TEMPLATE_CATEGORY" val="diagram"/>
  <p:tag name="KSO_WM_TEMPLATE_INDEX" val="20233526"/>
  <p:tag name="KSO_WM_UNIT_LAYERLEVEL" val="1_1_1"/>
  <p:tag name="KSO_WM_TAG_VERSION" val="3.0"/>
  <p:tag name="KSO_WM_BEAUTIFY_FLAG" val="#wm#"/>
  <p:tag name="KSO_WM_UNIT_TEXT_FILL_FORE_SCHEMECOLOR_INDEX" val="1"/>
  <p:tag name="KSO_WM_UNIT_TEXT_FILL_TYPE" val="1"/>
  <p:tag name="KSO_WM_UNIT_PRESET_TEXT" val="单击添加文本内容，阐述您的观点。"/>
  <p:tag name="KSO_WM_DIAGRAM_MAX_ITEMCNT" val="3"/>
  <p:tag name="KSO_WM_DIAGRAM_MIN_ITEMCNT" val="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USESOURCEFORMAT_APPLY" val="0"/>
</p:tagLst>
</file>

<file path=ppt/tags/tag1549.xml><?xml version="1.0" encoding="utf-8"?>
<p:tagLst xmlns:a="http://schemas.openxmlformats.org/drawingml/2006/main" xmlns:r="http://schemas.openxmlformats.org/officeDocument/2006/relationships" xmlns:p="http://schemas.openxmlformats.org/presentationml/2006/main">
  <p:tag name="KSO_WM_DIAGRAM_VIRTUALLY_FRAME" val="{&quot;height&quot;:75.6500015258789,&quot;width&quot;:723.2999877929688}"/>
  <p:tag name="KSO_WM_DIAGRAM_VERSION" val="3"/>
  <p:tag name="KSO_WM_DIAGRAM_COLOR_TRICK" val="1"/>
  <p:tag name="KSO_WM_DIAGRAM_COLOR_TEXT_CAN_REMOVE" val="n"/>
  <p:tag name="KSO_WM_UNIT_ISCONTENTSTITLE" val="0"/>
  <p:tag name="KSO_WM_UNIT_ISNUMDGMTITLE" val="0"/>
  <p:tag name="KSO_WM_UNIT_PRESET_TEXT_INDEX" val="0"/>
  <p:tag name="KSO_WM_UNIT_PRESET_TEXT_LEN" val="0"/>
  <p:tag name="KSO_WM_UNIT_NOCLEAR" val="0"/>
  <p:tag name="KSO_WM_UNIT_VALUE" val="9"/>
  <p:tag name="KSO_WM_UNIT_HIGHLIGHT" val="0"/>
  <p:tag name="KSO_WM_UNIT_COMPATIBLE" val="0"/>
  <p:tag name="KSO_WM_UNIT_DIAGRAM_ISNUMVISUAL" val="0"/>
  <p:tag name="KSO_WM_UNIT_DIAGRAM_ISREFERUNIT" val="0"/>
  <p:tag name="KSO_WM_DIAGRAM_GROUP_CODE" val="l1-1"/>
  <p:tag name="KSO_WM_UNIT_TYPE" val="l_h_a"/>
  <p:tag name="KSO_WM_UNIT_INDEX" val="1_1_1"/>
  <p:tag name="KSO_WM_UNIT_ID" val="diagram20233526_1*l_h_a*1_1_1"/>
  <p:tag name="KSO_WM_TEMPLATE_CATEGORY" val="diagram"/>
  <p:tag name="KSO_WM_TEMPLATE_INDEX" val="20233526"/>
  <p:tag name="KSO_WM_UNIT_LAYERLEVEL" val="1_1_1"/>
  <p:tag name="KSO_WM_TAG_VERSION" val="3.0"/>
  <p:tag name="KSO_WM_BEAUTIFY_FLAG" val="#wm#"/>
  <p:tag name="KSO_WM_UNIT_TEXT_FILL_FORE_SCHEMECOLOR_INDEX" val="1"/>
  <p:tag name="KSO_WM_UNIT_TEXT_FILL_TYPE" val="1"/>
  <p:tag name="KSO_WM_UNIT_PRESET_TEXT" val="添加项标题"/>
  <p:tag name="KSO_WM_DIAGRAM_MAX_ITEMCNT" val="3"/>
  <p:tag name="KSO_WM_DIAGRAM_MIN_ITEMCNT" val="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USESOURCEFORMAT_APPLY" val="0"/>
</p:tagLst>
</file>

<file path=ppt/tags/tag1550.xml><?xml version="1.0" encoding="utf-8"?>
<p:tagLst xmlns:a="http://schemas.openxmlformats.org/drawingml/2006/main" xmlns:r="http://schemas.openxmlformats.org/officeDocument/2006/relationships" xmlns:p="http://schemas.openxmlformats.org/presentationml/2006/main">
  <p:tag name="KSO_WM_DIAGRAM_VIRTUALLY_FRAME" val="{&quot;height&quot;:75.6500015258789,&quot;width&quot;:723.2999877929688}"/>
  <p:tag name="KSO_WM_DIAGRAM_VERSION" val="3"/>
  <p:tag name="KSO_WM_DIAGRAM_COLOR_TRICK" val="1"/>
  <p:tag name="KSO_WM_DIAGRAM_COLOR_TEXT_CAN_REMOVE" val="n"/>
  <p:tag name="KSO_WM_UNIT_SUBTYPE" val="a"/>
  <p:tag name="KSO_WM_UNIT_PRESET_TEXT_INDEX" val="0"/>
  <p:tag name="KSO_WM_UNIT_PRESET_TEXT_LEN" val="0"/>
  <p:tag name="KSO_WM_UNIT_NOCLEAR" val="0"/>
  <p:tag name="KSO_WM_UNIT_VALUE" val="30"/>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20233526_1*l_h_f*1_2_1"/>
  <p:tag name="KSO_WM_TEMPLATE_CATEGORY" val="diagram"/>
  <p:tag name="KSO_WM_TEMPLATE_INDEX" val="20233526"/>
  <p:tag name="KSO_WM_UNIT_LAYERLEVEL" val="1_1_1"/>
  <p:tag name="KSO_WM_TAG_VERSION" val="3.0"/>
  <p:tag name="KSO_WM_BEAUTIFY_FLAG" val="#wm#"/>
  <p:tag name="KSO_WM_UNIT_TEXT_FILL_FORE_SCHEMECOLOR_INDEX" val="1"/>
  <p:tag name="KSO_WM_UNIT_TEXT_FILL_TYPE" val="1"/>
  <p:tag name="KSO_WM_UNIT_PRESET_TEXT" val="单击添加文本内容，阐述您的观点。"/>
  <p:tag name="KSO_WM_DIAGRAM_MAX_ITEMCNT" val="3"/>
  <p:tag name="KSO_WM_DIAGRAM_MIN_ITEMCNT" val="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USESOURCEFORMAT_APPLY" val="0"/>
</p:tagLst>
</file>

<file path=ppt/tags/tag1551.xml><?xml version="1.0" encoding="utf-8"?>
<p:tagLst xmlns:a="http://schemas.openxmlformats.org/drawingml/2006/main" xmlns:r="http://schemas.openxmlformats.org/officeDocument/2006/relationships" xmlns:p="http://schemas.openxmlformats.org/presentationml/2006/main">
  <p:tag name="KSO_WM_DIAGRAM_VIRTUALLY_FRAME" val="{&quot;height&quot;:75.6500015258789,&quot;width&quot;:723.2999877929688}"/>
  <p:tag name="KSO_WM_DIAGRAM_VERSION" val="3"/>
  <p:tag name="KSO_WM_DIAGRAM_COLOR_TRICK" val="1"/>
  <p:tag name="KSO_WM_DIAGRAM_COLOR_TEXT_CAN_REMOVE" val="n"/>
  <p:tag name="KSO_WM_UNIT_ISCONTENTSTITLE" val="0"/>
  <p:tag name="KSO_WM_UNIT_ISNUMDGMTITLE" val="0"/>
  <p:tag name="KSO_WM_UNIT_PRESET_TEXT_INDEX" val="0"/>
  <p:tag name="KSO_WM_UNIT_PRESET_TEXT_LEN" val="0"/>
  <p:tag name="KSO_WM_UNIT_NOCLEAR" val="0"/>
  <p:tag name="KSO_WM_UNIT_VALUE" val="9"/>
  <p:tag name="KSO_WM_UNIT_HIGHLIGHT" val="0"/>
  <p:tag name="KSO_WM_UNIT_COMPATIBLE" val="0"/>
  <p:tag name="KSO_WM_UNIT_DIAGRAM_ISNUMVISUAL" val="0"/>
  <p:tag name="KSO_WM_UNIT_DIAGRAM_ISREFERUNIT" val="0"/>
  <p:tag name="KSO_WM_DIAGRAM_GROUP_CODE" val="l1-1"/>
  <p:tag name="KSO_WM_UNIT_TYPE" val="l_h_a"/>
  <p:tag name="KSO_WM_UNIT_INDEX" val="1_2_1"/>
  <p:tag name="KSO_WM_UNIT_ID" val="diagram20233526_1*l_h_a*1_2_1"/>
  <p:tag name="KSO_WM_TEMPLATE_CATEGORY" val="diagram"/>
  <p:tag name="KSO_WM_TEMPLATE_INDEX" val="20233526"/>
  <p:tag name="KSO_WM_UNIT_LAYERLEVEL" val="1_1_1"/>
  <p:tag name="KSO_WM_TAG_VERSION" val="3.0"/>
  <p:tag name="KSO_WM_BEAUTIFY_FLAG" val="#wm#"/>
  <p:tag name="KSO_WM_UNIT_TEXT_FILL_FORE_SCHEMECOLOR_INDEX" val="1"/>
  <p:tag name="KSO_WM_UNIT_TEXT_FILL_TYPE" val="1"/>
  <p:tag name="KSO_WM_UNIT_PRESET_TEXT" val="添加项标题"/>
  <p:tag name="KSO_WM_DIAGRAM_MAX_ITEMCNT" val="3"/>
  <p:tag name="KSO_WM_DIAGRAM_MIN_ITEMCNT" val="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USESOURCEFORMAT_APPLY" val="0"/>
</p:tagLst>
</file>

<file path=ppt/tags/tag1552.xml><?xml version="1.0" encoding="utf-8"?>
<p:tagLst xmlns:a="http://schemas.openxmlformats.org/drawingml/2006/main" xmlns:r="http://schemas.openxmlformats.org/officeDocument/2006/relationships" xmlns:p="http://schemas.openxmlformats.org/presentationml/2006/main">
  <p:tag name="KSO_WM_SLIDE_CONTENT_ORIENTATION" val=""/>
  <p:tag name="KSO_WM_SLIDE_HAS_MASK" val="0"/>
  <p:tag name="KSO_WM_SLIDE_ITEM_CNT" val="3"/>
  <p:tag name="KSO_WM_SLIDE_TYPE" val="text"/>
  <p:tag name="KSO_WM_TEMPLATE_SUBCATEGORY" val="29"/>
  <p:tag name="KSO_WM_BEAUTIFY_FLAG" val="#wm#"/>
  <p:tag name="KSO_WM_TEMPLATE_FIGMA_ID" val="0"/>
  <p:tag name="KSO_WM_TEMPLATE_SLIDE_ID" val="slide_602d535931c36a5c"/>
  <p:tag name="RESOURCE_RECORD_KEY" val="{&quot;65&quot;:[7],&quot;70&quot;:[3325810]}"/>
</p:tagLst>
</file>

<file path=ppt/tags/tag1553.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a"/>
  <p:tag name="KSO_WM_LAYOUT_CHECK_HASH" val="830b0fc7c47b9dd9a7f95fb4bd02747c0fb2343c"/>
  <p:tag name="KSO_WM_NEWLAYOUT_GROUP_ID" val="layout_38"/>
  <p:tag name="KSO_WM_NEWLAYOUT_ID" val="slide_602d535931c36a5c"/>
  <p:tag name="KSO_WM_UNIT_PRESET_TEXT" val="单击此处添加标题"/>
</p:tagLst>
</file>

<file path=ppt/tags/tag155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34793_1*l_h_a*1_1_1"/>
  <p:tag name="KSO_WM_TEMPLATE_CATEGORY" val="diagram"/>
  <p:tag name="KSO_WM_TEMPLATE_INDEX" val="20234793"/>
  <p:tag name="KSO_WM_UNIT_LAYERLEVEL" val="1_1_1"/>
  <p:tag name="KSO_WM_TAG_VERSION" val="3.0"/>
  <p:tag name="KSO_WM_BEAUTIFY_FLAG" val="#wm#"/>
  <p:tag name="KSO_WM_UNIT_ISCONTENTSTITLE" val="0"/>
  <p:tag name="KSO_WM_UNIT_ISNUMDGMTITLE" val="0"/>
  <p:tag name="KSO_WM_UNIT_NOCLEAR" val="0"/>
  <p:tag name="KSO_WM_DIAGRAM_GROUP_CODE" val="l1-1"/>
  <p:tag name="KSO_WM_UNIT_TYPE" val="l_h_a"/>
  <p:tag name="KSO_WM_UNIT_INDEX" val="1_1_1"/>
  <p:tag name="KSO_WM_DIAGRAM_VERSION" val="3"/>
  <p:tag name="KSO_WM_DIAGRAM_COLOR_TRICK" val="1"/>
  <p:tag name="KSO_WM_DIAGRAM_COLOR_TEXT_CAN_REMOVE" val="n"/>
  <p:tag name="KSO_WM_UNIT_VALUE" val="24"/>
  <p:tag name="KSO_WM_DIAGRAM_MAX_ITEMCNT" val="5"/>
  <p:tag name="KSO_WM_DIAGRAM_MIN_ITEMCNT" val="2"/>
  <p:tag name="KSO_WM_DIAGRAM_VIRTUALLY_FRAME" val="{&quot;height&quot;:396.4588317871094,&quot;left&quot;:79.19503173828124,&quot;top&quot;:109.47058410644532,&quot;width&quot;:799.8469367656559}"/>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PRESET_TEXT" val="单击此处添加标题"/>
  <p:tag name="KSO_WM_UNIT_FILL_TYPE" val="3"/>
  <p:tag name="KSO_WM_UNIT_TEXT_FILL_FORE_SCHEMECOLOR_INDEX" val="1"/>
  <p:tag name="KSO_WM_UNIT_TEXT_FILL_TYPE" val="1"/>
  <p:tag name="KSO_WM_DIAGRAM_USE_COLOR_VALUE" val="{&quot;color_scheme&quot;:1,&quot;color_type&quot;:1,&quot;theme_color_indexes&quot;:[5,6,5,6,5,6]}"/>
</p:tagLst>
</file>

<file path=ppt/tags/tag155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34793_1*l_h_f*1_1_1"/>
  <p:tag name="KSO_WM_TEMPLATE_CATEGORY" val="diagram"/>
  <p:tag name="KSO_WM_TEMPLATE_INDEX" val="20234793"/>
  <p:tag name="KSO_WM_UNIT_LAYERLEVEL" val="1_1_1"/>
  <p:tag name="KSO_WM_TAG_VERSION" val="3.0"/>
  <p:tag name="KSO_WM_BEAUTIFY_FLAG" val="#wm#"/>
  <p:tag name="KSO_WM_UNIT_SUBTYPE" val="a"/>
  <p:tag name="KSO_WM_UNIT_NOCLEAR" val="0"/>
  <p:tag name="KSO_WM_DIAGRAM_GROUP_CODE" val="l1-1"/>
  <p:tag name="KSO_WM_UNIT_TYPE" val="l_h_f"/>
  <p:tag name="KSO_WM_UNIT_INDEX" val="1_1_1"/>
  <p:tag name="KSO_WM_DIAGRAM_VERSION" val="3"/>
  <p:tag name="KSO_WM_DIAGRAM_COLOR_TRICK" val="1"/>
  <p:tag name="KSO_WM_DIAGRAM_COLOR_TEXT_CAN_REMOVE" val="n"/>
  <p:tag name="KSO_WM_UNIT_VALUE" val="72"/>
  <p:tag name="KSO_WM_DIAGRAM_MAX_ITEMCNT" val="5"/>
  <p:tag name="KSO_WM_DIAGRAM_MIN_ITEMCNT" val="2"/>
  <p:tag name="KSO_WM_DIAGRAM_VIRTUALLY_FRAME" val="{&quot;height&quot;:396.4588317871094,&quot;left&quot;:79.19503173828124,&quot;top&quot;:109.47058410644532,&quot;width&quot;:799.8469367656559}"/>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UNIT_PRESET_TEXT" val="单击此处添加文本，简明扼要地阐述观点。根据需要可酌情增减文字"/>
  <p:tag name="KSO_WM_UNIT_TEXT_FILL_FORE_SCHEMECOLOR_INDEX" val="1"/>
  <p:tag name="KSO_WM_UNIT_TEXT_FILL_TYPE" val="1"/>
  <p:tag name="KSO_WM_DIAGRAM_USE_COLOR_VALUE" val="{&quot;color_scheme&quot;:1,&quot;color_type&quot;:1,&quot;theme_color_indexes&quot;:[5,6,5,6,5,6]}"/>
</p:tagLst>
</file>

<file path=ppt/tags/tag155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34793_1*l_h_a*1_2_1"/>
  <p:tag name="KSO_WM_TEMPLATE_CATEGORY" val="diagram"/>
  <p:tag name="KSO_WM_TEMPLATE_INDEX" val="20234793"/>
  <p:tag name="KSO_WM_UNIT_LAYERLEVEL" val="1_1_1"/>
  <p:tag name="KSO_WM_TAG_VERSION" val="3.0"/>
  <p:tag name="KSO_WM_BEAUTIFY_FLAG" val="#wm#"/>
  <p:tag name="KSO_WM_UNIT_ISCONTENTSTITLE" val="0"/>
  <p:tag name="KSO_WM_UNIT_ISNUMDGMTITLE" val="0"/>
  <p:tag name="KSO_WM_UNIT_NOCLEAR" val="0"/>
  <p:tag name="KSO_WM_DIAGRAM_GROUP_CODE" val="l1-1"/>
  <p:tag name="KSO_WM_UNIT_TYPE" val="l_h_a"/>
  <p:tag name="KSO_WM_UNIT_INDEX" val="1_2_1"/>
  <p:tag name="KSO_WM_DIAGRAM_VERSION" val="3"/>
  <p:tag name="KSO_WM_DIAGRAM_COLOR_TRICK" val="1"/>
  <p:tag name="KSO_WM_DIAGRAM_COLOR_TEXT_CAN_REMOVE" val="n"/>
  <p:tag name="KSO_WM_UNIT_VALUE" val="24"/>
  <p:tag name="KSO_WM_DIAGRAM_MAX_ITEMCNT" val="5"/>
  <p:tag name="KSO_WM_DIAGRAM_MIN_ITEMCNT" val="2"/>
  <p:tag name="KSO_WM_DIAGRAM_VIRTUALLY_FRAME" val="{&quot;height&quot;:396.4588317871094,&quot;left&quot;:79.19503173828124,&quot;top&quot;:109.47058410644532,&quot;width&quot;:799.8469367656559}"/>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PRESET_TEXT" val="单击此处添加标题"/>
  <p:tag name="KSO_WM_UNIT_FILL_TYPE" val="3"/>
  <p:tag name="KSO_WM_UNIT_TEXT_FILL_FORE_SCHEMECOLOR_INDEX" val="1"/>
  <p:tag name="KSO_WM_UNIT_TEXT_FILL_TYPE" val="1"/>
  <p:tag name="KSO_WM_DIAGRAM_USE_COLOR_VALUE" val="{&quot;color_scheme&quot;:1,&quot;color_type&quot;:1,&quot;theme_color_indexes&quot;:[5,6,5,6,5,6]}"/>
</p:tagLst>
</file>

<file path=ppt/tags/tag155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34793_1*l_h_f*1_2_1"/>
  <p:tag name="KSO_WM_TEMPLATE_CATEGORY" val="diagram"/>
  <p:tag name="KSO_WM_TEMPLATE_INDEX" val="20234793"/>
  <p:tag name="KSO_WM_UNIT_LAYERLEVEL" val="1_1_1"/>
  <p:tag name="KSO_WM_TAG_VERSION" val="3.0"/>
  <p:tag name="KSO_WM_BEAUTIFY_FLAG" val="#wm#"/>
  <p:tag name="KSO_WM_UNIT_SUBTYPE" val="a"/>
  <p:tag name="KSO_WM_UNIT_NOCLEAR" val="0"/>
  <p:tag name="KSO_WM_DIAGRAM_GROUP_CODE" val="l1-1"/>
  <p:tag name="KSO_WM_UNIT_TYPE" val="l_h_f"/>
  <p:tag name="KSO_WM_UNIT_INDEX" val="1_2_1"/>
  <p:tag name="KSO_WM_DIAGRAM_VERSION" val="3"/>
  <p:tag name="KSO_WM_DIAGRAM_COLOR_TRICK" val="1"/>
  <p:tag name="KSO_WM_DIAGRAM_COLOR_TEXT_CAN_REMOVE" val="n"/>
  <p:tag name="KSO_WM_UNIT_VALUE" val="72"/>
  <p:tag name="KSO_WM_DIAGRAM_MAX_ITEMCNT" val="5"/>
  <p:tag name="KSO_WM_DIAGRAM_MIN_ITEMCNT" val="2"/>
  <p:tag name="KSO_WM_DIAGRAM_VIRTUALLY_FRAME" val="{&quot;height&quot;:396.4588317871094,&quot;left&quot;:79.19503173828124,&quot;top&quot;:109.47058410644532,&quot;width&quot;:799.8469367656559}"/>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UNIT_PRESET_TEXT" val="单击此处添加文本，简明扼要地阐述观点。根据需要可酌情增减文字"/>
  <p:tag name="KSO_WM_UNIT_TEXT_FILL_FORE_SCHEMECOLOR_INDEX" val="1"/>
  <p:tag name="KSO_WM_UNIT_TEXT_FILL_TYPE" val="1"/>
  <p:tag name="KSO_WM_DIAGRAM_USE_COLOR_VALUE" val="{&quot;color_scheme&quot;:1,&quot;color_type&quot;:1,&quot;theme_color_indexes&quot;:[5,6,5,6,5,6]}"/>
</p:tagLst>
</file>

<file path=ppt/tags/tag155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34793_1*l_h_d*1_1_1"/>
  <p:tag name="KSO_WM_TEMPLATE_CATEGORY" val="diagram"/>
  <p:tag name="KSO_WM_TEMPLATE_INDEX" val="20234793"/>
  <p:tag name="KSO_WM_UNIT_LAYERLEVEL" val="1_1_1"/>
  <p:tag name="KSO_WM_TAG_VERSION" val="3.0"/>
  <p:tag name="KSO_WM_BEAUTIFY_FLAG" val="#wm#"/>
  <p:tag name="KSO_WM_UNIT_VALUE" val="470*542"/>
  <p:tag name="KSO_WM_DIAGRAM_GROUP_CODE" val="l1-1"/>
  <p:tag name="KSO_WM_UNIT_TYPE" val="l_h_d"/>
  <p:tag name="KSO_WM_UNIT_INDEX" val="1_1_1"/>
  <p:tag name="KSO_WM_DIAGRAM_VERSION" val="3"/>
  <p:tag name="KSO_WM_DIAGRAM_COLOR_TRICK" val="1"/>
  <p:tag name="KSO_WM_DIAGRAM_COLOR_TEXT_CAN_REMOVE" val="n"/>
  <p:tag name="KSO_WM_DIAGRAM_MAX_ITEMCNT" val="5"/>
  <p:tag name="KSO_WM_DIAGRAM_MIN_ITEMCNT" val="2"/>
  <p:tag name="KSO_WM_DIAGRAM_VIRTUALLY_FRAME" val="{&quot;height&quot;:396.4588317871094,&quot;left&quot;:79.19503173828124,&quot;top&quot;:109.47058410644532,&quot;width&quot;:799.8469367656559}"/>
  <p:tag name="KSO_WM_DIAGRAM_COLOR_MATCH_VALUE" val="{&quot;shape&quot;:{&quot;fill&quot;:{&quot;type&quot;:0},&quot;glow&quot;:{&quot;colorType&quot;:0},&quot;line&quot;:{&quot;solidLine&quot;:{&quot;brightness&quot;:0,&quot;colorType&quot;:1,&quot;foreColorIndex&quot;:5,&quot;transparency&quot;:0.30000001192092896},&quot;type&quot;:1},&quot;shadow&quot;:{&quot;colorType&quot;:0},&quot;threeD&quot;:{&quot;curvedSurface&quot;:{&quot;brightness&quot;:0,&quot;colorType&quot;:2,&quot;rgb&quot;:&quot;#000000&quot;},&quot;depth&quot;:{&quot;colorType&quot;:0}}},&quot;text&quot;:{&quot;fill&quot;:{},&quot;glow&quot;:{},&quot;line&quot;:{},&quot;shadow&quot;:{},&quot;threeD&quot;:{}}}"/>
  <p:tag name="KSO_WM_UNIT_PICTURE_SUBTYPE" val="b"/>
  <p:tag name="KSO_WM_UNIT_LINE_FORE_SCHEMECOLOR_INDEX" val="5"/>
  <p:tag name="KSO_WM_DIAGRAM_USE_COLOR_VALUE" val="{&quot;color_scheme&quot;:1,&quot;color_type&quot;:1,&quot;theme_color_indexes&quot;:[5,6,5,6,5,6]}"/>
</p:tagLst>
</file>

<file path=ppt/tags/tag155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34793_1*l_h_i*1_1_4"/>
  <p:tag name="KSO_WM_TEMPLATE_CATEGORY" val="diagram"/>
  <p:tag name="KSO_WM_TEMPLATE_INDEX" val="20234793"/>
  <p:tag name="KSO_WM_UNIT_LAYERLEVEL" val="1_1_1"/>
  <p:tag name="KSO_WM_TAG_VERSION" val="3.0"/>
  <p:tag name="KSO_WM_BEAUTIFY_FLAG" val="#wm#"/>
  <p:tag name="KSO_WM_DIAGRAM_GROUP_CODE" val="l1-1"/>
  <p:tag name="KSO_WM_UNIT_TYPE" val="l_h_i"/>
  <p:tag name="KSO_WM_UNIT_INDEX" val="1_1_4"/>
  <p:tag name="KSO_WM_DIAGRAM_VERSION" val="3"/>
  <p:tag name="KSO_WM_DIAGRAM_COLOR_TRICK" val="1"/>
  <p:tag name="KSO_WM_DIAGRAM_COLOR_TEXT_CAN_REMOVE" val="n"/>
  <p:tag name="KSO_WM_DIAGRAM_MAX_ITEMCNT" val="5"/>
  <p:tag name="KSO_WM_DIAGRAM_MIN_ITEMCNT" val="2"/>
  <p:tag name="KSO_WM_DIAGRAM_VIRTUALLY_FRAME" val="{&quot;height&quot;:396.4588317871094,&quot;left&quot;:79.19503173828124,&quot;top&quot;:109.47058410644532,&quot;width&quot;:799.8469367656559}"/>
  <p:tag name="KSO_WM_DIAGRAM_COLOR_MATCH_VALUE" val="{&quot;shape&quot;:{&quot;fill&quot;:{&quot;solid&quot;:{&quot;brightness&quot;:0,&quot;colorType&quot;:1,&quot;foreColorIndex&quot;:5,&quot;transparency&quot;:0.30000001192092896},&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DIAGRAM_USE_COLOR_VALUE" val="{&quot;color_scheme&quot;:1,&quot;color_type&quot;:1,&quot;theme_color_indexes&quot;:[5,6,5,6,5,6]}"/>
</p:tagLst>
</file>

<file path=ppt/tags/tag156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34793_1*l_h_d*1_2_1"/>
  <p:tag name="KSO_WM_TEMPLATE_CATEGORY" val="diagram"/>
  <p:tag name="KSO_WM_TEMPLATE_INDEX" val="20234793"/>
  <p:tag name="KSO_WM_UNIT_LAYERLEVEL" val="1_1_1"/>
  <p:tag name="KSO_WM_TAG_VERSION" val="3.0"/>
  <p:tag name="KSO_WM_BEAUTIFY_FLAG" val="#wm#"/>
  <p:tag name="KSO_WM_UNIT_VALUE" val="470*542"/>
  <p:tag name="KSO_WM_DIAGRAM_GROUP_CODE" val="l1-1"/>
  <p:tag name="KSO_WM_UNIT_TYPE" val="l_h_d"/>
  <p:tag name="KSO_WM_UNIT_INDEX" val="1_2_1"/>
  <p:tag name="KSO_WM_DIAGRAM_VERSION" val="3"/>
  <p:tag name="KSO_WM_DIAGRAM_COLOR_TRICK" val="1"/>
  <p:tag name="KSO_WM_DIAGRAM_COLOR_TEXT_CAN_REMOVE" val="n"/>
  <p:tag name="KSO_WM_DIAGRAM_MAX_ITEMCNT" val="5"/>
  <p:tag name="KSO_WM_DIAGRAM_MIN_ITEMCNT" val="2"/>
  <p:tag name="KSO_WM_DIAGRAM_VIRTUALLY_FRAME" val="{&quot;height&quot;:396.4588317871094,&quot;left&quot;:79.19503173828124,&quot;top&quot;:109.47058410644532,&quot;width&quot;:799.8469367656559}"/>
  <p:tag name="KSO_WM_DIAGRAM_COLOR_MATCH_VALUE" val="{&quot;shape&quot;:{&quot;fill&quot;:{&quot;type&quot;:0},&quot;glow&quot;:{&quot;colorType&quot;:0},&quot;line&quot;:{&quot;solidLine&quot;:{&quot;brightness&quot;:0,&quot;colorType&quot;:1,&quot;foreColorIndex&quot;:5,&quot;transparency&quot;:0.30000001192092896},&quot;type&quot;:1},&quot;shadow&quot;:{&quot;colorType&quot;:0},&quot;threeD&quot;:{&quot;curvedSurface&quot;:{&quot;brightness&quot;:0,&quot;colorType&quot;:2,&quot;rgb&quot;:&quot;#000000&quot;},&quot;depth&quot;:{&quot;colorType&quot;:0}}},&quot;text&quot;:{&quot;fill&quot;:{},&quot;glow&quot;:{},&quot;line&quot;:{},&quot;shadow&quot;:{},&quot;threeD&quot;:{}}}"/>
  <p:tag name="KSO_WM_UNIT_PICTURE_SUBTYPE" val="b"/>
  <p:tag name="KSO_WM_UNIT_LINE_FORE_SCHEMECOLOR_INDEX" val="5"/>
  <p:tag name="KSO_WM_DIAGRAM_USE_COLOR_VALUE" val="{&quot;color_scheme&quot;:1,&quot;color_type&quot;:1,&quot;theme_color_indexes&quot;:[5,6,5,6,5,6]}"/>
</p:tagLst>
</file>

<file path=ppt/tags/tag156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34793_1*l_h_i*1_2_4"/>
  <p:tag name="KSO_WM_TEMPLATE_CATEGORY" val="diagram"/>
  <p:tag name="KSO_WM_TEMPLATE_INDEX" val="20234793"/>
  <p:tag name="KSO_WM_UNIT_LAYERLEVEL" val="1_1_1"/>
  <p:tag name="KSO_WM_TAG_VERSION" val="3.0"/>
  <p:tag name="KSO_WM_BEAUTIFY_FLAG" val="#wm#"/>
  <p:tag name="KSO_WM_DIAGRAM_GROUP_CODE" val="l1-1"/>
  <p:tag name="KSO_WM_UNIT_TYPE" val="l_h_i"/>
  <p:tag name="KSO_WM_UNIT_INDEX" val="1_2_4"/>
  <p:tag name="KSO_WM_DIAGRAM_VERSION" val="3"/>
  <p:tag name="KSO_WM_DIAGRAM_COLOR_TRICK" val="1"/>
  <p:tag name="KSO_WM_DIAGRAM_COLOR_TEXT_CAN_REMOVE" val="n"/>
  <p:tag name="KSO_WM_DIAGRAM_MAX_ITEMCNT" val="5"/>
  <p:tag name="KSO_WM_DIAGRAM_MIN_ITEMCNT" val="2"/>
  <p:tag name="KSO_WM_DIAGRAM_VIRTUALLY_FRAME" val="{&quot;height&quot;:396.4588317871094,&quot;left&quot;:79.19503173828124,&quot;top&quot;:109.47058410644532,&quot;width&quot;:799.8469367656559}"/>
  <p:tag name="KSO_WM_DIAGRAM_COLOR_MATCH_VALUE" val="{&quot;shape&quot;:{&quot;fill&quot;:{&quot;solid&quot;:{&quot;brightness&quot;:0,&quot;colorType&quot;:1,&quot;foreColorIndex&quot;:5,&quot;transparency&quot;:0.30000001192092896},&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DIAGRAM_USE_COLOR_VALUE" val="{&quot;color_scheme&quot;:1,&quot;color_type&quot;:1,&quot;theme_color_indexes&quot;:[5,6,5,6,5,6]}"/>
</p:tagLst>
</file>

<file path=ppt/tags/tag156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34793_1*l_h_i*1_1_3"/>
  <p:tag name="KSO_WM_TEMPLATE_CATEGORY" val="diagram"/>
  <p:tag name="KSO_WM_TEMPLATE_INDEX" val="20234793"/>
  <p:tag name="KSO_WM_UNIT_LAYERLEVEL" val="1_1_1"/>
  <p:tag name="KSO_WM_TAG_VERSION" val="3.0"/>
  <p:tag name="KSO_WM_BEAUTIFY_FLAG" val="#wm#"/>
  <p:tag name="KSO_WM_DIAGRAM_GROUP_CODE" val="l1-1"/>
  <p:tag name="KSO_WM_UNIT_TYPE" val="l_h_i"/>
  <p:tag name="KSO_WM_UNIT_INDEX" val="1_1_3"/>
  <p:tag name="KSO_WM_DIAGRAM_VERSION" val="3"/>
  <p:tag name="KSO_WM_DIAGRAM_COLOR_TRICK" val="1"/>
  <p:tag name="KSO_WM_DIAGRAM_COLOR_TEXT_CAN_REMOVE" val="n"/>
  <p:tag name="KSO_WM_DIAGRAM_MAX_ITEMCNT" val="5"/>
  <p:tag name="KSO_WM_DIAGRAM_MIN_ITEMCNT" val="2"/>
  <p:tag name="KSO_WM_DIAGRAM_VIRTUALLY_FRAME" val="{&quot;height&quot;:396.4588317871094,&quot;left&quot;:79.19503173828124,&quot;top&quot;:109.47058410644532,&quot;width&quot;:799.8469367656559}"/>
  <p:tag name="KSO_WM_DIAGRAM_COLOR_MATCH_VALUE" val="{&quot;shape&quot;:{&quot;fill&quot;:{&quot;type&quot;:0},&quot;glow&quot;:{&quot;colorType&quot;:0},&quot;line&quot;:{&quot;gradient&quot;:[{&quot;brightness&quot;:0,&quot;colorType&quot;:1,&quot;foreColorIndex&quot;:5,&quot;pos&quot;:0,&quot;transparency&quot;:0.6399999856948853},{&quot;brightness&quot;:0,&quot;colorType&quot;:1,&quot;foreColorIndex&quot;:5,&quot;pos&quot;:1,&quot;transparency&quot;:0}],&quot;type&quot;:2},&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6,5,6,5,6]}"/>
</p:tagLst>
</file>

<file path=ppt/tags/tag156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34793_1*l_h_i*1_1_1"/>
  <p:tag name="KSO_WM_TEMPLATE_CATEGORY" val="diagram"/>
  <p:tag name="KSO_WM_TEMPLATE_INDEX" val="20234793"/>
  <p:tag name="KSO_WM_UNIT_LAYERLEVEL" val="1_1_1"/>
  <p:tag name="KSO_WM_TAG_VERSION" val="3.0"/>
  <p:tag name="KSO_WM_BEAUTIFY_FLAG" val="#wm#"/>
  <p:tag name="KSO_WM_DIAGRAM_GROUP_CODE" val="l1-1"/>
  <p:tag name="KSO_WM_UNIT_TYPE" val="l_h_i"/>
  <p:tag name="KSO_WM_UNIT_INDEX" val="1_1_1"/>
  <p:tag name="KSO_WM_DIAGRAM_VERSION" val="3"/>
  <p:tag name="KSO_WM_DIAGRAM_COLOR_TRICK" val="1"/>
  <p:tag name="KSO_WM_DIAGRAM_COLOR_TEXT_CAN_REMOVE" val="n"/>
  <p:tag name="KSO_WM_DIAGRAM_MAX_ITEMCNT" val="5"/>
  <p:tag name="KSO_WM_DIAGRAM_MIN_ITEMCNT" val="2"/>
  <p:tag name="KSO_WM_DIAGRAM_VIRTUALLY_FRAME" val="{&quot;height&quot;:396.4588317871094,&quot;left&quot;:79.19503173828124,&quot;top&quot;:109.47058410644532,&quot;width&quot;:799.8469367656559}"/>
  <p:tag name="KSO_WM_DIAGRAM_COLOR_MATCH_VALUE" val="{&quot;shape&quot;:{&quot;fill&quot;:{&quot;solid&quot;:{&quot;brightness&quot;:0,&quot;colorType&quot;:1,&quot;foreColorIndex&quot;:5,&quot;transparency&quot;:0.5},&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DIAGRAM_USE_COLOR_VALUE" val="{&quot;color_scheme&quot;:1,&quot;color_type&quot;:1,&quot;theme_color_indexes&quot;:[5,6,5,6,5,6]}"/>
</p:tagLst>
</file>

<file path=ppt/tags/tag156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34793_1*l_h_i*1_1_2"/>
  <p:tag name="KSO_WM_TEMPLATE_CATEGORY" val="diagram"/>
  <p:tag name="KSO_WM_TEMPLATE_INDEX" val="20234793"/>
  <p:tag name="KSO_WM_UNIT_LAYERLEVEL" val="1_1_1"/>
  <p:tag name="KSO_WM_TAG_VERSION" val="3.0"/>
  <p:tag name="KSO_WM_BEAUTIFY_FLAG" val="#wm#"/>
  <p:tag name="KSO_WM_DIAGRAM_GROUP_CODE" val="l1-1"/>
  <p:tag name="KSO_WM_UNIT_TYPE" val="l_h_i"/>
  <p:tag name="KSO_WM_UNIT_INDEX" val="1_1_2"/>
  <p:tag name="KSO_WM_DIAGRAM_VERSION" val="3"/>
  <p:tag name="KSO_WM_DIAGRAM_COLOR_TRICK" val="1"/>
  <p:tag name="KSO_WM_DIAGRAM_COLOR_TEXT_CAN_REMOVE" val="n"/>
  <p:tag name="KSO_WM_DIAGRAM_MAX_ITEMCNT" val="5"/>
  <p:tag name="KSO_WM_DIAGRAM_MIN_ITEMCNT" val="2"/>
  <p:tag name="KSO_WM_DIAGRAM_VIRTUALLY_FRAME" val="{&quot;height&quot;:396.4588317871094,&quot;left&quot;:79.19503173828124,&quot;top&quot;:109.47058410644532,&quot;width&quot;:799.8469367656559}"/>
  <p:tag name="KSO_WM_DIAGRAM_COLOR_MATCH_VALUE" val="{&quot;shape&quot;:{&quot;fill&quot;:{&quot;solid&quot;:{&quot;brightness&quot;:0,&quot;colorType&quot;:1,&quot;foreColorIndex&quot;:5,&quot;transparency&quot;:0.5},&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DIAGRAM_USE_COLOR_VALUE" val="{&quot;color_scheme&quot;:1,&quot;color_type&quot;:1,&quot;theme_color_indexes&quot;:[5,6,5,6,5,6]}"/>
</p:tagLst>
</file>

<file path=ppt/tags/tag156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34793_1*l_h_i*1_2_3"/>
  <p:tag name="KSO_WM_TEMPLATE_CATEGORY" val="diagram"/>
  <p:tag name="KSO_WM_TEMPLATE_INDEX" val="20234793"/>
  <p:tag name="KSO_WM_UNIT_LAYERLEVEL" val="1_1_1"/>
  <p:tag name="KSO_WM_TAG_VERSION" val="3.0"/>
  <p:tag name="KSO_WM_BEAUTIFY_FLAG" val="#wm#"/>
  <p:tag name="KSO_WM_DIAGRAM_GROUP_CODE" val="l1-1"/>
  <p:tag name="KSO_WM_UNIT_TYPE" val="l_h_i"/>
  <p:tag name="KSO_WM_UNIT_INDEX" val="1_2_3"/>
  <p:tag name="KSO_WM_DIAGRAM_VERSION" val="3"/>
  <p:tag name="KSO_WM_DIAGRAM_COLOR_TRICK" val="1"/>
  <p:tag name="KSO_WM_DIAGRAM_COLOR_TEXT_CAN_REMOVE" val="n"/>
  <p:tag name="KSO_WM_DIAGRAM_MAX_ITEMCNT" val="5"/>
  <p:tag name="KSO_WM_DIAGRAM_MIN_ITEMCNT" val="2"/>
  <p:tag name="KSO_WM_DIAGRAM_VIRTUALLY_FRAME" val="{&quot;height&quot;:396.4588317871094,&quot;left&quot;:79.19503173828124,&quot;top&quot;:109.47058410644532,&quot;width&quot;:799.8469367656559}"/>
  <p:tag name="KSO_WM_DIAGRAM_COLOR_MATCH_VALUE" val="{&quot;shape&quot;:{&quot;fill&quot;:{&quot;type&quot;:0},&quot;glow&quot;:{&quot;colorType&quot;:0},&quot;line&quot;:{&quot;gradient&quot;:[{&quot;brightness&quot;:0,&quot;colorType&quot;:1,&quot;foreColorIndex&quot;:5,&quot;pos&quot;:0,&quot;transparency&quot;:0.6399999856948853},{&quot;brightness&quot;:0,&quot;colorType&quot;:1,&quot;foreColorIndex&quot;:5,&quot;pos&quot;:1,&quot;transparency&quot;:0}],&quot;type&quot;:2},&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6,5,6,5,6]}"/>
</p:tagLst>
</file>

<file path=ppt/tags/tag156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34793_1*l_h_i*1_2_1"/>
  <p:tag name="KSO_WM_TEMPLATE_CATEGORY" val="diagram"/>
  <p:tag name="KSO_WM_TEMPLATE_INDEX" val="20234793"/>
  <p:tag name="KSO_WM_UNIT_LAYERLEVEL" val="1_1_1"/>
  <p:tag name="KSO_WM_TAG_VERSION" val="3.0"/>
  <p:tag name="KSO_WM_BEAUTIFY_FLAG" val="#wm#"/>
  <p:tag name="KSO_WM_DIAGRAM_GROUP_CODE" val="l1-1"/>
  <p:tag name="KSO_WM_UNIT_TYPE" val="l_h_i"/>
  <p:tag name="KSO_WM_UNIT_INDEX" val="1_2_1"/>
  <p:tag name="KSO_WM_DIAGRAM_VERSION" val="3"/>
  <p:tag name="KSO_WM_DIAGRAM_COLOR_TRICK" val="1"/>
  <p:tag name="KSO_WM_DIAGRAM_COLOR_TEXT_CAN_REMOVE" val="n"/>
  <p:tag name="KSO_WM_DIAGRAM_MAX_ITEMCNT" val="5"/>
  <p:tag name="KSO_WM_DIAGRAM_MIN_ITEMCNT" val="2"/>
  <p:tag name="KSO_WM_DIAGRAM_VIRTUALLY_FRAME" val="{&quot;height&quot;:396.4588317871094,&quot;left&quot;:79.19503173828124,&quot;top&quot;:109.47058410644532,&quot;width&quot;:799.8469367656559}"/>
  <p:tag name="KSO_WM_DIAGRAM_COLOR_MATCH_VALUE" val="{&quot;shape&quot;:{&quot;fill&quot;:{&quot;solid&quot;:{&quot;brightness&quot;:0,&quot;colorType&quot;:1,&quot;foreColorIndex&quot;:5,&quot;transparency&quot;:0.5},&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DIAGRAM_USE_COLOR_VALUE" val="{&quot;color_scheme&quot;:1,&quot;color_type&quot;:1,&quot;theme_color_indexes&quot;:[5,6,5,6,5,6]}"/>
</p:tagLst>
</file>

<file path=ppt/tags/tag156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34793_1*l_h_i*1_2_2"/>
  <p:tag name="KSO_WM_TEMPLATE_CATEGORY" val="diagram"/>
  <p:tag name="KSO_WM_TEMPLATE_INDEX" val="20234793"/>
  <p:tag name="KSO_WM_UNIT_LAYERLEVEL" val="1_1_1"/>
  <p:tag name="KSO_WM_TAG_VERSION" val="3.0"/>
  <p:tag name="KSO_WM_BEAUTIFY_FLAG" val="#wm#"/>
  <p:tag name="KSO_WM_DIAGRAM_GROUP_CODE" val="l1-1"/>
  <p:tag name="KSO_WM_UNIT_TYPE" val="l_h_i"/>
  <p:tag name="KSO_WM_UNIT_INDEX" val="1_2_2"/>
  <p:tag name="KSO_WM_DIAGRAM_VERSION" val="3"/>
  <p:tag name="KSO_WM_DIAGRAM_COLOR_TRICK" val="1"/>
  <p:tag name="KSO_WM_DIAGRAM_COLOR_TEXT_CAN_REMOVE" val="n"/>
  <p:tag name="KSO_WM_DIAGRAM_MAX_ITEMCNT" val="5"/>
  <p:tag name="KSO_WM_DIAGRAM_MIN_ITEMCNT" val="2"/>
  <p:tag name="KSO_WM_DIAGRAM_VIRTUALLY_FRAME" val="{&quot;height&quot;:396.4588317871094,&quot;left&quot;:79.19503173828124,&quot;top&quot;:109.47058410644532,&quot;width&quot;:799.8469367656559}"/>
  <p:tag name="KSO_WM_DIAGRAM_COLOR_MATCH_VALUE" val="{&quot;shape&quot;:{&quot;fill&quot;:{&quot;solid&quot;:{&quot;brightness&quot;:0,&quot;colorType&quot;:1,&quot;foreColorIndex&quot;:5,&quot;transparency&quot;:0.5},&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DIAGRAM_USE_COLOR_VALUE" val="{&quot;color_scheme&quot;:1,&quot;color_type&quot;:1,&quot;theme_color_indexes&quot;:[5,6,5,6,5,6]}"/>
</p:tagLst>
</file>

<file path=ppt/tags/tag1568.xml><?xml version="1.0" encoding="utf-8"?>
<p:tagLst xmlns:a="http://schemas.openxmlformats.org/drawingml/2006/main" xmlns:r="http://schemas.openxmlformats.org/officeDocument/2006/relationships" xmlns:p="http://schemas.openxmlformats.org/presentationml/2006/main">
  <p:tag name="KSO_WM_SLIDE_CONTENT_ORIENTATION" val=""/>
  <p:tag name="KSO_WM_SLIDE_HAS_MASK" val="0"/>
  <p:tag name="KSO_WM_SLIDE_ITEM_CNT" val="3"/>
  <p:tag name="KSO_WM_SLIDE_TYPE" val="text"/>
  <p:tag name="KSO_WM_TEMPLATE_SUBCATEGORY" val="29"/>
  <p:tag name="KSO_WM_BEAUTIFY_FLAG" val="#wm#"/>
  <p:tag name="KSO_WM_TEMPLATE_FIGMA_ID" val="0"/>
  <p:tag name="KSO_WM_TEMPLATE_SLIDE_ID" val="slide_d665d6f003d2fe82"/>
</p:tagLst>
</file>

<file path=ppt/tags/tag1569.xml><?xml version="1.0" encoding="utf-8"?>
<p:tagLst xmlns:a="http://schemas.openxmlformats.org/drawingml/2006/main" xmlns:r="http://schemas.openxmlformats.org/officeDocument/2006/relationships" xmlns:p="http://schemas.openxmlformats.org/presentationml/2006/main">
  <p:tag name="KSO_WM_FIGMA_DECORATION_INDEX" val="17"/>
  <p:tag name="$PH_EXT" val="2"/>
  <p:tag name="KSO_WM_BEAUTIFY_FLAG" val="#fgm#"/>
  <p:tag name="KSO_WM_DIAGRAM_GROUP_CODE" val="1"/>
  <p:tag name="KSO_WM_FIGMA_FLAG" val="#fgm#"/>
  <p:tag name="KSO_WM_SYNC_SLIDE_TEXT" val="1"/>
  <p:tag name="KSO_WM_UNIT_INDEX" val="1_1_1"/>
  <p:tag name="KSO_WM_UNIT_TYPE" val="l_h_i"/>
  <p:tag name="KSO_WM_UNIT_PRESET_TEXT" val=" "/>
</p:tagLst>
</file>

<file path=ppt/tags/tag1570.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a"/>
  <p:tag name="KSO_WM_LAYOUT_CHECK_HASH" val="60de1554c2fddcbdc38fe25602ee199fb5a7d63f"/>
  <p:tag name="KSO_WM_NEWLAYOUT_GROUP_ID" val="layout_2"/>
  <p:tag name="KSO_WM_NEWLAYOUT_ID" val="slide_d665d6f003d2fe82"/>
  <p:tag name="KSO_WM_UNIT_PRESET_TEXT" val="单击此处添加标题"/>
</p:tagLst>
</file>

<file path=ppt/tags/tag1571.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d"/>
  <p:tag name="MH_PIC_SOURCE_TYPE" val="generate_slide_ai*{&quot;id&quot;:&quot;VCG41N1068837752&quot;,&quot;product_name&quot;:&quot;wps-wpp-pc&quot;,&quot;intention_code&quot;:&quot;wps_wpp_generate_doc_pay&quot;}*auto__ai_v2.1.5_ONLINE*6337633832373830306233626335613732653961623839323339646465316638-slide-19"/>
</p:tagLst>
</file>

<file path=ppt/tags/tag1572.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a"/>
  <p:tag name="KSO_WM_UNIT_PRESET_TEXT" val="单击此处添加项标题"/>
</p:tagLst>
</file>

<file path=ppt/tags/tag1573.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f"/>
  <p:tag name="KSO_WM_UNIT_PRESET_TEXT" val="单击此处添加项正文"/>
</p:tagLst>
</file>

<file path=ppt/tags/tag1574.xml><?xml version="1.0" encoding="utf-8"?>
<p:tagLst xmlns:a="http://schemas.openxmlformats.org/drawingml/2006/main" xmlns:r="http://schemas.openxmlformats.org/officeDocument/2006/relationships" xmlns:p="http://schemas.openxmlformats.org/presentationml/2006/main">
  <p:tag name="KSO_WM_FIGMA_DECORATION_INDEX" val="18"/>
  <p:tag name="$PH_EXT" val="2"/>
  <p:tag name="KSO_WM_BEAUTIFY_FLAG" val="#fgm#"/>
  <p:tag name="KSO_WM_DIAGRAM_GROUP_CODE" val="1"/>
  <p:tag name="KSO_WM_FIGMA_FLAG" val="#fgm#"/>
  <p:tag name="KSO_WM_SHAPE_BGTYPE" val="lt2"/>
  <p:tag name="KSO_WM_SHAPE_BRIGHT_DATA" val="[{&quot;dk1&quot;:-60,&quot;dk2&quot;:-50,&quot;lt1&quot;:90,&quot;lt2&quot;:100},{&quot;dk1&quot;:-60,&quot;dk2&quot;:-50,&quot;lt1&quot;:90,&quot;lt2&quot;:100}]"/>
  <p:tag name="KSO_WM_SHAPE_UPDATE_BRIGHT" val="1"/>
  <p:tag name="KSO_WM_SYNC_SLIDE_TEXT" val="1"/>
  <p:tag name="KSO_WM_UNIT_INDEX" val="1_2_1"/>
  <p:tag name="KSO_WM_UNIT_TYPE" val="l_h_i"/>
  <p:tag name="KSO_WM_UNIT_PRESET_TEXT" val=" "/>
</p:tagLst>
</file>

<file path=ppt/tags/tag1575.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d"/>
  <p:tag name="MH_PIC_SOURCE_TYPE" val="generate_slide_ai*{&quot;id&quot;:&quot;VCG41N869199996&quot;,&quot;product_name&quot;:&quot;wps-wpp-pc&quot;,&quot;intention_code&quot;:&quot;wps_wpp_generate_doc_pay&quot;}*auto__ai_v2.1.5_ONLINE*6337633832373830306233626335613732653961623839323339646465316638-slide-19"/>
</p:tagLst>
</file>

<file path=ppt/tags/tag1576.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a"/>
  <p:tag name="KSO_WM_UNIT_PRESET_TEXT" val="单击此处添加项标题"/>
</p:tagLst>
</file>

<file path=ppt/tags/tag1577.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f"/>
  <p:tag name="KSO_WM_UNIT_PRESET_TEXT" val="单击此处添加项正文"/>
</p:tagLst>
</file>

<file path=ppt/tags/tag1578.xml><?xml version="1.0" encoding="utf-8"?>
<p:tagLst xmlns:a="http://schemas.openxmlformats.org/drawingml/2006/main" xmlns:r="http://schemas.openxmlformats.org/officeDocument/2006/relationships" xmlns:p="http://schemas.openxmlformats.org/presentationml/2006/main">
  <p:tag name="KSO_WM_FIGMA_DECORATION_INDEX" val="17"/>
  <p:tag name="$PH_EXT" val="2"/>
  <p:tag name="KSO_WM_BEAUTIFY_FLAG" val="#fgm#"/>
  <p:tag name="KSO_WM_DIAGRAM_GROUP_CODE" val="1"/>
  <p:tag name="KSO_WM_FIGMA_FLAG" val="#fgm#"/>
  <p:tag name="KSO_WM_SYNC_SLIDE_TEXT" val="1"/>
  <p:tag name="KSO_WM_UNIT_INDEX" val="1_3_1"/>
  <p:tag name="KSO_WM_UNIT_TYPE" val="l_h_i"/>
  <p:tag name="KSO_WM_UNIT_PRESET_TEXT" val=" "/>
</p:tagLst>
</file>

<file path=ppt/tags/tag1579.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d"/>
  <p:tag name="MH_PIC_SOURCE_TYPE" val="generate_slide_ai*{&quot;id&quot;:&quot;VCG41N512109278&quot;,&quot;product_name&quot;:&quot;wps-wpp-pc&quot;,&quot;intention_code&quot;:&quot;wps_wpp_generate_doc_pay&quot;}*auto__ai_v2.1.5_ONLINE*6337633832373830306233626335613732653961623839323339646465316638-slide-19"/>
</p:tagLst>
</file>

<file path=ppt/tags/tag1580.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a"/>
  <p:tag name="KSO_WM_UNIT_PRESET_TEXT" val="单击此处添加项标题"/>
</p:tagLst>
</file>

<file path=ppt/tags/tag1581.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f"/>
  <p:tag name="KSO_WM_UNIT_PRESET_TEXT" val="单击此处添加项正文"/>
</p:tagLst>
</file>

<file path=ppt/tags/tag1582.xml><?xml version="1.0" encoding="utf-8"?>
<p:tagLst xmlns:a="http://schemas.openxmlformats.org/drawingml/2006/main" xmlns:r="http://schemas.openxmlformats.org/officeDocument/2006/relationships" xmlns:p="http://schemas.openxmlformats.org/presentationml/2006/main">
  <p:tag name="KSO_WM_SLIDE_CONTENT_ORIENTATION" val=""/>
  <p:tag name="KSO_WM_SLIDE_HAS_MASK" val="0"/>
  <p:tag name="KSO_WM_SLIDE_ITEM_CNT" val="4"/>
  <p:tag name="KSO_WM_SLIDE_TYPE" val="text"/>
  <p:tag name="KSO_WM_TEMPLATE_SUBCATEGORY" val="29"/>
  <p:tag name="KSO_WM_BEAUTIFY_FLAG" val="#wm#"/>
  <p:tag name="KSO_WM_TEMPLATE_FIGMA_ID" val="0"/>
  <p:tag name="KSO_WM_TEMPLATE_SLIDE_ID" val="slide_0237f1834dd0fed3"/>
</p:tagLst>
</file>

<file path=ppt/tags/tag1583.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a"/>
  <p:tag name="KSO_WM_LAYOUT_CHECK_HASH" val="0bd369587dacf31117d215667b3f07891e23d64f"/>
  <p:tag name="KSO_WM_NEWLAYOUT_GROUP_ID" val="layout_3"/>
  <p:tag name="KSO_WM_NEWLAYOUT_ID" val="slide_0237f1834dd0fed3"/>
  <p:tag name="KSO_WM_UNIT_PRESET_TEXT" val="单击此处添加标题"/>
</p:tagLst>
</file>

<file path=ppt/tags/tag1584.xml><?xml version="1.0" encoding="utf-8"?>
<p:tagLst xmlns:a="http://schemas.openxmlformats.org/drawingml/2006/main" xmlns:r="http://schemas.openxmlformats.org/officeDocument/2006/relationships" xmlns:p="http://schemas.openxmlformats.org/presentationml/2006/main">
  <p:tag name="KSO_WM_UNIT_TEXTBOXSTYLE_GUID" val="{11a4975f-1781-408e-9249-ad2e1681c23b}"/>
</p:tagLst>
</file>

<file path=ppt/tags/tag1585.xml><?xml version="1.0" encoding="utf-8"?>
<p:tagLst xmlns:a="http://schemas.openxmlformats.org/drawingml/2006/main" xmlns:r="http://schemas.openxmlformats.org/officeDocument/2006/relationships" xmlns:p="http://schemas.openxmlformats.org/presentationml/2006/main">
  <p:tag name="KSO_WM_UNIT_TEXTBOXSTYLE_SHAPETYPE" val="0"/>
  <p:tag name="KSO_WM_UNIT_TEXTBOXSTYLE_TEMPLATETYPE" val="1"/>
  <p:tag name="KSO_WM_UNIT_PRESET_TEXT" val="点击此处添加正文，文字是您思想的提炼。&#13;为了演示发布的良好效果，请言简意赅的阐述您的观点。&#13;您的正文已经经简明扼要。字字珠玑，但信息却千丝万缕、错综复杂。"/>
  <p:tag name="KSO_WM_UNIT_NOCLEAR" val="1"/>
  <p:tag name="KSO_WM_UNIT_VALUE" val="54"/>
  <p:tag name="KSO_WM_UNIT_HIGHLIGHT" val="0"/>
  <p:tag name="KSO_WM_UNIT_COMPATIBLE" val="0"/>
  <p:tag name="KSO_WM_UNIT_DIAGRAM_ISNUMVISUAL" val="0"/>
  <p:tag name="KSO_WM_UNIT_DIAGRAM_ISREFERUNIT" val="0"/>
  <p:tag name="KSO_WM_UNIT_TYPE" val="f"/>
  <p:tag name="KSO_WM_UNIT_INDEX" val="1"/>
  <p:tag name="KSO_WM_UNIT_ID" val="mixed20201941_44*f*1"/>
  <p:tag name="KSO_WM_TEMPLATE_CATEGORY" val="mixed"/>
  <p:tag name="KSO_WM_TEMPLATE_INDEX" val="20201941"/>
  <p:tag name="KSO_WM_UNIT_LAYERLEVEL" val="1"/>
  <p:tag name="KSO_WM_TAG_VERSION" val="1.0"/>
  <p:tag name="KSO_WM_BEAUTIFY_FLAG" val="#wm#"/>
  <p:tag name="KSO_WM_UNIT_TEXTBOXSTYLE_GUID" val="{11a4975f-1781-408e-9249-ad2e1681c23b}"/>
  <p:tag name="KSO_WM_UNIT_TEXTBOXSTYLE_TEMPLATEID" val="3135234"/>
  <p:tag name="KSO_WM_UNIT_TEXTBOXSTYLE_TYPE" val="8"/>
</p:tagLst>
</file>

<file path=ppt/tags/tag1586.xml><?xml version="1.0" encoding="utf-8"?>
<p:tagLst xmlns:a="http://schemas.openxmlformats.org/drawingml/2006/main" xmlns:r="http://schemas.openxmlformats.org/officeDocument/2006/relationships" xmlns:p="http://schemas.openxmlformats.org/presentationml/2006/main">
  <p:tag name="KSO_WM_UNIT_TEXTBOXSTYLE_SHAPETYPE" val="1"/>
  <p:tag name="KSO_WM_UNIT_TEXTBOXSTYLE_ADJUSTLEFT" val="0_-19.60001"/>
  <p:tag name="KSO_WM_UNIT_TEXTBOXSTYLE_ADJUSTTOP" val="0_-17.25"/>
  <p:tag name="KSO_WM_UNIT_TEXTBOXSTYLE_ADJUSTWIDTH" val="100_50.30002"/>
  <p:tag name="KSO_WM_UNIT_TEXTBOXSTYLE_ADJUSTHEIGTH" val="100_46.95"/>
  <p:tag name="KSO_WM_UNIT_HIGHLIGHT" val="0"/>
  <p:tag name="KSO_WM_UNIT_COMPATIBLE" val="0"/>
  <p:tag name="KSO_WM_UNIT_DIAGRAM_ISNUMVISUAL" val="0"/>
  <p:tag name="KSO_WM_UNIT_DIAGRAM_ISREFERUNIT" val="0"/>
  <p:tag name="KSO_WM_UNIT_TYPE" val="i"/>
  <p:tag name="KSO_WM_UNIT_INDEX" val="1"/>
  <p:tag name="KSO_WM_UNIT_ID" val="mixed20201941_44*i*1"/>
  <p:tag name="KSO_WM_TEMPLATE_CATEGORY" val="mixed"/>
  <p:tag name="KSO_WM_TEMPLATE_INDEX" val="20201941"/>
  <p:tag name="KSO_WM_UNIT_LAYERLEVEL" val="1"/>
  <p:tag name="KSO_WM_TAG_VERSION" val="1.0"/>
  <p:tag name="KSO_WM_BEAUTIFY_FLAG" val="#wm#"/>
  <p:tag name="KSO_WM_UNIT_TEXTBOXSTYLE_GUID" val="{11a4975f-1781-408e-9249-ad2e1681c23b}"/>
</p:tagLst>
</file>

<file path=ppt/tags/tag1587.xml><?xml version="1.0" encoding="utf-8"?>
<p:tagLst xmlns:a="http://schemas.openxmlformats.org/drawingml/2006/main" xmlns:r="http://schemas.openxmlformats.org/officeDocument/2006/relationships" xmlns:p="http://schemas.openxmlformats.org/presentationml/2006/main">
  <p:tag name="KSO_WM_UNIT_TEXTBOXSTYLE_SHAPETYPE" val="1"/>
  <p:tag name="KSO_WM_UNIT_TEXTBOXSTYLE_ADJUSTLEFT" val="0_-25.15001"/>
  <p:tag name="KSO_WM_UNIT_TEXTBOXSTYLE_ADJUSTTOP" val="0_-23.5"/>
  <p:tag name="KSO_WM_UNIT_TEXTBOXSTYLE_ADJUSTWIDTH" val="100_50.30002"/>
  <p:tag name="KSO_WM_UNIT_TEXTBOXSTYLE_ADJUSTHEIGTH" val="100_46.95"/>
  <p:tag name="KSO_WM_UNIT_HIGHLIGHT" val="0"/>
  <p:tag name="KSO_WM_UNIT_COMPATIBLE" val="0"/>
  <p:tag name="KSO_WM_UNIT_DIAGRAM_ISNUMVISUAL" val="0"/>
  <p:tag name="KSO_WM_UNIT_DIAGRAM_ISREFERUNIT" val="0"/>
  <p:tag name="KSO_WM_UNIT_TYPE" val="i"/>
  <p:tag name="KSO_WM_UNIT_INDEX" val="2"/>
  <p:tag name="KSO_WM_UNIT_ID" val="mixed20201941_44*i*2"/>
  <p:tag name="KSO_WM_TEMPLATE_CATEGORY" val="mixed"/>
  <p:tag name="KSO_WM_TEMPLATE_INDEX" val="20201941"/>
  <p:tag name="KSO_WM_UNIT_LAYERLEVEL" val="1"/>
  <p:tag name="KSO_WM_TAG_VERSION" val="1.0"/>
  <p:tag name="KSO_WM_BEAUTIFY_FLAG" val="#wm#"/>
  <p:tag name="KSO_WM_UNIT_TEXTBOXSTYLE_GUID" val="{11a4975f-1781-408e-9249-ad2e1681c23b}"/>
</p:tagLst>
</file>

<file path=ppt/tags/tag1588.xml><?xml version="1.0" encoding="utf-8"?>
<p:tagLst xmlns:a="http://schemas.openxmlformats.org/drawingml/2006/main" xmlns:r="http://schemas.openxmlformats.org/officeDocument/2006/relationships" xmlns:p="http://schemas.openxmlformats.org/presentationml/2006/main">
  <p:tag name="KSO_WM_SLIDE_CONTENT_ORIENTATION" val=""/>
  <p:tag name="KSO_WM_SLIDE_HAS_MASK" val="0"/>
  <p:tag name="KSO_WM_SLIDE_ITEM_CNT" val="1"/>
  <p:tag name="KSO_WM_SLIDE_TYPE" val="text"/>
  <p:tag name="KSO_WM_TEMPLATE_SUBCATEGORY" val="29"/>
  <p:tag name="KSO_WM_BEAUTIFY_FLAG" val="#wm#"/>
  <p:tag name="KSO_WM_TEMPLATE_FIGMA_ID" val="0"/>
  <p:tag name="KSO_WM_TEMPLATE_SLIDE_ID" val="slide_aec818c1bcb6d7c7"/>
</p:tagLst>
</file>

<file path=ppt/tags/tag1589.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a"/>
  <p:tag name="KSO_WM_LAYOUT_CHECK_HASH" val="2ad19b19b729e78e045f883d07d5c1de07296b09"/>
  <p:tag name="KSO_WM_NEWLAYOUT_GROUP_ID" val="layout_10004"/>
  <p:tag name="KSO_WM_NEWLAYOUT_ID" val="slide_aec818c1bcb6d7c7"/>
  <p:tag name="KSO_WM_UNIT_PRESET_TEXT" val="单击此处添加标题"/>
</p:tagLst>
</file>

<file path=ppt/tags/tag1590.xml><?xml version="1.0" encoding="utf-8"?>
<p:tagLst xmlns:a="http://schemas.openxmlformats.org/drawingml/2006/main" xmlns:r="http://schemas.openxmlformats.org/officeDocument/2006/relationships" xmlns:p="http://schemas.openxmlformats.org/presentationml/2006/main">
  <p:tag name="KSO_WM_UNIT_TEXTBOXSTYLE_GUID" val="{a3175cc7-06fa-4220-832a-afb1f8f9913e}"/>
</p:tagLst>
</file>

<file path=ppt/tags/tag1591.xml><?xml version="1.0" encoding="utf-8"?>
<p:tagLst xmlns:a="http://schemas.openxmlformats.org/drawingml/2006/main" xmlns:r="http://schemas.openxmlformats.org/officeDocument/2006/relationships" xmlns:p="http://schemas.openxmlformats.org/presentationml/2006/main">
  <p:tag name="KSO_WM_UNIT_TEXTBOXSTYLE_SHAPETYPE" val="0"/>
  <p:tag name="KSO_WM_UNIT_TEXTBOXSTYLE_TEMPLATETYPE" val="1"/>
  <p:tag name="KSO_WM_UNIT_PRESET_TEXT" val="点击此处添加正文，文字是您思想的提炼。&#13;为了演示发布的良好效果，请言简意赅的阐述您的观点。&#13;您的正文已经经简明扼要。字字珠玑，但信息却千丝万缕、错综复杂。"/>
  <p:tag name="KSO_WM_UNIT_NOCLEAR" val="1"/>
  <p:tag name="KSO_WM_UNIT_VALUE" val="54"/>
  <p:tag name="KSO_WM_UNIT_HIGHLIGHT" val="0"/>
  <p:tag name="KSO_WM_UNIT_COMPATIBLE" val="0"/>
  <p:tag name="KSO_WM_UNIT_DIAGRAM_ISNUMVISUAL" val="0"/>
  <p:tag name="KSO_WM_UNIT_DIAGRAM_ISREFERUNIT" val="0"/>
  <p:tag name="KSO_WM_UNIT_TYPE" val="f"/>
  <p:tag name="KSO_WM_UNIT_INDEX" val="1"/>
  <p:tag name="KSO_WM_UNIT_ID" val="mixed20201941_42*f*1"/>
  <p:tag name="KSO_WM_TEMPLATE_CATEGORY" val="mixed"/>
  <p:tag name="KSO_WM_TEMPLATE_INDEX" val="20201941"/>
  <p:tag name="KSO_WM_UNIT_LAYERLEVEL" val="1"/>
  <p:tag name="KSO_WM_TAG_VERSION" val="1.0"/>
  <p:tag name="KSO_WM_BEAUTIFY_FLAG" val="#wm#"/>
  <p:tag name="KSO_WM_UNIT_TEXTBOXSTYLE_GUID" val="{a3175cc7-06fa-4220-832a-afb1f8f9913e}"/>
  <p:tag name="KSO_WM_UNIT_TEXTBOXSTYLE_TEMPLATEID" val="3135232"/>
  <p:tag name="KSO_WM_UNIT_TEXTBOXSTYLE_TYPE" val="8"/>
</p:tagLst>
</file>

<file path=ppt/tags/tag1592.xml><?xml version="1.0" encoding="utf-8"?>
<p:tagLst xmlns:a="http://schemas.openxmlformats.org/drawingml/2006/main" xmlns:r="http://schemas.openxmlformats.org/officeDocument/2006/relationships" xmlns:p="http://schemas.openxmlformats.org/presentationml/2006/main">
  <p:tag name="KSO_WM_UNIT_TEXTBOXSTYLE_SHAPETYPE" val="1"/>
  <p:tag name="KSO_WM_UNIT_TEXTBOXSTYLE_ADJUSTLEFT" val="0_-19.60001"/>
  <p:tag name="KSO_WM_UNIT_TEXTBOXSTYLE_ADJUSTTOP" val="0_-17.25"/>
  <p:tag name="KSO_WM_UNIT_TEXTBOXSTYLE_ADJUSTWIDTH" val="100_50.30002"/>
  <p:tag name="KSO_WM_UNIT_TEXTBOXSTYLE_ADJUSTHEIGTH" val="100_46.95"/>
  <p:tag name="KSO_WM_UNIT_HIGHLIGHT" val="0"/>
  <p:tag name="KSO_WM_UNIT_COMPATIBLE" val="0"/>
  <p:tag name="KSO_WM_UNIT_DIAGRAM_ISNUMVISUAL" val="0"/>
  <p:tag name="KSO_WM_UNIT_DIAGRAM_ISREFERUNIT" val="0"/>
  <p:tag name="KSO_WM_UNIT_TYPE" val="i"/>
  <p:tag name="KSO_WM_UNIT_INDEX" val="1"/>
  <p:tag name="KSO_WM_UNIT_ID" val="mixed20201941_42*i*1"/>
  <p:tag name="KSO_WM_TEMPLATE_CATEGORY" val="mixed"/>
  <p:tag name="KSO_WM_TEMPLATE_INDEX" val="20201941"/>
  <p:tag name="KSO_WM_UNIT_LAYERLEVEL" val="1"/>
  <p:tag name="KSO_WM_TAG_VERSION" val="1.0"/>
  <p:tag name="KSO_WM_BEAUTIFY_FLAG" val="#wm#"/>
  <p:tag name="KSO_WM_UNIT_TEXTBOXSTYLE_GUID" val="{a3175cc7-06fa-4220-832a-afb1f8f9913e}"/>
</p:tagLst>
</file>

<file path=ppt/tags/tag1593.xml><?xml version="1.0" encoding="utf-8"?>
<p:tagLst xmlns:a="http://schemas.openxmlformats.org/drawingml/2006/main" xmlns:r="http://schemas.openxmlformats.org/officeDocument/2006/relationships" xmlns:p="http://schemas.openxmlformats.org/presentationml/2006/main">
  <p:tag name="KSO_WM_UNIT_TEXTBOXSTYLE_SHAPETYPE" val="1"/>
  <p:tag name="KSO_WM_UNIT_TEXTBOXSTYLE_ADJUSTLEFT" val="0_-25.15001"/>
  <p:tag name="KSO_WM_UNIT_TEXTBOXSTYLE_ADJUSTTOP" val="0_-23.5"/>
  <p:tag name="KSO_WM_UNIT_TEXTBOXSTYLE_ADJUSTWIDTH" val="100_50.30002"/>
  <p:tag name="KSO_WM_UNIT_TEXTBOXSTYLE_ADJUSTHEIGTH" val="100_46.95"/>
  <p:tag name="KSO_WM_UNIT_HIGHLIGHT" val="0"/>
  <p:tag name="KSO_WM_UNIT_COMPATIBLE" val="0"/>
  <p:tag name="KSO_WM_UNIT_DIAGRAM_ISNUMVISUAL" val="0"/>
  <p:tag name="KSO_WM_UNIT_DIAGRAM_ISREFERUNIT" val="0"/>
  <p:tag name="KSO_WM_UNIT_TYPE" val="i"/>
  <p:tag name="KSO_WM_UNIT_INDEX" val="2"/>
  <p:tag name="KSO_WM_UNIT_ID" val="mixed20201941_42*i*2"/>
  <p:tag name="KSO_WM_TEMPLATE_CATEGORY" val="mixed"/>
  <p:tag name="KSO_WM_TEMPLATE_INDEX" val="20201941"/>
  <p:tag name="KSO_WM_UNIT_LAYERLEVEL" val="1"/>
  <p:tag name="KSO_WM_TAG_VERSION" val="1.0"/>
  <p:tag name="KSO_WM_BEAUTIFY_FLAG" val="#wm#"/>
  <p:tag name="KSO_WM_UNIT_TEXTBOXSTYLE_GUID" val="{a3175cc7-06fa-4220-832a-afb1f8f9913e}"/>
</p:tagLst>
</file>

<file path=ppt/tags/tag1594.xml><?xml version="1.0" encoding="utf-8"?>
<p:tagLst xmlns:a="http://schemas.openxmlformats.org/drawingml/2006/main" xmlns:r="http://schemas.openxmlformats.org/officeDocument/2006/relationships" xmlns:p="http://schemas.openxmlformats.org/presentationml/2006/main">
  <p:tag name="KSO_WM_SLIDE_ID" val="diagram20230968_2"/>
  <p:tag name="KSO_WM_TEMPLATE_SUBCATEGORY" val="0"/>
  <p:tag name="KSO_WM_TEMPLATE_MASTER_TYPE" val="0"/>
  <p:tag name="KSO_WM_TEMPLATE_COLOR_TYPE" val="0"/>
  <p:tag name="KSO_WM_SLIDE_ITEM_CNT" val="3"/>
  <p:tag name="KSO_WM_SLIDE_INDEX" val="2"/>
  <p:tag name="KSO_WM_TAG_VERSION" val="3.0"/>
  <p:tag name="KSO_WM_BEAUTIFY_FLAG" val="#wm#"/>
  <p:tag name="KSO_WM_TEMPLATE_CATEGORY" val="custom"/>
  <p:tag name="KSO_WM_TEMPLATE_INDEX" val="20235971"/>
  <p:tag name="KSO_WM_SLIDE_TYPE" val="text"/>
  <p:tag name="KSO_WM_SLIDE_SUBTYPE" val="diag"/>
  <p:tag name="KSO_WM_SLIDE_SIZE" val="850.4*365.625"/>
  <p:tag name="KSO_WM_SLIDE_POSITION" val="54.8*111.5"/>
  <p:tag name="KSO_WM_SLIDE_LAYOUT" val="a_l"/>
  <p:tag name="KSO_WM_SLIDE_LAYOUT_CNT" val="1_1"/>
  <p:tag name="KSO_WM_SPECIAL_SOURCE" val="bdnull"/>
  <p:tag name="KSO_WM_DIAGRAM_GROUP_CODE" val="l1-1"/>
  <p:tag name="KSO_WM_SLIDE_DIAGTYPE" val="l"/>
</p:tagLst>
</file>

<file path=ppt/tags/tag1595.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diagram20230968_2*a*1"/>
  <p:tag name="KSO_WM_TEMPLATE_CATEGORY" val="diagram"/>
  <p:tag name="KSO_WM_TEMPLATE_INDEX" val="20230968"/>
  <p:tag name="KSO_WM_UNIT_LAYERLEVEL" val="1"/>
  <p:tag name="KSO_WM_TAG_VERSION" val="3.0"/>
  <p:tag name="KSO_WM_BEAUTIFY_FLAG" val="#wm#"/>
  <p:tag name="KSO_WM_DIAGRAM_GROUP_CODE" val="l1-1"/>
  <p:tag name="KSO_WM_UNIT_PRESET_TEXT" val="单击此处添加标题"/>
  <p:tag name="KSO_WM_UNIT_TEXT_TYPE" val="1"/>
  <p:tag name="KSO_WM_UNIT_TEXT_FILL_FORE_SCHEMECOLOR_INDEX" val="15"/>
  <p:tag name="KSO_WM_UNIT_TEXT_FILL_TYPE" val="1"/>
  <p:tag name="KSO_WM_UNIT_USESOURCEFORMAT_APPLY" val="0"/>
</p:tagLst>
</file>

<file path=ppt/tags/tag1596.xml><?xml version="1.0" encoding="utf-8"?>
<p:tagLst xmlns:a="http://schemas.openxmlformats.org/drawingml/2006/main" xmlns:r="http://schemas.openxmlformats.org/officeDocument/2006/relationships" xmlns:p="http://schemas.openxmlformats.org/presentationml/2006/main">
  <p:tag name="KSO_WM_SLIDE_TYPE" val="sectionTitle"/>
  <p:tag name="KSO_WM_TEMPLATE_SUBCATEGORY" val="29"/>
  <p:tag name="KSO_WM_TEMPLATE_COLOR_TYPE" val="0"/>
  <p:tag name="KSO_WM_TAG_VERSION" val="3.0"/>
  <p:tag name="KSO_WM_SLIDE_SUBTYPE" val="pureTxt"/>
  <p:tag name="KSO_WM_SLIDE_ITEM_CNT" val="0"/>
  <p:tag name="KSO_WM_BEAUTIFY_FLAG" val="#wm#"/>
  <p:tag name="KSO_WM_TEMPLATE_INDEX" val="20235971"/>
  <p:tag name="KSO_WM_TEMPLATE_CATEGORY" val="custom"/>
  <p:tag name="KSO_WM_SLIDE_INDEX" val="7"/>
  <p:tag name="KSO_WM_SLIDE_ID" val="custom20235971_7"/>
  <p:tag name="KSO_WM_TEMPLATE_MASTER_TYPE" val="0"/>
  <p:tag name="KSO_WM_SLIDE_LAYOUT" val="a_e"/>
  <p:tag name="KSO_WM_SLIDE_LAYOUT_CNT" val="1_1"/>
</p:tagLst>
</file>

<file path=ppt/tags/tag1597.xml><?xml version="1.0" encoding="utf-8"?>
<p:tagLst xmlns:a="http://schemas.openxmlformats.org/drawingml/2006/main" xmlns:r="http://schemas.openxmlformats.org/officeDocument/2006/relationships" xmlns:p="http://schemas.openxmlformats.org/presentationml/2006/main">
  <p:tag name="KSO_WM_UNIT_TYPE" val="a"/>
  <p:tag name="KSO_WM_UNIT_INDEX" val="1"/>
  <p:tag name="KSO_WM_BEAUTIFY_FLAG" val="#wm#"/>
  <p:tag name="KSO_WM_TAG_VERSION" val="3.0"/>
  <p:tag name="KSO_WM_UNIT_ID" val="custom20235971_7*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5971"/>
  <p:tag name="KSO_WM_TEMPLATE_CATEGORY" val="custom"/>
  <p:tag name="KSO_WM_UNIT_ISCONTENTSTITLE" val="0"/>
  <p:tag name="KSO_WM_UNIT_PRESET_TEXT" val="添加章节标题"/>
  <p:tag name="KSO_WM_UNIT_TEXT_TYPE" val="1"/>
</p:tagLst>
</file>

<file path=ppt/tags/tag1598.xml><?xml version="1.0" encoding="utf-8"?>
<p:tagLst xmlns:a="http://schemas.openxmlformats.org/drawingml/2006/main" xmlns:r="http://schemas.openxmlformats.org/officeDocument/2006/relationships" xmlns:p="http://schemas.openxmlformats.org/presentationml/2006/main">
  <p:tag name="KSO_WM_DIAGRAM_VIRTUALLY_FRAME" val="{&quot;height&quot;:239.5440157480315,&quot;left&quot;:70.09685039370079,&quot;top&quot;:93.0959842519685,&quot;width&quot;:587.0062992125984}"/>
</p:tagLst>
</file>

<file path=ppt/tags/tag1599.xml><?xml version="1.0" encoding="utf-8"?>
<p:tagLst xmlns:a="http://schemas.openxmlformats.org/drawingml/2006/main" xmlns:r="http://schemas.openxmlformats.org/officeDocument/2006/relationships" xmlns:p="http://schemas.openxmlformats.org/presentationml/2006/main">
  <p:tag name="KSO_WM_DIAGRAM_VIRTUALLY_FRAME" val="{&quot;height&quot;:239.5440157480315,&quot;left&quot;:70.09685039370079,&quot;top&quot;:93.0959842519685,&quot;width&quot;:587.0062992125984}"/>
</p:tagLst>
</file>

<file path=ppt/tags/tag1600.xml><?xml version="1.0" encoding="utf-8"?>
<p:tagLst xmlns:a="http://schemas.openxmlformats.org/drawingml/2006/main" xmlns:r="http://schemas.openxmlformats.org/officeDocument/2006/relationships" xmlns:p="http://schemas.openxmlformats.org/presentationml/2006/main">
  <p:tag name="KSO_WM_DIAGRAM_VIRTUALLY_FRAME" val="{&quot;height&quot;:239.5440157480315,&quot;left&quot;:70.09685039370079,&quot;top&quot;:93.0959842519685,&quot;width&quot;:587.0062992125984}"/>
</p:tagLst>
</file>

<file path=ppt/tags/tag1601.xml><?xml version="1.0" encoding="utf-8"?>
<p:tagLst xmlns:a="http://schemas.openxmlformats.org/drawingml/2006/main" xmlns:r="http://schemas.openxmlformats.org/officeDocument/2006/relationships" xmlns:p="http://schemas.openxmlformats.org/presentationml/2006/main">
  <p:tag name="KSO_WM_DIAGRAM_VIRTUALLY_FRAME" val="{&quot;height&quot;:239.5440157480315,&quot;left&quot;:70.09685039370079,&quot;top&quot;:93.0959842519685,&quot;width&quot;:587.0062992125984}"/>
</p:tagLst>
</file>

<file path=ppt/tags/tag1602.xml><?xml version="1.0" encoding="utf-8"?>
<p:tagLst xmlns:a="http://schemas.openxmlformats.org/drawingml/2006/main" xmlns:r="http://schemas.openxmlformats.org/officeDocument/2006/relationships" xmlns:p="http://schemas.openxmlformats.org/presentationml/2006/main">
  <p:tag name="KSO_WM_DIAGRAM_VIRTUALLY_FRAME" val="{&quot;height&quot;:239.5440157480315,&quot;left&quot;:70.09685039370079,&quot;top&quot;:93.0959842519685,&quot;width&quot;:587.0062992125984}"/>
</p:tagLst>
</file>

<file path=ppt/tags/tag1603.xml><?xml version="1.0" encoding="utf-8"?>
<p:tagLst xmlns:a="http://schemas.openxmlformats.org/drawingml/2006/main" xmlns:r="http://schemas.openxmlformats.org/officeDocument/2006/relationships" xmlns:p="http://schemas.openxmlformats.org/presentationml/2006/main">
  <p:tag name="KSO_WM_DIAGRAM_VIRTUALLY_FRAME" val="{&quot;height&quot;:239.5440157480315,&quot;left&quot;:70.09685039370079,&quot;top&quot;:93.0959842519685,&quot;width&quot;:587.0062992125984}"/>
</p:tagLst>
</file>

<file path=ppt/tags/tag1604.xml><?xml version="1.0" encoding="utf-8"?>
<p:tagLst xmlns:a="http://schemas.openxmlformats.org/drawingml/2006/main" xmlns:r="http://schemas.openxmlformats.org/officeDocument/2006/relationships" xmlns:p="http://schemas.openxmlformats.org/presentationml/2006/main">
  <p:tag name="KSO_WM_DIAGRAM_VIRTUALLY_FRAME" val="{&quot;height&quot;:239.5440157480315,&quot;left&quot;:70.09685039370079,&quot;top&quot;:93.0959842519685,&quot;width&quot;:587.0062992125984}"/>
</p:tagLst>
</file>

<file path=ppt/tags/tag1605.xml><?xml version="1.0" encoding="utf-8"?>
<p:tagLst xmlns:a="http://schemas.openxmlformats.org/drawingml/2006/main" xmlns:r="http://schemas.openxmlformats.org/officeDocument/2006/relationships" xmlns:p="http://schemas.openxmlformats.org/presentationml/2006/main">
  <p:tag name="KSO_WM_DIAGRAM_VIRTUALLY_FRAME" val="{&quot;height&quot;:239.5440157480315,&quot;left&quot;:70.09685039370079,&quot;top&quot;:93.0959842519685,&quot;width&quot;:587.0062992125984}"/>
</p:tagLst>
</file>

<file path=ppt/tags/tag1606.xml><?xml version="1.0" encoding="utf-8"?>
<p:tagLst xmlns:a="http://schemas.openxmlformats.org/drawingml/2006/main" xmlns:r="http://schemas.openxmlformats.org/officeDocument/2006/relationships" xmlns:p="http://schemas.openxmlformats.org/presentationml/2006/main">
  <p:tag name="KSO_WM_DIAGRAM_VIRTUALLY_FRAME" val="{&quot;height&quot;:239.5440157480315,&quot;left&quot;:70.09685039370079,&quot;top&quot;:93.0959842519685,&quot;width&quot;:587.0062992125984}"/>
</p:tagLst>
</file>

<file path=ppt/tags/tag1607.xml><?xml version="1.0" encoding="utf-8"?>
<p:tagLst xmlns:a="http://schemas.openxmlformats.org/drawingml/2006/main" xmlns:r="http://schemas.openxmlformats.org/officeDocument/2006/relationships" xmlns:p="http://schemas.openxmlformats.org/presentationml/2006/main">
  <p:tag name="KSO_WM_DIAGRAM_VIRTUALLY_FRAME" val="{&quot;height&quot;:239.5440157480315,&quot;left&quot;:70.09685039370079,&quot;top&quot;:93.0959842519685,&quot;width&quot;:587.0062992125984}"/>
</p:tagLst>
</file>

<file path=ppt/tags/tag1608.xml><?xml version="1.0" encoding="utf-8"?>
<p:tagLst xmlns:a="http://schemas.openxmlformats.org/drawingml/2006/main" xmlns:r="http://schemas.openxmlformats.org/officeDocument/2006/relationships" xmlns:p="http://schemas.openxmlformats.org/presentationml/2006/main">
  <p:tag name="KSO_WM_DIAGRAM_VIRTUALLY_FRAME" val="{&quot;height&quot;:239.5440157480315,&quot;left&quot;:70.09685039370079,&quot;top&quot;:93.0959842519685,&quot;width&quot;:587.0062992125984}"/>
</p:tagLst>
</file>

<file path=ppt/tags/tag1609.xml><?xml version="1.0" encoding="utf-8"?>
<p:tagLst xmlns:a="http://schemas.openxmlformats.org/drawingml/2006/main" xmlns:r="http://schemas.openxmlformats.org/officeDocument/2006/relationships" xmlns:p="http://schemas.openxmlformats.org/presentationml/2006/main">
  <p:tag name="KSO_WM_DIAGRAM_VIRTUALLY_FRAME" val="{&quot;height&quot;:239.5440157480315,&quot;left&quot;:70.09685039370079,&quot;top&quot;:93.0959842519685,&quot;width&quot;:587.0062992125984}"/>
</p:tagLst>
</file>

<file path=ppt/tags/tag1610.xml><?xml version="1.0" encoding="utf-8"?>
<p:tagLst xmlns:a="http://schemas.openxmlformats.org/drawingml/2006/main" xmlns:r="http://schemas.openxmlformats.org/officeDocument/2006/relationships" xmlns:p="http://schemas.openxmlformats.org/presentationml/2006/main">
  <p:tag name="KSO_WM_DIAGRAM_VIRTUALLY_FRAME" val="{&quot;height&quot;:239.5440157480315,&quot;left&quot;:70.09685039370079,&quot;top&quot;:93.0959842519685,&quot;width&quot;:587.0062992125984}"/>
</p:tagLst>
</file>

<file path=ppt/tags/tag1611.xml><?xml version="1.0" encoding="utf-8"?>
<p:tagLst xmlns:a="http://schemas.openxmlformats.org/drawingml/2006/main" xmlns:r="http://schemas.openxmlformats.org/officeDocument/2006/relationships" xmlns:p="http://schemas.openxmlformats.org/presentationml/2006/main">
  <p:tag name="KSO_WM_DIAGRAM_VIRTUALLY_FRAME" val="{&quot;height&quot;:239.5440157480315,&quot;left&quot;:70.09685039370079,&quot;top&quot;:93.0959842519685,&quot;width&quot;:587.0062992125984}"/>
</p:tagLst>
</file>

<file path=ppt/tags/tag1612.xml><?xml version="1.0" encoding="utf-8"?>
<p:tagLst xmlns:a="http://schemas.openxmlformats.org/drawingml/2006/main" xmlns:r="http://schemas.openxmlformats.org/officeDocument/2006/relationships" xmlns:p="http://schemas.openxmlformats.org/presentationml/2006/main">
  <p:tag name="KSO_WM_DIAGRAM_VIRTUALLY_FRAME" val="{&quot;height&quot;:239.5440157480315,&quot;left&quot;:70.09685039370079,&quot;top&quot;:93.0959842519685,&quot;width&quot;:587.0062992125984}"/>
</p:tagLst>
</file>

<file path=ppt/tags/tag1613.xml><?xml version="1.0" encoding="utf-8"?>
<p:tagLst xmlns:a="http://schemas.openxmlformats.org/drawingml/2006/main" xmlns:r="http://schemas.openxmlformats.org/officeDocument/2006/relationships" xmlns:p="http://schemas.openxmlformats.org/presentationml/2006/main">
  <p:tag name="KSO_WM_DIAGRAM_VIRTUALLY_FRAME" val="{&quot;height&quot;:233.64062992125983,&quot;left&quot;:61.92,&quot;top&quot;:85.67968503937007,&quot;width&quot;:596.1600000000001}"/>
</p:tagLst>
</file>

<file path=ppt/tags/tag1614.xml><?xml version="1.0" encoding="utf-8"?>
<p:tagLst xmlns:a="http://schemas.openxmlformats.org/drawingml/2006/main" xmlns:r="http://schemas.openxmlformats.org/officeDocument/2006/relationships" xmlns:p="http://schemas.openxmlformats.org/presentationml/2006/main">
  <p:tag name="KSO_WM_DIAGRAM_VIRTUALLY_FRAME" val="{&quot;height&quot;:233.64062992125983,&quot;left&quot;:61.92,&quot;top&quot;:85.67968503937007,&quot;width&quot;:596.1600000000001}"/>
</p:tagLst>
</file>

<file path=ppt/tags/tag1615.xml><?xml version="1.0" encoding="utf-8"?>
<p:tagLst xmlns:a="http://schemas.openxmlformats.org/drawingml/2006/main" xmlns:r="http://schemas.openxmlformats.org/officeDocument/2006/relationships" xmlns:p="http://schemas.openxmlformats.org/presentationml/2006/main">
  <p:tag name="KSO_WM_DIAGRAM_VIRTUALLY_FRAME" val="{&quot;height&quot;:233.64062992125983,&quot;left&quot;:61.92,&quot;top&quot;:85.67968503937007,&quot;width&quot;:596.1600000000001}"/>
</p:tagLst>
</file>

<file path=ppt/tags/tag1616.xml><?xml version="1.0" encoding="utf-8"?>
<p:tagLst xmlns:a="http://schemas.openxmlformats.org/drawingml/2006/main" xmlns:r="http://schemas.openxmlformats.org/officeDocument/2006/relationships" xmlns:p="http://schemas.openxmlformats.org/presentationml/2006/main">
  <p:tag name="KSO_WM_DIAGRAM_VIRTUALLY_FRAME" val="{&quot;height&quot;:233.64062992125983,&quot;left&quot;:61.92,&quot;top&quot;:85.67968503937007,&quot;width&quot;:596.1600000000001}"/>
</p:tagLst>
</file>

<file path=ppt/tags/tag1617.xml><?xml version="1.0" encoding="utf-8"?>
<p:tagLst xmlns:a="http://schemas.openxmlformats.org/drawingml/2006/main" xmlns:r="http://schemas.openxmlformats.org/officeDocument/2006/relationships" xmlns:p="http://schemas.openxmlformats.org/presentationml/2006/main">
  <p:tag name="KSO_WM_DIAGRAM_VIRTUALLY_FRAME" val="{&quot;height&quot;:233.64062992125983,&quot;left&quot;:61.92,&quot;top&quot;:85.67968503937007,&quot;width&quot;:596.1600000000001}"/>
</p:tagLst>
</file>

<file path=ppt/tags/tag1618.xml><?xml version="1.0" encoding="utf-8"?>
<p:tagLst xmlns:a="http://schemas.openxmlformats.org/drawingml/2006/main" xmlns:r="http://schemas.openxmlformats.org/officeDocument/2006/relationships" xmlns:p="http://schemas.openxmlformats.org/presentationml/2006/main">
  <p:tag name="KSO_WM_DIAGRAM_VIRTUALLY_FRAME" val="{&quot;height&quot;:233.64062992125983,&quot;left&quot;:61.92,&quot;top&quot;:85.67968503937007,&quot;width&quot;:596.1600000000001}"/>
</p:tagLst>
</file>

<file path=ppt/tags/tag1619.xml><?xml version="1.0" encoding="utf-8"?>
<p:tagLst xmlns:a="http://schemas.openxmlformats.org/drawingml/2006/main" xmlns:r="http://schemas.openxmlformats.org/officeDocument/2006/relationships" xmlns:p="http://schemas.openxmlformats.org/presentationml/2006/main">
  <p:tag name="KSO_WM_DIAGRAM_VIRTUALLY_FRAME" val="{&quot;height&quot;:233.64062992125983,&quot;left&quot;:61.92,&quot;top&quot;:85.67968503937007,&quot;width&quot;:596.1600000000001}"/>
</p:tagLst>
</file>

<file path=ppt/tags/tag1620.xml><?xml version="1.0" encoding="utf-8"?>
<p:tagLst xmlns:a="http://schemas.openxmlformats.org/drawingml/2006/main" xmlns:r="http://schemas.openxmlformats.org/officeDocument/2006/relationships" xmlns:p="http://schemas.openxmlformats.org/presentationml/2006/main">
  <p:tag name="KSO_WM_DIAGRAM_VIRTUALLY_FRAME" val="{&quot;height&quot;:233.64062992125983,&quot;left&quot;:61.92,&quot;top&quot;:85.67968503937007,&quot;width&quot;:596.1600000000001}"/>
</p:tagLst>
</file>

<file path=ppt/tags/tag1621.xml><?xml version="1.0" encoding="utf-8"?>
<p:tagLst xmlns:a="http://schemas.openxmlformats.org/drawingml/2006/main" xmlns:r="http://schemas.openxmlformats.org/officeDocument/2006/relationships" xmlns:p="http://schemas.openxmlformats.org/presentationml/2006/main">
  <p:tag name="KSO_WM_DIAGRAM_VIRTUALLY_FRAME" val="{&quot;height&quot;:233.64062992125983,&quot;left&quot;:61.92,&quot;top&quot;:85.67968503937007,&quot;width&quot;:596.1600000000001}"/>
</p:tagLst>
</file>

<file path=ppt/tags/tag1622.xml><?xml version="1.0" encoding="utf-8"?>
<p:tagLst xmlns:a="http://schemas.openxmlformats.org/drawingml/2006/main" xmlns:r="http://schemas.openxmlformats.org/officeDocument/2006/relationships" xmlns:p="http://schemas.openxmlformats.org/presentationml/2006/main">
  <p:tag name="KSO_WM_SLIDE_ID" val="custom20234969_1"/>
  <p:tag name="KSO_WM_TEMPLATE_SUBCATEGORY" val="0"/>
  <p:tag name="KSO_WM_TEMPLATE_MASTER_TYPE" val="0"/>
  <p:tag name="KSO_WM_TEMPLATE_COLOR_TYPE" val="0"/>
  <p:tag name="KSO_WM_SLIDE_ITEM_CNT" val="0"/>
  <p:tag name="KSO_WM_SLIDE_INDEX" val="1"/>
  <p:tag name="KSO_WM_TAG_VERSION" val="3.0"/>
  <p:tag name="KSO_WM_BEAUTIFY_FLAG" val="#wm#"/>
  <p:tag name="KSO_WM_TEMPLATE_CATEGORY" val="custom"/>
  <p:tag name="KSO_WM_TEMPLATE_INDEX" val="20235971"/>
  <p:tag name="KSO_WM_SLIDE_TYPE" val="text"/>
  <p:tag name="KSO_WM_SLIDE_SUBTYPE" val="picTxt"/>
  <p:tag name="KSO_WM_SLIDE_SIZE" val="864*458"/>
  <p:tag name="KSO_WM_SLIDE_POSITION" val="47*28"/>
  <p:tag name="KSO_WM_SLIDE_LAYOUT" val="a_f"/>
  <p:tag name="KSO_WM_SLIDE_LAYOUT_CNT" val="1_1"/>
  <p:tag name="KSO_WM_SPECIAL_SOURCE" val="bdnull"/>
</p:tagLst>
</file>

<file path=ppt/tags/tag1623.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custom20234969_1*a*1"/>
  <p:tag name="KSO_WM_TEMPLATE_CATEGORY" val="custom"/>
  <p:tag name="KSO_WM_TEMPLATE_INDEX" val="20234969"/>
  <p:tag name="KSO_WM_UNIT_LAYERLEVEL" val="1"/>
  <p:tag name="KSO_WM_TAG_VERSION" val="3.0"/>
  <p:tag name="KSO_WM_BEAUTIFY_FLAG" val="#wm#"/>
  <p:tag name="KSO_WM_UNIT_TEXT_TYPE" val="1"/>
  <p:tag name="KSO_WM_UNIT_PRESET_TEXT" val="单击此处添加标题"/>
</p:tagLst>
</file>

<file path=ppt/tags/tag162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custom20234969_1*i*1"/>
  <p:tag name="KSO_WM_TEMPLATE_CATEGORY" val="custom"/>
  <p:tag name="KSO_WM_TEMPLATE_INDEX" val="20234969"/>
  <p:tag name="KSO_WM_UNIT_LAYERLEVEL" val="1"/>
  <p:tag name="KSO_WM_TAG_VERSION" val="3.0"/>
  <p:tag name="KSO_WM_BEAUTIFY_FLAG" val="#wm#"/>
</p:tagLst>
</file>

<file path=ppt/tags/tag162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custom20234969_1*i*2"/>
  <p:tag name="KSO_WM_TEMPLATE_CATEGORY" val="custom"/>
  <p:tag name="KSO_WM_TEMPLATE_INDEX" val="20234969"/>
  <p:tag name="KSO_WM_UNIT_LAYERLEVEL" val="1"/>
  <p:tag name="KSO_WM_TAG_VERSION" val="3.0"/>
  <p:tag name="KSO_WM_BEAUTIFY_FLAG" val="#wm#"/>
</p:tagLst>
</file>

<file path=ppt/tags/tag162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custom20234969_1*i*3"/>
  <p:tag name="KSO_WM_TEMPLATE_CATEGORY" val="custom"/>
  <p:tag name="KSO_WM_TEMPLATE_INDEX" val="20234969"/>
  <p:tag name="KSO_WM_UNIT_LAYERLEVEL" val="1"/>
  <p:tag name="KSO_WM_TAG_VERSION" val="3.0"/>
  <p:tag name="KSO_WM_BEAUTIFY_FLAG" val="#wm#"/>
</p:tagLst>
</file>

<file path=ppt/tags/tag162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custom20234969_1*i*4"/>
  <p:tag name="KSO_WM_TEMPLATE_CATEGORY" val="custom"/>
  <p:tag name="KSO_WM_TEMPLATE_INDEX" val="20234969"/>
  <p:tag name="KSO_WM_UNIT_LAYERLEVEL" val="1"/>
  <p:tag name="KSO_WM_TAG_VERSION" val="3.0"/>
  <p:tag name="KSO_WM_BEAUTIFY_FLAG" val="#wm#"/>
</p:tagLst>
</file>

<file path=ppt/tags/tag162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5"/>
  <p:tag name="KSO_WM_UNIT_ID" val="custom20234969_1*i*5"/>
  <p:tag name="KSO_WM_TEMPLATE_CATEGORY" val="custom"/>
  <p:tag name="KSO_WM_TEMPLATE_INDEX" val="20234969"/>
  <p:tag name="KSO_WM_UNIT_LAYERLEVEL" val="1"/>
  <p:tag name="KSO_WM_TAG_VERSION" val="3.0"/>
  <p:tag name="KSO_WM_BEAUTIFY_FLAG" val="#wm#"/>
</p:tagLst>
</file>

<file path=ppt/tags/tag162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6"/>
  <p:tag name="KSO_WM_UNIT_ID" val="custom20234969_1*i*6"/>
  <p:tag name="KSO_WM_TEMPLATE_CATEGORY" val="custom"/>
  <p:tag name="KSO_WM_TEMPLATE_INDEX" val="20234969"/>
  <p:tag name="KSO_WM_UNIT_LAYERLEVEL" val="1"/>
  <p:tag name="KSO_WM_TAG_VERSION" val="3.0"/>
  <p:tag name="KSO_WM_BEAUTIFY_FLAG" val="#wm#"/>
</p:tagLst>
</file>

<file path=ppt/tags/tag163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7"/>
  <p:tag name="KSO_WM_UNIT_ID" val="custom20234969_1*i*7"/>
  <p:tag name="KSO_WM_TEMPLATE_CATEGORY" val="custom"/>
  <p:tag name="KSO_WM_TEMPLATE_INDEX" val="20234969"/>
  <p:tag name="KSO_WM_UNIT_LAYERLEVEL" val="1"/>
  <p:tag name="KSO_WM_TAG_VERSION" val="3.0"/>
  <p:tag name="KSO_WM_BEAUTIFY_FLAG" val="#wm#"/>
</p:tagLst>
</file>

<file path=ppt/tags/tag16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8"/>
  <p:tag name="KSO_WM_UNIT_ID" val="custom20234969_1*i*8"/>
  <p:tag name="KSO_WM_TEMPLATE_CATEGORY" val="custom"/>
  <p:tag name="KSO_WM_TEMPLATE_INDEX" val="20234969"/>
  <p:tag name="KSO_WM_UNIT_LAYERLEVEL" val="1"/>
  <p:tag name="KSO_WM_TAG_VERSION" val="3.0"/>
  <p:tag name="KSO_WM_BEAUTIFY_FLAG" val="#wm#"/>
</p:tagLst>
</file>

<file path=ppt/tags/tag163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9"/>
  <p:tag name="KSO_WM_UNIT_ID" val="custom20234969_1*i*9"/>
  <p:tag name="KSO_WM_TEMPLATE_CATEGORY" val="custom"/>
  <p:tag name="KSO_WM_TEMPLATE_INDEX" val="20234969"/>
  <p:tag name="KSO_WM_UNIT_LAYERLEVEL" val="1"/>
  <p:tag name="KSO_WM_TAG_VERSION" val="3.0"/>
  <p:tag name="KSO_WM_BEAUTIFY_FLAG" val="#wm#"/>
</p:tagLst>
</file>

<file path=ppt/tags/tag163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0"/>
  <p:tag name="KSO_WM_UNIT_ID" val="custom20234969_1*i*10"/>
  <p:tag name="KSO_WM_TEMPLATE_CATEGORY" val="custom"/>
  <p:tag name="KSO_WM_TEMPLATE_INDEX" val="20234969"/>
  <p:tag name="KSO_WM_UNIT_LAYERLEVEL" val="1"/>
  <p:tag name="KSO_WM_TAG_VERSION" val="3.0"/>
  <p:tag name="KSO_WM_BEAUTIFY_FLAG" val="#wm#"/>
</p:tagLst>
</file>

<file path=ppt/tags/tag1634.xml><?xml version="1.0" encoding="utf-8"?>
<p:tagLst xmlns:a="http://schemas.openxmlformats.org/drawingml/2006/main" xmlns:r="http://schemas.openxmlformats.org/officeDocument/2006/relationships" xmlns:p="http://schemas.openxmlformats.org/presentationml/2006/mai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custom20234969_1*f*1"/>
  <p:tag name="KSO_WM_TEMPLATE_CATEGORY" val="custom"/>
  <p:tag name="KSO_WM_TEMPLATE_INDEX" val="20234969"/>
  <p:tag name="KSO_WM_UNIT_LAYERLEVEL" val="1"/>
  <p:tag name="KSO_WM_TAG_VERSION" val="3.0"/>
  <p:tag name="KSO_WM_BEAUTIFY_FLAG" val="#wm#"/>
  <p:tag name="KSO_WM_UNIT_TEXT_TYPE" val="1"/>
  <p:tag name="KSO_WM_UNIT_VALUE" val="432"/>
  <p:tag name="KSO_WM_UNIT_PRESET_TEXT" val="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
</p:tagLst>
</file>

<file path=ppt/tags/tag1635.xml><?xml version="1.0" encoding="utf-8"?>
<p:tagLst xmlns:a="http://schemas.openxmlformats.org/drawingml/2006/main" xmlns:r="http://schemas.openxmlformats.org/officeDocument/2006/relationships" xmlns:p="http://schemas.openxmlformats.org/presentationml/2006/main">
  <p:tag name="KSO_WM_SLIDE_ID" val="custom20234969_1"/>
  <p:tag name="KSO_WM_TEMPLATE_SUBCATEGORY" val="0"/>
  <p:tag name="KSO_WM_TEMPLATE_MASTER_TYPE" val="0"/>
  <p:tag name="KSO_WM_TEMPLATE_COLOR_TYPE" val="0"/>
  <p:tag name="KSO_WM_SLIDE_ITEM_CNT" val="0"/>
  <p:tag name="KSO_WM_SLIDE_INDEX" val="1"/>
  <p:tag name="KSO_WM_TAG_VERSION" val="3.0"/>
  <p:tag name="KSO_WM_BEAUTIFY_FLAG" val="#wm#"/>
  <p:tag name="KSO_WM_TEMPLATE_CATEGORY" val="custom"/>
  <p:tag name="KSO_WM_TEMPLATE_INDEX" val="20235971"/>
  <p:tag name="KSO_WM_SLIDE_TYPE" val="text"/>
  <p:tag name="KSO_WM_SLIDE_SUBTYPE" val="picTxt"/>
  <p:tag name="KSO_WM_SLIDE_SIZE" val="864*458"/>
  <p:tag name="KSO_WM_SLIDE_POSITION" val="47*28"/>
  <p:tag name="KSO_WM_SLIDE_LAYOUT" val="a_f"/>
  <p:tag name="KSO_WM_SLIDE_LAYOUT_CNT" val="1_1"/>
  <p:tag name="KSO_WM_SPECIAL_SOURCE" val="bdnull"/>
</p:tagLst>
</file>

<file path=ppt/tags/tag1636.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custom20234969_1*a*1"/>
  <p:tag name="KSO_WM_TEMPLATE_CATEGORY" val="custom"/>
  <p:tag name="KSO_WM_TEMPLATE_INDEX" val="20234969"/>
  <p:tag name="KSO_WM_UNIT_LAYERLEVEL" val="1"/>
  <p:tag name="KSO_WM_TAG_VERSION" val="3.0"/>
  <p:tag name="KSO_WM_BEAUTIFY_FLAG" val="#wm#"/>
  <p:tag name="KSO_WM_UNIT_TEXT_TYPE" val="1"/>
  <p:tag name="KSO_WM_UNIT_PRESET_TEXT" val="单击此处添加标题"/>
</p:tagLst>
</file>

<file path=ppt/tags/tag163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custom20234969_1*i*1"/>
  <p:tag name="KSO_WM_TEMPLATE_CATEGORY" val="custom"/>
  <p:tag name="KSO_WM_TEMPLATE_INDEX" val="20234969"/>
  <p:tag name="KSO_WM_UNIT_LAYERLEVEL" val="1"/>
  <p:tag name="KSO_WM_TAG_VERSION" val="3.0"/>
  <p:tag name="KSO_WM_BEAUTIFY_FLAG" val="#wm#"/>
</p:tagLst>
</file>

<file path=ppt/tags/tag163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custom20234969_1*i*2"/>
  <p:tag name="KSO_WM_TEMPLATE_CATEGORY" val="custom"/>
  <p:tag name="KSO_WM_TEMPLATE_INDEX" val="20234969"/>
  <p:tag name="KSO_WM_UNIT_LAYERLEVEL" val="1"/>
  <p:tag name="KSO_WM_TAG_VERSION" val="3.0"/>
  <p:tag name="KSO_WM_BEAUTIFY_FLAG" val="#wm#"/>
</p:tagLst>
</file>

<file path=ppt/tags/tag163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custom20234969_1*i*3"/>
  <p:tag name="KSO_WM_TEMPLATE_CATEGORY" val="custom"/>
  <p:tag name="KSO_WM_TEMPLATE_INDEX" val="20234969"/>
  <p:tag name="KSO_WM_UNIT_LAYERLEVEL" val="1"/>
  <p:tag name="KSO_WM_TAG_VERSION" val="3.0"/>
  <p:tag name="KSO_WM_BEAUTIFY_FLAG" val="#wm#"/>
</p:tagLst>
</file>

<file path=ppt/tags/tag164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custom20234969_1*i*4"/>
  <p:tag name="KSO_WM_TEMPLATE_CATEGORY" val="custom"/>
  <p:tag name="KSO_WM_TEMPLATE_INDEX" val="20234969"/>
  <p:tag name="KSO_WM_UNIT_LAYERLEVEL" val="1"/>
  <p:tag name="KSO_WM_TAG_VERSION" val="3.0"/>
  <p:tag name="KSO_WM_BEAUTIFY_FLAG" val="#wm#"/>
</p:tagLst>
</file>

<file path=ppt/tags/tag164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0"/>
  <p:tag name="KSO_WM_UNIT_ID" val="custom20234969_1*i*10"/>
  <p:tag name="KSO_WM_TEMPLATE_CATEGORY" val="custom"/>
  <p:tag name="KSO_WM_TEMPLATE_INDEX" val="20234969"/>
  <p:tag name="KSO_WM_UNIT_LAYERLEVEL" val="1"/>
  <p:tag name="KSO_WM_TAG_VERSION" val="3.0"/>
  <p:tag name="KSO_WM_BEAUTIFY_FLAG" val="#wm#"/>
</p:tagLst>
</file>

<file path=ppt/tags/tag1642.xml><?xml version="1.0" encoding="utf-8"?>
<p:tagLst xmlns:a="http://schemas.openxmlformats.org/drawingml/2006/main" xmlns:r="http://schemas.openxmlformats.org/officeDocument/2006/relationships" xmlns:p="http://schemas.openxmlformats.org/presentationml/2006/mai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custom20234969_1*f*1"/>
  <p:tag name="KSO_WM_TEMPLATE_CATEGORY" val="custom"/>
  <p:tag name="KSO_WM_TEMPLATE_INDEX" val="20234969"/>
  <p:tag name="KSO_WM_UNIT_LAYERLEVEL" val="1"/>
  <p:tag name="KSO_WM_TAG_VERSION" val="3.0"/>
  <p:tag name="KSO_WM_BEAUTIFY_FLAG" val="#wm#"/>
  <p:tag name="KSO_WM_UNIT_TEXT_TYPE" val="1"/>
  <p:tag name="KSO_WM_UNIT_VALUE" val="432"/>
  <p:tag name="KSO_WM_UNIT_PRESET_TEXT" val="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
</p:tagLst>
</file>

<file path=ppt/tags/tag1643.xml><?xml version="1.0" encoding="utf-8"?>
<p:tagLst xmlns:a="http://schemas.openxmlformats.org/drawingml/2006/main" xmlns:r="http://schemas.openxmlformats.org/officeDocument/2006/relationships" xmlns:p="http://schemas.openxmlformats.org/presentationml/2006/main">
  <p:tag name="KSO_WM_SLIDE_ID" val="custom20234969_1"/>
  <p:tag name="KSO_WM_TEMPLATE_SUBCATEGORY" val="0"/>
  <p:tag name="KSO_WM_TEMPLATE_MASTER_TYPE" val="0"/>
  <p:tag name="KSO_WM_TEMPLATE_COLOR_TYPE" val="0"/>
  <p:tag name="KSO_WM_SLIDE_ITEM_CNT" val="0"/>
  <p:tag name="KSO_WM_SLIDE_INDEX" val="1"/>
  <p:tag name="KSO_WM_TAG_VERSION" val="3.0"/>
  <p:tag name="KSO_WM_BEAUTIFY_FLAG" val="#wm#"/>
  <p:tag name="KSO_WM_TEMPLATE_CATEGORY" val="custom"/>
  <p:tag name="KSO_WM_TEMPLATE_INDEX" val="20235971"/>
  <p:tag name="KSO_WM_SLIDE_TYPE" val="text"/>
  <p:tag name="KSO_WM_SLIDE_SUBTYPE" val="picTxt"/>
  <p:tag name="KSO_WM_SLIDE_SIZE" val="864*458"/>
  <p:tag name="KSO_WM_SLIDE_POSITION" val="47*28"/>
  <p:tag name="KSO_WM_SLIDE_LAYOUT" val="a_f"/>
  <p:tag name="KSO_WM_SLIDE_LAYOUT_CNT" val="1_1"/>
  <p:tag name="KSO_WM_SPECIAL_SOURCE" val="bdnull"/>
</p:tagLst>
</file>

<file path=ppt/tags/tag1644.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custom20234969_1*a*1"/>
  <p:tag name="KSO_WM_TEMPLATE_CATEGORY" val="custom"/>
  <p:tag name="KSO_WM_TEMPLATE_INDEX" val="20234969"/>
  <p:tag name="KSO_WM_UNIT_LAYERLEVEL" val="1"/>
  <p:tag name="KSO_WM_TAG_VERSION" val="3.0"/>
  <p:tag name="KSO_WM_BEAUTIFY_FLAG" val="#wm#"/>
  <p:tag name="KSO_WM_UNIT_TEXT_TYPE" val="1"/>
  <p:tag name="KSO_WM_UNIT_PRESET_TEXT" val="单击此处添加标题"/>
</p:tagLst>
</file>

<file path=ppt/tags/tag164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custom20234969_1*i*1"/>
  <p:tag name="KSO_WM_TEMPLATE_CATEGORY" val="custom"/>
  <p:tag name="KSO_WM_TEMPLATE_INDEX" val="20234969"/>
  <p:tag name="KSO_WM_UNIT_LAYERLEVEL" val="1"/>
  <p:tag name="KSO_WM_TAG_VERSION" val="3.0"/>
  <p:tag name="KSO_WM_BEAUTIFY_FLAG" val="#wm#"/>
</p:tagLst>
</file>

<file path=ppt/tags/tag164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custom20234969_1*i*2"/>
  <p:tag name="KSO_WM_TEMPLATE_CATEGORY" val="custom"/>
  <p:tag name="KSO_WM_TEMPLATE_INDEX" val="20234969"/>
  <p:tag name="KSO_WM_UNIT_LAYERLEVEL" val="1"/>
  <p:tag name="KSO_WM_TAG_VERSION" val="3.0"/>
  <p:tag name="KSO_WM_BEAUTIFY_FLAG" val="#wm#"/>
</p:tagLst>
</file>

<file path=ppt/tags/tag164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custom20234969_1*i*3"/>
  <p:tag name="KSO_WM_TEMPLATE_CATEGORY" val="custom"/>
  <p:tag name="KSO_WM_TEMPLATE_INDEX" val="20234969"/>
  <p:tag name="KSO_WM_UNIT_LAYERLEVEL" val="1"/>
  <p:tag name="KSO_WM_TAG_VERSION" val="3.0"/>
  <p:tag name="KSO_WM_BEAUTIFY_FLAG" val="#wm#"/>
</p:tagLst>
</file>

<file path=ppt/tags/tag164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custom20234969_1*i*4"/>
  <p:tag name="KSO_WM_TEMPLATE_CATEGORY" val="custom"/>
  <p:tag name="KSO_WM_TEMPLATE_INDEX" val="20234969"/>
  <p:tag name="KSO_WM_UNIT_LAYERLEVEL" val="1"/>
  <p:tag name="KSO_WM_TAG_VERSION" val="3.0"/>
  <p:tag name="KSO_WM_BEAUTIFY_FLAG" val="#wm#"/>
</p:tagLst>
</file>

<file path=ppt/tags/tag164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5"/>
  <p:tag name="KSO_WM_UNIT_ID" val="custom20234969_1*i*5"/>
  <p:tag name="KSO_WM_TEMPLATE_CATEGORY" val="custom"/>
  <p:tag name="KSO_WM_TEMPLATE_INDEX" val="20234969"/>
  <p:tag name="KSO_WM_UNIT_LAYERLEVEL" val="1"/>
  <p:tag name="KSO_WM_TAG_VERSION" val="3.0"/>
  <p:tag name="KSO_WM_BEAUTIFY_FLAG" val="#wm#"/>
</p:tagLst>
</file>

<file path=ppt/tags/tag165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6"/>
  <p:tag name="KSO_WM_UNIT_ID" val="custom20234969_1*i*6"/>
  <p:tag name="KSO_WM_TEMPLATE_CATEGORY" val="custom"/>
  <p:tag name="KSO_WM_TEMPLATE_INDEX" val="20234969"/>
  <p:tag name="KSO_WM_UNIT_LAYERLEVEL" val="1"/>
  <p:tag name="KSO_WM_TAG_VERSION" val="3.0"/>
  <p:tag name="KSO_WM_BEAUTIFY_FLAG" val="#wm#"/>
</p:tagLst>
</file>

<file path=ppt/tags/tag165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7"/>
  <p:tag name="KSO_WM_UNIT_ID" val="custom20234969_1*i*7"/>
  <p:tag name="KSO_WM_TEMPLATE_CATEGORY" val="custom"/>
  <p:tag name="KSO_WM_TEMPLATE_INDEX" val="20234969"/>
  <p:tag name="KSO_WM_UNIT_LAYERLEVEL" val="1"/>
  <p:tag name="KSO_WM_TAG_VERSION" val="3.0"/>
  <p:tag name="KSO_WM_BEAUTIFY_FLAG" val="#wm#"/>
</p:tagLst>
</file>

<file path=ppt/tags/tag165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8"/>
  <p:tag name="KSO_WM_UNIT_ID" val="custom20234969_1*i*8"/>
  <p:tag name="KSO_WM_TEMPLATE_CATEGORY" val="custom"/>
  <p:tag name="KSO_WM_TEMPLATE_INDEX" val="20234969"/>
  <p:tag name="KSO_WM_UNIT_LAYERLEVEL" val="1"/>
  <p:tag name="KSO_WM_TAG_VERSION" val="3.0"/>
  <p:tag name="KSO_WM_BEAUTIFY_FLAG" val="#wm#"/>
</p:tagLst>
</file>

<file path=ppt/tags/tag165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9"/>
  <p:tag name="KSO_WM_UNIT_ID" val="custom20234969_1*i*9"/>
  <p:tag name="KSO_WM_TEMPLATE_CATEGORY" val="custom"/>
  <p:tag name="KSO_WM_TEMPLATE_INDEX" val="20234969"/>
  <p:tag name="KSO_WM_UNIT_LAYERLEVEL" val="1"/>
  <p:tag name="KSO_WM_TAG_VERSION" val="3.0"/>
  <p:tag name="KSO_WM_BEAUTIFY_FLAG" val="#wm#"/>
</p:tagLst>
</file>

<file path=ppt/tags/tag165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0"/>
  <p:tag name="KSO_WM_UNIT_ID" val="custom20234969_1*i*10"/>
  <p:tag name="KSO_WM_TEMPLATE_CATEGORY" val="custom"/>
  <p:tag name="KSO_WM_TEMPLATE_INDEX" val="20234969"/>
  <p:tag name="KSO_WM_UNIT_LAYERLEVEL" val="1"/>
  <p:tag name="KSO_WM_TAG_VERSION" val="3.0"/>
  <p:tag name="KSO_WM_BEAUTIFY_FLAG" val="#wm#"/>
</p:tagLst>
</file>

<file path=ppt/tags/tag1655.xml><?xml version="1.0" encoding="utf-8"?>
<p:tagLst xmlns:a="http://schemas.openxmlformats.org/drawingml/2006/main" xmlns:r="http://schemas.openxmlformats.org/officeDocument/2006/relationships" xmlns:p="http://schemas.openxmlformats.org/presentationml/2006/main">
  <p:tag name="KSO_WM_SLIDE_ID" val="custom20234969_1"/>
  <p:tag name="KSO_WM_TEMPLATE_SUBCATEGORY" val="0"/>
  <p:tag name="KSO_WM_TEMPLATE_MASTER_TYPE" val="0"/>
  <p:tag name="KSO_WM_TEMPLATE_COLOR_TYPE" val="0"/>
  <p:tag name="KSO_WM_SLIDE_ITEM_CNT" val="0"/>
  <p:tag name="KSO_WM_SLIDE_INDEX" val="1"/>
  <p:tag name="KSO_WM_TAG_VERSION" val="3.0"/>
  <p:tag name="KSO_WM_BEAUTIFY_FLAG" val="#wm#"/>
  <p:tag name="KSO_WM_TEMPLATE_CATEGORY" val="custom"/>
  <p:tag name="KSO_WM_TEMPLATE_INDEX" val="20235971"/>
  <p:tag name="KSO_WM_SLIDE_TYPE" val="text"/>
  <p:tag name="KSO_WM_SLIDE_SUBTYPE" val="picTxt"/>
  <p:tag name="KSO_WM_SLIDE_SIZE" val="864*458"/>
  <p:tag name="KSO_WM_SLIDE_POSITION" val="47*28"/>
  <p:tag name="KSO_WM_SLIDE_LAYOUT" val="a_f"/>
  <p:tag name="KSO_WM_SLIDE_LAYOUT_CNT" val="1_1"/>
  <p:tag name="KSO_WM_SPECIAL_SOURCE" val="bdnull"/>
</p:tagLst>
</file>

<file path=ppt/tags/tag1656.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custom20234969_1*a*1"/>
  <p:tag name="KSO_WM_TEMPLATE_CATEGORY" val="custom"/>
  <p:tag name="KSO_WM_TEMPLATE_INDEX" val="20234969"/>
  <p:tag name="KSO_WM_UNIT_LAYERLEVEL" val="1"/>
  <p:tag name="KSO_WM_TAG_VERSION" val="3.0"/>
  <p:tag name="KSO_WM_BEAUTIFY_FLAG" val="#wm#"/>
  <p:tag name="KSO_WM_UNIT_TEXT_TYPE" val="1"/>
  <p:tag name="KSO_WM_UNIT_PRESET_TEXT" val="单击此处添加标题"/>
</p:tagLst>
</file>

<file path=ppt/tags/tag165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custom20234969_1*i*1"/>
  <p:tag name="KSO_WM_TEMPLATE_CATEGORY" val="custom"/>
  <p:tag name="KSO_WM_TEMPLATE_INDEX" val="20234969"/>
  <p:tag name="KSO_WM_UNIT_LAYERLEVEL" val="1"/>
  <p:tag name="KSO_WM_TAG_VERSION" val="3.0"/>
  <p:tag name="KSO_WM_BEAUTIFY_FLAG" val="#wm#"/>
</p:tagLst>
</file>

<file path=ppt/tags/tag165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custom20234969_1*i*2"/>
  <p:tag name="KSO_WM_TEMPLATE_CATEGORY" val="custom"/>
  <p:tag name="KSO_WM_TEMPLATE_INDEX" val="20234969"/>
  <p:tag name="KSO_WM_UNIT_LAYERLEVEL" val="1"/>
  <p:tag name="KSO_WM_TAG_VERSION" val="3.0"/>
  <p:tag name="KSO_WM_BEAUTIFY_FLAG" val="#wm#"/>
</p:tagLst>
</file>

<file path=ppt/tags/tag165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custom20234969_1*i*3"/>
  <p:tag name="KSO_WM_TEMPLATE_CATEGORY" val="custom"/>
  <p:tag name="KSO_WM_TEMPLATE_INDEX" val="20234969"/>
  <p:tag name="KSO_WM_UNIT_LAYERLEVEL" val="1"/>
  <p:tag name="KSO_WM_TAG_VERSION" val="3.0"/>
  <p:tag name="KSO_WM_BEAUTIFY_FLAG" val="#wm#"/>
</p:tagLst>
</file>

<file path=ppt/tags/tag166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custom20234969_1*i*4"/>
  <p:tag name="KSO_WM_TEMPLATE_CATEGORY" val="custom"/>
  <p:tag name="KSO_WM_TEMPLATE_INDEX" val="20234969"/>
  <p:tag name="KSO_WM_UNIT_LAYERLEVEL" val="1"/>
  <p:tag name="KSO_WM_TAG_VERSION" val="3.0"/>
  <p:tag name="KSO_WM_BEAUTIFY_FLAG" val="#wm#"/>
</p:tagLst>
</file>

<file path=ppt/tags/tag166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5"/>
  <p:tag name="KSO_WM_UNIT_ID" val="custom20234969_1*i*5"/>
  <p:tag name="KSO_WM_TEMPLATE_CATEGORY" val="custom"/>
  <p:tag name="KSO_WM_TEMPLATE_INDEX" val="20234969"/>
  <p:tag name="KSO_WM_UNIT_LAYERLEVEL" val="1"/>
  <p:tag name="KSO_WM_TAG_VERSION" val="3.0"/>
  <p:tag name="KSO_WM_BEAUTIFY_FLAG" val="#wm#"/>
</p:tagLst>
</file>

<file path=ppt/tags/tag166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6"/>
  <p:tag name="KSO_WM_UNIT_ID" val="custom20234969_1*i*6"/>
  <p:tag name="KSO_WM_TEMPLATE_CATEGORY" val="custom"/>
  <p:tag name="KSO_WM_TEMPLATE_INDEX" val="20234969"/>
  <p:tag name="KSO_WM_UNIT_LAYERLEVEL" val="1"/>
  <p:tag name="KSO_WM_TAG_VERSION" val="3.0"/>
  <p:tag name="KSO_WM_BEAUTIFY_FLAG" val="#wm#"/>
</p:tagLst>
</file>

<file path=ppt/tags/tag166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7"/>
  <p:tag name="KSO_WM_UNIT_ID" val="custom20234969_1*i*7"/>
  <p:tag name="KSO_WM_TEMPLATE_CATEGORY" val="custom"/>
  <p:tag name="KSO_WM_TEMPLATE_INDEX" val="20234969"/>
  <p:tag name="KSO_WM_UNIT_LAYERLEVEL" val="1"/>
  <p:tag name="KSO_WM_TAG_VERSION" val="3.0"/>
  <p:tag name="KSO_WM_BEAUTIFY_FLAG" val="#wm#"/>
</p:tagLst>
</file>

<file path=ppt/tags/tag166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8"/>
  <p:tag name="KSO_WM_UNIT_ID" val="custom20234969_1*i*8"/>
  <p:tag name="KSO_WM_TEMPLATE_CATEGORY" val="custom"/>
  <p:tag name="KSO_WM_TEMPLATE_INDEX" val="20234969"/>
  <p:tag name="KSO_WM_UNIT_LAYERLEVEL" val="1"/>
  <p:tag name="KSO_WM_TAG_VERSION" val="3.0"/>
  <p:tag name="KSO_WM_BEAUTIFY_FLAG" val="#wm#"/>
</p:tagLst>
</file>

<file path=ppt/tags/tag166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9"/>
  <p:tag name="KSO_WM_UNIT_ID" val="custom20234969_1*i*9"/>
  <p:tag name="KSO_WM_TEMPLATE_CATEGORY" val="custom"/>
  <p:tag name="KSO_WM_TEMPLATE_INDEX" val="20234969"/>
  <p:tag name="KSO_WM_UNIT_LAYERLEVEL" val="1"/>
  <p:tag name="KSO_WM_TAG_VERSION" val="3.0"/>
  <p:tag name="KSO_WM_BEAUTIFY_FLAG" val="#wm#"/>
</p:tagLst>
</file>

<file path=ppt/tags/tag166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0"/>
  <p:tag name="KSO_WM_UNIT_ID" val="custom20234969_1*i*10"/>
  <p:tag name="KSO_WM_TEMPLATE_CATEGORY" val="custom"/>
  <p:tag name="KSO_WM_TEMPLATE_INDEX" val="20234969"/>
  <p:tag name="KSO_WM_UNIT_LAYERLEVEL" val="1"/>
  <p:tag name="KSO_WM_TAG_VERSION" val="3.0"/>
  <p:tag name="KSO_WM_BEAUTIFY_FLAG" val="#wm#"/>
</p:tagLst>
</file>

<file path=ppt/tags/tag1667.xml><?xml version="1.0" encoding="utf-8"?>
<p:tagLst xmlns:a="http://schemas.openxmlformats.org/drawingml/2006/main" xmlns:r="http://schemas.openxmlformats.org/officeDocument/2006/relationships" xmlns:p="http://schemas.openxmlformats.org/presentationml/2006/mai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custom20234969_1*f*1"/>
  <p:tag name="KSO_WM_TEMPLATE_CATEGORY" val="custom"/>
  <p:tag name="KSO_WM_TEMPLATE_INDEX" val="20234969"/>
  <p:tag name="KSO_WM_UNIT_LAYERLEVEL" val="1"/>
  <p:tag name="KSO_WM_TAG_VERSION" val="3.0"/>
  <p:tag name="KSO_WM_BEAUTIFY_FLAG" val="#wm#"/>
  <p:tag name="KSO_WM_UNIT_TEXT_TYPE" val="1"/>
  <p:tag name="KSO_WM_UNIT_VALUE" val="432"/>
  <p:tag name="KSO_WM_UNIT_PRESET_TEXT" val="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
</p:tagLst>
</file>

<file path=ppt/tags/tag1668.xml><?xml version="1.0" encoding="utf-8"?>
<p:tagLst xmlns:a="http://schemas.openxmlformats.org/drawingml/2006/main" xmlns:r="http://schemas.openxmlformats.org/officeDocument/2006/relationships" xmlns:p="http://schemas.openxmlformats.org/presentationml/2006/main">
  <p:tag name="KSO_WM_SLIDE_ID" val="custom20234969_1"/>
  <p:tag name="KSO_WM_TEMPLATE_SUBCATEGORY" val="0"/>
  <p:tag name="KSO_WM_TEMPLATE_MASTER_TYPE" val="0"/>
  <p:tag name="KSO_WM_TEMPLATE_COLOR_TYPE" val="0"/>
  <p:tag name="KSO_WM_SLIDE_ITEM_CNT" val="0"/>
  <p:tag name="KSO_WM_SLIDE_INDEX" val="1"/>
  <p:tag name="KSO_WM_TAG_VERSION" val="3.0"/>
  <p:tag name="KSO_WM_BEAUTIFY_FLAG" val="#wm#"/>
  <p:tag name="KSO_WM_TEMPLATE_CATEGORY" val="custom"/>
  <p:tag name="KSO_WM_TEMPLATE_INDEX" val="20235971"/>
  <p:tag name="KSO_WM_SLIDE_TYPE" val="text"/>
  <p:tag name="KSO_WM_SLIDE_SUBTYPE" val="picTxt"/>
  <p:tag name="KSO_WM_SLIDE_SIZE" val="864*458"/>
  <p:tag name="KSO_WM_SLIDE_POSITION" val="47*28"/>
  <p:tag name="KSO_WM_SLIDE_LAYOUT" val="a_f"/>
  <p:tag name="KSO_WM_SLIDE_LAYOUT_CNT" val="1_1"/>
  <p:tag name="KSO_WM_SPECIAL_SOURCE" val="bdnull"/>
</p:tagLst>
</file>

<file path=ppt/tags/tag1669.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custom20234969_1*a*1"/>
  <p:tag name="KSO_WM_TEMPLATE_CATEGORY" val="custom"/>
  <p:tag name="KSO_WM_TEMPLATE_INDEX" val="20234969"/>
  <p:tag name="KSO_WM_UNIT_LAYERLEVEL" val="1"/>
  <p:tag name="KSO_WM_TAG_VERSION" val="3.0"/>
  <p:tag name="KSO_WM_BEAUTIFY_FLAG" val="#wm#"/>
  <p:tag name="KSO_WM_UNIT_TEXT_TYPE" val="1"/>
  <p:tag name="KSO_WM_UNIT_PRESET_TEXT" val="单击此处添加标题"/>
</p:tagLst>
</file>

<file path=ppt/tags/tag167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custom20234969_1*i*1"/>
  <p:tag name="KSO_WM_TEMPLATE_CATEGORY" val="custom"/>
  <p:tag name="KSO_WM_TEMPLATE_INDEX" val="20234969"/>
  <p:tag name="KSO_WM_UNIT_LAYERLEVEL" val="1"/>
  <p:tag name="KSO_WM_TAG_VERSION" val="3.0"/>
  <p:tag name="KSO_WM_BEAUTIFY_FLAG" val="#wm#"/>
</p:tagLst>
</file>

<file path=ppt/tags/tag167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custom20234969_1*i*2"/>
  <p:tag name="KSO_WM_TEMPLATE_CATEGORY" val="custom"/>
  <p:tag name="KSO_WM_TEMPLATE_INDEX" val="20234969"/>
  <p:tag name="KSO_WM_UNIT_LAYERLEVEL" val="1"/>
  <p:tag name="KSO_WM_TAG_VERSION" val="3.0"/>
  <p:tag name="KSO_WM_BEAUTIFY_FLAG" val="#wm#"/>
</p:tagLst>
</file>

<file path=ppt/tags/tag167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custom20234969_1*i*3"/>
  <p:tag name="KSO_WM_TEMPLATE_CATEGORY" val="custom"/>
  <p:tag name="KSO_WM_TEMPLATE_INDEX" val="20234969"/>
  <p:tag name="KSO_WM_UNIT_LAYERLEVEL" val="1"/>
  <p:tag name="KSO_WM_TAG_VERSION" val="3.0"/>
  <p:tag name="KSO_WM_BEAUTIFY_FLAG" val="#wm#"/>
</p:tagLst>
</file>

<file path=ppt/tags/tag167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custom20234969_1*i*4"/>
  <p:tag name="KSO_WM_TEMPLATE_CATEGORY" val="custom"/>
  <p:tag name="KSO_WM_TEMPLATE_INDEX" val="20234969"/>
  <p:tag name="KSO_WM_UNIT_LAYERLEVEL" val="1"/>
  <p:tag name="KSO_WM_TAG_VERSION" val="3.0"/>
  <p:tag name="KSO_WM_BEAUTIFY_FLAG" val="#wm#"/>
</p:tagLst>
</file>

<file path=ppt/tags/tag167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5"/>
  <p:tag name="KSO_WM_UNIT_ID" val="custom20234969_1*i*5"/>
  <p:tag name="KSO_WM_TEMPLATE_CATEGORY" val="custom"/>
  <p:tag name="KSO_WM_TEMPLATE_INDEX" val="20234969"/>
  <p:tag name="KSO_WM_UNIT_LAYERLEVEL" val="1"/>
  <p:tag name="KSO_WM_TAG_VERSION" val="3.0"/>
  <p:tag name="KSO_WM_BEAUTIFY_FLAG" val="#wm#"/>
</p:tagLst>
</file>

<file path=ppt/tags/tag167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6"/>
  <p:tag name="KSO_WM_UNIT_ID" val="custom20234969_1*i*6"/>
  <p:tag name="KSO_WM_TEMPLATE_CATEGORY" val="custom"/>
  <p:tag name="KSO_WM_TEMPLATE_INDEX" val="20234969"/>
  <p:tag name="KSO_WM_UNIT_LAYERLEVEL" val="1"/>
  <p:tag name="KSO_WM_TAG_VERSION" val="3.0"/>
  <p:tag name="KSO_WM_BEAUTIFY_FLAG" val="#wm#"/>
</p:tagLst>
</file>

<file path=ppt/tags/tag167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7"/>
  <p:tag name="KSO_WM_UNIT_ID" val="custom20234969_1*i*7"/>
  <p:tag name="KSO_WM_TEMPLATE_CATEGORY" val="custom"/>
  <p:tag name="KSO_WM_TEMPLATE_INDEX" val="20234969"/>
  <p:tag name="KSO_WM_UNIT_LAYERLEVEL" val="1"/>
  <p:tag name="KSO_WM_TAG_VERSION" val="3.0"/>
  <p:tag name="KSO_WM_BEAUTIFY_FLAG" val="#wm#"/>
</p:tagLst>
</file>

<file path=ppt/tags/tag167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8"/>
  <p:tag name="KSO_WM_UNIT_ID" val="custom20234969_1*i*8"/>
  <p:tag name="KSO_WM_TEMPLATE_CATEGORY" val="custom"/>
  <p:tag name="KSO_WM_TEMPLATE_INDEX" val="20234969"/>
  <p:tag name="KSO_WM_UNIT_LAYERLEVEL" val="1"/>
  <p:tag name="KSO_WM_TAG_VERSION" val="3.0"/>
  <p:tag name="KSO_WM_BEAUTIFY_FLAG" val="#wm#"/>
</p:tagLst>
</file>

<file path=ppt/tags/tag167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9"/>
  <p:tag name="KSO_WM_UNIT_ID" val="custom20234969_1*i*9"/>
  <p:tag name="KSO_WM_TEMPLATE_CATEGORY" val="custom"/>
  <p:tag name="KSO_WM_TEMPLATE_INDEX" val="20234969"/>
  <p:tag name="KSO_WM_UNIT_LAYERLEVEL" val="1"/>
  <p:tag name="KSO_WM_TAG_VERSION" val="3.0"/>
  <p:tag name="KSO_WM_BEAUTIFY_FLAG" val="#wm#"/>
</p:tagLst>
</file>

<file path=ppt/tags/tag167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0"/>
  <p:tag name="KSO_WM_UNIT_ID" val="custom20234969_1*i*10"/>
  <p:tag name="KSO_WM_TEMPLATE_CATEGORY" val="custom"/>
  <p:tag name="KSO_WM_TEMPLATE_INDEX" val="20234969"/>
  <p:tag name="KSO_WM_UNIT_LAYERLEVEL" val="1"/>
  <p:tag name="KSO_WM_TAG_VERSION" val="3.0"/>
  <p:tag name="KSO_WM_BEAUTIFY_FLAG" val="#wm#"/>
</p:tagLst>
</file>

<file path=ppt/tags/tag1680.xml><?xml version="1.0" encoding="utf-8"?>
<p:tagLst xmlns:a="http://schemas.openxmlformats.org/drawingml/2006/main" xmlns:r="http://schemas.openxmlformats.org/officeDocument/2006/relationships" xmlns:p="http://schemas.openxmlformats.org/presentationml/2006/mai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custom20234969_1*f*1"/>
  <p:tag name="KSO_WM_TEMPLATE_CATEGORY" val="custom"/>
  <p:tag name="KSO_WM_TEMPLATE_INDEX" val="20234969"/>
  <p:tag name="KSO_WM_UNIT_LAYERLEVEL" val="1"/>
  <p:tag name="KSO_WM_TAG_VERSION" val="3.0"/>
  <p:tag name="KSO_WM_BEAUTIFY_FLAG" val="#wm#"/>
  <p:tag name="KSO_WM_UNIT_TEXT_TYPE" val="1"/>
  <p:tag name="KSO_WM_UNIT_VALUE" val="432"/>
  <p:tag name="KSO_WM_UNIT_PRESET_TEXT" val="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
</p:tagLst>
</file>

<file path=ppt/tags/tag1681.xml><?xml version="1.0" encoding="utf-8"?>
<p:tagLst xmlns:a="http://schemas.openxmlformats.org/drawingml/2006/main" xmlns:r="http://schemas.openxmlformats.org/officeDocument/2006/relationships" xmlns:p="http://schemas.openxmlformats.org/presentationml/2006/main">
  <p:tag name="KSO_WM_SLIDE_ID" val="custom20234969_1"/>
  <p:tag name="KSO_WM_TEMPLATE_SUBCATEGORY" val="0"/>
  <p:tag name="KSO_WM_TEMPLATE_MASTER_TYPE" val="0"/>
  <p:tag name="KSO_WM_TEMPLATE_COLOR_TYPE" val="0"/>
  <p:tag name="KSO_WM_SLIDE_ITEM_CNT" val="0"/>
  <p:tag name="KSO_WM_SLIDE_INDEX" val="1"/>
  <p:tag name="KSO_WM_TAG_VERSION" val="3.0"/>
  <p:tag name="KSO_WM_BEAUTIFY_FLAG" val="#wm#"/>
  <p:tag name="KSO_WM_TEMPLATE_CATEGORY" val="custom"/>
  <p:tag name="KSO_WM_TEMPLATE_INDEX" val="20235971"/>
  <p:tag name="KSO_WM_SLIDE_TYPE" val="text"/>
  <p:tag name="KSO_WM_SLIDE_SUBTYPE" val="picTxt"/>
  <p:tag name="KSO_WM_SLIDE_SIZE" val="864*458"/>
  <p:tag name="KSO_WM_SLIDE_POSITION" val="47*28"/>
  <p:tag name="KSO_WM_SLIDE_LAYOUT" val="a_f"/>
  <p:tag name="KSO_WM_SLIDE_LAYOUT_CNT" val="1_1"/>
  <p:tag name="KSO_WM_SPECIAL_SOURCE" val="bdnull"/>
</p:tagLst>
</file>

<file path=ppt/tags/tag1682.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custom20234969_1*a*1"/>
  <p:tag name="KSO_WM_TEMPLATE_CATEGORY" val="custom"/>
  <p:tag name="KSO_WM_TEMPLATE_INDEX" val="20234969"/>
  <p:tag name="KSO_WM_UNIT_LAYERLEVEL" val="1"/>
  <p:tag name="KSO_WM_TAG_VERSION" val="3.0"/>
  <p:tag name="KSO_WM_BEAUTIFY_FLAG" val="#wm#"/>
  <p:tag name="KSO_WM_UNIT_TEXT_TYPE" val="1"/>
  <p:tag name="KSO_WM_UNIT_PRESET_TEXT" val="单击此处添加标题"/>
</p:tagLst>
</file>

<file path=ppt/tags/tag1683.xml><?xml version="1.0" encoding="utf-8"?>
<p:tagLst xmlns:a="http://schemas.openxmlformats.org/drawingml/2006/main" xmlns:r="http://schemas.openxmlformats.org/officeDocument/2006/relationships" xmlns:p="http://schemas.openxmlformats.org/presentationml/2006/main">
  <p:tag name="KSO_WM_SLIDE_ID" val="custom20234969_1"/>
  <p:tag name="KSO_WM_TEMPLATE_SUBCATEGORY" val="0"/>
  <p:tag name="KSO_WM_TEMPLATE_MASTER_TYPE" val="0"/>
  <p:tag name="KSO_WM_TEMPLATE_COLOR_TYPE" val="0"/>
  <p:tag name="KSO_WM_SLIDE_ITEM_CNT" val="0"/>
  <p:tag name="KSO_WM_SLIDE_INDEX" val="1"/>
  <p:tag name="KSO_WM_TAG_VERSION" val="3.0"/>
  <p:tag name="KSO_WM_BEAUTIFY_FLAG" val="#wm#"/>
  <p:tag name="KSO_WM_TEMPLATE_CATEGORY" val="custom"/>
  <p:tag name="KSO_WM_TEMPLATE_INDEX" val="20235971"/>
  <p:tag name="KSO_WM_SLIDE_TYPE" val="text"/>
  <p:tag name="KSO_WM_SLIDE_SUBTYPE" val="picTxt"/>
  <p:tag name="KSO_WM_SLIDE_SIZE" val="864*458"/>
  <p:tag name="KSO_WM_SLIDE_POSITION" val="47*28"/>
  <p:tag name="KSO_WM_SLIDE_LAYOUT" val="a_f"/>
  <p:tag name="KSO_WM_SLIDE_LAYOUT_CNT" val="1_1"/>
  <p:tag name="KSO_WM_SPECIAL_SOURCE" val="bdnull"/>
</p:tagLst>
</file>

<file path=ppt/tags/tag1684.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custom20234969_1*a*1"/>
  <p:tag name="KSO_WM_TEMPLATE_CATEGORY" val="custom"/>
  <p:tag name="KSO_WM_TEMPLATE_INDEX" val="20234969"/>
  <p:tag name="KSO_WM_UNIT_LAYERLEVEL" val="1"/>
  <p:tag name="KSO_WM_TAG_VERSION" val="3.0"/>
  <p:tag name="KSO_WM_BEAUTIFY_FLAG" val="#wm#"/>
  <p:tag name="KSO_WM_UNIT_TEXT_TYPE" val="1"/>
  <p:tag name="KSO_WM_UNIT_PRESET_TEXT" val="单击此处添加标题"/>
</p:tagLst>
</file>

<file path=ppt/tags/tag168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custom20234969_1*i*1"/>
  <p:tag name="KSO_WM_TEMPLATE_CATEGORY" val="custom"/>
  <p:tag name="KSO_WM_TEMPLATE_INDEX" val="20234969"/>
  <p:tag name="KSO_WM_UNIT_LAYERLEVEL" val="1"/>
  <p:tag name="KSO_WM_TAG_VERSION" val="3.0"/>
  <p:tag name="KSO_WM_BEAUTIFY_FLAG" val="#wm#"/>
</p:tagLst>
</file>

<file path=ppt/tags/tag168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custom20234969_1*i*2"/>
  <p:tag name="KSO_WM_TEMPLATE_CATEGORY" val="custom"/>
  <p:tag name="KSO_WM_TEMPLATE_INDEX" val="20234969"/>
  <p:tag name="KSO_WM_UNIT_LAYERLEVEL" val="1"/>
  <p:tag name="KSO_WM_TAG_VERSION" val="3.0"/>
  <p:tag name="KSO_WM_BEAUTIFY_FLAG" val="#wm#"/>
</p:tagLst>
</file>

<file path=ppt/tags/tag168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custom20234969_1*i*3"/>
  <p:tag name="KSO_WM_TEMPLATE_CATEGORY" val="custom"/>
  <p:tag name="KSO_WM_TEMPLATE_INDEX" val="20234969"/>
  <p:tag name="KSO_WM_UNIT_LAYERLEVEL" val="1"/>
  <p:tag name="KSO_WM_TAG_VERSION" val="3.0"/>
  <p:tag name="KSO_WM_BEAUTIFY_FLAG" val="#wm#"/>
</p:tagLst>
</file>

<file path=ppt/tags/tag168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custom20234969_1*i*4"/>
  <p:tag name="KSO_WM_TEMPLATE_CATEGORY" val="custom"/>
  <p:tag name="KSO_WM_TEMPLATE_INDEX" val="20234969"/>
  <p:tag name="KSO_WM_UNIT_LAYERLEVEL" val="1"/>
  <p:tag name="KSO_WM_TAG_VERSION" val="3.0"/>
  <p:tag name="KSO_WM_BEAUTIFY_FLAG" val="#wm#"/>
</p:tagLst>
</file>

<file path=ppt/tags/tag168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5"/>
  <p:tag name="KSO_WM_UNIT_ID" val="custom20234969_1*i*5"/>
  <p:tag name="KSO_WM_TEMPLATE_CATEGORY" val="custom"/>
  <p:tag name="KSO_WM_TEMPLATE_INDEX" val="20234969"/>
  <p:tag name="KSO_WM_UNIT_LAYERLEVEL" val="1"/>
  <p:tag name="KSO_WM_TAG_VERSION" val="3.0"/>
  <p:tag name="KSO_WM_BEAUTIFY_FLAG" val="#wm#"/>
</p:tagLst>
</file>

<file path=ppt/tags/tag169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6"/>
  <p:tag name="KSO_WM_UNIT_ID" val="custom20234969_1*i*6"/>
  <p:tag name="KSO_WM_TEMPLATE_CATEGORY" val="custom"/>
  <p:tag name="KSO_WM_TEMPLATE_INDEX" val="20234969"/>
  <p:tag name="KSO_WM_UNIT_LAYERLEVEL" val="1"/>
  <p:tag name="KSO_WM_TAG_VERSION" val="3.0"/>
  <p:tag name="KSO_WM_BEAUTIFY_FLAG" val="#wm#"/>
</p:tagLst>
</file>

<file path=ppt/tags/tag169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7"/>
  <p:tag name="KSO_WM_UNIT_ID" val="custom20234969_1*i*7"/>
  <p:tag name="KSO_WM_TEMPLATE_CATEGORY" val="custom"/>
  <p:tag name="KSO_WM_TEMPLATE_INDEX" val="20234969"/>
  <p:tag name="KSO_WM_UNIT_LAYERLEVEL" val="1"/>
  <p:tag name="KSO_WM_TAG_VERSION" val="3.0"/>
  <p:tag name="KSO_WM_BEAUTIFY_FLAG" val="#wm#"/>
</p:tagLst>
</file>

<file path=ppt/tags/tag169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8"/>
  <p:tag name="KSO_WM_UNIT_ID" val="custom20234969_1*i*8"/>
  <p:tag name="KSO_WM_TEMPLATE_CATEGORY" val="custom"/>
  <p:tag name="KSO_WM_TEMPLATE_INDEX" val="20234969"/>
  <p:tag name="KSO_WM_UNIT_LAYERLEVEL" val="1"/>
  <p:tag name="KSO_WM_TAG_VERSION" val="3.0"/>
  <p:tag name="KSO_WM_BEAUTIFY_FLAG" val="#wm#"/>
</p:tagLst>
</file>

<file path=ppt/tags/tag169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9"/>
  <p:tag name="KSO_WM_UNIT_ID" val="custom20234969_1*i*9"/>
  <p:tag name="KSO_WM_TEMPLATE_CATEGORY" val="custom"/>
  <p:tag name="KSO_WM_TEMPLATE_INDEX" val="20234969"/>
  <p:tag name="KSO_WM_UNIT_LAYERLEVEL" val="1"/>
  <p:tag name="KSO_WM_TAG_VERSION" val="3.0"/>
  <p:tag name="KSO_WM_BEAUTIFY_FLAG" val="#wm#"/>
</p:tagLst>
</file>

<file path=ppt/tags/tag169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0"/>
  <p:tag name="KSO_WM_UNIT_ID" val="custom20234969_1*i*10"/>
  <p:tag name="KSO_WM_TEMPLATE_CATEGORY" val="custom"/>
  <p:tag name="KSO_WM_TEMPLATE_INDEX" val="20234969"/>
  <p:tag name="KSO_WM_UNIT_LAYERLEVEL" val="1"/>
  <p:tag name="KSO_WM_TAG_VERSION" val="3.0"/>
  <p:tag name="KSO_WM_BEAUTIFY_FLAG" val="#wm#"/>
</p:tagLst>
</file>

<file path=ppt/tags/tag1695.xml><?xml version="1.0" encoding="utf-8"?>
<p:tagLst xmlns:a="http://schemas.openxmlformats.org/drawingml/2006/main" xmlns:r="http://schemas.openxmlformats.org/officeDocument/2006/relationships" xmlns:p="http://schemas.openxmlformats.org/presentationml/2006/mai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custom20234969_1*f*1"/>
  <p:tag name="KSO_WM_TEMPLATE_CATEGORY" val="custom"/>
  <p:tag name="KSO_WM_TEMPLATE_INDEX" val="20234969"/>
  <p:tag name="KSO_WM_UNIT_LAYERLEVEL" val="1"/>
  <p:tag name="KSO_WM_TAG_VERSION" val="3.0"/>
  <p:tag name="KSO_WM_BEAUTIFY_FLAG" val="#wm#"/>
  <p:tag name="KSO_WM_UNIT_TEXT_TYPE" val="1"/>
  <p:tag name="KSO_WM_UNIT_VALUE" val="432"/>
  <p:tag name="KSO_WM_UNIT_PRESET_TEXT" val="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
</p:tagLst>
</file>

<file path=ppt/tags/tag1696.xml><?xml version="1.0" encoding="utf-8"?>
<p:tagLst xmlns:a="http://schemas.openxmlformats.org/drawingml/2006/main" xmlns:r="http://schemas.openxmlformats.org/officeDocument/2006/relationships" xmlns:p="http://schemas.openxmlformats.org/presentationml/2006/main">
  <p:tag name="KSO_WM_SLIDE_ID" val="custom20234969_1"/>
  <p:tag name="KSO_WM_TEMPLATE_SUBCATEGORY" val="0"/>
  <p:tag name="KSO_WM_TEMPLATE_MASTER_TYPE" val="0"/>
  <p:tag name="KSO_WM_TEMPLATE_COLOR_TYPE" val="0"/>
  <p:tag name="KSO_WM_SLIDE_ITEM_CNT" val="0"/>
  <p:tag name="KSO_WM_SLIDE_INDEX" val="1"/>
  <p:tag name="KSO_WM_TAG_VERSION" val="3.0"/>
  <p:tag name="KSO_WM_BEAUTIFY_FLAG" val="#wm#"/>
  <p:tag name="KSO_WM_TEMPLATE_CATEGORY" val="custom"/>
  <p:tag name="KSO_WM_TEMPLATE_INDEX" val="20235971"/>
  <p:tag name="KSO_WM_SLIDE_TYPE" val="text"/>
  <p:tag name="KSO_WM_SLIDE_SUBTYPE" val="picTxt"/>
  <p:tag name="KSO_WM_SLIDE_SIZE" val="864*458"/>
  <p:tag name="KSO_WM_SLIDE_POSITION" val="47*28"/>
  <p:tag name="KSO_WM_SLIDE_LAYOUT" val="a_f"/>
  <p:tag name="KSO_WM_SLIDE_LAYOUT_CNT" val="1_1"/>
  <p:tag name="KSO_WM_SPECIAL_SOURCE" val="bdnull"/>
</p:tagLst>
</file>

<file path=ppt/tags/tag1697.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custom20234969_1*a*1"/>
  <p:tag name="KSO_WM_TEMPLATE_CATEGORY" val="custom"/>
  <p:tag name="KSO_WM_TEMPLATE_INDEX" val="20234969"/>
  <p:tag name="KSO_WM_UNIT_LAYERLEVEL" val="1"/>
  <p:tag name="KSO_WM_TAG_VERSION" val="3.0"/>
  <p:tag name="KSO_WM_BEAUTIFY_FLAG" val="#wm#"/>
  <p:tag name="KSO_WM_UNIT_TEXT_TYPE" val="1"/>
  <p:tag name="KSO_WM_UNIT_PRESET_TEXT" val="单击此处添加标题"/>
</p:tagLst>
</file>

<file path=ppt/tags/tag169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custom20234969_1*i*1"/>
  <p:tag name="KSO_WM_TEMPLATE_CATEGORY" val="custom"/>
  <p:tag name="KSO_WM_TEMPLATE_INDEX" val="20234969"/>
  <p:tag name="KSO_WM_UNIT_LAYERLEVEL" val="1"/>
  <p:tag name="KSO_WM_TAG_VERSION" val="3.0"/>
  <p:tag name="KSO_WM_BEAUTIFY_FLAG" val="#wm#"/>
</p:tagLst>
</file>

<file path=ppt/tags/tag169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custom20234969_1*i*2"/>
  <p:tag name="KSO_WM_TEMPLATE_CATEGORY" val="custom"/>
  <p:tag name="KSO_WM_TEMPLATE_INDEX" val="20234969"/>
  <p:tag name="KSO_WM_UNIT_LAYERLEVEL" val="1"/>
  <p:tag name="KSO_WM_TAG_VERSION" val="3.0"/>
  <p:tag name="KSO_WM_BEAUTIFY_FLAG" val="#wm#"/>
</p:tagLst>
</file>

<file path=ppt/tags/tag170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custom20234969_1*i*3"/>
  <p:tag name="KSO_WM_TEMPLATE_CATEGORY" val="custom"/>
  <p:tag name="KSO_WM_TEMPLATE_INDEX" val="20234969"/>
  <p:tag name="KSO_WM_UNIT_LAYERLEVEL" val="1"/>
  <p:tag name="KSO_WM_TAG_VERSION" val="3.0"/>
  <p:tag name="KSO_WM_BEAUTIFY_FLAG" val="#wm#"/>
</p:tagLst>
</file>

<file path=ppt/tags/tag170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custom20234969_1*i*4"/>
  <p:tag name="KSO_WM_TEMPLATE_CATEGORY" val="custom"/>
  <p:tag name="KSO_WM_TEMPLATE_INDEX" val="20234969"/>
  <p:tag name="KSO_WM_UNIT_LAYERLEVEL" val="1"/>
  <p:tag name="KSO_WM_TAG_VERSION" val="3.0"/>
  <p:tag name="KSO_WM_BEAUTIFY_FLAG" val="#wm#"/>
</p:tagLst>
</file>

<file path=ppt/tags/tag170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0"/>
  <p:tag name="KSO_WM_UNIT_ID" val="custom20234969_1*i*10"/>
  <p:tag name="KSO_WM_TEMPLATE_CATEGORY" val="custom"/>
  <p:tag name="KSO_WM_TEMPLATE_INDEX" val="20234969"/>
  <p:tag name="KSO_WM_UNIT_LAYERLEVEL" val="1"/>
  <p:tag name="KSO_WM_TAG_VERSION" val="3.0"/>
  <p:tag name="KSO_WM_BEAUTIFY_FLAG" val="#wm#"/>
</p:tagLst>
</file>

<file path=ppt/tags/tag1703.xml><?xml version="1.0" encoding="utf-8"?>
<p:tagLst xmlns:a="http://schemas.openxmlformats.org/drawingml/2006/main" xmlns:r="http://schemas.openxmlformats.org/officeDocument/2006/relationships" xmlns:p="http://schemas.openxmlformats.org/presentationml/2006/mai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custom20234969_1*f*1"/>
  <p:tag name="KSO_WM_TEMPLATE_CATEGORY" val="custom"/>
  <p:tag name="KSO_WM_TEMPLATE_INDEX" val="20234969"/>
  <p:tag name="KSO_WM_UNIT_LAYERLEVEL" val="1"/>
  <p:tag name="KSO_WM_TAG_VERSION" val="3.0"/>
  <p:tag name="KSO_WM_BEAUTIFY_FLAG" val="#wm#"/>
  <p:tag name="KSO_WM_UNIT_TEXT_TYPE" val="1"/>
  <p:tag name="KSO_WM_UNIT_VALUE" val="432"/>
  <p:tag name="KSO_WM_UNIT_PRESET_TEXT" val="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
</p:tagLst>
</file>

<file path=ppt/tags/tag1704.xml><?xml version="1.0" encoding="utf-8"?>
<p:tagLst xmlns:a="http://schemas.openxmlformats.org/drawingml/2006/main" xmlns:r="http://schemas.openxmlformats.org/officeDocument/2006/relationships" xmlns:p="http://schemas.openxmlformats.org/presentationml/2006/main">
  <p:tag name="KSO_WM_SLIDE_ID" val="custom20234969_1"/>
  <p:tag name="KSO_WM_TEMPLATE_SUBCATEGORY" val="0"/>
  <p:tag name="KSO_WM_TEMPLATE_MASTER_TYPE" val="0"/>
  <p:tag name="KSO_WM_TEMPLATE_COLOR_TYPE" val="0"/>
  <p:tag name="KSO_WM_SLIDE_ITEM_CNT" val="0"/>
  <p:tag name="KSO_WM_SLIDE_INDEX" val="1"/>
  <p:tag name="KSO_WM_TAG_VERSION" val="3.0"/>
  <p:tag name="KSO_WM_BEAUTIFY_FLAG" val="#wm#"/>
  <p:tag name="KSO_WM_TEMPLATE_CATEGORY" val="custom"/>
  <p:tag name="KSO_WM_TEMPLATE_INDEX" val="20235971"/>
  <p:tag name="KSO_WM_SLIDE_TYPE" val="text"/>
  <p:tag name="KSO_WM_SLIDE_SUBTYPE" val="picTxt"/>
  <p:tag name="KSO_WM_SLIDE_SIZE" val="864*458"/>
  <p:tag name="KSO_WM_SLIDE_POSITION" val="47*28"/>
  <p:tag name="KSO_WM_SLIDE_LAYOUT" val="a_f"/>
  <p:tag name="KSO_WM_SLIDE_LAYOUT_CNT" val="1_1"/>
  <p:tag name="KSO_WM_SPECIAL_SOURCE" val="bdnull"/>
</p:tagLst>
</file>

<file path=ppt/tags/tag1705.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custom20234969_1*a*1"/>
  <p:tag name="KSO_WM_TEMPLATE_CATEGORY" val="custom"/>
  <p:tag name="KSO_WM_TEMPLATE_INDEX" val="20234969"/>
  <p:tag name="KSO_WM_UNIT_LAYERLEVEL" val="1"/>
  <p:tag name="KSO_WM_TAG_VERSION" val="3.0"/>
  <p:tag name="KSO_WM_BEAUTIFY_FLAG" val="#wm#"/>
  <p:tag name="KSO_WM_UNIT_TEXT_TYPE" val="1"/>
  <p:tag name="KSO_WM_UNIT_PRESET_TEXT" val="单击此处添加标题"/>
</p:tagLst>
</file>

<file path=ppt/tags/tag170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custom20234969_1*i*1"/>
  <p:tag name="KSO_WM_TEMPLATE_CATEGORY" val="custom"/>
  <p:tag name="KSO_WM_TEMPLATE_INDEX" val="20234969"/>
  <p:tag name="KSO_WM_UNIT_LAYERLEVEL" val="1"/>
  <p:tag name="KSO_WM_TAG_VERSION" val="3.0"/>
  <p:tag name="KSO_WM_BEAUTIFY_FLAG" val="#wm#"/>
</p:tagLst>
</file>

<file path=ppt/tags/tag170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custom20234969_1*i*2"/>
  <p:tag name="KSO_WM_TEMPLATE_CATEGORY" val="custom"/>
  <p:tag name="KSO_WM_TEMPLATE_INDEX" val="20234969"/>
  <p:tag name="KSO_WM_UNIT_LAYERLEVEL" val="1"/>
  <p:tag name="KSO_WM_TAG_VERSION" val="3.0"/>
  <p:tag name="KSO_WM_BEAUTIFY_FLAG" val="#wm#"/>
</p:tagLst>
</file>

<file path=ppt/tags/tag170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custom20234969_1*i*3"/>
  <p:tag name="KSO_WM_TEMPLATE_CATEGORY" val="custom"/>
  <p:tag name="KSO_WM_TEMPLATE_INDEX" val="20234969"/>
  <p:tag name="KSO_WM_UNIT_LAYERLEVEL" val="1"/>
  <p:tag name="KSO_WM_TAG_VERSION" val="3.0"/>
  <p:tag name="KSO_WM_BEAUTIFY_FLAG" val="#wm#"/>
</p:tagLst>
</file>

<file path=ppt/tags/tag170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custom20234969_1*i*4"/>
  <p:tag name="KSO_WM_TEMPLATE_CATEGORY" val="custom"/>
  <p:tag name="KSO_WM_TEMPLATE_INDEX" val="20234969"/>
  <p:tag name="KSO_WM_UNIT_LAYERLEVEL" val="1"/>
  <p:tag name="KSO_WM_TAG_VERSION" val="3.0"/>
  <p:tag name="KSO_WM_BEAUTIFY_FLAG" val="#wm#"/>
</p:tagLst>
</file>

<file path=ppt/tags/tag17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0"/>
  <p:tag name="KSO_WM_UNIT_ID" val="custom20234969_1*i*10"/>
  <p:tag name="KSO_WM_TEMPLATE_CATEGORY" val="custom"/>
  <p:tag name="KSO_WM_TEMPLATE_INDEX" val="20234969"/>
  <p:tag name="KSO_WM_UNIT_LAYERLEVEL" val="1"/>
  <p:tag name="KSO_WM_TAG_VERSION" val="3.0"/>
  <p:tag name="KSO_WM_BEAUTIFY_FLAG" val="#wm#"/>
</p:tagLst>
</file>

<file path=ppt/tags/tag1711.xml><?xml version="1.0" encoding="utf-8"?>
<p:tagLst xmlns:a="http://schemas.openxmlformats.org/drawingml/2006/main" xmlns:r="http://schemas.openxmlformats.org/officeDocument/2006/relationships" xmlns:p="http://schemas.openxmlformats.org/presentationml/2006/mai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custom20234969_1*f*1"/>
  <p:tag name="KSO_WM_TEMPLATE_CATEGORY" val="custom"/>
  <p:tag name="KSO_WM_TEMPLATE_INDEX" val="20234969"/>
  <p:tag name="KSO_WM_UNIT_LAYERLEVEL" val="1"/>
  <p:tag name="KSO_WM_TAG_VERSION" val="3.0"/>
  <p:tag name="KSO_WM_BEAUTIFY_FLAG" val="#wm#"/>
  <p:tag name="KSO_WM_UNIT_TEXT_TYPE" val="1"/>
  <p:tag name="KSO_WM_UNIT_VALUE" val="432"/>
  <p:tag name="KSO_WM_UNIT_PRESET_TEXT" val="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
</p:tagLst>
</file>

<file path=ppt/tags/tag1712.xml><?xml version="1.0" encoding="utf-8"?>
<p:tagLst xmlns:a="http://schemas.openxmlformats.org/drawingml/2006/main" xmlns:r="http://schemas.openxmlformats.org/officeDocument/2006/relationships" xmlns:p="http://schemas.openxmlformats.org/presentationml/2006/main">
  <p:tag name="KSO_WM_SLIDE_ID" val="custom20234969_1"/>
  <p:tag name="KSO_WM_TEMPLATE_SUBCATEGORY" val="0"/>
  <p:tag name="KSO_WM_TEMPLATE_MASTER_TYPE" val="0"/>
  <p:tag name="KSO_WM_TEMPLATE_COLOR_TYPE" val="0"/>
  <p:tag name="KSO_WM_SLIDE_ITEM_CNT" val="0"/>
  <p:tag name="KSO_WM_SLIDE_INDEX" val="1"/>
  <p:tag name="KSO_WM_TAG_VERSION" val="3.0"/>
  <p:tag name="KSO_WM_BEAUTIFY_FLAG" val="#wm#"/>
  <p:tag name="KSO_WM_TEMPLATE_CATEGORY" val="custom"/>
  <p:tag name="KSO_WM_TEMPLATE_INDEX" val="20235971"/>
  <p:tag name="KSO_WM_SLIDE_TYPE" val="text"/>
  <p:tag name="KSO_WM_SLIDE_SUBTYPE" val="picTxt"/>
  <p:tag name="KSO_WM_SLIDE_SIZE" val="864*458"/>
  <p:tag name="KSO_WM_SLIDE_POSITION" val="47*28"/>
  <p:tag name="KSO_WM_SLIDE_LAYOUT" val="a_f"/>
  <p:tag name="KSO_WM_SLIDE_LAYOUT_CNT" val="1_1"/>
  <p:tag name="KSO_WM_SPECIAL_SOURCE" val="bdnull"/>
</p:tagLst>
</file>

<file path=ppt/tags/tag1713.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custom20234969_1*a*1"/>
  <p:tag name="KSO_WM_TEMPLATE_CATEGORY" val="custom"/>
  <p:tag name="KSO_WM_TEMPLATE_INDEX" val="20234969"/>
  <p:tag name="KSO_WM_UNIT_LAYERLEVEL" val="1"/>
  <p:tag name="KSO_WM_TAG_VERSION" val="3.0"/>
  <p:tag name="KSO_WM_BEAUTIFY_FLAG" val="#wm#"/>
  <p:tag name="KSO_WM_UNIT_TEXT_TYPE" val="1"/>
  <p:tag name="KSO_WM_UNIT_PRESET_TEXT" val="单击此处添加标题"/>
</p:tagLst>
</file>

<file path=ppt/tags/tag171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custom20234969_1*i*1"/>
  <p:tag name="KSO_WM_TEMPLATE_CATEGORY" val="custom"/>
  <p:tag name="KSO_WM_TEMPLATE_INDEX" val="20234969"/>
  <p:tag name="KSO_WM_UNIT_LAYERLEVEL" val="1"/>
  <p:tag name="KSO_WM_TAG_VERSION" val="3.0"/>
  <p:tag name="KSO_WM_BEAUTIFY_FLAG" val="#wm#"/>
</p:tagLst>
</file>

<file path=ppt/tags/tag171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custom20234969_1*i*2"/>
  <p:tag name="KSO_WM_TEMPLATE_CATEGORY" val="custom"/>
  <p:tag name="KSO_WM_TEMPLATE_INDEX" val="20234969"/>
  <p:tag name="KSO_WM_UNIT_LAYERLEVEL" val="1"/>
  <p:tag name="KSO_WM_TAG_VERSION" val="3.0"/>
  <p:tag name="KSO_WM_BEAUTIFY_FLAG" val="#wm#"/>
</p:tagLst>
</file>

<file path=ppt/tags/tag171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custom20234969_1*i*3"/>
  <p:tag name="KSO_WM_TEMPLATE_CATEGORY" val="custom"/>
  <p:tag name="KSO_WM_TEMPLATE_INDEX" val="20234969"/>
  <p:tag name="KSO_WM_UNIT_LAYERLEVEL" val="1"/>
  <p:tag name="KSO_WM_TAG_VERSION" val="3.0"/>
  <p:tag name="KSO_WM_BEAUTIFY_FLAG" val="#wm#"/>
</p:tagLst>
</file>

<file path=ppt/tags/tag17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custom20234969_1*i*4"/>
  <p:tag name="KSO_WM_TEMPLATE_CATEGORY" val="custom"/>
  <p:tag name="KSO_WM_TEMPLATE_INDEX" val="20234969"/>
  <p:tag name="KSO_WM_UNIT_LAYERLEVEL" val="1"/>
  <p:tag name="KSO_WM_TAG_VERSION" val="3.0"/>
  <p:tag name="KSO_WM_BEAUTIFY_FLAG" val="#wm#"/>
</p:tagLst>
</file>

<file path=ppt/tags/tag17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0"/>
  <p:tag name="KSO_WM_UNIT_ID" val="custom20234969_1*i*10"/>
  <p:tag name="KSO_WM_TEMPLATE_CATEGORY" val="custom"/>
  <p:tag name="KSO_WM_TEMPLATE_INDEX" val="20234969"/>
  <p:tag name="KSO_WM_UNIT_LAYERLEVEL" val="1"/>
  <p:tag name="KSO_WM_TAG_VERSION" val="3.0"/>
  <p:tag name="KSO_WM_BEAUTIFY_FLAG" val="#wm#"/>
</p:tagLst>
</file>

<file path=ppt/tags/tag1719.xml><?xml version="1.0" encoding="utf-8"?>
<p:tagLst xmlns:a="http://schemas.openxmlformats.org/drawingml/2006/main" xmlns:r="http://schemas.openxmlformats.org/officeDocument/2006/relationships" xmlns:p="http://schemas.openxmlformats.org/presentationml/2006/mai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custom20234969_1*f*1"/>
  <p:tag name="KSO_WM_TEMPLATE_CATEGORY" val="custom"/>
  <p:tag name="KSO_WM_TEMPLATE_INDEX" val="20234969"/>
  <p:tag name="KSO_WM_UNIT_LAYERLEVEL" val="1"/>
  <p:tag name="KSO_WM_TAG_VERSION" val="3.0"/>
  <p:tag name="KSO_WM_BEAUTIFY_FLAG" val="#wm#"/>
  <p:tag name="KSO_WM_UNIT_TEXT_TYPE" val="1"/>
  <p:tag name="KSO_WM_UNIT_VALUE" val="432"/>
  <p:tag name="KSO_WM_UNIT_PRESET_TEXT" val="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
</p:tagLst>
</file>

<file path=ppt/tags/tag1720.xml><?xml version="1.0" encoding="utf-8"?>
<p:tagLst xmlns:a="http://schemas.openxmlformats.org/drawingml/2006/main" xmlns:r="http://schemas.openxmlformats.org/officeDocument/2006/relationships" xmlns:p="http://schemas.openxmlformats.org/presentationml/2006/main">
  <p:tag name="KSO_WM_SLIDE_ID" val="custom20234969_1"/>
  <p:tag name="KSO_WM_TEMPLATE_SUBCATEGORY" val="0"/>
  <p:tag name="KSO_WM_TEMPLATE_MASTER_TYPE" val="0"/>
  <p:tag name="KSO_WM_TEMPLATE_COLOR_TYPE" val="0"/>
  <p:tag name="KSO_WM_SLIDE_ITEM_CNT" val="0"/>
  <p:tag name="KSO_WM_SLIDE_INDEX" val="1"/>
  <p:tag name="KSO_WM_TAG_VERSION" val="3.0"/>
  <p:tag name="KSO_WM_BEAUTIFY_FLAG" val="#wm#"/>
  <p:tag name="KSO_WM_TEMPLATE_CATEGORY" val="custom"/>
  <p:tag name="KSO_WM_TEMPLATE_INDEX" val="20235971"/>
  <p:tag name="KSO_WM_SLIDE_TYPE" val="text"/>
  <p:tag name="KSO_WM_SLIDE_SUBTYPE" val="picTxt"/>
  <p:tag name="KSO_WM_SLIDE_SIZE" val="864*458"/>
  <p:tag name="KSO_WM_SLIDE_POSITION" val="47*28"/>
  <p:tag name="KSO_WM_SLIDE_LAYOUT" val="a_f"/>
  <p:tag name="KSO_WM_SLIDE_LAYOUT_CNT" val="1_1"/>
  <p:tag name="KSO_WM_SPECIAL_SOURCE" val="bdnull"/>
</p:tagLst>
</file>

<file path=ppt/tags/tag1721.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custom20234969_1*a*1"/>
  <p:tag name="KSO_WM_TEMPLATE_CATEGORY" val="custom"/>
  <p:tag name="KSO_WM_TEMPLATE_INDEX" val="20234969"/>
  <p:tag name="KSO_WM_UNIT_LAYERLEVEL" val="1"/>
  <p:tag name="KSO_WM_TAG_VERSION" val="3.0"/>
  <p:tag name="KSO_WM_BEAUTIFY_FLAG" val="#wm#"/>
  <p:tag name="KSO_WM_UNIT_TEXT_TYPE" val="1"/>
  <p:tag name="KSO_WM_UNIT_PRESET_TEXT" val="单击此处添加标题"/>
</p:tagLst>
</file>

<file path=ppt/tags/tag172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custom20234969_1*i*1"/>
  <p:tag name="KSO_WM_TEMPLATE_CATEGORY" val="custom"/>
  <p:tag name="KSO_WM_TEMPLATE_INDEX" val="20234969"/>
  <p:tag name="KSO_WM_UNIT_LAYERLEVEL" val="1"/>
  <p:tag name="KSO_WM_TAG_VERSION" val="3.0"/>
  <p:tag name="KSO_WM_BEAUTIFY_FLAG" val="#wm#"/>
</p:tagLst>
</file>

<file path=ppt/tags/tag172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custom20234969_1*i*2"/>
  <p:tag name="KSO_WM_TEMPLATE_CATEGORY" val="custom"/>
  <p:tag name="KSO_WM_TEMPLATE_INDEX" val="20234969"/>
  <p:tag name="KSO_WM_UNIT_LAYERLEVEL" val="1"/>
  <p:tag name="KSO_WM_TAG_VERSION" val="3.0"/>
  <p:tag name="KSO_WM_BEAUTIFY_FLAG" val="#wm#"/>
</p:tagLst>
</file>

<file path=ppt/tags/tag172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custom20234969_1*i*3"/>
  <p:tag name="KSO_WM_TEMPLATE_CATEGORY" val="custom"/>
  <p:tag name="KSO_WM_TEMPLATE_INDEX" val="20234969"/>
  <p:tag name="KSO_WM_UNIT_LAYERLEVEL" val="1"/>
  <p:tag name="KSO_WM_TAG_VERSION" val="3.0"/>
  <p:tag name="KSO_WM_BEAUTIFY_FLAG" val="#wm#"/>
</p:tagLst>
</file>

<file path=ppt/tags/tag172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custom20234969_1*i*4"/>
  <p:tag name="KSO_WM_TEMPLATE_CATEGORY" val="custom"/>
  <p:tag name="KSO_WM_TEMPLATE_INDEX" val="20234969"/>
  <p:tag name="KSO_WM_UNIT_LAYERLEVEL" val="1"/>
  <p:tag name="KSO_WM_TAG_VERSION" val="3.0"/>
  <p:tag name="KSO_WM_BEAUTIFY_FLAG" val="#wm#"/>
</p:tagLst>
</file>

<file path=ppt/tags/tag172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0"/>
  <p:tag name="KSO_WM_UNIT_ID" val="custom20234969_1*i*10"/>
  <p:tag name="KSO_WM_TEMPLATE_CATEGORY" val="custom"/>
  <p:tag name="KSO_WM_TEMPLATE_INDEX" val="20234969"/>
  <p:tag name="KSO_WM_UNIT_LAYERLEVEL" val="1"/>
  <p:tag name="KSO_WM_TAG_VERSION" val="3.0"/>
  <p:tag name="KSO_WM_BEAUTIFY_FLAG" val="#wm#"/>
</p:tagLst>
</file>

<file path=ppt/tags/tag1727.xml><?xml version="1.0" encoding="utf-8"?>
<p:tagLst xmlns:a="http://schemas.openxmlformats.org/drawingml/2006/main" xmlns:r="http://schemas.openxmlformats.org/officeDocument/2006/relationships" xmlns:p="http://schemas.openxmlformats.org/presentationml/2006/mai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custom20234969_1*f*1"/>
  <p:tag name="KSO_WM_TEMPLATE_CATEGORY" val="custom"/>
  <p:tag name="KSO_WM_TEMPLATE_INDEX" val="20234969"/>
  <p:tag name="KSO_WM_UNIT_LAYERLEVEL" val="1"/>
  <p:tag name="KSO_WM_TAG_VERSION" val="3.0"/>
  <p:tag name="KSO_WM_BEAUTIFY_FLAG" val="#wm#"/>
  <p:tag name="KSO_WM_UNIT_TEXT_TYPE" val="1"/>
  <p:tag name="KSO_WM_UNIT_VALUE" val="432"/>
  <p:tag name="KSO_WM_UNIT_PRESET_TEXT" val="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
</p:tagLst>
</file>

<file path=ppt/tags/tag1728.xml><?xml version="1.0" encoding="utf-8"?>
<p:tagLst xmlns:a="http://schemas.openxmlformats.org/drawingml/2006/main" xmlns:r="http://schemas.openxmlformats.org/officeDocument/2006/relationships" xmlns:p="http://schemas.openxmlformats.org/presentationml/2006/main">
  <p:tag name="KSO_WM_SLIDE_ID" val="custom20234969_1"/>
  <p:tag name="KSO_WM_TEMPLATE_SUBCATEGORY" val="0"/>
  <p:tag name="KSO_WM_TEMPLATE_MASTER_TYPE" val="0"/>
  <p:tag name="KSO_WM_TEMPLATE_COLOR_TYPE" val="0"/>
  <p:tag name="KSO_WM_SLIDE_ITEM_CNT" val="0"/>
  <p:tag name="KSO_WM_SLIDE_INDEX" val="1"/>
  <p:tag name="KSO_WM_TAG_VERSION" val="3.0"/>
  <p:tag name="KSO_WM_BEAUTIFY_FLAG" val="#wm#"/>
  <p:tag name="KSO_WM_TEMPLATE_CATEGORY" val="custom"/>
  <p:tag name="KSO_WM_TEMPLATE_INDEX" val="20235971"/>
  <p:tag name="KSO_WM_SLIDE_TYPE" val="text"/>
  <p:tag name="KSO_WM_SLIDE_SUBTYPE" val="picTxt"/>
  <p:tag name="KSO_WM_SLIDE_SIZE" val="864*458"/>
  <p:tag name="KSO_WM_SLIDE_POSITION" val="47*28"/>
  <p:tag name="KSO_WM_SLIDE_LAYOUT" val="a_f"/>
  <p:tag name="KSO_WM_SLIDE_LAYOUT_CNT" val="1_1"/>
  <p:tag name="KSO_WM_SPECIAL_SOURCE" val="bdnull"/>
</p:tagLst>
</file>

<file path=ppt/tags/tag1729.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custom20234969_1*a*1"/>
  <p:tag name="KSO_WM_TEMPLATE_CATEGORY" val="custom"/>
  <p:tag name="KSO_WM_TEMPLATE_INDEX" val="20234969"/>
  <p:tag name="KSO_WM_UNIT_LAYERLEVEL" val="1"/>
  <p:tag name="KSO_WM_TAG_VERSION" val="3.0"/>
  <p:tag name="KSO_WM_BEAUTIFY_FLAG" val="#wm#"/>
  <p:tag name="KSO_WM_UNIT_TEXT_TYPE" val="1"/>
  <p:tag name="KSO_WM_UNIT_PRESET_TEXT" val="单击此处添加标题"/>
</p:tagLst>
</file>

<file path=ppt/tags/tag173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custom20234969_1*i*1"/>
  <p:tag name="KSO_WM_TEMPLATE_CATEGORY" val="custom"/>
  <p:tag name="KSO_WM_TEMPLATE_INDEX" val="20234969"/>
  <p:tag name="KSO_WM_UNIT_LAYERLEVEL" val="1"/>
  <p:tag name="KSO_WM_TAG_VERSION" val="3.0"/>
  <p:tag name="KSO_WM_BEAUTIFY_FLAG" val="#wm#"/>
</p:tagLst>
</file>

<file path=ppt/tags/tag17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custom20234969_1*i*2"/>
  <p:tag name="KSO_WM_TEMPLATE_CATEGORY" val="custom"/>
  <p:tag name="KSO_WM_TEMPLATE_INDEX" val="20234969"/>
  <p:tag name="KSO_WM_UNIT_LAYERLEVEL" val="1"/>
  <p:tag name="KSO_WM_TAG_VERSION" val="3.0"/>
  <p:tag name="KSO_WM_BEAUTIFY_FLAG" val="#wm#"/>
</p:tagLst>
</file>

<file path=ppt/tags/tag173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custom20234969_1*i*3"/>
  <p:tag name="KSO_WM_TEMPLATE_CATEGORY" val="custom"/>
  <p:tag name="KSO_WM_TEMPLATE_INDEX" val="20234969"/>
  <p:tag name="KSO_WM_UNIT_LAYERLEVEL" val="1"/>
  <p:tag name="KSO_WM_TAG_VERSION" val="3.0"/>
  <p:tag name="KSO_WM_BEAUTIFY_FLAG" val="#wm#"/>
</p:tagLst>
</file>

<file path=ppt/tags/tag173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custom20234969_1*i*4"/>
  <p:tag name="KSO_WM_TEMPLATE_CATEGORY" val="custom"/>
  <p:tag name="KSO_WM_TEMPLATE_INDEX" val="20234969"/>
  <p:tag name="KSO_WM_UNIT_LAYERLEVEL" val="1"/>
  <p:tag name="KSO_WM_TAG_VERSION" val="3.0"/>
  <p:tag name="KSO_WM_BEAUTIFY_FLAG" val="#wm#"/>
</p:tagLst>
</file>

<file path=ppt/tags/tag173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0"/>
  <p:tag name="KSO_WM_UNIT_ID" val="custom20234969_1*i*10"/>
  <p:tag name="KSO_WM_TEMPLATE_CATEGORY" val="custom"/>
  <p:tag name="KSO_WM_TEMPLATE_INDEX" val="20234969"/>
  <p:tag name="KSO_WM_UNIT_LAYERLEVEL" val="1"/>
  <p:tag name="KSO_WM_TAG_VERSION" val="3.0"/>
  <p:tag name="KSO_WM_BEAUTIFY_FLAG" val="#wm#"/>
</p:tagLst>
</file>

<file path=ppt/tags/tag1735.xml><?xml version="1.0" encoding="utf-8"?>
<p:tagLst xmlns:a="http://schemas.openxmlformats.org/drawingml/2006/main" xmlns:r="http://schemas.openxmlformats.org/officeDocument/2006/relationships" xmlns:p="http://schemas.openxmlformats.org/presentationml/2006/main">
  <p:tag name="KSO_WM_SLIDE_ID" val="custom20234969_1"/>
  <p:tag name="KSO_WM_TEMPLATE_SUBCATEGORY" val="0"/>
  <p:tag name="KSO_WM_TEMPLATE_MASTER_TYPE" val="0"/>
  <p:tag name="KSO_WM_TEMPLATE_COLOR_TYPE" val="0"/>
  <p:tag name="KSO_WM_SLIDE_ITEM_CNT" val="0"/>
  <p:tag name="KSO_WM_SLIDE_INDEX" val="1"/>
  <p:tag name="KSO_WM_TAG_VERSION" val="3.0"/>
  <p:tag name="KSO_WM_BEAUTIFY_FLAG" val="#wm#"/>
  <p:tag name="KSO_WM_TEMPLATE_CATEGORY" val="custom"/>
  <p:tag name="KSO_WM_TEMPLATE_INDEX" val="20235971"/>
  <p:tag name="KSO_WM_SLIDE_TYPE" val="text"/>
  <p:tag name="KSO_WM_SLIDE_SUBTYPE" val="picTxt"/>
  <p:tag name="KSO_WM_SLIDE_SIZE" val="864*458"/>
  <p:tag name="KSO_WM_SLIDE_POSITION" val="47*28"/>
  <p:tag name="KSO_WM_SLIDE_LAYOUT" val="a_f"/>
  <p:tag name="KSO_WM_SLIDE_LAYOUT_CNT" val="1_1"/>
  <p:tag name="KSO_WM_SPECIAL_SOURCE" val="bdnull"/>
</p:tagLst>
</file>

<file path=ppt/tags/tag1736.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custom20234969_1*a*1"/>
  <p:tag name="KSO_WM_TEMPLATE_CATEGORY" val="custom"/>
  <p:tag name="KSO_WM_TEMPLATE_INDEX" val="20234969"/>
  <p:tag name="KSO_WM_UNIT_LAYERLEVEL" val="1"/>
  <p:tag name="KSO_WM_TAG_VERSION" val="3.0"/>
  <p:tag name="KSO_WM_BEAUTIFY_FLAG" val="#wm#"/>
  <p:tag name="KSO_WM_UNIT_TEXT_TYPE" val="1"/>
  <p:tag name="KSO_WM_UNIT_PRESET_TEXT" val="单击此处添加标题"/>
</p:tagLst>
</file>

<file path=ppt/tags/tag173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custom20234969_1*i*1"/>
  <p:tag name="KSO_WM_TEMPLATE_CATEGORY" val="custom"/>
  <p:tag name="KSO_WM_TEMPLATE_INDEX" val="20234969"/>
  <p:tag name="KSO_WM_UNIT_LAYERLEVEL" val="1"/>
  <p:tag name="KSO_WM_TAG_VERSION" val="3.0"/>
  <p:tag name="KSO_WM_BEAUTIFY_FLAG" val="#wm#"/>
</p:tagLst>
</file>

<file path=ppt/tags/tag173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custom20234969_1*i*2"/>
  <p:tag name="KSO_WM_TEMPLATE_CATEGORY" val="custom"/>
  <p:tag name="KSO_WM_TEMPLATE_INDEX" val="20234969"/>
  <p:tag name="KSO_WM_UNIT_LAYERLEVEL" val="1"/>
  <p:tag name="KSO_WM_TAG_VERSION" val="3.0"/>
  <p:tag name="KSO_WM_BEAUTIFY_FLAG" val="#wm#"/>
</p:tagLst>
</file>

<file path=ppt/tags/tag173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custom20234969_1*i*3"/>
  <p:tag name="KSO_WM_TEMPLATE_CATEGORY" val="custom"/>
  <p:tag name="KSO_WM_TEMPLATE_INDEX" val="20234969"/>
  <p:tag name="KSO_WM_UNIT_LAYERLEVEL" val="1"/>
  <p:tag name="KSO_WM_TAG_VERSION" val="3.0"/>
  <p:tag name="KSO_WM_BEAUTIFY_FLAG" val="#wm#"/>
</p:tagLst>
</file>

<file path=ppt/tags/tag174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custom20234969_1*i*4"/>
  <p:tag name="KSO_WM_TEMPLATE_CATEGORY" val="custom"/>
  <p:tag name="KSO_WM_TEMPLATE_INDEX" val="20234969"/>
  <p:tag name="KSO_WM_UNIT_LAYERLEVEL" val="1"/>
  <p:tag name="KSO_WM_TAG_VERSION" val="3.0"/>
  <p:tag name="KSO_WM_BEAUTIFY_FLAG" val="#wm#"/>
</p:tagLst>
</file>

<file path=ppt/tags/tag174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0"/>
  <p:tag name="KSO_WM_UNIT_ID" val="custom20234969_1*i*10"/>
  <p:tag name="KSO_WM_TEMPLATE_CATEGORY" val="custom"/>
  <p:tag name="KSO_WM_TEMPLATE_INDEX" val="20234969"/>
  <p:tag name="KSO_WM_UNIT_LAYERLEVEL" val="1"/>
  <p:tag name="KSO_WM_TAG_VERSION" val="3.0"/>
  <p:tag name="KSO_WM_BEAUTIFY_FLAG" val="#wm#"/>
</p:tagLst>
</file>

<file path=ppt/tags/tag1742.xml><?xml version="1.0" encoding="utf-8"?>
<p:tagLst xmlns:a="http://schemas.openxmlformats.org/drawingml/2006/main" xmlns:r="http://schemas.openxmlformats.org/officeDocument/2006/relationships" xmlns:p="http://schemas.openxmlformats.org/presentationml/2006/mai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custom20234969_1*f*1"/>
  <p:tag name="KSO_WM_TEMPLATE_CATEGORY" val="custom"/>
  <p:tag name="KSO_WM_TEMPLATE_INDEX" val="20234969"/>
  <p:tag name="KSO_WM_UNIT_LAYERLEVEL" val="1"/>
  <p:tag name="KSO_WM_TAG_VERSION" val="3.0"/>
  <p:tag name="KSO_WM_BEAUTIFY_FLAG" val="#wm#"/>
  <p:tag name="KSO_WM_UNIT_TEXT_TYPE" val="1"/>
  <p:tag name="KSO_WM_UNIT_VALUE" val="432"/>
  <p:tag name="KSO_WM_UNIT_PRESET_TEXT" val="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
</p:tagLst>
</file>

<file path=ppt/tags/tag174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5"/>
  <p:tag name="KSO_WM_UNIT_ID" val="custom20234969_1*i*5"/>
  <p:tag name="KSO_WM_TEMPLATE_CATEGORY" val="custom"/>
  <p:tag name="KSO_WM_TEMPLATE_INDEX" val="20234969"/>
  <p:tag name="KSO_WM_UNIT_LAYERLEVEL" val="1"/>
  <p:tag name="KSO_WM_TAG_VERSION" val="3.0"/>
  <p:tag name="KSO_WM_BEAUTIFY_FLAG" val="#wm#"/>
</p:tagLst>
</file>

<file path=ppt/tags/tag174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6"/>
  <p:tag name="KSO_WM_UNIT_ID" val="custom20234969_1*i*6"/>
  <p:tag name="KSO_WM_TEMPLATE_CATEGORY" val="custom"/>
  <p:tag name="KSO_WM_TEMPLATE_INDEX" val="20234969"/>
  <p:tag name="KSO_WM_UNIT_LAYERLEVEL" val="1"/>
  <p:tag name="KSO_WM_TAG_VERSION" val="3.0"/>
  <p:tag name="KSO_WM_BEAUTIFY_FLAG" val="#wm#"/>
</p:tagLst>
</file>

<file path=ppt/tags/tag174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7"/>
  <p:tag name="KSO_WM_UNIT_ID" val="custom20234969_1*i*7"/>
  <p:tag name="KSO_WM_TEMPLATE_CATEGORY" val="custom"/>
  <p:tag name="KSO_WM_TEMPLATE_INDEX" val="20234969"/>
  <p:tag name="KSO_WM_UNIT_LAYERLEVEL" val="1"/>
  <p:tag name="KSO_WM_TAG_VERSION" val="3.0"/>
  <p:tag name="KSO_WM_BEAUTIFY_FLAG" val="#wm#"/>
</p:tagLst>
</file>

<file path=ppt/tags/tag174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8"/>
  <p:tag name="KSO_WM_UNIT_ID" val="custom20234969_1*i*8"/>
  <p:tag name="KSO_WM_TEMPLATE_CATEGORY" val="custom"/>
  <p:tag name="KSO_WM_TEMPLATE_INDEX" val="20234969"/>
  <p:tag name="KSO_WM_UNIT_LAYERLEVEL" val="1"/>
  <p:tag name="KSO_WM_TAG_VERSION" val="3.0"/>
  <p:tag name="KSO_WM_BEAUTIFY_FLAG" val="#wm#"/>
</p:tagLst>
</file>

<file path=ppt/tags/tag174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9"/>
  <p:tag name="KSO_WM_UNIT_ID" val="custom20234969_1*i*9"/>
  <p:tag name="KSO_WM_TEMPLATE_CATEGORY" val="custom"/>
  <p:tag name="KSO_WM_TEMPLATE_INDEX" val="20234969"/>
  <p:tag name="KSO_WM_UNIT_LAYERLEVEL" val="1"/>
  <p:tag name="KSO_WM_TAG_VERSION" val="3.0"/>
  <p:tag name="KSO_WM_BEAUTIFY_FLAG" val="#wm#"/>
</p:tagLst>
</file>

<file path=ppt/tags/tag1748.xml><?xml version="1.0" encoding="utf-8"?>
<p:tagLst xmlns:a="http://schemas.openxmlformats.org/drawingml/2006/main" xmlns:r="http://schemas.openxmlformats.org/officeDocument/2006/relationships" xmlns:p="http://schemas.openxmlformats.org/presentationml/2006/main">
  <p:tag name="KSO_WM_SLIDE_ID" val="custom20234969_1"/>
  <p:tag name="KSO_WM_TEMPLATE_SUBCATEGORY" val="0"/>
  <p:tag name="KSO_WM_TEMPLATE_MASTER_TYPE" val="0"/>
  <p:tag name="KSO_WM_TEMPLATE_COLOR_TYPE" val="0"/>
  <p:tag name="KSO_WM_SLIDE_ITEM_CNT" val="0"/>
  <p:tag name="KSO_WM_SLIDE_INDEX" val="1"/>
  <p:tag name="KSO_WM_TAG_VERSION" val="3.0"/>
  <p:tag name="KSO_WM_BEAUTIFY_FLAG" val="#wm#"/>
  <p:tag name="KSO_WM_TEMPLATE_CATEGORY" val="custom"/>
  <p:tag name="KSO_WM_TEMPLATE_INDEX" val="20235971"/>
  <p:tag name="KSO_WM_SLIDE_TYPE" val="text"/>
  <p:tag name="KSO_WM_SLIDE_SUBTYPE" val="picTxt"/>
  <p:tag name="KSO_WM_SLIDE_SIZE" val="864*458"/>
  <p:tag name="KSO_WM_SLIDE_POSITION" val="47*28"/>
  <p:tag name="KSO_WM_SLIDE_LAYOUT" val="a_f"/>
  <p:tag name="KSO_WM_SLIDE_LAYOUT_CNT" val="1_1"/>
  <p:tag name="KSO_WM_SPECIAL_SOURCE" val="bdnull"/>
</p:tagLst>
</file>

<file path=ppt/tags/tag1749.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custom20234969_1*a*1"/>
  <p:tag name="KSO_WM_TEMPLATE_CATEGORY" val="custom"/>
  <p:tag name="KSO_WM_TEMPLATE_INDEX" val="20234969"/>
  <p:tag name="KSO_WM_UNIT_LAYERLEVEL" val="1"/>
  <p:tag name="KSO_WM_TAG_VERSION" val="3.0"/>
  <p:tag name="KSO_WM_BEAUTIFY_FLAG" val="#wm#"/>
  <p:tag name="KSO_WM_UNIT_TEXT_TYPE" val="1"/>
  <p:tag name="KSO_WM_UNIT_PRESET_TEXT" val="单击此处添加标题"/>
</p:tagLst>
</file>

<file path=ppt/tags/tag175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custom20234969_1*i*1"/>
  <p:tag name="KSO_WM_TEMPLATE_CATEGORY" val="custom"/>
  <p:tag name="KSO_WM_TEMPLATE_INDEX" val="20234969"/>
  <p:tag name="KSO_WM_UNIT_LAYERLEVEL" val="1"/>
  <p:tag name="KSO_WM_TAG_VERSION" val="3.0"/>
  <p:tag name="KSO_WM_BEAUTIFY_FLAG" val="#wm#"/>
</p:tagLst>
</file>

<file path=ppt/tags/tag175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custom20234969_1*i*2"/>
  <p:tag name="KSO_WM_TEMPLATE_CATEGORY" val="custom"/>
  <p:tag name="KSO_WM_TEMPLATE_INDEX" val="20234969"/>
  <p:tag name="KSO_WM_UNIT_LAYERLEVEL" val="1"/>
  <p:tag name="KSO_WM_TAG_VERSION" val="3.0"/>
  <p:tag name="KSO_WM_BEAUTIFY_FLAG" val="#wm#"/>
</p:tagLst>
</file>

<file path=ppt/tags/tag175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custom20234969_1*i*3"/>
  <p:tag name="KSO_WM_TEMPLATE_CATEGORY" val="custom"/>
  <p:tag name="KSO_WM_TEMPLATE_INDEX" val="20234969"/>
  <p:tag name="KSO_WM_UNIT_LAYERLEVEL" val="1"/>
  <p:tag name="KSO_WM_TAG_VERSION" val="3.0"/>
  <p:tag name="KSO_WM_BEAUTIFY_FLAG" val="#wm#"/>
</p:tagLst>
</file>

<file path=ppt/tags/tag175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custom20234969_1*i*4"/>
  <p:tag name="KSO_WM_TEMPLATE_CATEGORY" val="custom"/>
  <p:tag name="KSO_WM_TEMPLATE_INDEX" val="20234969"/>
  <p:tag name="KSO_WM_UNIT_LAYERLEVEL" val="1"/>
  <p:tag name="KSO_WM_TAG_VERSION" val="3.0"/>
  <p:tag name="KSO_WM_BEAUTIFY_FLAG" val="#wm#"/>
</p:tagLst>
</file>

<file path=ppt/tags/tag175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0"/>
  <p:tag name="KSO_WM_UNIT_ID" val="custom20234969_1*i*10"/>
  <p:tag name="KSO_WM_TEMPLATE_CATEGORY" val="custom"/>
  <p:tag name="KSO_WM_TEMPLATE_INDEX" val="20234969"/>
  <p:tag name="KSO_WM_UNIT_LAYERLEVEL" val="1"/>
  <p:tag name="KSO_WM_TAG_VERSION" val="3.0"/>
  <p:tag name="KSO_WM_BEAUTIFY_FLAG" val="#wm#"/>
</p:tagLst>
</file>

<file path=ppt/tags/tag1755.xml><?xml version="1.0" encoding="utf-8"?>
<p:tagLst xmlns:a="http://schemas.openxmlformats.org/drawingml/2006/main" xmlns:r="http://schemas.openxmlformats.org/officeDocument/2006/relationships" xmlns:p="http://schemas.openxmlformats.org/presentationml/2006/mai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custom20234969_1*f*1"/>
  <p:tag name="KSO_WM_TEMPLATE_CATEGORY" val="custom"/>
  <p:tag name="KSO_WM_TEMPLATE_INDEX" val="20234969"/>
  <p:tag name="KSO_WM_UNIT_LAYERLEVEL" val="1"/>
  <p:tag name="KSO_WM_TAG_VERSION" val="3.0"/>
  <p:tag name="KSO_WM_BEAUTIFY_FLAG" val="#wm#"/>
  <p:tag name="KSO_WM_UNIT_TEXT_TYPE" val="1"/>
  <p:tag name="KSO_WM_UNIT_VALUE" val="432"/>
  <p:tag name="KSO_WM_UNIT_PRESET_TEXT" val="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
</p:tagLst>
</file>

<file path=ppt/tags/tag1756.xml><?xml version="1.0" encoding="utf-8"?>
<p:tagLst xmlns:a="http://schemas.openxmlformats.org/drawingml/2006/main" xmlns:r="http://schemas.openxmlformats.org/officeDocument/2006/relationships" xmlns:p="http://schemas.openxmlformats.org/presentationml/2006/main">
  <p:tag name="KSO_WM_SLIDE_ID" val="custom20234969_1"/>
  <p:tag name="KSO_WM_TEMPLATE_SUBCATEGORY" val="0"/>
  <p:tag name="KSO_WM_TEMPLATE_MASTER_TYPE" val="0"/>
  <p:tag name="KSO_WM_TEMPLATE_COLOR_TYPE" val="0"/>
  <p:tag name="KSO_WM_SLIDE_ITEM_CNT" val="0"/>
  <p:tag name="KSO_WM_SLIDE_INDEX" val="1"/>
  <p:tag name="KSO_WM_TAG_VERSION" val="3.0"/>
  <p:tag name="KSO_WM_BEAUTIFY_FLAG" val="#wm#"/>
  <p:tag name="KSO_WM_TEMPLATE_CATEGORY" val="custom"/>
  <p:tag name="KSO_WM_TEMPLATE_INDEX" val="20235971"/>
  <p:tag name="KSO_WM_SLIDE_TYPE" val="text"/>
  <p:tag name="KSO_WM_SLIDE_SUBTYPE" val="picTxt"/>
  <p:tag name="KSO_WM_SLIDE_SIZE" val="864*458"/>
  <p:tag name="KSO_WM_SLIDE_POSITION" val="47*28"/>
  <p:tag name="KSO_WM_SLIDE_LAYOUT" val="a_f"/>
  <p:tag name="KSO_WM_SLIDE_LAYOUT_CNT" val="1_1"/>
  <p:tag name="KSO_WM_SPECIAL_SOURCE" val="bdnull"/>
</p:tagLst>
</file>

<file path=ppt/tags/tag1757.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custom20234969_1*a*1"/>
  <p:tag name="KSO_WM_TEMPLATE_CATEGORY" val="custom"/>
  <p:tag name="KSO_WM_TEMPLATE_INDEX" val="20234969"/>
  <p:tag name="KSO_WM_UNIT_LAYERLEVEL" val="1"/>
  <p:tag name="KSO_WM_TAG_VERSION" val="3.0"/>
  <p:tag name="KSO_WM_BEAUTIFY_FLAG" val="#wm#"/>
  <p:tag name="KSO_WM_UNIT_TEXT_TYPE" val="1"/>
  <p:tag name="KSO_WM_UNIT_PRESET_TEXT" val="单击此处添加标题"/>
</p:tagLst>
</file>

<file path=ppt/tags/tag175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custom20234969_1*i*1"/>
  <p:tag name="KSO_WM_TEMPLATE_CATEGORY" val="custom"/>
  <p:tag name="KSO_WM_TEMPLATE_INDEX" val="20234969"/>
  <p:tag name="KSO_WM_UNIT_LAYERLEVEL" val="1"/>
  <p:tag name="KSO_WM_TAG_VERSION" val="3.0"/>
  <p:tag name="KSO_WM_BEAUTIFY_FLAG" val="#wm#"/>
</p:tagLst>
</file>

<file path=ppt/tags/tag175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custom20234969_1*i*2"/>
  <p:tag name="KSO_WM_TEMPLATE_CATEGORY" val="custom"/>
  <p:tag name="KSO_WM_TEMPLATE_INDEX" val="20234969"/>
  <p:tag name="KSO_WM_UNIT_LAYERLEVEL" val="1"/>
  <p:tag name="KSO_WM_TAG_VERSION" val="3.0"/>
  <p:tag name="KSO_WM_BEAUTIFY_FLAG" val="#wm#"/>
</p:tagLst>
</file>

<file path=ppt/tags/tag176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custom20234969_1*i*3"/>
  <p:tag name="KSO_WM_TEMPLATE_CATEGORY" val="custom"/>
  <p:tag name="KSO_WM_TEMPLATE_INDEX" val="20234969"/>
  <p:tag name="KSO_WM_UNIT_LAYERLEVEL" val="1"/>
  <p:tag name="KSO_WM_TAG_VERSION" val="3.0"/>
  <p:tag name="KSO_WM_BEAUTIFY_FLAG" val="#wm#"/>
</p:tagLst>
</file>

<file path=ppt/tags/tag176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custom20234969_1*i*4"/>
  <p:tag name="KSO_WM_TEMPLATE_CATEGORY" val="custom"/>
  <p:tag name="KSO_WM_TEMPLATE_INDEX" val="20234969"/>
  <p:tag name="KSO_WM_UNIT_LAYERLEVEL" val="1"/>
  <p:tag name="KSO_WM_TAG_VERSION" val="3.0"/>
  <p:tag name="KSO_WM_BEAUTIFY_FLAG" val="#wm#"/>
</p:tagLst>
</file>

<file path=ppt/tags/tag176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0"/>
  <p:tag name="KSO_WM_UNIT_ID" val="custom20234969_1*i*10"/>
  <p:tag name="KSO_WM_TEMPLATE_CATEGORY" val="custom"/>
  <p:tag name="KSO_WM_TEMPLATE_INDEX" val="20234969"/>
  <p:tag name="KSO_WM_UNIT_LAYERLEVEL" val="1"/>
  <p:tag name="KSO_WM_TAG_VERSION" val="3.0"/>
  <p:tag name="KSO_WM_BEAUTIFY_FLAG" val="#wm#"/>
</p:tagLst>
</file>

<file path=ppt/tags/tag1763.xml><?xml version="1.0" encoding="utf-8"?>
<p:tagLst xmlns:a="http://schemas.openxmlformats.org/drawingml/2006/main" xmlns:r="http://schemas.openxmlformats.org/officeDocument/2006/relationships" xmlns:p="http://schemas.openxmlformats.org/presentationml/2006/mai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custom20234969_1*f*1"/>
  <p:tag name="KSO_WM_TEMPLATE_CATEGORY" val="custom"/>
  <p:tag name="KSO_WM_TEMPLATE_INDEX" val="20234969"/>
  <p:tag name="KSO_WM_UNIT_LAYERLEVEL" val="1"/>
  <p:tag name="KSO_WM_TAG_VERSION" val="3.0"/>
  <p:tag name="KSO_WM_BEAUTIFY_FLAG" val="#wm#"/>
  <p:tag name="KSO_WM_UNIT_TEXT_TYPE" val="1"/>
  <p:tag name="KSO_WM_UNIT_VALUE" val="432"/>
  <p:tag name="KSO_WM_UNIT_PRESET_TEXT" val="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
</p:tagLst>
</file>

<file path=ppt/tags/tag1764.xml><?xml version="1.0" encoding="utf-8"?>
<p:tagLst xmlns:a="http://schemas.openxmlformats.org/drawingml/2006/main" xmlns:r="http://schemas.openxmlformats.org/officeDocument/2006/relationships" xmlns:p="http://schemas.openxmlformats.org/presentationml/2006/main">
  <p:tag name="KSO_WM_SLIDE_ID" val="custom20234969_1"/>
  <p:tag name="KSO_WM_TEMPLATE_SUBCATEGORY" val="0"/>
  <p:tag name="KSO_WM_TEMPLATE_MASTER_TYPE" val="0"/>
  <p:tag name="KSO_WM_TEMPLATE_COLOR_TYPE" val="0"/>
  <p:tag name="KSO_WM_SLIDE_ITEM_CNT" val="0"/>
  <p:tag name="KSO_WM_SLIDE_INDEX" val="1"/>
  <p:tag name="KSO_WM_TAG_VERSION" val="3.0"/>
  <p:tag name="KSO_WM_BEAUTIFY_FLAG" val="#wm#"/>
  <p:tag name="KSO_WM_TEMPLATE_CATEGORY" val="custom"/>
  <p:tag name="KSO_WM_TEMPLATE_INDEX" val="20235971"/>
  <p:tag name="KSO_WM_SLIDE_TYPE" val="text"/>
  <p:tag name="KSO_WM_SLIDE_SUBTYPE" val="picTxt"/>
  <p:tag name="KSO_WM_SLIDE_SIZE" val="864*458"/>
  <p:tag name="KSO_WM_SLIDE_POSITION" val="47*28"/>
  <p:tag name="KSO_WM_SLIDE_LAYOUT" val="a_f"/>
  <p:tag name="KSO_WM_SLIDE_LAYOUT_CNT" val="1_1"/>
  <p:tag name="KSO_WM_SPECIAL_SOURCE" val="bdnull"/>
</p:tagLst>
</file>

<file path=ppt/tags/tag1765.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custom20234969_1*a*1"/>
  <p:tag name="KSO_WM_TEMPLATE_CATEGORY" val="custom"/>
  <p:tag name="KSO_WM_TEMPLATE_INDEX" val="20234969"/>
  <p:tag name="KSO_WM_UNIT_LAYERLEVEL" val="1"/>
  <p:tag name="KSO_WM_TAG_VERSION" val="3.0"/>
  <p:tag name="KSO_WM_BEAUTIFY_FLAG" val="#wm#"/>
  <p:tag name="KSO_WM_UNIT_TEXT_TYPE" val="1"/>
  <p:tag name="KSO_WM_UNIT_PRESET_TEXT" val="单击此处添加标题"/>
</p:tagLst>
</file>

<file path=ppt/tags/tag176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custom20234969_1*i*1"/>
  <p:tag name="KSO_WM_TEMPLATE_CATEGORY" val="custom"/>
  <p:tag name="KSO_WM_TEMPLATE_INDEX" val="20234969"/>
  <p:tag name="KSO_WM_UNIT_LAYERLEVEL" val="1"/>
  <p:tag name="KSO_WM_TAG_VERSION" val="3.0"/>
  <p:tag name="KSO_WM_BEAUTIFY_FLAG" val="#wm#"/>
</p:tagLst>
</file>

<file path=ppt/tags/tag176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custom20234969_1*i*2"/>
  <p:tag name="KSO_WM_TEMPLATE_CATEGORY" val="custom"/>
  <p:tag name="KSO_WM_TEMPLATE_INDEX" val="20234969"/>
  <p:tag name="KSO_WM_UNIT_LAYERLEVEL" val="1"/>
  <p:tag name="KSO_WM_TAG_VERSION" val="3.0"/>
  <p:tag name="KSO_WM_BEAUTIFY_FLAG" val="#wm#"/>
</p:tagLst>
</file>

<file path=ppt/tags/tag176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custom20234969_1*i*3"/>
  <p:tag name="KSO_WM_TEMPLATE_CATEGORY" val="custom"/>
  <p:tag name="KSO_WM_TEMPLATE_INDEX" val="20234969"/>
  <p:tag name="KSO_WM_UNIT_LAYERLEVEL" val="1"/>
  <p:tag name="KSO_WM_TAG_VERSION" val="3.0"/>
  <p:tag name="KSO_WM_BEAUTIFY_FLAG" val="#wm#"/>
</p:tagLst>
</file>

<file path=ppt/tags/tag176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custom20234969_1*i*4"/>
  <p:tag name="KSO_WM_TEMPLATE_CATEGORY" val="custom"/>
  <p:tag name="KSO_WM_TEMPLATE_INDEX" val="20234969"/>
  <p:tag name="KSO_WM_UNIT_LAYERLEVEL" val="1"/>
  <p:tag name="KSO_WM_TAG_VERSION" val="3.0"/>
  <p:tag name="KSO_WM_BEAUTIFY_FLAG" val="#wm#"/>
</p:tagLst>
</file>

<file path=ppt/tags/tag177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0"/>
  <p:tag name="KSO_WM_UNIT_ID" val="custom20234969_1*i*10"/>
  <p:tag name="KSO_WM_TEMPLATE_CATEGORY" val="custom"/>
  <p:tag name="KSO_WM_TEMPLATE_INDEX" val="20234969"/>
  <p:tag name="KSO_WM_UNIT_LAYERLEVEL" val="1"/>
  <p:tag name="KSO_WM_TAG_VERSION" val="3.0"/>
  <p:tag name="KSO_WM_BEAUTIFY_FLAG" val="#wm#"/>
</p:tagLst>
</file>

<file path=ppt/tags/tag1771.xml><?xml version="1.0" encoding="utf-8"?>
<p:tagLst xmlns:a="http://schemas.openxmlformats.org/drawingml/2006/main" xmlns:r="http://schemas.openxmlformats.org/officeDocument/2006/relationships" xmlns:p="http://schemas.openxmlformats.org/presentationml/2006/mai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custom20234969_1*f*1"/>
  <p:tag name="KSO_WM_TEMPLATE_CATEGORY" val="custom"/>
  <p:tag name="KSO_WM_TEMPLATE_INDEX" val="20234969"/>
  <p:tag name="KSO_WM_UNIT_LAYERLEVEL" val="1"/>
  <p:tag name="KSO_WM_TAG_VERSION" val="3.0"/>
  <p:tag name="KSO_WM_BEAUTIFY_FLAG" val="#wm#"/>
  <p:tag name="KSO_WM_UNIT_TEXT_TYPE" val="1"/>
  <p:tag name="KSO_WM_UNIT_VALUE" val="432"/>
  <p:tag name="KSO_WM_UNIT_PRESET_TEXT" val="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
</p:tagLst>
</file>

<file path=ppt/tags/tag1772.xml><?xml version="1.0" encoding="utf-8"?>
<p:tagLst xmlns:a="http://schemas.openxmlformats.org/drawingml/2006/main" xmlns:r="http://schemas.openxmlformats.org/officeDocument/2006/relationships" xmlns:p="http://schemas.openxmlformats.org/presentationml/2006/main">
  <p:tag name="KSO_WM_SLIDE_ID" val="custom20234969_1"/>
  <p:tag name="KSO_WM_TEMPLATE_SUBCATEGORY" val="0"/>
  <p:tag name="KSO_WM_TEMPLATE_MASTER_TYPE" val="0"/>
  <p:tag name="KSO_WM_TEMPLATE_COLOR_TYPE" val="0"/>
  <p:tag name="KSO_WM_SLIDE_ITEM_CNT" val="0"/>
  <p:tag name="KSO_WM_SLIDE_INDEX" val="1"/>
  <p:tag name="KSO_WM_TAG_VERSION" val="3.0"/>
  <p:tag name="KSO_WM_BEAUTIFY_FLAG" val="#wm#"/>
  <p:tag name="KSO_WM_TEMPLATE_CATEGORY" val="custom"/>
  <p:tag name="KSO_WM_TEMPLATE_INDEX" val="20235971"/>
  <p:tag name="KSO_WM_SLIDE_TYPE" val="text"/>
  <p:tag name="KSO_WM_SLIDE_SUBTYPE" val="picTxt"/>
  <p:tag name="KSO_WM_SLIDE_SIZE" val="864*458"/>
  <p:tag name="KSO_WM_SLIDE_POSITION" val="47*28"/>
  <p:tag name="KSO_WM_SLIDE_LAYOUT" val="a_f"/>
  <p:tag name="KSO_WM_SLIDE_LAYOUT_CNT" val="1_1"/>
  <p:tag name="KSO_WM_SPECIAL_SOURCE" val="bdnull"/>
</p:tagLst>
</file>

<file path=ppt/tags/tag1773.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custom20234969_1*a*1"/>
  <p:tag name="KSO_WM_TEMPLATE_CATEGORY" val="custom"/>
  <p:tag name="KSO_WM_TEMPLATE_INDEX" val="20234969"/>
  <p:tag name="KSO_WM_UNIT_LAYERLEVEL" val="1"/>
  <p:tag name="KSO_WM_TAG_VERSION" val="3.0"/>
  <p:tag name="KSO_WM_BEAUTIFY_FLAG" val="#wm#"/>
  <p:tag name="KSO_WM_UNIT_TEXT_TYPE" val="1"/>
  <p:tag name="KSO_WM_UNIT_PRESET_TEXT" val="单击此处添加标题"/>
</p:tagLst>
</file>

<file path=ppt/tags/tag177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custom20234969_1*i*1"/>
  <p:tag name="KSO_WM_TEMPLATE_CATEGORY" val="custom"/>
  <p:tag name="KSO_WM_TEMPLATE_INDEX" val="20234969"/>
  <p:tag name="KSO_WM_UNIT_LAYERLEVEL" val="1"/>
  <p:tag name="KSO_WM_TAG_VERSION" val="3.0"/>
  <p:tag name="KSO_WM_BEAUTIFY_FLAG" val="#wm#"/>
</p:tagLst>
</file>

<file path=ppt/tags/tag177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custom20234969_1*i*2"/>
  <p:tag name="KSO_WM_TEMPLATE_CATEGORY" val="custom"/>
  <p:tag name="KSO_WM_TEMPLATE_INDEX" val="20234969"/>
  <p:tag name="KSO_WM_UNIT_LAYERLEVEL" val="1"/>
  <p:tag name="KSO_WM_TAG_VERSION" val="3.0"/>
  <p:tag name="KSO_WM_BEAUTIFY_FLAG" val="#wm#"/>
</p:tagLst>
</file>

<file path=ppt/tags/tag177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custom20234969_1*i*3"/>
  <p:tag name="KSO_WM_TEMPLATE_CATEGORY" val="custom"/>
  <p:tag name="KSO_WM_TEMPLATE_INDEX" val="20234969"/>
  <p:tag name="KSO_WM_UNIT_LAYERLEVEL" val="1"/>
  <p:tag name="KSO_WM_TAG_VERSION" val="3.0"/>
  <p:tag name="KSO_WM_BEAUTIFY_FLAG" val="#wm#"/>
</p:tagLst>
</file>

<file path=ppt/tags/tag177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custom20234969_1*i*4"/>
  <p:tag name="KSO_WM_TEMPLATE_CATEGORY" val="custom"/>
  <p:tag name="KSO_WM_TEMPLATE_INDEX" val="20234969"/>
  <p:tag name="KSO_WM_UNIT_LAYERLEVEL" val="1"/>
  <p:tag name="KSO_WM_TAG_VERSION" val="3.0"/>
  <p:tag name="KSO_WM_BEAUTIFY_FLAG" val="#wm#"/>
</p:tagLst>
</file>

<file path=ppt/tags/tag177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0"/>
  <p:tag name="KSO_WM_UNIT_ID" val="custom20234969_1*i*10"/>
  <p:tag name="KSO_WM_TEMPLATE_CATEGORY" val="custom"/>
  <p:tag name="KSO_WM_TEMPLATE_INDEX" val="20234969"/>
  <p:tag name="KSO_WM_UNIT_LAYERLEVEL" val="1"/>
  <p:tag name="KSO_WM_TAG_VERSION" val="3.0"/>
  <p:tag name="KSO_WM_BEAUTIFY_FLAG" val="#wm#"/>
</p:tagLst>
</file>

<file path=ppt/tags/tag1779.xml><?xml version="1.0" encoding="utf-8"?>
<p:tagLst xmlns:a="http://schemas.openxmlformats.org/drawingml/2006/main" xmlns:r="http://schemas.openxmlformats.org/officeDocument/2006/relationships" xmlns:p="http://schemas.openxmlformats.org/presentationml/2006/main">
  <p:tag name="KSO_WM_SLIDE_TYPE" val="endPage"/>
  <p:tag name="KSO_WM_TEMPLATE_SUBCATEGORY" val="29"/>
  <p:tag name="KSO_WM_TEMPLATE_COLOR_TYPE" val="0"/>
  <p:tag name="KSO_WM_TAG_VERSION" val="3.0"/>
  <p:tag name="KSO_WM_SLIDE_SUBTYPE" val="pureTxt"/>
  <p:tag name="KSO_WM_SLIDE_ITEM_CNT" val="0"/>
  <p:tag name="KSO_WM_BEAUTIFY_FLAG" val="#wm#"/>
  <p:tag name="KSO_WM_TEMPLATE_INDEX" val="20235971"/>
  <p:tag name="KSO_WM_TEMPLATE_CATEGORY" val="custom"/>
  <p:tag name="KSO_WM_SLIDE_INDEX" val="9"/>
  <p:tag name="KSO_WM_SLIDE_ID" val="custom20235971_9"/>
  <p:tag name="KSO_WM_TEMPLATE_MASTER_TYPE" val="0"/>
  <p:tag name="KSO_WM_SLIDE_LAYOUT" val="a_f"/>
  <p:tag name="KSO_WM_SLIDE_LAYOUT_CNT" val="1_2"/>
</p:tagLst>
</file>

<file path=ppt/theme/theme1.xml><?xml version="1.0" encoding="utf-8"?>
<a:theme xmlns:a="http://schemas.openxmlformats.org/drawingml/2006/main" name="标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教学PPT字体">
      <a:majorFont>
        <a:latin typeface="Times New Roman"/>
        <a:ea typeface="楷体"/>
        <a:cs typeface=""/>
      </a:majorFont>
      <a:minorFont>
        <a:latin typeface="Times New Roman"/>
        <a:ea typeface="楷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默认配色">
      <a:dk1>
        <a:srgbClr val="333333"/>
      </a:dk1>
      <a:lt1>
        <a:srgbClr val="FFFFFF"/>
      </a:lt1>
      <a:dk2>
        <a:srgbClr val="031A2F"/>
      </a:dk2>
      <a:lt2>
        <a:srgbClr val="E6EFFE"/>
      </a:lt2>
      <a:accent1>
        <a:srgbClr val="3758FB"/>
      </a:accent1>
      <a:accent2>
        <a:srgbClr val="419BFD"/>
      </a:accent2>
      <a:accent3>
        <a:srgbClr val="6542FC"/>
      </a:accent3>
      <a:accent4>
        <a:srgbClr val="9B42FC"/>
      </a:accent4>
      <a:accent5>
        <a:srgbClr val="D042FC"/>
      </a:accent5>
      <a:accent6>
        <a:srgbClr val="FB43CB"/>
      </a:accent6>
      <a:hlink>
        <a:srgbClr val="0026E5"/>
      </a:hlink>
      <a:folHlink>
        <a:srgbClr val="7E1FAD"/>
      </a:folHlink>
    </a:clrScheme>
    <a:fontScheme name="qmj">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ln>
          <a:solidFill>
            <a:schemeClr val="accent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normAutofit/>
      </a:bodyPr>
      <a:lstStyle>
        <a:defPPr algn="l">
          <a:lnSpc>
            <a:spcPct val="140000"/>
          </a:lnSpc>
          <a:defRPr sz="2400" kern="100" dirty="0">
            <a:effectLst/>
            <a:latin typeface="+mn-ea"/>
            <a:cs typeface="江城圆体 400W" panose="020B0500000000000000" pitchFamily="34" charset="-122"/>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260</TotalTime>
  <Words>5594</Words>
  <Application>Microsoft Macintosh PowerPoint</Application>
  <PresentationFormat>Widescreen</PresentationFormat>
  <Paragraphs>568</Paragraphs>
  <Slides>80</Slides>
  <Notes>30</Notes>
  <HiddenSlides>0</HiddenSlides>
  <MMClips>0</MMClips>
  <ScaleCrop>false</ScaleCrop>
  <HeadingPairs>
    <vt:vector size="8" baseType="variant">
      <vt:variant>
        <vt:lpstr>Fonts Used</vt:lpstr>
      </vt:variant>
      <vt:variant>
        <vt:i4>16</vt:i4>
      </vt:variant>
      <vt:variant>
        <vt:lpstr>Theme</vt:lpstr>
      </vt:variant>
      <vt:variant>
        <vt:i4>2</vt:i4>
      </vt:variant>
      <vt:variant>
        <vt:lpstr>Embedded OLE Servers</vt:lpstr>
      </vt:variant>
      <vt:variant>
        <vt:i4>3</vt:i4>
      </vt:variant>
      <vt:variant>
        <vt:lpstr>Slide Titles</vt:lpstr>
      </vt:variant>
      <vt:variant>
        <vt:i4>80</vt:i4>
      </vt:variant>
    </vt:vector>
  </HeadingPairs>
  <TitlesOfParts>
    <vt:vector size="101" baseType="lpstr">
      <vt:lpstr>-apple-system</vt:lpstr>
      <vt:lpstr>+中文正文</vt:lpstr>
      <vt:lpstr>inherit</vt:lpstr>
      <vt:lpstr>KaTeX_Main</vt:lpstr>
      <vt:lpstr>KaTeX_Math</vt:lpstr>
      <vt:lpstr>微软雅黑</vt:lpstr>
      <vt:lpstr>黑体</vt:lpstr>
      <vt:lpstr>宋体</vt:lpstr>
      <vt:lpstr>华文行楷</vt:lpstr>
      <vt:lpstr>华文中宋</vt:lpstr>
      <vt:lpstr>楷体</vt:lpstr>
      <vt:lpstr>Arial</vt:lpstr>
      <vt:lpstr>Calibri</vt:lpstr>
      <vt:lpstr>Cambria Math</vt:lpstr>
      <vt:lpstr>Symbol</vt:lpstr>
      <vt:lpstr>Times New Roman</vt:lpstr>
      <vt:lpstr>标题</vt:lpstr>
      <vt:lpstr>Office 主题​​</vt:lpstr>
      <vt:lpstr>Paint.Picture</vt:lpstr>
      <vt:lpstr>PBrush</vt:lpstr>
      <vt:lpstr>Equation</vt:lpstr>
      <vt:lpstr>人工智能导论   第2章 机器学习</vt:lpstr>
      <vt:lpstr>PowerPoint Presentation</vt:lpstr>
      <vt:lpstr>2.1 机器学习概述</vt:lpstr>
      <vt:lpstr>定义</vt:lpstr>
      <vt:lpstr>标准机器学习任务</vt:lpstr>
      <vt:lpstr>2.1.1 机器学习相关概念</vt:lpstr>
      <vt:lpstr>2.1.1 机器学习相关概念</vt:lpstr>
      <vt:lpstr>2.1.1 机器学习相关概念</vt:lpstr>
      <vt:lpstr>2.1.1 机器学习相关概念</vt:lpstr>
      <vt:lpstr>2.1.2 机器学习场景</vt:lpstr>
      <vt:lpstr>机器学习的类型和算法</vt:lpstr>
      <vt:lpstr>2.1.2 机器学习场景</vt:lpstr>
      <vt:lpstr>PowerPoint Presentation</vt:lpstr>
      <vt:lpstr>机器学习的一般步骤</vt:lpstr>
      <vt:lpstr>机器学习的一般步骤</vt:lpstr>
      <vt:lpstr>PowerPoint Presentation</vt:lpstr>
      <vt:lpstr>PowerPoint Presentation</vt:lpstr>
      <vt:lpstr>PowerPoint Presentation</vt:lpstr>
      <vt:lpstr>2.2 监督学习</vt:lpstr>
      <vt:lpstr>机器学习的类型和算法：监督学习</vt:lpstr>
      <vt:lpstr>PowerPoint Presentation</vt:lpstr>
      <vt:lpstr>PowerPoint Presentation</vt:lpstr>
      <vt:lpstr>PowerPoint Presentation</vt:lpstr>
      <vt:lpstr>常见的监督学习方法</vt:lpstr>
      <vt:lpstr>机器学习的类型和算法：监督学习</vt:lpstr>
      <vt:lpstr>2.2.1 线性回归</vt:lpstr>
      <vt:lpstr>2.2.1 线性回归</vt:lpstr>
      <vt:lpstr>2.2.1 线性回归</vt:lpstr>
      <vt:lpstr>2.2.1 线性回归</vt:lpstr>
      <vt:lpstr>2.2.2 逻辑回归</vt:lpstr>
      <vt:lpstr>机器学习的类型和算法：监督学习</vt:lpstr>
      <vt:lpstr>2.2.3 决策树</vt:lpstr>
      <vt:lpstr>2.2.3 决策树：定义与原理</vt:lpstr>
      <vt:lpstr>2.2.3 决策树：与逻辑回归对比</vt:lpstr>
      <vt:lpstr>2.2.3 决策树： CART算法介绍</vt:lpstr>
      <vt:lpstr>2.2.3 决策树：算法流程</vt:lpstr>
      <vt:lpstr>机器学习的类型和算法：监督学习</vt:lpstr>
      <vt:lpstr>机器学习的类型和算法：监督学习</vt:lpstr>
      <vt:lpstr>机器学习的类型和算法：监督学习</vt:lpstr>
      <vt:lpstr>PowerPoint Presentation</vt:lpstr>
      <vt:lpstr>2.3 无监督学习</vt:lpstr>
      <vt:lpstr>机器学习的类型和算法：无监督学习</vt:lpstr>
      <vt:lpstr>PowerPoint Presentation</vt:lpstr>
      <vt:lpstr>无监督学习</vt:lpstr>
      <vt:lpstr>机器学习的类型和算法：无监督学习</vt:lpstr>
      <vt:lpstr>PowerPoint Presentation</vt:lpstr>
      <vt:lpstr>2.3.1 K-means聚类：算法定义</vt:lpstr>
      <vt:lpstr>2.3.1 K-means聚类：核心思想</vt:lpstr>
      <vt:lpstr>2.3.1 K-means聚类：算法流程</vt:lpstr>
      <vt:lpstr>2.3.2 PCA算法</vt:lpstr>
      <vt:lpstr>2.3.2 PCA算法：算法流程</vt:lpstr>
      <vt:lpstr>机器学习的类型和算法：半监督学习和强化学习</vt:lpstr>
      <vt:lpstr>机器学习的应用：机器学习在日常生活中的应用</vt:lpstr>
      <vt:lpstr>机器学习的应用：机器学习在交通运输行业的应用</vt:lpstr>
      <vt:lpstr>机器学习的应用：机器学习在农业中的应用</vt:lpstr>
      <vt:lpstr>本章算法总结</vt:lpstr>
      <vt:lpstr>2.4 课后习题</vt:lpstr>
      <vt:lpstr>PowerPoint Presentation</vt:lpstr>
      <vt:lpstr>PowerPoint Presentation</vt:lpstr>
      <vt:lpstr>PowerPoint Presentation</vt:lpstr>
      <vt:lpstr>PowerPoint Presentation</vt:lpstr>
      <vt:lpstr>PowerPoint Presentation</vt:lpstr>
      <vt:lpstr>2.4 课后习题</vt:lpstr>
      <vt:lpstr>2.4 课后习题</vt:lpstr>
      <vt:lpstr>2.4 课后习题</vt:lpstr>
      <vt:lpstr>2.4 课后习题</vt:lpstr>
      <vt:lpstr>2.4 课后习题</vt:lpstr>
      <vt:lpstr>2.4 课后习题</vt:lpstr>
      <vt:lpstr>2.4 课后习题</vt:lpstr>
      <vt:lpstr>2.4 课后习题</vt:lpstr>
      <vt:lpstr>2.4 课后习题</vt:lpstr>
      <vt:lpstr>2.4 课后习题</vt:lpstr>
      <vt:lpstr>2.4 课后习题</vt:lpstr>
      <vt:lpstr>2.4 课后习题</vt:lpstr>
      <vt:lpstr>2.4 课后习题</vt:lpstr>
      <vt:lpstr>2.4 课后习题</vt:lpstr>
      <vt:lpstr>2.4 课后习题</vt:lpstr>
      <vt:lpstr>2.4 课后习题</vt:lpstr>
      <vt:lpstr>2.4 课后习题</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admin</dc:creator>
  <cp:lastModifiedBy>Microsoft Office User</cp:lastModifiedBy>
  <cp:revision>258</cp:revision>
  <dcterms:created xsi:type="dcterms:W3CDTF">2019-06-19T02:08:00Z</dcterms:created>
  <dcterms:modified xsi:type="dcterms:W3CDTF">2026-10-10T05:38:38Z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2052-12.1.0.20784</vt:lpwstr>
  </property>
  <property fmtid="{D5CDD505-2E9C-101B-9397-08002B2CF9AE}" pid="3" name="ICV">
    <vt:lpwstr>60DEA56FC2DF4F9C8101591BE2A9CBF2_13</vt:lpwstr>
  </property>
</Properties>
</file>
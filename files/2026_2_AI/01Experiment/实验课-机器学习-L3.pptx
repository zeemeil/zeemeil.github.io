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1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2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ink/ink1.xml" ContentType="application/inkml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ink/ink2.xml" ContentType="application/inkml+xml"/>
  <Override PartName="/ppt/ink/ink3.xml" ContentType="application/inkml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ink/ink4.xml" ContentType="application/inkml+xml"/>
  <Override PartName="/ppt/ink/ink5.xml" ContentType="application/inkml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ink/ink6.xml" ContentType="application/inkml+xml"/>
  <Override PartName="/ppt/ink/ink7.xml" ContentType="application/inkml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ink/ink8.xml" ContentType="application/inkml+xml"/>
  <Override PartName="/ppt/ink/ink9.xml" ContentType="application/inkml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ink/ink10.xml" ContentType="application/inkml+xml"/>
  <Override PartName="/ppt/ink/ink11.xml" ContentType="application/inkml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ink/ink12.xml" ContentType="application/inkml+xml"/>
  <Override PartName="/ppt/ink/ink13.xml" ContentType="application/inkml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ink/ink14.xml" ContentType="application/inkml+xml"/>
  <Override PartName="/ppt/ink/ink15.xml" ContentType="application/inkml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ink/ink16.xml" ContentType="application/inkml+xml"/>
  <Override PartName="/ppt/ink/ink17.xml" ContentType="application/inkml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ink/ink18.xml" ContentType="application/inkml+xml"/>
  <Override PartName="/ppt/ink/ink19.xml" ContentType="application/inkml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ink/ink20.xml" ContentType="application/inkml+xml"/>
  <Override PartName="/ppt/ink/ink21.xml" ContentType="application/inkml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ink/ink22.xml" ContentType="application/inkml+xml"/>
  <Override PartName="/ppt/ink/ink23.xml" ContentType="application/inkml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ink/ink24.xml" ContentType="application/inkml+xml"/>
  <Override PartName="/ppt/ink/ink25.xml" ContentType="application/inkml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ink/ink26.xml" ContentType="application/inkml+xml"/>
  <Override PartName="/ppt/ink/ink27.xml" ContentType="application/inkml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ink/ink28.xml" ContentType="application/inkml+xml"/>
  <Override PartName="/ppt/ink/ink29.xml" ContentType="application/inkml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ink/ink30.xml" ContentType="application/inkml+xml"/>
  <Override PartName="/ppt/ink/ink31.xml" ContentType="application/inkml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ink/ink32.xml" ContentType="application/inkml+xml"/>
  <Override PartName="/ppt/ink/ink3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  <p:sldMasterId id="2147483680" r:id="rId2"/>
    <p:sldMasterId id="2147483689" r:id="rId3"/>
  </p:sldMasterIdLst>
  <p:notesMasterIdLst>
    <p:notesMasterId r:id="rId25"/>
  </p:notesMasterIdLst>
  <p:handoutMasterIdLst>
    <p:handoutMasterId r:id="rId26"/>
  </p:handoutMasterIdLst>
  <p:sldIdLst>
    <p:sldId id="1867" r:id="rId4"/>
    <p:sldId id="1877" r:id="rId5"/>
    <p:sldId id="1813" r:id="rId6"/>
    <p:sldId id="1872" r:id="rId7"/>
    <p:sldId id="1860" r:id="rId8"/>
    <p:sldId id="1861" r:id="rId9"/>
    <p:sldId id="1859" r:id="rId10"/>
    <p:sldId id="1856" r:id="rId11"/>
    <p:sldId id="1852" r:id="rId12"/>
    <p:sldId id="1853" r:id="rId13"/>
    <p:sldId id="1857" r:id="rId14"/>
    <p:sldId id="1869" r:id="rId15"/>
    <p:sldId id="1854" r:id="rId16"/>
    <p:sldId id="1858" r:id="rId17"/>
    <p:sldId id="1868" r:id="rId18"/>
    <p:sldId id="1870" r:id="rId19"/>
    <p:sldId id="1842" r:id="rId20"/>
    <p:sldId id="1871" r:id="rId21"/>
    <p:sldId id="1873" r:id="rId22"/>
    <p:sldId id="1875" r:id="rId23"/>
    <p:sldId id="358" r:id="rId24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  <p:cmAuthor id="2" name="作者" initials="A" lastIdx="0" clrIdx="1"/>
  <p:cmAuthor id="222315006" name="夏小芸°Bella" initials="夏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FFFFF"/>
    <a:srgbClr val="DCDCDC"/>
    <a:srgbClr val="F0F0F0"/>
    <a:srgbClr val="E6E6E6"/>
    <a:srgbClr val="C8C8C8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64" d="100"/>
          <a:sy n="64" d="100"/>
        </p:scale>
        <p:origin x="796" y="60"/>
      </p:cViewPr>
      <p:guideLst>
        <p:guide orient="horz" pos="2160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ags" Target="tags/tag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cs typeface="微软雅黑" panose="020B0503020204020204" charset="-122"/>
              </a:rPr>
              <a:t>2026/3/23</a:t>
            </a:fld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cs typeface="微软雅黑" panose="020B0503020204020204" charset="-122"/>
              </a:rPr>
              <a:t>‹#›</a:t>
            </a:fld>
            <a:endParaRPr lang="zh-CN" altLang="en-US"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5T15:37: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5T15:37: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5T15:37: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5T15:37: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5T15:37: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5T15:37: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5T15:37: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5T15:37: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5T15:37: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5T15:37: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5T15:37: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5T15:37: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5T15:37: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5T15:37: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5T15:37: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5T15:37: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5T15:37: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5T15:37: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5T15:37: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5T15:37: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5T15:37: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5T15:37: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5T15:37: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5T15:37: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5T15:37: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5T15:37: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5T15:37: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5T15:37: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5T15:37: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5T15:37: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5T15:37: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5T15:37: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5T15:37: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微软雅黑" panose="020B050302020402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微软雅黑" panose="020B0503020204020204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微软雅黑" panose="020B050302020402020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微软雅黑" panose="020B050302020402020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微软雅黑" panose="020B050302020402020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微软雅黑" panose="020B050302020402020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微软雅黑" panose="020B050302020402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DBD71-2660-F695-EA8B-02545F96A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05046F-FC03-7A80-DF60-101CE68F00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EF542F-5C94-EE3A-839A-6D2DC99B165F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05110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jpeg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4.jpe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AFA34-BC07-4165-A630-82AF23973A9A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80598-5AAC-406E-9488-6454E42A38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040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AFA34-BC07-4165-A630-82AF23973A9A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80598-5AAC-406E-9488-6454E42A38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9624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AFA34-BC07-4165-A630-82AF23973A9A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80598-5AAC-406E-9488-6454E42A38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7232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AFA34-BC07-4165-A630-82AF23973A9A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80598-5AAC-406E-9488-6454E42A38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9445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AFA34-BC07-4165-A630-82AF23973A9A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80598-5AAC-406E-9488-6454E42A38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861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AFA34-BC07-4165-A630-82AF23973A9A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80598-5AAC-406E-9488-6454E42A38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5257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AFA34-BC07-4165-A630-82AF23973A9A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80598-5AAC-406E-9488-6454E42A38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7488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AFA34-BC07-4165-A630-82AF23973A9A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80598-5AAC-406E-9488-6454E42A38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746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AFA34-BC07-4165-A630-82AF23973A9A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80598-5AAC-406E-9488-6454E42A38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4502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AFA34-BC07-4165-A630-82AF23973A9A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80598-5AAC-406E-9488-6454E42A38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595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AFA34-BC07-4165-A630-82AF23973A9A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80598-5AAC-406E-9488-6454E42A38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4140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8250" y="-1"/>
            <a:ext cx="7143751" cy="5262910"/>
          </a:xfrm>
          <a:prstGeom prst="rect">
            <a:avLst/>
          </a:prstGeom>
        </p:spPr>
      </p:pic>
      <p:sp>
        <p:nvSpPr>
          <p:cNvPr id="25" name="任意多边形: 形状 24"/>
          <p:cNvSpPr/>
          <p:nvPr userDrawn="1"/>
        </p:nvSpPr>
        <p:spPr>
          <a:xfrm flipH="1" flipV="1">
            <a:off x="-895" y="5782746"/>
            <a:ext cx="1487842" cy="1097060"/>
          </a:xfrm>
          <a:custGeom>
            <a:avLst/>
            <a:gdLst>
              <a:gd name="connsiteX0" fmla="*/ 13804 w 1487842"/>
              <a:gd name="connsiteY0" fmla="*/ 2689 h 1097060"/>
              <a:gd name="connsiteX1" fmla="*/ 2833 w 1487842"/>
              <a:gd name="connsiteY1" fmla="*/ 86044 h 1097060"/>
              <a:gd name="connsiteX2" fmla="*/ 32519 w 1487842"/>
              <a:gd name="connsiteY2" fmla="*/ 235617 h 1097060"/>
              <a:gd name="connsiteX3" fmla="*/ 236192 w 1487842"/>
              <a:gd name="connsiteY3" fmla="*/ 421257 h 1097060"/>
              <a:gd name="connsiteX4" fmla="*/ 442518 w 1487842"/>
              <a:gd name="connsiteY4" fmla="*/ 447787 h 1097060"/>
              <a:gd name="connsiteX5" fmla="*/ 682365 w 1487842"/>
              <a:gd name="connsiteY5" fmla="*/ 652070 h 1097060"/>
              <a:gd name="connsiteX6" fmla="*/ 926335 w 1487842"/>
              <a:gd name="connsiteY6" fmla="*/ 1005459 h 1097060"/>
              <a:gd name="connsiteX7" fmla="*/ 1238567 w 1487842"/>
              <a:gd name="connsiteY7" fmla="*/ 1095770 h 1097060"/>
              <a:gd name="connsiteX8" fmla="*/ 1488274 w 1487842"/>
              <a:gd name="connsiteY8" fmla="*/ 1025572 h 1097060"/>
              <a:gd name="connsiteX9" fmla="*/ 1488274 w 1487842"/>
              <a:gd name="connsiteY9" fmla="*/ 2725 h 1097060"/>
              <a:gd name="connsiteX10" fmla="*/ 13804 w 1487842"/>
              <a:gd name="connsiteY10" fmla="*/ 2689 h 1097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87842" h="1097060">
                <a:moveTo>
                  <a:pt x="13804" y="2689"/>
                </a:moveTo>
                <a:cubicBezTo>
                  <a:pt x="7494" y="2689"/>
                  <a:pt x="2977" y="80738"/>
                  <a:pt x="2833" y="86044"/>
                </a:cubicBezTo>
                <a:cubicBezTo>
                  <a:pt x="1184" y="140897"/>
                  <a:pt x="13804" y="185425"/>
                  <a:pt x="32519" y="235617"/>
                </a:cubicBezTo>
                <a:cubicBezTo>
                  <a:pt x="65861" y="324959"/>
                  <a:pt x="147100" y="391751"/>
                  <a:pt x="236192" y="421257"/>
                </a:cubicBezTo>
                <a:cubicBezTo>
                  <a:pt x="293518" y="440222"/>
                  <a:pt x="384366" y="431618"/>
                  <a:pt x="442518" y="447787"/>
                </a:cubicBezTo>
                <a:cubicBezTo>
                  <a:pt x="536306" y="473887"/>
                  <a:pt x="636296" y="553406"/>
                  <a:pt x="682365" y="652070"/>
                </a:cubicBezTo>
                <a:cubicBezTo>
                  <a:pt x="743671" y="783323"/>
                  <a:pt x="807738" y="922283"/>
                  <a:pt x="926335" y="1005459"/>
                </a:cubicBezTo>
                <a:cubicBezTo>
                  <a:pt x="1028656" y="1077198"/>
                  <a:pt x="1109179" y="1105127"/>
                  <a:pt x="1238567" y="1095770"/>
                </a:cubicBezTo>
                <a:cubicBezTo>
                  <a:pt x="1376417" y="1085803"/>
                  <a:pt x="1488274" y="1025572"/>
                  <a:pt x="1488274" y="1025572"/>
                </a:cubicBezTo>
                <a:lnTo>
                  <a:pt x="1488274" y="2725"/>
                </a:lnTo>
                <a:cubicBezTo>
                  <a:pt x="1488309" y="2689"/>
                  <a:pt x="15740" y="2689"/>
                  <a:pt x="13804" y="2689"/>
                </a:cubicBezTo>
                <a:close/>
              </a:path>
            </a:pathLst>
          </a:custGeom>
          <a:solidFill>
            <a:srgbClr val="ABDBFF">
              <a:alpha val="50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Segoe UI" panose="020B0502040204020203" pitchFamily="34" charset="0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169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13055600" y="-900507"/>
            <a:ext cx="1028700" cy="2956077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egoe UI" panose="020B0502040204020203" pitchFamily="34" charset="0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sp>
        <p:nvSpPr>
          <p:cNvPr id="24" name="任意多边形: 形状 23"/>
          <p:cNvSpPr/>
          <p:nvPr userDrawn="1"/>
        </p:nvSpPr>
        <p:spPr>
          <a:xfrm>
            <a:off x="10229850" y="-4809"/>
            <a:ext cx="1963703" cy="1216618"/>
          </a:xfrm>
          <a:custGeom>
            <a:avLst/>
            <a:gdLst>
              <a:gd name="connsiteX0" fmla="*/ 29098 w 3136293"/>
              <a:gd name="connsiteY0" fmla="*/ 4763 h 1943101"/>
              <a:gd name="connsiteX1" fmla="*/ 5973 w 3136293"/>
              <a:gd name="connsiteY1" fmla="*/ 152400 h 1943101"/>
              <a:gd name="connsiteX2" fmla="*/ 68547 w 3136293"/>
              <a:gd name="connsiteY2" fmla="*/ 417322 h 1943101"/>
              <a:gd name="connsiteX3" fmla="*/ 497880 w 3136293"/>
              <a:gd name="connsiteY3" fmla="*/ 746125 h 1943101"/>
              <a:gd name="connsiteX4" fmla="*/ 932804 w 3136293"/>
              <a:gd name="connsiteY4" fmla="*/ 793115 h 1943101"/>
              <a:gd name="connsiteX5" fmla="*/ 1438390 w 3136293"/>
              <a:gd name="connsiteY5" fmla="*/ 1154939 h 1943101"/>
              <a:gd name="connsiteX6" fmla="*/ 1952666 w 3136293"/>
              <a:gd name="connsiteY6" fmla="*/ 1780859 h 1943101"/>
              <a:gd name="connsiteX7" fmla="*/ 2610835 w 3136293"/>
              <a:gd name="connsiteY7" fmla="*/ 1940815 h 1943101"/>
              <a:gd name="connsiteX8" fmla="*/ 3137203 w 3136293"/>
              <a:gd name="connsiteY8" fmla="*/ 1816482 h 1943101"/>
              <a:gd name="connsiteX9" fmla="*/ 3137203 w 3136293"/>
              <a:gd name="connsiteY9" fmla="*/ 4826 h 1943101"/>
              <a:gd name="connsiteX10" fmla="*/ 29098 w 3136293"/>
              <a:gd name="connsiteY10" fmla="*/ 4763 h 1943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136293" h="1943101">
                <a:moveTo>
                  <a:pt x="29098" y="4763"/>
                </a:moveTo>
                <a:cubicBezTo>
                  <a:pt x="15797" y="4763"/>
                  <a:pt x="6275" y="143002"/>
                  <a:pt x="5973" y="152400"/>
                </a:cubicBezTo>
                <a:cubicBezTo>
                  <a:pt x="2496" y="249555"/>
                  <a:pt x="29098" y="328422"/>
                  <a:pt x="68547" y="417322"/>
                </a:cubicBezTo>
                <a:cubicBezTo>
                  <a:pt x="138831" y="575564"/>
                  <a:pt x="310080" y="693865"/>
                  <a:pt x="497880" y="746125"/>
                </a:cubicBezTo>
                <a:cubicBezTo>
                  <a:pt x="618721" y="779717"/>
                  <a:pt x="810224" y="764477"/>
                  <a:pt x="932804" y="793115"/>
                </a:cubicBezTo>
                <a:cubicBezTo>
                  <a:pt x="1130504" y="839343"/>
                  <a:pt x="1341278" y="980187"/>
                  <a:pt x="1438390" y="1154939"/>
                </a:cubicBezTo>
                <a:cubicBezTo>
                  <a:pt x="1567620" y="1387412"/>
                  <a:pt x="1702670" y="1633538"/>
                  <a:pt x="1952666" y="1780859"/>
                </a:cubicBezTo>
                <a:cubicBezTo>
                  <a:pt x="2168353" y="1907922"/>
                  <a:pt x="2338090" y="1957389"/>
                  <a:pt x="2610835" y="1940815"/>
                </a:cubicBezTo>
                <a:cubicBezTo>
                  <a:pt x="2901414" y="1923162"/>
                  <a:pt x="3137203" y="1816482"/>
                  <a:pt x="3137203" y="1816482"/>
                </a:cubicBezTo>
                <a:lnTo>
                  <a:pt x="3137203" y="4826"/>
                </a:lnTo>
                <a:cubicBezTo>
                  <a:pt x="3137278" y="4763"/>
                  <a:pt x="33179" y="4763"/>
                  <a:pt x="29098" y="4763"/>
                </a:cubicBezTo>
                <a:close/>
              </a:path>
            </a:pathLst>
          </a:custGeom>
          <a:solidFill>
            <a:srgbClr val="E1F2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Segoe UI" panose="020B0502040204020203" pitchFamily="34" charset="0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sp>
        <p:nvSpPr>
          <p:cNvPr id="2" name="任意多边形: 形状 6"/>
          <p:cNvSpPr/>
          <p:nvPr userDrawn="1">
            <p:custDataLst>
              <p:tags r:id="rId1"/>
            </p:custDataLst>
          </p:nvPr>
        </p:nvSpPr>
        <p:spPr>
          <a:xfrm>
            <a:off x="3275" y="5663417"/>
            <a:ext cx="1542722" cy="1199954"/>
          </a:xfrm>
          <a:custGeom>
            <a:avLst/>
            <a:gdLst>
              <a:gd name="connsiteX0" fmla="*/ 150043 w 2499435"/>
              <a:gd name="connsiteY0" fmla="*/ 1 h 1944101"/>
              <a:gd name="connsiteX1" fmla="*/ 684480 w 2499435"/>
              <a:gd name="connsiteY1" fmla="*/ 200792 h 1944101"/>
              <a:gd name="connsiteX2" fmla="*/ 1174907 w 2499435"/>
              <a:gd name="connsiteY2" fmla="*/ 971570 h 1944101"/>
              <a:gd name="connsiteX3" fmla="*/ 1657046 w 2499435"/>
              <a:gd name="connsiteY3" fmla="*/ 1417133 h 1944101"/>
              <a:gd name="connsiteX4" fmla="*/ 2071801 w 2499435"/>
              <a:gd name="connsiteY4" fmla="*/ 1474997 h 1944101"/>
              <a:gd name="connsiteX5" fmla="*/ 2481223 w 2499435"/>
              <a:gd name="connsiteY5" fmla="*/ 1879898 h 1944101"/>
              <a:gd name="connsiteX6" fmla="*/ 2499435 w 2499435"/>
              <a:gd name="connsiteY6" fmla="*/ 1944101 h 1944101"/>
              <a:gd name="connsiteX7" fmla="*/ 0 w 2499435"/>
              <a:gd name="connsiteY7" fmla="*/ 1944101 h 1944101"/>
              <a:gd name="connsiteX8" fmla="*/ 0 w 2499435"/>
              <a:gd name="connsiteY8" fmla="*/ 11019 h 1944101"/>
              <a:gd name="connsiteX9" fmla="*/ 56834 w 2499435"/>
              <a:gd name="connsiteY9" fmla="*/ 3814 h 1944101"/>
              <a:gd name="connsiteX10" fmla="*/ 150043 w 2499435"/>
              <a:gd name="connsiteY10" fmla="*/ 1 h 194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99435" h="1944101">
                <a:moveTo>
                  <a:pt x="150043" y="1"/>
                </a:moveTo>
                <a:cubicBezTo>
                  <a:pt x="358080" y="127"/>
                  <a:pt x="504506" y="63880"/>
                  <a:pt x="684480" y="200792"/>
                </a:cubicBezTo>
                <a:cubicBezTo>
                  <a:pt x="922883" y="382207"/>
                  <a:pt x="1051670" y="685294"/>
                  <a:pt x="1174907" y="971570"/>
                </a:cubicBezTo>
                <a:cubicBezTo>
                  <a:pt x="1267515" y="1186767"/>
                  <a:pt x="1468514" y="1360206"/>
                  <a:pt x="1657046" y="1417133"/>
                </a:cubicBezTo>
                <a:cubicBezTo>
                  <a:pt x="1773942" y="1452399"/>
                  <a:pt x="1956565" y="1433633"/>
                  <a:pt x="2071801" y="1474997"/>
                </a:cubicBezTo>
                <a:cubicBezTo>
                  <a:pt x="2250893" y="1539353"/>
                  <a:pt x="2414199" y="1685034"/>
                  <a:pt x="2481223" y="1879898"/>
                </a:cubicBezTo>
                <a:lnTo>
                  <a:pt x="2499435" y="1944101"/>
                </a:lnTo>
                <a:lnTo>
                  <a:pt x="0" y="1944101"/>
                </a:lnTo>
                <a:lnTo>
                  <a:pt x="0" y="11019"/>
                </a:lnTo>
                <a:lnTo>
                  <a:pt x="56834" y="3814"/>
                </a:lnTo>
                <a:cubicBezTo>
                  <a:pt x="89346" y="1263"/>
                  <a:pt x="120323" y="-17"/>
                  <a:pt x="150043" y="1"/>
                </a:cubicBezTo>
                <a:close/>
              </a:path>
            </a:pathLst>
          </a:custGeom>
          <a:solidFill>
            <a:srgbClr val="E1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egoe UI" panose="020B0502040204020203" pitchFamily="34" charset="0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8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图形 3"/>
          <p:cNvGrpSpPr/>
          <p:nvPr userDrawn="1"/>
        </p:nvGrpSpPr>
        <p:grpSpPr>
          <a:xfrm>
            <a:off x="9684431" y="-4765"/>
            <a:ext cx="3136325" cy="1943101"/>
            <a:chOff x="9747931" y="-4765"/>
            <a:chExt cx="3136325" cy="1943101"/>
          </a:xfrm>
        </p:grpSpPr>
        <p:sp>
          <p:nvSpPr>
            <p:cNvPr id="4" name="任意多边形: 形状 3"/>
            <p:cNvSpPr/>
            <p:nvPr/>
          </p:nvSpPr>
          <p:spPr>
            <a:xfrm>
              <a:off x="9747931" y="-4765"/>
              <a:ext cx="3136293" cy="1943101"/>
            </a:xfrm>
            <a:custGeom>
              <a:avLst/>
              <a:gdLst>
                <a:gd name="connsiteX0" fmla="*/ 29098 w 3136293"/>
                <a:gd name="connsiteY0" fmla="*/ 4763 h 1943101"/>
                <a:gd name="connsiteX1" fmla="*/ 5973 w 3136293"/>
                <a:gd name="connsiteY1" fmla="*/ 152400 h 1943101"/>
                <a:gd name="connsiteX2" fmla="*/ 68547 w 3136293"/>
                <a:gd name="connsiteY2" fmla="*/ 417322 h 1943101"/>
                <a:gd name="connsiteX3" fmla="*/ 497880 w 3136293"/>
                <a:gd name="connsiteY3" fmla="*/ 746125 h 1943101"/>
                <a:gd name="connsiteX4" fmla="*/ 932804 w 3136293"/>
                <a:gd name="connsiteY4" fmla="*/ 793115 h 1943101"/>
                <a:gd name="connsiteX5" fmla="*/ 1438390 w 3136293"/>
                <a:gd name="connsiteY5" fmla="*/ 1154939 h 1943101"/>
                <a:gd name="connsiteX6" fmla="*/ 1952666 w 3136293"/>
                <a:gd name="connsiteY6" fmla="*/ 1780859 h 1943101"/>
                <a:gd name="connsiteX7" fmla="*/ 2610835 w 3136293"/>
                <a:gd name="connsiteY7" fmla="*/ 1940815 h 1943101"/>
                <a:gd name="connsiteX8" fmla="*/ 3137203 w 3136293"/>
                <a:gd name="connsiteY8" fmla="*/ 1816482 h 1943101"/>
                <a:gd name="connsiteX9" fmla="*/ 3137203 w 3136293"/>
                <a:gd name="connsiteY9" fmla="*/ 4826 h 1943101"/>
                <a:gd name="connsiteX10" fmla="*/ 29098 w 3136293"/>
                <a:gd name="connsiteY10" fmla="*/ 4763 h 1943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136293" h="1943101">
                  <a:moveTo>
                    <a:pt x="29098" y="4763"/>
                  </a:moveTo>
                  <a:cubicBezTo>
                    <a:pt x="15797" y="4763"/>
                    <a:pt x="6275" y="143002"/>
                    <a:pt x="5973" y="152400"/>
                  </a:cubicBezTo>
                  <a:cubicBezTo>
                    <a:pt x="2496" y="249555"/>
                    <a:pt x="29098" y="328422"/>
                    <a:pt x="68547" y="417322"/>
                  </a:cubicBezTo>
                  <a:cubicBezTo>
                    <a:pt x="138831" y="575564"/>
                    <a:pt x="310080" y="693865"/>
                    <a:pt x="497880" y="746125"/>
                  </a:cubicBezTo>
                  <a:cubicBezTo>
                    <a:pt x="618721" y="779717"/>
                    <a:pt x="810224" y="764477"/>
                    <a:pt x="932804" y="793115"/>
                  </a:cubicBezTo>
                  <a:cubicBezTo>
                    <a:pt x="1130504" y="839343"/>
                    <a:pt x="1341278" y="980187"/>
                    <a:pt x="1438390" y="1154939"/>
                  </a:cubicBezTo>
                  <a:cubicBezTo>
                    <a:pt x="1567620" y="1387412"/>
                    <a:pt x="1702670" y="1633538"/>
                    <a:pt x="1952666" y="1780859"/>
                  </a:cubicBezTo>
                  <a:cubicBezTo>
                    <a:pt x="2168353" y="1907922"/>
                    <a:pt x="2338090" y="1957389"/>
                    <a:pt x="2610835" y="1940815"/>
                  </a:cubicBezTo>
                  <a:cubicBezTo>
                    <a:pt x="2901414" y="1923162"/>
                    <a:pt x="3137203" y="1816482"/>
                    <a:pt x="3137203" y="1816482"/>
                  </a:cubicBezTo>
                  <a:lnTo>
                    <a:pt x="3137203" y="4826"/>
                  </a:lnTo>
                  <a:cubicBezTo>
                    <a:pt x="3137278" y="4763"/>
                    <a:pt x="33179" y="4763"/>
                    <a:pt x="29098" y="4763"/>
                  </a:cubicBezTo>
                  <a:close/>
                </a:path>
              </a:pathLst>
            </a:custGeom>
            <a:solidFill>
              <a:srgbClr val="E1F2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Segoe UI" panose="020B0502040204020203" pitchFamily="34" charset="0"/>
                <a:ea typeface="微软雅黑" panose="020B0503020204020204" pitchFamily="34" charset="-122"/>
                <a:sym typeface="Segoe UI" panose="020B0502040204020203" pitchFamily="34" charset="0"/>
              </a:endParaRPr>
            </a:p>
          </p:txBody>
        </p:sp>
        <p:sp>
          <p:nvSpPr>
            <p:cNvPr id="5" name="任意多边形: 形状 4"/>
            <p:cNvSpPr/>
            <p:nvPr/>
          </p:nvSpPr>
          <p:spPr>
            <a:xfrm>
              <a:off x="9899109" y="-3775"/>
              <a:ext cx="2985147" cy="1835151"/>
            </a:xfrm>
            <a:custGeom>
              <a:avLst/>
              <a:gdLst>
                <a:gd name="connsiteX0" fmla="*/ 2986100 w 2985146"/>
                <a:gd name="connsiteY0" fmla="*/ 3773 h 1835150"/>
                <a:gd name="connsiteX1" fmla="*/ 2986100 w 2985146"/>
                <a:gd name="connsiteY1" fmla="*/ 1602069 h 1835150"/>
                <a:gd name="connsiteX2" fmla="*/ 1156470 w 2985146"/>
                <a:gd name="connsiteY2" fmla="*/ 1027838 h 1835150"/>
                <a:gd name="connsiteX3" fmla="*/ 328866 w 2985146"/>
                <a:gd name="connsiteY3" fmla="*/ 600864 h 1835150"/>
                <a:gd name="connsiteX4" fmla="*/ 10173 w 2985146"/>
                <a:gd name="connsiteY4" fmla="*/ 3773 h 1835150"/>
                <a:gd name="connsiteX5" fmla="*/ 2986100 w 2985146"/>
                <a:gd name="connsiteY5" fmla="*/ 3773 h 1835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85146" h="1835150">
                  <a:moveTo>
                    <a:pt x="2986100" y="3773"/>
                  </a:moveTo>
                  <a:lnTo>
                    <a:pt x="2986100" y="1602069"/>
                  </a:lnTo>
                  <a:cubicBezTo>
                    <a:pt x="1865801" y="2255485"/>
                    <a:pt x="1394677" y="1375183"/>
                    <a:pt x="1156470" y="1027838"/>
                  </a:cubicBezTo>
                  <a:cubicBezTo>
                    <a:pt x="785782" y="487326"/>
                    <a:pt x="658895" y="763869"/>
                    <a:pt x="328866" y="600864"/>
                  </a:cubicBezTo>
                  <a:cubicBezTo>
                    <a:pt x="68062" y="471959"/>
                    <a:pt x="-20056" y="234278"/>
                    <a:pt x="10173" y="3773"/>
                  </a:cubicBezTo>
                  <a:lnTo>
                    <a:pt x="2986100" y="3773"/>
                  </a:lnTo>
                  <a:close/>
                </a:path>
              </a:pathLst>
            </a:custGeom>
            <a:solidFill>
              <a:srgbClr val="4588FF"/>
            </a:solidFill>
            <a:ln w="75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Segoe UI" panose="020B0502040204020203" pitchFamily="34" charset="0"/>
                <a:ea typeface="微软雅黑" panose="020B0503020204020204" pitchFamily="34" charset="-122"/>
                <a:sym typeface="Segoe UI" panose="020B0502040204020203" pitchFamily="34" charset="0"/>
              </a:endParaRPr>
            </a:p>
          </p:txBody>
        </p:sp>
      </p:grpSp>
      <p:sp>
        <p:nvSpPr>
          <p:cNvPr id="6" name="矩形 5"/>
          <p:cNvSpPr/>
          <p:nvPr userDrawn="1"/>
        </p:nvSpPr>
        <p:spPr>
          <a:xfrm>
            <a:off x="12192000" y="-247651"/>
            <a:ext cx="1028700" cy="2956077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egoe UI" panose="020B0502040204020203" pitchFamily="34" charset="0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sp>
        <p:nvSpPr>
          <p:cNvPr id="7" name="任意多边形: 形状 6"/>
          <p:cNvSpPr/>
          <p:nvPr userDrawn="1"/>
        </p:nvSpPr>
        <p:spPr>
          <a:xfrm>
            <a:off x="1" y="4913900"/>
            <a:ext cx="2499435" cy="1944101"/>
          </a:xfrm>
          <a:custGeom>
            <a:avLst/>
            <a:gdLst>
              <a:gd name="connsiteX0" fmla="*/ 150043 w 2499435"/>
              <a:gd name="connsiteY0" fmla="*/ 1 h 1944101"/>
              <a:gd name="connsiteX1" fmla="*/ 684480 w 2499435"/>
              <a:gd name="connsiteY1" fmla="*/ 200792 h 1944101"/>
              <a:gd name="connsiteX2" fmla="*/ 1174907 w 2499435"/>
              <a:gd name="connsiteY2" fmla="*/ 971570 h 1944101"/>
              <a:gd name="connsiteX3" fmla="*/ 1657046 w 2499435"/>
              <a:gd name="connsiteY3" fmla="*/ 1417133 h 1944101"/>
              <a:gd name="connsiteX4" fmla="*/ 2071801 w 2499435"/>
              <a:gd name="connsiteY4" fmla="*/ 1474997 h 1944101"/>
              <a:gd name="connsiteX5" fmla="*/ 2481223 w 2499435"/>
              <a:gd name="connsiteY5" fmla="*/ 1879898 h 1944101"/>
              <a:gd name="connsiteX6" fmla="*/ 2499435 w 2499435"/>
              <a:gd name="connsiteY6" fmla="*/ 1944101 h 1944101"/>
              <a:gd name="connsiteX7" fmla="*/ 0 w 2499435"/>
              <a:gd name="connsiteY7" fmla="*/ 1944101 h 1944101"/>
              <a:gd name="connsiteX8" fmla="*/ 0 w 2499435"/>
              <a:gd name="connsiteY8" fmla="*/ 11019 h 1944101"/>
              <a:gd name="connsiteX9" fmla="*/ 56834 w 2499435"/>
              <a:gd name="connsiteY9" fmla="*/ 3814 h 1944101"/>
              <a:gd name="connsiteX10" fmla="*/ 150043 w 2499435"/>
              <a:gd name="connsiteY10" fmla="*/ 1 h 194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99435" h="1944101">
                <a:moveTo>
                  <a:pt x="150043" y="1"/>
                </a:moveTo>
                <a:cubicBezTo>
                  <a:pt x="358080" y="127"/>
                  <a:pt x="504506" y="63880"/>
                  <a:pt x="684480" y="200792"/>
                </a:cubicBezTo>
                <a:cubicBezTo>
                  <a:pt x="922883" y="382207"/>
                  <a:pt x="1051670" y="685294"/>
                  <a:pt x="1174907" y="971570"/>
                </a:cubicBezTo>
                <a:cubicBezTo>
                  <a:pt x="1267515" y="1186767"/>
                  <a:pt x="1468514" y="1360206"/>
                  <a:pt x="1657046" y="1417133"/>
                </a:cubicBezTo>
                <a:cubicBezTo>
                  <a:pt x="1773942" y="1452399"/>
                  <a:pt x="1956565" y="1433633"/>
                  <a:pt x="2071801" y="1474997"/>
                </a:cubicBezTo>
                <a:cubicBezTo>
                  <a:pt x="2250893" y="1539353"/>
                  <a:pt x="2414199" y="1685034"/>
                  <a:pt x="2481223" y="1879898"/>
                </a:cubicBezTo>
                <a:lnTo>
                  <a:pt x="2499435" y="1944101"/>
                </a:lnTo>
                <a:lnTo>
                  <a:pt x="0" y="1944101"/>
                </a:lnTo>
                <a:lnTo>
                  <a:pt x="0" y="11019"/>
                </a:lnTo>
                <a:lnTo>
                  <a:pt x="56834" y="3814"/>
                </a:lnTo>
                <a:cubicBezTo>
                  <a:pt x="89346" y="1263"/>
                  <a:pt x="120323" y="-17"/>
                  <a:pt x="150043" y="1"/>
                </a:cubicBezTo>
                <a:close/>
              </a:path>
            </a:pathLst>
          </a:custGeom>
          <a:solidFill>
            <a:srgbClr val="E1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egoe UI" panose="020B0502040204020203" pitchFamily="34" charset="0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3810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13055600" y="-900507"/>
            <a:ext cx="1028700" cy="2956077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egoe UI" panose="020B0502040204020203" pitchFamily="34" charset="0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sp>
        <p:nvSpPr>
          <p:cNvPr id="7" name="任意多边形: 形状 6"/>
          <p:cNvSpPr/>
          <p:nvPr userDrawn="1"/>
        </p:nvSpPr>
        <p:spPr>
          <a:xfrm>
            <a:off x="3274" y="5410200"/>
            <a:ext cx="1868272" cy="1453172"/>
          </a:xfrm>
          <a:custGeom>
            <a:avLst/>
            <a:gdLst>
              <a:gd name="connsiteX0" fmla="*/ 150043 w 2499435"/>
              <a:gd name="connsiteY0" fmla="*/ 1 h 1944101"/>
              <a:gd name="connsiteX1" fmla="*/ 684480 w 2499435"/>
              <a:gd name="connsiteY1" fmla="*/ 200792 h 1944101"/>
              <a:gd name="connsiteX2" fmla="*/ 1174907 w 2499435"/>
              <a:gd name="connsiteY2" fmla="*/ 971570 h 1944101"/>
              <a:gd name="connsiteX3" fmla="*/ 1657046 w 2499435"/>
              <a:gd name="connsiteY3" fmla="*/ 1417133 h 1944101"/>
              <a:gd name="connsiteX4" fmla="*/ 2071801 w 2499435"/>
              <a:gd name="connsiteY4" fmla="*/ 1474997 h 1944101"/>
              <a:gd name="connsiteX5" fmla="*/ 2481223 w 2499435"/>
              <a:gd name="connsiteY5" fmla="*/ 1879898 h 1944101"/>
              <a:gd name="connsiteX6" fmla="*/ 2499435 w 2499435"/>
              <a:gd name="connsiteY6" fmla="*/ 1944101 h 1944101"/>
              <a:gd name="connsiteX7" fmla="*/ 0 w 2499435"/>
              <a:gd name="connsiteY7" fmla="*/ 1944101 h 1944101"/>
              <a:gd name="connsiteX8" fmla="*/ 0 w 2499435"/>
              <a:gd name="connsiteY8" fmla="*/ 11019 h 1944101"/>
              <a:gd name="connsiteX9" fmla="*/ 56834 w 2499435"/>
              <a:gd name="connsiteY9" fmla="*/ 3814 h 1944101"/>
              <a:gd name="connsiteX10" fmla="*/ 150043 w 2499435"/>
              <a:gd name="connsiteY10" fmla="*/ 1 h 194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99435" h="1944101">
                <a:moveTo>
                  <a:pt x="150043" y="1"/>
                </a:moveTo>
                <a:cubicBezTo>
                  <a:pt x="358080" y="127"/>
                  <a:pt x="504506" y="63880"/>
                  <a:pt x="684480" y="200792"/>
                </a:cubicBezTo>
                <a:cubicBezTo>
                  <a:pt x="922883" y="382207"/>
                  <a:pt x="1051670" y="685294"/>
                  <a:pt x="1174907" y="971570"/>
                </a:cubicBezTo>
                <a:cubicBezTo>
                  <a:pt x="1267515" y="1186767"/>
                  <a:pt x="1468514" y="1360206"/>
                  <a:pt x="1657046" y="1417133"/>
                </a:cubicBezTo>
                <a:cubicBezTo>
                  <a:pt x="1773942" y="1452399"/>
                  <a:pt x="1956565" y="1433633"/>
                  <a:pt x="2071801" y="1474997"/>
                </a:cubicBezTo>
                <a:cubicBezTo>
                  <a:pt x="2250893" y="1539353"/>
                  <a:pt x="2414199" y="1685034"/>
                  <a:pt x="2481223" y="1879898"/>
                </a:cubicBezTo>
                <a:lnTo>
                  <a:pt x="2499435" y="1944101"/>
                </a:lnTo>
                <a:lnTo>
                  <a:pt x="0" y="1944101"/>
                </a:lnTo>
                <a:lnTo>
                  <a:pt x="0" y="11019"/>
                </a:lnTo>
                <a:lnTo>
                  <a:pt x="56834" y="3814"/>
                </a:lnTo>
                <a:cubicBezTo>
                  <a:pt x="89346" y="1263"/>
                  <a:pt x="120323" y="-17"/>
                  <a:pt x="150043" y="1"/>
                </a:cubicBezTo>
                <a:close/>
              </a:path>
            </a:pathLst>
          </a:custGeom>
          <a:solidFill>
            <a:srgbClr val="E1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egoe UI" panose="020B0502040204020203" pitchFamily="34" charset="0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0" y="2202328"/>
            <a:ext cx="12192000" cy="3545509"/>
          </a:xfrm>
          <a:prstGeom prst="rect">
            <a:avLst/>
          </a:prstGeom>
          <a:solidFill>
            <a:srgbClr val="458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任意多边形: 形状 23"/>
          <p:cNvSpPr/>
          <p:nvPr userDrawn="1"/>
        </p:nvSpPr>
        <p:spPr>
          <a:xfrm>
            <a:off x="10325100" y="-3272"/>
            <a:ext cx="1866900" cy="1156644"/>
          </a:xfrm>
          <a:custGeom>
            <a:avLst/>
            <a:gdLst>
              <a:gd name="connsiteX0" fmla="*/ 29098 w 3136293"/>
              <a:gd name="connsiteY0" fmla="*/ 4763 h 1943101"/>
              <a:gd name="connsiteX1" fmla="*/ 5973 w 3136293"/>
              <a:gd name="connsiteY1" fmla="*/ 152400 h 1943101"/>
              <a:gd name="connsiteX2" fmla="*/ 68547 w 3136293"/>
              <a:gd name="connsiteY2" fmla="*/ 417322 h 1943101"/>
              <a:gd name="connsiteX3" fmla="*/ 497880 w 3136293"/>
              <a:gd name="connsiteY3" fmla="*/ 746125 h 1943101"/>
              <a:gd name="connsiteX4" fmla="*/ 932804 w 3136293"/>
              <a:gd name="connsiteY4" fmla="*/ 793115 h 1943101"/>
              <a:gd name="connsiteX5" fmla="*/ 1438390 w 3136293"/>
              <a:gd name="connsiteY5" fmla="*/ 1154939 h 1943101"/>
              <a:gd name="connsiteX6" fmla="*/ 1952666 w 3136293"/>
              <a:gd name="connsiteY6" fmla="*/ 1780859 h 1943101"/>
              <a:gd name="connsiteX7" fmla="*/ 2610835 w 3136293"/>
              <a:gd name="connsiteY7" fmla="*/ 1940815 h 1943101"/>
              <a:gd name="connsiteX8" fmla="*/ 3137203 w 3136293"/>
              <a:gd name="connsiteY8" fmla="*/ 1816482 h 1943101"/>
              <a:gd name="connsiteX9" fmla="*/ 3137203 w 3136293"/>
              <a:gd name="connsiteY9" fmla="*/ 4826 h 1943101"/>
              <a:gd name="connsiteX10" fmla="*/ 29098 w 3136293"/>
              <a:gd name="connsiteY10" fmla="*/ 4763 h 1943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136293" h="1943101">
                <a:moveTo>
                  <a:pt x="29098" y="4763"/>
                </a:moveTo>
                <a:cubicBezTo>
                  <a:pt x="15797" y="4763"/>
                  <a:pt x="6275" y="143002"/>
                  <a:pt x="5973" y="152400"/>
                </a:cubicBezTo>
                <a:cubicBezTo>
                  <a:pt x="2496" y="249555"/>
                  <a:pt x="29098" y="328422"/>
                  <a:pt x="68547" y="417322"/>
                </a:cubicBezTo>
                <a:cubicBezTo>
                  <a:pt x="138831" y="575564"/>
                  <a:pt x="310080" y="693865"/>
                  <a:pt x="497880" y="746125"/>
                </a:cubicBezTo>
                <a:cubicBezTo>
                  <a:pt x="618721" y="779717"/>
                  <a:pt x="810224" y="764477"/>
                  <a:pt x="932804" y="793115"/>
                </a:cubicBezTo>
                <a:cubicBezTo>
                  <a:pt x="1130504" y="839343"/>
                  <a:pt x="1341278" y="980187"/>
                  <a:pt x="1438390" y="1154939"/>
                </a:cubicBezTo>
                <a:cubicBezTo>
                  <a:pt x="1567620" y="1387412"/>
                  <a:pt x="1702670" y="1633538"/>
                  <a:pt x="1952666" y="1780859"/>
                </a:cubicBezTo>
                <a:cubicBezTo>
                  <a:pt x="2168353" y="1907922"/>
                  <a:pt x="2338090" y="1957389"/>
                  <a:pt x="2610835" y="1940815"/>
                </a:cubicBezTo>
                <a:cubicBezTo>
                  <a:pt x="2901414" y="1923162"/>
                  <a:pt x="3137203" y="1816482"/>
                  <a:pt x="3137203" y="1816482"/>
                </a:cubicBezTo>
                <a:lnTo>
                  <a:pt x="3137203" y="4826"/>
                </a:lnTo>
                <a:cubicBezTo>
                  <a:pt x="3137278" y="4763"/>
                  <a:pt x="33179" y="4763"/>
                  <a:pt x="29098" y="4763"/>
                </a:cubicBezTo>
                <a:close/>
              </a:path>
            </a:pathLst>
          </a:custGeom>
          <a:solidFill>
            <a:srgbClr val="E1F2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Segoe UI" panose="020B0502040204020203" pitchFamily="34" charset="0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4680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13055600" y="-900507"/>
            <a:ext cx="1028700" cy="2956077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egoe UI" panose="020B0502040204020203" pitchFamily="34" charset="0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sp>
        <p:nvSpPr>
          <p:cNvPr id="24" name="任意多边形: 形状 23"/>
          <p:cNvSpPr/>
          <p:nvPr userDrawn="1"/>
        </p:nvSpPr>
        <p:spPr>
          <a:xfrm>
            <a:off x="10229850" y="-4809"/>
            <a:ext cx="1963703" cy="1216618"/>
          </a:xfrm>
          <a:custGeom>
            <a:avLst/>
            <a:gdLst>
              <a:gd name="connsiteX0" fmla="*/ 29098 w 3136293"/>
              <a:gd name="connsiteY0" fmla="*/ 4763 h 1943101"/>
              <a:gd name="connsiteX1" fmla="*/ 5973 w 3136293"/>
              <a:gd name="connsiteY1" fmla="*/ 152400 h 1943101"/>
              <a:gd name="connsiteX2" fmla="*/ 68547 w 3136293"/>
              <a:gd name="connsiteY2" fmla="*/ 417322 h 1943101"/>
              <a:gd name="connsiteX3" fmla="*/ 497880 w 3136293"/>
              <a:gd name="connsiteY3" fmla="*/ 746125 h 1943101"/>
              <a:gd name="connsiteX4" fmla="*/ 932804 w 3136293"/>
              <a:gd name="connsiteY4" fmla="*/ 793115 h 1943101"/>
              <a:gd name="connsiteX5" fmla="*/ 1438390 w 3136293"/>
              <a:gd name="connsiteY5" fmla="*/ 1154939 h 1943101"/>
              <a:gd name="connsiteX6" fmla="*/ 1952666 w 3136293"/>
              <a:gd name="connsiteY6" fmla="*/ 1780859 h 1943101"/>
              <a:gd name="connsiteX7" fmla="*/ 2610835 w 3136293"/>
              <a:gd name="connsiteY7" fmla="*/ 1940815 h 1943101"/>
              <a:gd name="connsiteX8" fmla="*/ 3137203 w 3136293"/>
              <a:gd name="connsiteY8" fmla="*/ 1816482 h 1943101"/>
              <a:gd name="connsiteX9" fmla="*/ 3137203 w 3136293"/>
              <a:gd name="connsiteY9" fmla="*/ 4826 h 1943101"/>
              <a:gd name="connsiteX10" fmla="*/ 29098 w 3136293"/>
              <a:gd name="connsiteY10" fmla="*/ 4763 h 1943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136293" h="1943101">
                <a:moveTo>
                  <a:pt x="29098" y="4763"/>
                </a:moveTo>
                <a:cubicBezTo>
                  <a:pt x="15797" y="4763"/>
                  <a:pt x="6275" y="143002"/>
                  <a:pt x="5973" y="152400"/>
                </a:cubicBezTo>
                <a:cubicBezTo>
                  <a:pt x="2496" y="249555"/>
                  <a:pt x="29098" y="328422"/>
                  <a:pt x="68547" y="417322"/>
                </a:cubicBezTo>
                <a:cubicBezTo>
                  <a:pt x="138831" y="575564"/>
                  <a:pt x="310080" y="693865"/>
                  <a:pt x="497880" y="746125"/>
                </a:cubicBezTo>
                <a:cubicBezTo>
                  <a:pt x="618721" y="779717"/>
                  <a:pt x="810224" y="764477"/>
                  <a:pt x="932804" y="793115"/>
                </a:cubicBezTo>
                <a:cubicBezTo>
                  <a:pt x="1130504" y="839343"/>
                  <a:pt x="1341278" y="980187"/>
                  <a:pt x="1438390" y="1154939"/>
                </a:cubicBezTo>
                <a:cubicBezTo>
                  <a:pt x="1567620" y="1387412"/>
                  <a:pt x="1702670" y="1633538"/>
                  <a:pt x="1952666" y="1780859"/>
                </a:cubicBezTo>
                <a:cubicBezTo>
                  <a:pt x="2168353" y="1907922"/>
                  <a:pt x="2338090" y="1957389"/>
                  <a:pt x="2610835" y="1940815"/>
                </a:cubicBezTo>
                <a:cubicBezTo>
                  <a:pt x="2901414" y="1923162"/>
                  <a:pt x="3137203" y="1816482"/>
                  <a:pt x="3137203" y="1816482"/>
                </a:cubicBezTo>
                <a:lnTo>
                  <a:pt x="3137203" y="4826"/>
                </a:lnTo>
                <a:cubicBezTo>
                  <a:pt x="3137278" y="4763"/>
                  <a:pt x="33179" y="4763"/>
                  <a:pt x="29098" y="4763"/>
                </a:cubicBezTo>
                <a:close/>
              </a:path>
            </a:pathLst>
          </a:custGeom>
          <a:solidFill>
            <a:srgbClr val="E1F2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Segoe UI" panose="020B0502040204020203" pitchFamily="34" charset="0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4361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6"/>
          <p:cNvSpPr/>
          <p:nvPr userDrawn="1">
            <p:custDataLst>
              <p:tags r:id="rId1"/>
            </p:custDataLst>
          </p:nvPr>
        </p:nvSpPr>
        <p:spPr>
          <a:xfrm>
            <a:off x="3275" y="5663417"/>
            <a:ext cx="1542722" cy="1199954"/>
          </a:xfrm>
          <a:custGeom>
            <a:avLst/>
            <a:gdLst>
              <a:gd name="connsiteX0" fmla="*/ 150043 w 2499435"/>
              <a:gd name="connsiteY0" fmla="*/ 1 h 1944101"/>
              <a:gd name="connsiteX1" fmla="*/ 684480 w 2499435"/>
              <a:gd name="connsiteY1" fmla="*/ 200792 h 1944101"/>
              <a:gd name="connsiteX2" fmla="*/ 1174907 w 2499435"/>
              <a:gd name="connsiteY2" fmla="*/ 971570 h 1944101"/>
              <a:gd name="connsiteX3" fmla="*/ 1657046 w 2499435"/>
              <a:gd name="connsiteY3" fmla="*/ 1417133 h 1944101"/>
              <a:gd name="connsiteX4" fmla="*/ 2071801 w 2499435"/>
              <a:gd name="connsiteY4" fmla="*/ 1474997 h 1944101"/>
              <a:gd name="connsiteX5" fmla="*/ 2481223 w 2499435"/>
              <a:gd name="connsiteY5" fmla="*/ 1879898 h 1944101"/>
              <a:gd name="connsiteX6" fmla="*/ 2499435 w 2499435"/>
              <a:gd name="connsiteY6" fmla="*/ 1944101 h 1944101"/>
              <a:gd name="connsiteX7" fmla="*/ 0 w 2499435"/>
              <a:gd name="connsiteY7" fmla="*/ 1944101 h 1944101"/>
              <a:gd name="connsiteX8" fmla="*/ 0 w 2499435"/>
              <a:gd name="connsiteY8" fmla="*/ 11019 h 1944101"/>
              <a:gd name="connsiteX9" fmla="*/ 56834 w 2499435"/>
              <a:gd name="connsiteY9" fmla="*/ 3814 h 1944101"/>
              <a:gd name="connsiteX10" fmla="*/ 150043 w 2499435"/>
              <a:gd name="connsiteY10" fmla="*/ 1 h 194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99435" h="1944101">
                <a:moveTo>
                  <a:pt x="150043" y="1"/>
                </a:moveTo>
                <a:cubicBezTo>
                  <a:pt x="358080" y="127"/>
                  <a:pt x="504506" y="63880"/>
                  <a:pt x="684480" y="200792"/>
                </a:cubicBezTo>
                <a:cubicBezTo>
                  <a:pt x="922883" y="382207"/>
                  <a:pt x="1051670" y="685294"/>
                  <a:pt x="1174907" y="971570"/>
                </a:cubicBezTo>
                <a:cubicBezTo>
                  <a:pt x="1267515" y="1186767"/>
                  <a:pt x="1468514" y="1360206"/>
                  <a:pt x="1657046" y="1417133"/>
                </a:cubicBezTo>
                <a:cubicBezTo>
                  <a:pt x="1773942" y="1452399"/>
                  <a:pt x="1956565" y="1433633"/>
                  <a:pt x="2071801" y="1474997"/>
                </a:cubicBezTo>
                <a:cubicBezTo>
                  <a:pt x="2250893" y="1539353"/>
                  <a:pt x="2414199" y="1685034"/>
                  <a:pt x="2481223" y="1879898"/>
                </a:cubicBezTo>
                <a:lnTo>
                  <a:pt x="2499435" y="1944101"/>
                </a:lnTo>
                <a:lnTo>
                  <a:pt x="0" y="1944101"/>
                </a:lnTo>
                <a:lnTo>
                  <a:pt x="0" y="11019"/>
                </a:lnTo>
                <a:lnTo>
                  <a:pt x="56834" y="3814"/>
                </a:lnTo>
                <a:cubicBezTo>
                  <a:pt x="89346" y="1263"/>
                  <a:pt x="120323" y="-17"/>
                  <a:pt x="150043" y="1"/>
                </a:cubicBezTo>
                <a:close/>
              </a:path>
            </a:pathLst>
          </a:custGeom>
          <a:solidFill>
            <a:srgbClr val="E1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egoe UI" panose="020B0502040204020203" pitchFamily="34" charset="0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7257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B2DA330-99E0-4B4D-9C61-82CFEE5A232F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8E02866-32EA-4EDE-B1EF-E5D366E4AC4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1" name="Picture 25" descr="C:/桌面/工作/两万页！我的钱！我来了！/211c528faaa192234954aff8b26d7f8c.png211c528faaa192234954aff8b26d7f8c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rcRect l="213" r="213"/>
          <a:stretch>
            <a:fillRect/>
          </a:stretch>
        </p:blipFill>
        <p:spPr>
          <a:xfrm>
            <a:off x="11414760" y="204470"/>
            <a:ext cx="526415" cy="528955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999504064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8250" y="-1"/>
            <a:ext cx="7143751" cy="5262910"/>
          </a:xfrm>
          <a:prstGeom prst="rect">
            <a:avLst/>
          </a:prstGeom>
        </p:spPr>
      </p:pic>
      <p:sp>
        <p:nvSpPr>
          <p:cNvPr id="25" name="任意多边形: 形状 24"/>
          <p:cNvSpPr/>
          <p:nvPr userDrawn="1"/>
        </p:nvSpPr>
        <p:spPr>
          <a:xfrm flipH="1" flipV="1">
            <a:off x="-895" y="5782746"/>
            <a:ext cx="1487842" cy="1097060"/>
          </a:xfrm>
          <a:custGeom>
            <a:avLst/>
            <a:gdLst>
              <a:gd name="connsiteX0" fmla="*/ 13804 w 1487842"/>
              <a:gd name="connsiteY0" fmla="*/ 2689 h 1097060"/>
              <a:gd name="connsiteX1" fmla="*/ 2833 w 1487842"/>
              <a:gd name="connsiteY1" fmla="*/ 86044 h 1097060"/>
              <a:gd name="connsiteX2" fmla="*/ 32519 w 1487842"/>
              <a:gd name="connsiteY2" fmla="*/ 235617 h 1097060"/>
              <a:gd name="connsiteX3" fmla="*/ 236192 w 1487842"/>
              <a:gd name="connsiteY3" fmla="*/ 421257 h 1097060"/>
              <a:gd name="connsiteX4" fmla="*/ 442518 w 1487842"/>
              <a:gd name="connsiteY4" fmla="*/ 447787 h 1097060"/>
              <a:gd name="connsiteX5" fmla="*/ 682365 w 1487842"/>
              <a:gd name="connsiteY5" fmla="*/ 652070 h 1097060"/>
              <a:gd name="connsiteX6" fmla="*/ 926335 w 1487842"/>
              <a:gd name="connsiteY6" fmla="*/ 1005459 h 1097060"/>
              <a:gd name="connsiteX7" fmla="*/ 1238567 w 1487842"/>
              <a:gd name="connsiteY7" fmla="*/ 1095770 h 1097060"/>
              <a:gd name="connsiteX8" fmla="*/ 1488274 w 1487842"/>
              <a:gd name="connsiteY8" fmla="*/ 1025572 h 1097060"/>
              <a:gd name="connsiteX9" fmla="*/ 1488274 w 1487842"/>
              <a:gd name="connsiteY9" fmla="*/ 2725 h 1097060"/>
              <a:gd name="connsiteX10" fmla="*/ 13804 w 1487842"/>
              <a:gd name="connsiteY10" fmla="*/ 2689 h 1097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87842" h="1097060">
                <a:moveTo>
                  <a:pt x="13804" y="2689"/>
                </a:moveTo>
                <a:cubicBezTo>
                  <a:pt x="7494" y="2689"/>
                  <a:pt x="2977" y="80738"/>
                  <a:pt x="2833" y="86044"/>
                </a:cubicBezTo>
                <a:cubicBezTo>
                  <a:pt x="1184" y="140897"/>
                  <a:pt x="13804" y="185425"/>
                  <a:pt x="32519" y="235617"/>
                </a:cubicBezTo>
                <a:cubicBezTo>
                  <a:pt x="65861" y="324959"/>
                  <a:pt x="147100" y="391751"/>
                  <a:pt x="236192" y="421257"/>
                </a:cubicBezTo>
                <a:cubicBezTo>
                  <a:pt x="293518" y="440222"/>
                  <a:pt x="384366" y="431618"/>
                  <a:pt x="442518" y="447787"/>
                </a:cubicBezTo>
                <a:cubicBezTo>
                  <a:pt x="536306" y="473887"/>
                  <a:pt x="636296" y="553406"/>
                  <a:pt x="682365" y="652070"/>
                </a:cubicBezTo>
                <a:cubicBezTo>
                  <a:pt x="743671" y="783323"/>
                  <a:pt x="807738" y="922283"/>
                  <a:pt x="926335" y="1005459"/>
                </a:cubicBezTo>
                <a:cubicBezTo>
                  <a:pt x="1028656" y="1077198"/>
                  <a:pt x="1109179" y="1105127"/>
                  <a:pt x="1238567" y="1095770"/>
                </a:cubicBezTo>
                <a:cubicBezTo>
                  <a:pt x="1376417" y="1085803"/>
                  <a:pt x="1488274" y="1025572"/>
                  <a:pt x="1488274" y="1025572"/>
                </a:cubicBezTo>
                <a:lnTo>
                  <a:pt x="1488274" y="2725"/>
                </a:lnTo>
                <a:cubicBezTo>
                  <a:pt x="1488309" y="2689"/>
                  <a:pt x="15740" y="2689"/>
                  <a:pt x="13804" y="2689"/>
                </a:cubicBezTo>
                <a:close/>
              </a:path>
            </a:pathLst>
          </a:custGeom>
          <a:solidFill>
            <a:srgbClr val="ABDBFF">
              <a:alpha val="50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Segoe UI" panose="020B0502040204020203" pitchFamily="34" charset="0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33595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图形 3"/>
          <p:cNvGrpSpPr/>
          <p:nvPr userDrawn="1"/>
        </p:nvGrpSpPr>
        <p:grpSpPr>
          <a:xfrm>
            <a:off x="9684431" y="-4765"/>
            <a:ext cx="3136325" cy="1943101"/>
            <a:chOff x="9747931" y="-4765"/>
            <a:chExt cx="3136325" cy="1943101"/>
          </a:xfrm>
        </p:grpSpPr>
        <p:sp>
          <p:nvSpPr>
            <p:cNvPr id="4" name="任意多边形: 形状 3"/>
            <p:cNvSpPr/>
            <p:nvPr/>
          </p:nvSpPr>
          <p:spPr>
            <a:xfrm>
              <a:off x="9747931" y="-4765"/>
              <a:ext cx="3136293" cy="1943101"/>
            </a:xfrm>
            <a:custGeom>
              <a:avLst/>
              <a:gdLst>
                <a:gd name="connsiteX0" fmla="*/ 29098 w 3136293"/>
                <a:gd name="connsiteY0" fmla="*/ 4763 h 1943101"/>
                <a:gd name="connsiteX1" fmla="*/ 5973 w 3136293"/>
                <a:gd name="connsiteY1" fmla="*/ 152400 h 1943101"/>
                <a:gd name="connsiteX2" fmla="*/ 68547 w 3136293"/>
                <a:gd name="connsiteY2" fmla="*/ 417322 h 1943101"/>
                <a:gd name="connsiteX3" fmla="*/ 497880 w 3136293"/>
                <a:gd name="connsiteY3" fmla="*/ 746125 h 1943101"/>
                <a:gd name="connsiteX4" fmla="*/ 932804 w 3136293"/>
                <a:gd name="connsiteY4" fmla="*/ 793115 h 1943101"/>
                <a:gd name="connsiteX5" fmla="*/ 1438390 w 3136293"/>
                <a:gd name="connsiteY5" fmla="*/ 1154939 h 1943101"/>
                <a:gd name="connsiteX6" fmla="*/ 1952666 w 3136293"/>
                <a:gd name="connsiteY6" fmla="*/ 1780859 h 1943101"/>
                <a:gd name="connsiteX7" fmla="*/ 2610835 w 3136293"/>
                <a:gd name="connsiteY7" fmla="*/ 1940815 h 1943101"/>
                <a:gd name="connsiteX8" fmla="*/ 3137203 w 3136293"/>
                <a:gd name="connsiteY8" fmla="*/ 1816482 h 1943101"/>
                <a:gd name="connsiteX9" fmla="*/ 3137203 w 3136293"/>
                <a:gd name="connsiteY9" fmla="*/ 4826 h 1943101"/>
                <a:gd name="connsiteX10" fmla="*/ 29098 w 3136293"/>
                <a:gd name="connsiteY10" fmla="*/ 4763 h 1943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136293" h="1943101">
                  <a:moveTo>
                    <a:pt x="29098" y="4763"/>
                  </a:moveTo>
                  <a:cubicBezTo>
                    <a:pt x="15797" y="4763"/>
                    <a:pt x="6275" y="143002"/>
                    <a:pt x="5973" y="152400"/>
                  </a:cubicBezTo>
                  <a:cubicBezTo>
                    <a:pt x="2496" y="249555"/>
                    <a:pt x="29098" y="328422"/>
                    <a:pt x="68547" y="417322"/>
                  </a:cubicBezTo>
                  <a:cubicBezTo>
                    <a:pt x="138831" y="575564"/>
                    <a:pt x="310080" y="693865"/>
                    <a:pt x="497880" y="746125"/>
                  </a:cubicBezTo>
                  <a:cubicBezTo>
                    <a:pt x="618721" y="779717"/>
                    <a:pt x="810224" y="764477"/>
                    <a:pt x="932804" y="793115"/>
                  </a:cubicBezTo>
                  <a:cubicBezTo>
                    <a:pt x="1130504" y="839343"/>
                    <a:pt x="1341278" y="980187"/>
                    <a:pt x="1438390" y="1154939"/>
                  </a:cubicBezTo>
                  <a:cubicBezTo>
                    <a:pt x="1567620" y="1387412"/>
                    <a:pt x="1702670" y="1633538"/>
                    <a:pt x="1952666" y="1780859"/>
                  </a:cubicBezTo>
                  <a:cubicBezTo>
                    <a:pt x="2168353" y="1907922"/>
                    <a:pt x="2338090" y="1957389"/>
                    <a:pt x="2610835" y="1940815"/>
                  </a:cubicBezTo>
                  <a:cubicBezTo>
                    <a:pt x="2901414" y="1923162"/>
                    <a:pt x="3137203" y="1816482"/>
                    <a:pt x="3137203" y="1816482"/>
                  </a:cubicBezTo>
                  <a:lnTo>
                    <a:pt x="3137203" y="4826"/>
                  </a:lnTo>
                  <a:cubicBezTo>
                    <a:pt x="3137278" y="4763"/>
                    <a:pt x="33179" y="4763"/>
                    <a:pt x="29098" y="4763"/>
                  </a:cubicBezTo>
                  <a:close/>
                </a:path>
              </a:pathLst>
            </a:custGeom>
            <a:solidFill>
              <a:srgbClr val="E1F2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Segoe UI" panose="020B0502040204020203" pitchFamily="34" charset="0"/>
                <a:ea typeface="微软雅黑" panose="020B0503020204020204" pitchFamily="34" charset="-122"/>
                <a:sym typeface="Segoe UI" panose="020B0502040204020203" pitchFamily="34" charset="0"/>
              </a:endParaRPr>
            </a:p>
          </p:txBody>
        </p:sp>
        <p:sp>
          <p:nvSpPr>
            <p:cNvPr id="5" name="任意多边形: 形状 4"/>
            <p:cNvSpPr/>
            <p:nvPr/>
          </p:nvSpPr>
          <p:spPr>
            <a:xfrm>
              <a:off x="9899109" y="-3775"/>
              <a:ext cx="2985147" cy="1835151"/>
            </a:xfrm>
            <a:custGeom>
              <a:avLst/>
              <a:gdLst>
                <a:gd name="connsiteX0" fmla="*/ 2986100 w 2985146"/>
                <a:gd name="connsiteY0" fmla="*/ 3773 h 1835150"/>
                <a:gd name="connsiteX1" fmla="*/ 2986100 w 2985146"/>
                <a:gd name="connsiteY1" fmla="*/ 1602069 h 1835150"/>
                <a:gd name="connsiteX2" fmla="*/ 1156470 w 2985146"/>
                <a:gd name="connsiteY2" fmla="*/ 1027838 h 1835150"/>
                <a:gd name="connsiteX3" fmla="*/ 328866 w 2985146"/>
                <a:gd name="connsiteY3" fmla="*/ 600864 h 1835150"/>
                <a:gd name="connsiteX4" fmla="*/ 10173 w 2985146"/>
                <a:gd name="connsiteY4" fmla="*/ 3773 h 1835150"/>
                <a:gd name="connsiteX5" fmla="*/ 2986100 w 2985146"/>
                <a:gd name="connsiteY5" fmla="*/ 3773 h 1835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85146" h="1835150">
                  <a:moveTo>
                    <a:pt x="2986100" y="3773"/>
                  </a:moveTo>
                  <a:lnTo>
                    <a:pt x="2986100" y="1602069"/>
                  </a:lnTo>
                  <a:cubicBezTo>
                    <a:pt x="1865801" y="2255485"/>
                    <a:pt x="1394677" y="1375183"/>
                    <a:pt x="1156470" y="1027838"/>
                  </a:cubicBezTo>
                  <a:cubicBezTo>
                    <a:pt x="785782" y="487326"/>
                    <a:pt x="658895" y="763869"/>
                    <a:pt x="328866" y="600864"/>
                  </a:cubicBezTo>
                  <a:cubicBezTo>
                    <a:pt x="68062" y="471959"/>
                    <a:pt x="-20056" y="234278"/>
                    <a:pt x="10173" y="3773"/>
                  </a:cubicBezTo>
                  <a:lnTo>
                    <a:pt x="2986100" y="3773"/>
                  </a:lnTo>
                  <a:close/>
                </a:path>
              </a:pathLst>
            </a:custGeom>
            <a:solidFill>
              <a:srgbClr val="4588FF"/>
            </a:solidFill>
            <a:ln w="75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Segoe UI" panose="020B0502040204020203" pitchFamily="34" charset="0"/>
                <a:ea typeface="微软雅黑" panose="020B0503020204020204" pitchFamily="34" charset="-122"/>
                <a:sym typeface="Segoe UI" panose="020B0502040204020203" pitchFamily="34" charset="0"/>
              </a:endParaRPr>
            </a:p>
          </p:txBody>
        </p:sp>
      </p:grpSp>
      <p:sp>
        <p:nvSpPr>
          <p:cNvPr id="6" name="矩形 5"/>
          <p:cNvSpPr/>
          <p:nvPr userDrawn="1"/>
        </p:nvSpPr>
        <p:spPr>
          <a:xfrm>
            <a:off x="12192000" y="-247651"/>
            <a:ext cx="1028700" cy="2956077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egoe UI" panose="020B0502040204020203" pitchFamily="34" charset="0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sp>
        <p:nvSpPr>
          <p:cNvPr id="7" name="任意多边形: 形状 6"/>
          <p:cNvSpPr/>
          <p:nvPr userDrawn="1"/>
        </p:nvSpPr>
        <p:spPr>
          <a:xfrm>
            <a:off x="1" y="4913900"/>
            <a:ext cx="2499435" cy="1944101"/>
          </a:xfrm>
          <a:custGeom>
            <a:avLst/>
            <a:gdLst>
              <a:gd name="connsiteX0" fmla="*/ 150043 w 2499435"/>
              <a:gd name="connsiteY0" fmla="*/ 1 h 1944101"/>
              <a:gd name="connsiteX1" fmla="*/ 684480 w 2499435"/>
              <a:gd name="connsiteY1" fmla="*/ 200792 h 1944101"/>
              <a:gd name="connsiteX2" fmla="*/ 1174907 w 2499435"/>
              <a:gd name="connsiteY2" fmla="*/ 971570 h 1944101"/>
              <a:gd name="connsiteX3" fmla="*/ 1657046 w 2499435"/>
              <a:gd name="connsiteY3" fmla="*/ 1417133 h 1944101"/>
              <a:gd name="connsiteX4" fmla="*/ 2071801 w 2499435"/>
              <a:gd name="connsiteY4" fmla="*/ 1474997 h 1944101"/>
              <a:gd name="connsiteX5" fmla="*/ 2481223 w 2499435"/>
              <a:gd name="connsiteY5" fmla="*/ 1879898 h 1944101"/>
              <a:gd name="connsiteX6" fmla="*/ 2499435 w 2499435"/>
              <a:gd name="connsiteY6" fmla="*/ 1944101 h 1944101"/>
              <a:gd name="connsiteX7" fmla="*/ 0 w 2499435"/>
              <a:gd name="connsiteY7" fmla="*/ 1944101 h 1944101"/>
              <a:gd name="connsiteX8" fmla="*/ 0 w 2499435"/>
              <a:gd name="connsiteY8" fmla="*/ 11019 h 1944101"/>
              <a:gd name="connsiteX9" fmla="*/ 56834 w 2499435"/>
              <a:gd name="connsiteY9" fmla="*/ 3814 h 1944101"/>
              <a:gd name="connsiteX10" fmla="*/ 150043 w 2499435"/>
              <a:gd name="connsiteY10" fmla="*/ 1 h 194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99435" h="1944101">
                <a:moveTo>
                  <a:pt x="150043" y="1"/>
                </a:moveTo>
                <a:cubicBezTo>
                  <a:pt x="358080" y="127"/>
                  <a:pt x="504506" y="63880"/>
                  <a:pt x="684480" y="200792"/>
                </a:cubicBezTo>
                <a:cubicBezTo>
                  <a:pt x="922883" y="382207"/>
                  <a:pt x="1051670" y="685294"/>
                  <a:pt x="1174907" y="971570"/>
                </a:cubicBezTo>
                <a:cubicBezTo>
                  <a:pt x="1267515" y="1186767"/>
                  <a:pt x="1468514" y="1360206"/>
                  <a:pt x="1657046" y="1417133"/>
                </a:cubicBezTo>
                <a:cubicBezTo>
                  <a:pt x="1773942" y="1452399"/>
                  <a:pt x="1956565" y="1433633"/>
                  <a:pt x="2071801" y="1474997"/>
                </a:cubicBezTo>
                <a:cubicBezTo>
                  <a:pt x="2250893" y="1539353"/>
                  <a:pt x="2414199" y="1685034"/>
                  <a:pt x="2481223" y="1879898"/>
                </a:cubicBezTo>
                <a:lnTo>
                  <a:pt x="2499435" y="1944101"/>
                </a:lnTo>
                <a:lnTo>
                  <a:pt x="0" y="1944101"/>
                </a:lnTo>
                <a:lnTo>
                  <a:pt x="0" y="11019"/>
                </a:lnTo>
                <a:lnTo>
                  <a:pt x="56834" y="3814"/>
                </a:lnTo>
                <a:cubicBezTo>
                  <a:pt x="89346" y="1263"/>
                  <a:pt x="120323" y="-17"/>
                  <a:pt x="150043" y="1"/>
                </a:cubicBezTo>
                <a:close/>
              </a:path>
            </a:pathLst>
          </a:custGeom>
          <a:solidFill>
            <a:srgbClr val="E1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egoe UI" panose="020B0502040204020203" pitchFamily="34" charset="0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8404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13055600" y="-900507"/>
            <a:ext cx="1028700" cy="2956077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egoe UI" panose="020B0502040204020203" pitchFamily="34" charset="0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sp>
        <p:nvSpPr>
          <p:cNvPr id="7" name="任意多边形: 形状 6"/>
          <p:cNvSpPr/>
          <p:nvPr userDrawn="1"/>
        </p:nvSpPr>
        <p:spPr>
          <a:xfrm>
            <a:off x="3274" y="5410200"/>
            <a:ext cx="1868272" cy="1453172"/>
          </a:xfrm>
          <a:custGeom>
            <a:avLst/>
            <a:gdLst>
              <a:gd name="connsiteX0" fmla="*/ 150043 w 2499435"/>
              <a:gd name="connsiteY0" fmla="*/ 1 h 1944101"/>
              <a:gd name="connsiteX1" fmla="*/ 684480 w 2499435"/>
              <a:gd name="connsiteY1" fmla="*/ 200792 h 1944101"/>
              <a:gd name="connsiteX2" fmla="*/ 1174907 w 2499435"/>
              <a:gd name="connsiteY2" fmla="*/ 971570 h 1944101"/>
              <a:gd name="connsiteX3" fmla="*/ 1657046 w 2499435"/>
              <a:gd name="connsiteY3" fmla="*/ 1417133 h 1944101"/>
              <a:gd name="connsiteX4" fmla="*/ 2071801 w 2499435"/>
              <a:gd name="connsiteY4" fmla="*/ 1474997 h 1944101"/>
              <a:gd name="connsiteX5" fmla="*/ 2481223 w 2499435"/>
              <a:gd name="connsiteY5" fmla="*/ 1879898 h 1944101"/>
              <a:gd name="connsiteX6" fmla="*/ 2499435 w 2499435"/>
              <a:gd name="connsiteY6" fmla="*/ 1944101 h 1944101"/>
              <a:gd name="connsiteX7" fmla="*/ 0 w 2499435"/>
              <a:gd name="connsiteY7" fmla="*/ 1944101 h 1944101"/>
              <a:gd name="connsiteX8" fmla="*/ 0 w 2499435"/>
              <a:gd name="connsiteY8" fmla="*/ 11019 h 1944101"/>
              <a:gd name="connsiteX9" fmla="*/ 56834 w 2499435"/>
              <a:gd name="connsiteY9" fmla="*/ 3814 h 1944101"/>
              <a:gd name="connsiteX10" fmla="*/ 150043 w 2499435"/>
              <a:gd name="connsiteY10" fmla="*/ 1 h 194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99435" h="1944101">
                <a:moveTo>
                  <a:pt x="150043" y="1"/>
                </a:moveTo>
                <a:cubicBezTo>
                  <a:pt x="358080" y="127"/>
                  <a:pt x="504506" y="63880"/>
                  <a:pt x="684480" y="200792"/>
                </a:cubicBezTo>
                <a:cubicBezTo>
                  <a:pt x="922883" y="382207"/>
                  <a:pt x="1051670" y="685294"/>
                  <a:pt x="1174907" y="971570"/>
                </a:cubicBezTo>
                <a:cubicBezTo>
                  <a:pt x="1267515" y="1186767"/>
                  <a:pt x="1468514" y="1360206"/>
                  <a:pt x="1657046" y="1417133"/>
                </a:cubicBezTo>
                <a:cubicBezTo>
                  <a:pt x="1773942" y="1452399"/>
                  <a:pt x="1956565" y="1433633"/>
                  <a:pt x="2071801" y="1474997"/>
                </a:cubicBezTo>
                <a:cubicBezTo>
                  <a:pt x="2250893" y="1539353"/>
                  <a:pt x="2414199" y="1685034"/>
                  <a:pt x="2481223" y="1879898"/>
                </a:cubicBezTo>
                <a:lnTo>
                  <a:pt x="2499435" y="1944101"/>
                </a:lnTo>
                <a:lnTo>
                  <a:pt x="0" y="1944101"/>
                </a:lnTo>
                <a:lnTo>
                  <a:pt x="0" y="11019"/>
                </a:lnTo>
                <a:lnTo>
                  <a:pt x="56834" y="3814"/>
                </a:lnTo>
                <a:cubicBezTo>
                  <a:pt x="89346" y="1263"/>
                  <a:pt x="120323" y="-17"/>
                  <a:pt x="150043" y="1"/>
                </a:cubicBezTo>
                <a:close/>
              </a:path>
            </a:pathLst>
          </a:custGeom>
          <a:solidFill>
            <a:srgbClr val="E1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egoe UI" panose="020B0502040204020203" pitchFamily="34" charset="0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0" y="2202328"/>
            <a:ext cx="12192000" cy="3545509"/>
          </a:xfrm>
          <a:prstGeom prst="rect">
            <a:avLst/>
          </a:prstGeom>
          <a:solidFill>
            <a:srgbClr val="458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任意多边形: 形状 23"/>
          <p:cNvSpPr/>
          <p:nvPr userDrawn="1"/>
        </p:nvSpPr>
        <p:spPr>
          <a:xfrm>
            <a:off x="10325100" y="-3272"/>
            <a:ext cx="1866900" cy="1156644"/>
          </a:xfrm>
          <a:custGeom>
            <a:avLst/>
            <a:gdLst>
              <a:gd name="connsiteX0" fmla="*/ 29098 w 3136293"/>
              <a:gd name="connsiteY0" fmla="*/ 4763 h 1943101"/>
              <a:gd name="connsiteX1" fmla="*/ 5973 w 3136293"/>
              <a:gd name="connsiteY1" fmla="*/ 152400 h 1943101"/>
              <a:gd name="connsiteX2" fmla="*/ 68547 w 3136293"/>
              <a:gd name="connsiteY2" fmla="*/ 417322 h 1943101"/>
              <a:gd name="connsiteX3" fmla="*/ 497880 w 3136293"/>
              <a:gd name="connsiteY3" fmla="*/ 746125 h 1943101"/>
              <a:gd name="connsiteX4" fmla="*/ 932804 w 3136293"/>
              <a:gd name="connsiteY4" fmla="*/ 793115 h 1943101"/>
              <a:gd name="connsiteX5" fmla="*/ 1438390 w 3136293"/>
              <a:gd name="connsiteY5" fmla="*/ 1154939 h 1943101"/>
              <a:gd name="connsiteX6" fmla="*/ 1952666 w 3136293"/>
              <a:gd name="connsiteY6" fmla="*/ 1780859 h 1943101"/>
              <a:gd name="connsiteX7" fmla="*/ 2610835 w 3136293"/>
              <a:gd name="connsiteY7" fmla="*/ 1940815 h 1943101"/>
              <a:gd name="connsiteX8" fmla="*/ 3137203 w 3136293"/>
              <a:gd name="connsiteY8" fmla="*/ 1816482 h 1943101"/>
              <a:gd name="connsiteX9" fmla="*/ 3137203 w 3136293"/>
              <a:gd name="connsiteY9" fmla="*/ 4826 h 1943101"/>
              <a:gd name="connsiteX10" fmla="*/ 29098 w 3136293"/>
              <a:gd name="connsiteY10" fmla="*/ 4763 h 1943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136293" h="1943101">
                <a:moveTo>
                  <a:pt x="29098" y="4763"/>
                </a:moveTo>
                <a:cubicBezTo>
                  <a:pt x="15797" y="4763"/>
                  <a:pt x="6275" y="143002"/>
                  <a:pt x="5973" y="152400"/>
                </a:cubicBezTo>
                <a:cubicBezTo>
                  <a:pt x="2496" y="249555"/>
                  <a:pt x="29098" y="328422"/>
                  <a:pt x="68547" y="417322"/>
                </a:cubicBezTo>
                <a:cubicBezTo>
                  <a:pt x="138831" y="575564"/>
                  <a:pt x="310080" y="693865"/>
                  <a:pt x="497880" y="746125"/>
                </a:cubicBezTo>
                <a:cubicBezTo>
                  <a:pt x="618721" y="779717"/>
                  <a:pt x="810224" y="764477"/>
                  <a:pt x="932804" y="793115"/>
                </a:cubicBezTo>
                <a:cubicBezTo>
                  <a:pt x="1130504" y="839343"/>
                  <a:pt x="1341278" y="980187"/>
                  <a:pt x="1438390" y="1154939"/>
                </a:cubicBezTo>
                <a:cubicBezTo>
                  <a:pt x="1567620" y="1387412"/>
                  <a:pt x="1702670" y="1633538"/>
                  <a:pt x="1952666" y="1780859"/>
                </a:cubicBezTo>
                <a:cubicBezTo>
                  <a:pt x="2168353" y="1907922"/>
                  <a:pt x="2338090" y="1957389"/>
                  <a:pt x="2610835" y="1940815"/>
                </a:cubicBezTo>
                <a:cubicBezTo>
                  <a:pt x="2901414" y="1923162"/>
                  <a:pt x="3137203" y="1816482"/>
                  <a:pt x="3137203" y="1816482"/>
                </a:cubicBezTo>
                <a:lnTo>
                  <a:pt x="3137203" y="4826"/>
                </a:lnTo>
                <a:cubicBezTo>
                  <a:pt x="3137278" y="4763"/>
                  <a:pt x="33179" y="4763"/>
                  <a:pt x="29098" y="4763"/>
                </a:cubicBezTo>
                <a:close/>
              </a:path>
            </a:pathLst>
          </a:custGeom>
          <a:solidFill>
            <a:srgbClr val="E1F2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Segoe UI" panose="020B0502040204020203" pitchFamily="34" charset="0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334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13055600" y="-900507"/>
            <a:ext cx="1028700" cy="2956077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egoe UI" panose="020B0502040204020203" pitchFamily="34" charset="0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sp>
        <p:nvSpPr>
          <p:cNvPr id="24" name="任意多边形: 形状 23"/>
          <p:cNvSpPr/>
          <p:nvPr userDrawn="1"/>
        </p:nvSpPr>
        <p:spPr>
          <a:xfrm>
            <a:off x="10229850" y="-4809"/>
            <a:ext cx="1963703" cy="1216618"/>
          </a:xfrm>
          <a:custGeom>
            <a:avLst/>
            <a:gdLst>
              <a:gd name="connsiteX0" fmla="*/ 29098 w 3136293"/>
              <a:gd name="connsiteY0" fmla="*/ 4763 h 1943101"/>
              <a:gd name="connsiteX1" fmla="*/ 5973 w 3136293"/>
              <a:gd name="connsiteY1" fmla="*/ 152400 h 1943101"/>
              <a:gd name="connsiteX2" fmla="*/ 68547 w 3136293"/>
              <a:gd name="connsiteY2" fmla="*/ 417322 h 1943101"/>
              <a:gd name="connsiteX3" fmla="*/ 497880 w 3136293"/>
              <a:gd name="connsiteY3" fmla="*/ 746125 h 1943101"/>
              <a:gd name="connsiteX4" fmla="*/ 932804 w 3136293"/>
              <a:gd name="connsiteY4" fmla="*/ 793115 h 1943101"/>
              <a:gd name="connsiteX5" fmla="*/ 1438390 w 3136293"/>
              <a:gd name="connsiteY5" fmla="*/ 1154939 h 1943101"/>
              <a:gd name="connsiteX6" fmla="*/ 1952666 w 3136293"/>
              <a:gd name="connsiteY6" fmla="*/ 1780859 h 1943101"/>
              <a:gd name="connsiteX7" fmla="*/ 2610835 w 3136293"/>
              <a:gd name="connsiteY7" fmla="*/ 1940815 h 1943101"/>
              <a:gd name="connsiteX8" fmla="*/ 3137203 w 3136293"/>
              <a:gd name="connsiteY8" fmla="*/ 1816482 h 1943101"/>
              <a:gd name="connsiteX9" fmla="*/ 3137203 w 3136293"/>
              <a:gd name="connsiteY9" fmla="*/ 4826 h 1943101"/>
              <a:gd name="connsiteX10" fmla="*/ 29098 w 3136293"/>
              <a:gd name="connsiteY10" fmla="*/ 4763 h 1943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136293" h="1943101">
                <a:moveTo>
                  <a:pt x="29098" y="4763"/>
                </a:moveTo>
                <a:cubicBezTo>
                  <a:pt x="15797" y="4763"/>
                  <a:pt x="6275" y="143002"/>
                  <a:pt x="5973" y="152400"/>
                </a:cubicBezTo>
                <a:cubicBezTo>
                  <a:pt x="2496" y="249555"/>
                  <a:pt x="29098" y="328422"/>
                  <a:pt x="68547" y="417322"/>
                </a:cubicBezTo>
                <a:cubicBezTo>
                  <a:pt x="138831" y="575564"/>
                  <a:pt x="310080" y="693865"/>
                  <a:pt x="497880" y="746125"/>
                </a:cubicBezTo>
                <a:cubicBezTo>
                  <a:pt x="618721" y="779717"/>
                  <a:pt x="810224" y="764477"/>
                  <a:pt x="932804" y="793115"/>
                </a:cubicBezTo>
                <a:cubicBezTo>
                  <a:pt x="1130504" y="839343"/>
                  <a:pt x="1341278" y="980187"/>
                  <a:pt x="1438390" y="1154939"/>
                </a:cubicBezTo>
                <a:cubicBezTo>
                  <a:pt x="1567620" y="1387412"/>
                  <a:pt x="1702670" y="1633538"/>
                  <a:pt x="1952666" y="1780859"/>
                </a:cubicBezTo>
                <a:cubicBezTo>
                  <a:pt x="2168353" y="1907922"/>
                  <a:pt x="2338090" y="1957389"/>
                  <a:pt x="2610835" y="1940815"/>
                </a:cubicBezTo>
                <a:cubicBezTo>
                  <a:pt x="2901414" y="1923162"/>
                  <a:pt x="3137203" y="1816482"/>
                  <a:pt x="3137203" y="1816482"/>
                </a:cubicBezTo>
                <a:lnTo>
                  <a:pt x="3137203" y="4826"/>
                </a:lnTo>
                <a:cubicBezTo>
                  <a:pt x="3137278" y="4763"/>
                  <a:pt x="33179" y="4763"/>
                  <a:pt x="29098" y="4763"/>
                </a:cubicBezTo>
                <a:close/>
              </a:path>
            </a:pathLst>
          </a:custGeom>
          <a:solidFill>
            <a:srgbClr val="E1F2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Segoe UI" panose="020B0502040204020203" pitchFamily="34" charset="0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24067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13055600" y="-900507"/>
            <a:ext cx="1028700" cy="2956077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egoe UI" panose="020B0502040204020203" pitchFamily="34" charset="0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sp>
        <p:nvSpPr>
          <p:cNvPr id="24" name="任意多边形: 形状 23"/>
          <p:cNvSpPr/>
          <p:nvPr userDrawn="1"/>
        </p:nvSpPr>
        <p:spPr>
          <a:xfrm>
            <a:off x="10229850" y="-4809"/>
            <a:ext cx="1963703" cy="1216618"/>
          </a:xfrm>
          <a:custGeom>
            <a:avLst/>
            <a:gdLst>
              <a:gd name="connsiteX0" fmla="*/ 29098 w 3136293"/>
              <a:gd name="connsiteY0" fmla="*/ 4763 h 1943101"/>
              <a:gd name="connsiteX1" fmla="*/ 5973 w 3136293"/>
              <a:gd name="connsiteY1" fmla="*/ 152400 h 1943101"/>
              <a:gd name="connsiteX2" fmla="*/ 68547 w 3136293"/>
              <a:gd name="connsiteY2" fmla="*/ 417322 h 1943101"/>
              <a:gd name="connsiteX3" fmla="*/ 497880 w 3136293"/>
              <a:gd name="connsiteY3" fmla="*/ 746125 h 1943101"/>
              <a:gd name="connsiteX4" fmla="*/ 932804 w 3136293"/>
              <a:gd name="connsiteY4" fmla="*/ 793115 h 1943101"/>
              <a:gd name="connsiteX5" fmla="*/ 1438390 w 3136293"/>
              <a:gd name="connsiteY5" fmla="*/ 1154939 h 1943101"/>
              <a:gd name="connsiteX6" fmla="*/ 1952666 w 3136293"/>
              <a:gd name="connsiteY6" fmla="*/ 1780859 h 1943101"/>
              <a:gd name="connsiteX7" fmla="*/ 2610835 w 3136293"/>
              <a:gd name="connsiteY7" fmla="*/ 1940815 h 1943101"/>
              <a:gd name="connsiteX8" fmla="*/ 3137203 w 3136293"/>
              <a:gd name="connsiteY8" fmla="*/ 1816482 h 1943101"/>
              <a:gd name="connsiteX9" fmla="*/ 3137203 w 3136293"/>
              <a:gd name="connsiteY9" fmla="*/ 4826 h 1943101"/>
              <a:gd name="connsiteX10" fmla="*/ 29098 w 3136293"/>
              <a:gd name="connsiteY10" fmla="*/ 4763 h 1943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136293" h="1943101">
                <a:moveTo>
                  <a:pt x="29098" y="4763"/>
                </a:moveTo>
                <a:cubicBezTo>
                  <a:pt x="15797" y="4763"/>
                  <a:pt x="6275" y="143002"/>
                  <a:pt x="5973" y="152400"/>
                </a:cubicBezTo>
                <a:cubicBezTo>
                  <a:pt x="2496" y="249555"/>
                  <a:pt x="29098" y="328422"/>
                  <a:pt x="68547" y="417322"/>
                </a:cubicBezTo>
                <a:cubicBezTo>
                  <a:pt x="138831" y="575564"/>
                  <a:pt x="310080" y="693865"/>
                  <a:pt x="497880" y="746125"/>
                </a:cubicBezTo>
                <a:cubicBezTo>
                  <a:pt x="618721" y="779717"/>
                  <a:pt x="810224" y="764477"/>
                  <a:pt x="932804" y="793115"/>
                </a:cubicBezTo>
                <a:cubicBezTo>
                  <a:pt x="1130504" y="839343"/>
                  <a:pt x="1341278" y="980187"/>
                  <a:pt x="1438390" y="1154939"/>
                </a:cubicBezTo>
                <a:cubicBezTo>
                  <a:pt x="1567620" y="1387412"/>
                  <a:pt x="1702670" y="1633538"/>
                  <a:pt x="1952666" y="1780859"/>
                </a:cubicBezTo>
                <a:cubicBezTo>
                  <a:pt x="2168353" y="1907922"/>
                  <a:pt x="2338090" y="1957389"/>
                  <a:pt x="2610835" y="1940815"/>
                </a:cubicBezTo>
                <a:cubicBezTo>
                  <a:pt x="2901414" y="1923162"/>
                  <a:pt x="3137203" y="1816482"/>
                  <a:pt x="3137203" y="1816482"/>
                </a:cubicBezTo>
                <a:lnTo>
                  <a:pt x="3137203" y="4826"/>
                </a:lnTo>
                <a:cubicBezTo>
                  <a:pt x="3137278" y="4763"/>
                  <a:pt x="33179" y="4763"/>
                  <a:pt x="29098" y="4763"/>
                </a:cubicBezTo>
                <a:close/>
              </a:path>
            </a:pathLst>
          </a:custGeom>
          <a:solidFill>
            <a:srgbClr val="E1F2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Segoe UI" panose="020B0502040204020203" pitchFamily="34" charset="0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sp>
        <p:nvSpPr>
          <p:cNvPr id="2" name="任意多边形: 形状 6"/>
          <p:cNvSpPr/>
          <p:nvPr userDrawn="1">
            <p:custDataLst>
              <p:tags r:id="rId1"/>
            </p:custDataLst>
          </p:nvPr>
        </p:nvSpPr>
        <p:spPr>
          <a:xfrm>
            <a:off x="3275" y="5663417"/>
            <a:ext cx="1542722" cy="1199954"/>
          </a:xfrm>
          <a:custGeom>
            <a:avLst/>
            <a:gdLst>
              <a:gd name="connsiteX0" fmla="*/ 150043 w 2499435"/>
              <a:gd name="connsiteY0" fmla="*/ 1 h 1944101"/>
              <a:gd name="connsiteX1" fmla="*/ 684480 w 2499435"/>
              <a:gd name="connsiteY1" fmla="*/ 200792 h 1944101"/>
              <a:gd name="connsiteX2" fmla="*/ 1174907 w 2499435"/>
              <a:gd name="connsiteY2" fmla="*/ 971570 h 1944101"/>
              <a:gd name="connsiteX3" fmla="*/ 1657046 w 2499435"/>
              <a:gd name="connsiteY3" fmla="*/ 1417133 h 1944101"/>
              <a:gd name="connsiteX4" fmla="*/ 2071801 w 2499435"/>
              <a:gd name="connsiteY4" fmla="*/ 1474997 h 1944101"/>
              <a:gd name="connsiteX5" fmla="*/ 2481223 w 2499435"/>
              <a:gd name="connsiteY5" fmla="*/ 1879898 h 1944101"/>
              <a:gd name="connsiteX6" fmla="*/ 2499435 w 2499435"/>
              <a:gd name="connsiteY6" fmla="*/ 1944101 h 1944101"/>
              <a:gd name="connsiteX7" fmla="*/ 0 w 2499435"/>
              <a:gd name="connsiteY7" fmla="*/ 1944101 h 1944101"/>
              <a:gd name="connsiteX8" fmla="*/ 0 w 2499435"/>
              <a:gd name="connsiteY8" fmla="*/ 11019 h 1944101"/>
              <a:gd name="connsiteX9" fmla="*/ 56834 w 2499435"/>
              <a:gd name="connsiteY9" fmla="*/ 3814 h 1944101"/>
              <a:gd name="connsiteX10" fmla="*/ 150043 w 2499435"/>
              <a:gd name="connsiteY10" fmla="*/ 1 h 194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99435" h="1944101">
                <a:moveTo>
                  <a:pt x="150043" y="1"/>
                </a:moveTo>
                <a:cubicBezTo>
                  <a:pt x="358080" y="127"/>
                  <a:pt x="504506" y="63880"/>
                  <a:pt x="684480" y="200792"/>
                </a:cubicBezTo>
                <a:cubicBezTo>
                  <a:pt x="922883" y="382207"/>
                  <a:pt x="1051670" y="685294"/>
                  <a:pt x="1174907" y="971570"/>
                </a:cubicBezTo>
                <a:cubicBezTo>
                  <a:pt x="1267515" y="1186767"/>
                  <a:pt x="1468514" y="1360206"/>
                  <a:pt x="1657046" y="1417133"/>
                </a:cubicBezTo>
                <a:cubicBezTo>
                  <a:pt x="1773942" y="1452399"/>
                  <a:pt x="1956565" y="1433633"/>
                  <a:pt x="2071801" y="1474997"/>
                </a:cubicBezTo>
                <a:cubicBezTo>
                  <a:pt x="2250893" y="1539353"/>
                  <a:pt x="2414199" y="1685034"/>
                  <a:pt x="2481223" y="1879898"/>
                </a:cubicBezTo>
                <a:lnTo>
                  <a:pt x="2499435" y="1944101"/>
                </a:lnTo>
                <a:lnTo>
                  <a:pt x="0" y="1944101"/>
                </a:lnTo>
                <a:lnTo>
                  <a:pt x="0" y="11019"/>
                </a:lnTo>
                <a:lnTo>
                  <a:pt x="56834" y="3814"/>
                </a:lnTo>
                <a:cubicBezTo>
                  <a:pt x="89346" y="1263"/>
                  <a:pt x="120323" y="-17"/>
                  <a:pt x="150043" y="1"/>
                </a:cubicBezTo>
                <a:close/>
              </a:path>
            </a:pathLst>
          </a:custGeom>
          <a:solidFill>
            <a:srgbClr val="E1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egoe UI" panose="020B0502040204020203" pitchFamily="34" charset="0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2250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6"/>
          <p:cNvSpPr/>
          <p:nvPr userDrawn="1">
            <p:custDataLst>
              <p:tags r:id="rId1"/>
            </p:custDataLst>
          </p:nvPr>
        </p:nvSpPr>
        <p:spPr>
          <a:xfrm>
            <a:off x="3275" y="5663417"/>
            <a:ext cx="1542722" cy="1199954"/>
          </a:xfrm>
          <a:custGeom>
            <a:avLst/>
            <a:gdLst>
              <a:gd name="connsiteX0" fmla="*/ 150043 w 2499435"/>
              <a:gd name="connsiteY0" fmla="*/ 1 h 1944101"/>
              <a:gd name="connsiteX1" fmla="*/ 684480 w 2499435"/>
              <a:gd name="connsiteY1" fmla="*/ 200792 h 1944101"/>
              <a:gd name="connsiteX2" fmla="*/ 1174907 w 2499435"/>
              <a:gd name="connsiteY2" fmla="*/ 971570 h 1944101"/>
              <a:gd name="connsiteX3" fmla="*/ 1657046 w 2499435"/>
              <a:gd name="connsiteY3" fmla="*/ 1417133 h 1944101"/>
              <a:gd name="connsiteX4" fmla="*/ 2071801 w 2499435"/>
              <a:gd name="connsiteY4" fmla="*/ 1474997 h 1944101"/>
              <a:gd name="connsiteX5" fmla="*/ 2481223 w 2499435"/>
              <a:gd name="connsiteY5" fmla="*/ 1879898 h 1944101"/>
              <a:gd name="connsiteX6" fmla="*/ 2499435 w 2499435"/>
              <a:gd name="connsiteY6" fmla="*/ 1944101 h 1944101"/>
              <a:gd name="connsiteX7" fmla="*/ 0 w 2499435"/>
              <a:gd name="connsiteY7" fmla="*/ 1944101 h 1944101"/>
              <a:gd name="connsiteX8" fmla="*/ 0 w 2499435"/>
              <a:gd name="connsiteY8" fmla="*/ 11019 h 1944101"/>
              <a:gd name="connsiteX9" fmla="*/ 56834 w 2499435"/>
              <a:gd name="connsiteY9" fmla="*/ 3814 h 1944101"/>
              <a:gd name="connsiteX10" fmla="*/ 150043 w 2499435"/>
              <a:gd name="connsiteY10" fmla="*/ 1 h 194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99435" h="1944101">
                <a:moveTo>
                  <a:pt x="150043" y="1"/>
                </a:moveTo>
                <a:cubicBezTo>
                  <a:pt x="358080" y="127"/>
                  <a:pt x="504506" y="63880"/>
                  <a:pt x="684480" y="200792"/>
                </a:cubicBezTo>
                <a:cubicBezTo>
                  <a:pt x="922883" y="382207"/>
                  <a:pt x="1051670" y="685294"/>
                  <a:pt x="1174907" y="971570"/>
                </a:cubicBezTo>
                <a:cubicBezTo>
                  <a:pt x="1267515" y="1186767"/>
                  <a:pt x="1468514" y="1360206"/>
                  <a:pt x="1657046" y="1417133"/>
                </a:cubicBezTo>
                <a:cubicBezTo>
                  <a:pt x="1773942" y="1452399"/>
                  <a:pt x="1956565" y="1433633"/>
                  <a:pt x="2071801" y="1474997"/>
                </a:cubicBezTo>
                <a:cubicBezTo>
                  <a:pt x="2250893" y="1539353"/>
                  <a:pt x="2414199" y="1685034"/>
                  <a:pt x="2481223" y="1879898"/>
                </a:cubicBezTo>
                <a:lnTo>
                  <a:pt x="2499435" y="1944101"/>
                </a:lnTo>
                <a:lnTo>
                  <a:pt x="0" y="1944101"/>
                </a:lnTo>
                <a:lnTo>
                  <a:pt x="0" y="11019"/>
                </a:lnTo>
                <a:lnTo>
                  <a:pt x="56834" y="3814"/>
                </a:lnTo>
                <a:cubicBezTo>
                  <a:pt x="89346" y="1263"/>
                  <a:pt x="120323" y="-17"/>
                  <a:pt x="150043" y="1"/>
                </a:cubicBezTo>
                <a:close/>
              </a:path>
            </a:pathLst>
          </a:custGeom>
          <a:solidFill>
            <a:srgbClr val="E1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egoe UI" panose="020B0502040204020203" pitchFamily="34" charset="0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8665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4001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B2DA330-99E0-4B4D-9C61-82CFEE5A232F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8E02866-32EA-4EDE-B1EF-E5D366E4AC4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1" name="Picture 25" descr="C:/桌面/工作/两万页！我的钱！我来了！/211c528faaa192234954aff8b26d7f8c.png211c528faaa192234954aff8b26d7f8c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rcRect l="213" r="213"/>
          <a:stretch>
            <a:fillRect/>
          </a:stretch>
        </p:blipFill>
        <p:spPr>
          <a:xfrm>
            <a:off x="11414760" y="204470"/>
            <a:ext cx="526415" cy="528955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511762231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 userDrawn="1"/>
        </p:nvSpPr>
        <p:spPr>
          <a:xfrm>
            <a:off x="321303" y="961510"/>
            <a:ext cx="11549394" cy="3990500"/>
          </a:xfrm>
          <a:prstGeom prst="plaque">
            <a:avLst>
              <a:gd name="adj" fmla="val 4630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blurRad="368300" algn="ctr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ctrTitle"/>
          </p:nvPr>
        </p:nvSpPr>
        <p:spPr>
          <a:xfrm>
            <a:off x="1388188" y="970756"/>
            <a:ext cx="9415624" cy="2387600"/>
          </a:xfrm>
          <a:prstGeom prst="rect">
            <a:avLst/>
          </a:prstGeom>
        </p:spPr>
        <p:txBody>
          <a:bodyPr anchor="ctr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9" name="直线连接符 11"/>
          <p:cNvCxnSpPr/>
          <p:nvPr userDrawn="1"/>
        </p:nvCxnSpPr>
        <p:spPr>
          <a:xfrm>
            <a:off x="0" y="667469"/>
            <a:ext cx="12192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287"/>
          <a:stretch>
            <a:fillRect/>
          </a:stretch>
        </p:blipFill>
        <p:spPr>
          <a:xfrm>
            <a:off x="0" y="5075428"/>
            <a:ext cx="12192000" cy="1782572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8040" y="0"/>
            <a:ext cx="3943960" cy="655174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52197"/>
            <a:ext cx="2634199" cy="553563"/>
          </a:xfrm>
          <a:prstGeom prst="rect">
            <a:avLst/>
          </a:prstGeom>
        </p:spPr>
      </p:pic>
      <p:sp>
        <p:nvSpPr>
          <p:cNvPr id="14" name="副标题 2"/>
          <p:cNvSpPr>
            <a:spLocks noGrp="1"/>
          </p:cNvSpPr>
          <p:nvPr>
            <p:ph type="subTitle" idx="1"/>
          </p:nvPr>
        </p:nvSpPr>
        <p:spPr>
          <a:xfrm>
            <a:off x="1388188" y="3481774"/>
            <a:ext cx="9415624" cy="9120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304857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4878222"/>
            <a:ext cx="12192000" cy="1979778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object 3"/>
          <p:cNvSpPr/>
          <p:nvPr userDrawn="1"/>
        </p:nvSpPr>
        <p:spPr>
          <a:xfrm>
            <a:off x="0" y="0"/>
            <a:ext cx="4180840" cy="6858000"/>
          </a:xfrm>
          <a:custGeom>
            <a:avLst/>
            <a:gdLst/>
            <a:ahLst/>
            <a:cxnLst/>
            <a:rect l="l" t="t" r="r" b="b"/>
            <a:pathLst>
              <a:path w="4180840" h="6858000">
                <a:moveTo>
                  <a:pt x="0" y="6857999"/>
                </a:moveTo>
                <a:lnTo>
                  <a:pt x="4180331" y="6858000"/>
                </a:lnTo>
                <a:lnTo>
                  <a:pt x="4180331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4471C4">
              <a:alpha val="90194"/>
            </a:srgbClr>
          </a:solidFill>
        </p:spPr>
        <p:txBody>
          <a:bodyPr wrap="square" lIns="0" tIns="0" rIns="0" bIns="0" rtlCol="0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9" name="object 6"/>
          <p:cNvSpPr txBox="1"/>
          <p:nvPr userDrawn="1"/>
        </p:nvSpPr>
        <p:spPr>
          <a:xfrm>
            <a:off x="-184052" y="3053256"/>
            <a:ext cx="4448931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800" spc="285" dirty="0">
                <a:solidFill>
                  <a:schemeClr val="bg1"/>
                </a:solidFill>
                <a:latin typeface="+mj-lt"/>
                <a:cs typeface="宋体" panose="02010600030101010101" pitchFamily="2" charset="-122"/>
              </a:rPr>
              <a:t>C</a:t>
            </a:r>
            <a:r>
              <a:rPr sz="4800" spc="-265" dirty="0">
                <a:solidFill>
                  <a:schemeClr val="bg1"/>
                </a:solidFill>
                <a:latin typeface="+mj-lt"/>
                <a:cs typeface="宋体" panose="02010600030101010101" pitchFamily="2" charset="-122"/>
              </a:rPr>
              <a:t> </a:t>
            </a:r>
            <a:r>
              <a:rPr sz="4800" spc="610" dirty="0">
                <a:solidFill>
                  <a:schemeClr val="bg1"/>
                </a:solidFill>
                <a:latin typeface="+mj-lt"/>
                <a:cs typeface="宋体" panose="02010600030101010101" pitchFamily="2" charset="-122"/>
              </a:rPr>
              <a:t>O</a:t>
            </a:r>
            <a:r>
              <a:rPr sz="4800" spc="-270" dirty="0">
                <a:solidFill>
                  <a:schemeClr val="bg1"/>
                </a:solidFill>
                <a:latin typeface="+mj-lt"/>
                <a:cs typeface="宋体" panose="02010600030101010101" pitchFamily="2" charset="-122"/>
              </a:rPr>
              <a:t> </a:t>
            </a:r>
            <a:r>
              <a:rPr sz="4800" spc="540" dirty="0">
                <a:solidFill>
                  <a:schemeClr val="bg1"/>
                </a:solidFill>
                <a:latin typeface="+mj-lt"/>
                <a:cs typeface="宋体" panose="02010600030101010101" pitchFamily="2" charset="-122"/>
              </a:rPr>
              <a:t>N</a:t>
            </a:r>
            <a:r>
              <a:rPr lang="en-US" sz="4800" spc="-265" dirty="0">
                <a:solidFill>
                  <a:schemeClr val="bg1"/>
                </a:solidFill>
                <a:latin typeface="+mj-lt"/>
                <a:cs typeface="宋体" panose="02010600030101010101" pitchFamily="2" charset="-122"/>
              </a:rPr>
              <a:t> </a:t>
            </a:r>
            <a:r>
              <a:rPr sz="4800" dirty="0">
                <a:solidFill>
                  <a:schemeClr val="bg1"/>
                </a:solidFill>
                <a:latin typeface="+mj-lt"/>
                <a:cs typeface="宋体" panose="02010600030101010101" pitchFamily="2" charset="-122"/>
              </a:rPr>
              <a:t>T</a:t>
            </a:r>
            <a:r>
              <a:rPr sz="4800" spc="-260" dirty="0">
                <a:solidFill>
                  <a:schemeClr val="bg1"/>
                </a:solidFill>
                <a:latin typeface="+mj-lt"/>
                <a:cs typeface="宋体" panose="02010600030101010101" pitchFamily="2" charset="-122"/>
              </a:rPr>
              <a:t> </a:t>
            </a:r>
            <a:r>
              <a:rPr sz="4800" dirty="0">
                <a:solidFill>
                  <a:schemeClr val="bg1"/>
                </a:solidFill>
                <a:latin typeface="+mj-lt"/>
                <a:cs typeface="宋体" panose="02010600030101010101" pitchFamily="2" charset="-122"/>
              </a:rPr>
              <a:t>E</a:t>
            </a:r>
            <a:r>
              <a:rPr sz="4800" spc="-270" dirty="0">
                <a:solidFill>
                  <a:schemeClr val="bg1"/>
                </a:solidFill>
                <a:latin typeface="+mj-lt"/>
                <a:cs typeface="宋体" panose="02010600030101010101" pitchFamily="2" charset="-122"/>
              </a:rPr>
              <a:t> </a:t>
            </a:r>
            <a:r>
              <a:rPr sz="4800" spc="540" dirty="0">
                <a:solidFill>
                  <a:schemeClr val="bg1"/>
                </a:solidFill>
                <a:latin typeface="+mj-lt"/>
                <a:cs typeface="宋体" panose="02010600030101010101" pitchFamily="2" charset="-122"/>
              </a:rPr>
              <a:t>N</a:t>
            </a:r>
            <a:r>
              <a:rPr sz="4800" spc="-254" dirty="0">
                <a:solidFill>
                  <a:schemeClr val="bg1"/>
                </a:solidFill>
                <a:latin typeface="+mj-lt"/>
                <a:cs typeface="宋体" panose="02010600030101010101" pitchFamily="2" charset="-122"/>
              </a:rPr>
              <a:t> </a:t>
            </a:r>
            <a:r>
              <a:rPr sz="4800" spc="-50" dirty="0">
                <a:solidFill>
                  <a:schemeClr val="bg1"/>
                </a:solidFill>
                <a:latin typeface="+mj-lt"/>
                <a:cs typeface="宋体" panose="02010600030101010101" pitchFamily="2" charset="-122"/>
              </a:rPr>
              <a:t>T</a:t>
            </a:r>
            <a:endParaRPr sz="4800" dirty="0">
              <a:solidFill>
                <a:schemeClr val="bg1"/>
              </a:solidFill>
              <a:latin typeface="+mj-lt"/>
              <a:cs typeface="宋体" panose="02010600030101010101" pitchFamily="2" charset="-122"/>
            </a:endParaRPr>
          </a:p>
        </p:txBody>
      </p:sp>
      <p:sp>
        <p:nvSpPr>
          <p:cNvPr id="10" name="object 7"/>
          <p:cNvSpPr txBox="1"/>
          <p:nvPr userDrawn="1"/>
        </p:nvSpPr>
        <p:spPr>
          <a:xfrm>
            <a:off x="-134046" y="714337"/>
            <a:ext cx="4245384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1324610" algn="l"/>
              </a:tabLst>
            </a:pPr>
            <a:r>
              <a:rPr sz="12000" spc="-50" dirty="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</a:rPr>
              <a:t>目</a:t>
            </a:r>
            <a:r>
              <a:rPr sz="12000" dirty="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</a:rPr>
              <a:t>	</a:t>
            </a:r>
            <a:r>
              <a:rPr sz="12000" spc="-50" dirty="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</a:rPr>
              <a:t>录</a:t>
            </a:r>
            <a:endParaRPr sz="12000" dirty="0">
              <a:solidFill>
                <a:schemeClr val="bg1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292937" y="4552540"/>
            <a:ext cx="3391417" cy="1557664"/>
            <a:chOff x="144167" y="4585999"/>
            <a:chExt cx="3391417" cy="1557664"/>
          </a:xfrm>
        </p:grpSpPr>
        <p:pic>
          <p:nvPicPr>
            <p:cNvPr id="13" name="object 18"/>
            <p:cNvPicPr/>
            <p:nvPr userDrawn="1"/>
          </p:nvPicPr>
          <p:blipFill>
            <a:blip r:embed="rId3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401" t="15529" r="24997" b="12057"/>
            <a:stretch>
              <a:fillRect/>
            </a:stretch>
          </p:blipFill>
          <p:spPr>
            <a:xfrm>
              <a:off x="1981687" y="4585999"/>
              <a:ext cx="1553897" cy="1557664"/>
            </a:xfrm>
            <a:prstGeom prst="rect">
              <a:avLst/>
            </a:prstGeom>
          </p:spPr>
        </p:pic>
        <p:pic>
          <p:nvPicPr>
            <p:cNvPr id="14" name="Picture 2" descr="广东石油化工学院"/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589" t="13775" r="26846" b="13201"/>
            <a:stretch>
              <a:fillRect/>
            </a:stretch>
          </p:blipFill>
          <p:spPr bwMode="auto">
            <a:xfrm>
              <a:off x="144167" y="4585999"/>
              <a:ext cx="1553897" cy="15576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5" name="直接连接符 14"/>
            <p:cNvCxnSpPr/>
            <p:nvPr userDrawn="1"/>
          </p:nvCxnSpPr>
          <p:spPr>
            <a:xfrm>
              <a:off x="1886611" y="4585999"/>
              <a:ext cx="0" cy="155766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内容占位符 2"/>
          <p:cNvSpPr>
            <a:spLocks noGrp="1"/>
          </p:cNvSpPr>
          <p:nvPr>
            <p:ph idx="1"/>
          </p:nvPr>
        </p:nvSpPr>
        <p:spPr>
          <a:xfrm>
            <a:off x="4725914" y="1516773"/>
            <a:ext cx="6967506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pic>
        <p:nvPicPr>
          <p:cNvPr id="19" name="Picture 2" descr="广东石油化工学院"/>
          <p:cNvPicPr>
            <a:picLocks noChangeAspect="1" noChangeArrowheads="1"/>
          </p:cNvPicPr>
          <p:nvPr userDrawn="1"/>
        </p:nvPicPr>
        <p:blipFill rotWithShape="1">
          <a:blip r:embed="rId5" cstate="print">
            <a:alphaModFix amt="5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89" t="13775" r="26846" b="13201"/>
          <a:stretch>
            <a:fillRect/>
          </a:stretch>
        </p:blipFill>
        <p:spPr bwMode="auto">
          <a:xfrm>
            <a:off x="11545817" y="16342"/>
            <a:ext cx="634857" cy="636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84015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8289" y="48432"/>
            <a:ext cx="12138214" cy="6858000"/>
            <a:chOff x="1" y="0"/>
            <a:chExt cx="11907435" cy="6858000"/>
          </a:xfrm>
        </p:grpSpPr>
        <p:pic>
          <p:nvPicPr>
            <p:cNvPr id="8" name="图片 7"/>
            <p:cNvPicPr preferRelativeResize="0"/>
            <p:nvPr userDrawn="1"/>
          </p:nvPicPr>
          <p:blipFill>
            <a:blip r:embed="rId2" cstate="screen"/>
            <a:srcRect/>
            <a:stretch>
              <a:fillRect/>
            </a:stretch>
          </p:blipFill>
          <p:spPr>
            <a:xfrm flipH="1">
              <a:off x="1" y="0"/>
              <a:ext cx="5942055" cy="6858000"/>
            </a:xfrm>
            <a:custGeom>
              <a:avLst/>
              <a:gdLst>
                <a:gd name="connsiteX0" fmla="*/ 0 w 5942055"/>
                <a:gd name="connsiteY0" fmla="*/ 0 h 6858000"/>
                <a:gd name="connsiteX1" fmla="*/ 5942055 w 5942055"/>
                <a:gd name="connsiteY1" fmla="*/ 0 h 6858000"/>
                <a:gd name="connsiteX2" fmla="*/ 5942055 w 5942055"/>
                <a:gd name="connsiteY2" fmla="*/ 6858000 h 6858000"/>
                <a:gd name="connsiteX3" fmla="*/ 0 w 5942055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42055" h="6858000">
                  <a:moveTo>
                    <a:pt x="0" y="0"/>
                  </a:moveTo>
                  <a:lnTo>
                    <a:pt x="5942055" y="0"/>
                  </a:lnTo>
                  <a:lnTo>
                    <a:pt x="5942055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pic>
          <p:nvPicPr>
            <p:cNvPr id="9" name="图片 8"/>
            <p:cNvPicPr preferRelativeResize="0"/>
            <p:nvPr userDrawn="1"/>
          </p:nvPicPr>
          <p:blipFill>
            <a:blip r:embed="rId2" cstate="screen"/>
            <a:srcRect/>
            <a:stretch>
              <a:fillRect/>
            </a:stretch>
          </p:blipFill>
          <p:spPr>
            <a:xfrm>
              <a:off x="5965381" y="0"/>
              <a:ext cx="5942055" cy="6858000"/>
            </a:xfrm>
            <a:custGeom>
              <a:avLst/>
              <a:gdLst>
                <a:gd name="connsiteX0" fmla="*/ 0 w 5942055"/>
                <a:gd name="connsiteY0" fmla="*/ 0 h 6858000"/>
                <a:gd name="connsiteX1" fmla="*/ 5942055 w 5942055"/>
                <a:gd name="connsiteY1" fmla="*/ 0 h 6858000"/>
                <a:gd name="connsiteX2" fmla="*/ 5942055 w 5942055"/>
                <a:gd name="connsiteY2" fmla="*/ 6858000 h 6858000"/>
                <a:gd name="connsiteX3" fmla="*/ 0 w 5942055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42055" h="6858000">
                  <a:moveTo>
                    <a:pt x="0" y="0"/>
                  </a:moveTo>
                  <a:lnTo>
                    <a:pt x="5942055" y="0"/>
                  </a:lnTo>
                  <a:lnTo>
                    <a:pt x="5942055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</p:grpSp>
      <p:sp>
        <p:nvSpPr>
          <p:cNvPr id="10" name="矩形: 圆角 9"/>
          <p:cNvSpPr/>
          <p:nvPr userDrawn="1"/>
        </p:nvSpPr>
        <p:spPr>
          <a:xfrm>
            <a:off x="4160232" y="2202744"/>
            <a:ext cx="7630116" cy="2892781"/>
          </a:xfrm>
          <a:prstGeom prst="roundRect">
            <a:avLst/>
          </a:prstGeom>
          <a:gradFill>
            <a:gsLst>
              <a:gs pos="100000">
                <a:schemeClr val="accent1"/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 userDrawn="1"/>
        </p:nvSpPr>
        <p:spPr>
          <a:xfrm>
            <a:off x="147652" y="1156837"/>
            <a:ext cx="4984594" cy="4984594"/>
          </a:xfrm>
          <a:prstGeom prst="ellipse">
            <a:avLst/>
          </a:pr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6025" y="1473378"/>
            <a:ext cx="4470266" cy="4470266"/>
          </a:xfrm>
          <a:custGeom>
            <a:avLst/>
            <a:gdLst>
              <a:gd name="connsiteX0" fmla="*/ 2025472 w 4470266"/>
              <a:gd name="connsiteY0" fmla="*/ 0 h 4459677"/>
              <a:gd name="connsiteX1" fmla="*/ 2444795 w 4470266"/>
              <a:gd name="connsiteY1" fmla="*/ 0 h 4459677"/>
              <a:gd name="connsiteX2" fmla="*/ 2463663 w 4470266"/>
              <a:gd name="connsiteY2" fmla="*/ 953 h 4459677"/>
              <a:gd name="connsiteX3" fmla="*/ 4470266 w 4470266"/>
              <a:gd name="connsiteY3" fmla="*/ 2224546 h 4459677"/>
              <a:gd name="connsiteX4" fmla="*/ 2463663 w 4470266"/>
              <a:gd name="connsiteY4" fmla="*/ 4448139 h 4459677"/>
              <a:gd name="connsiteX5" fmla="*/ 2235173 w 4470266"/>
              <a:gd name="connsiteY5" fmla="*/ 4459677 h 4459677"/>
              <a:gd name="connsiteX6" fmla="*/ 2235094 w 4470266"/>
              <a:gd name="connsiteY6" fmla="*/ 4459677 h 4459677"/>
              <a:gd name="connsiteX7" fmla="*/ 2006604 w 4470266"/>
              <a:gd name="connsiteY7" fmla="*/ 4448139 h 4459677"/>
              <a:gd name="connsiteX8" fmla="*/ 0 w 4470266"/>
              <a:gd name="connsiteY8" fmla="*/ 2224546 h 4459677"/>
              <a:gd name="connsiteX9" fmla="*/ 2006604 w 4470266"/>
              <a:gd name="connsiteY9" fmla="*/ 953 h 4459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70266" h="4459677">
                <a:moveTo>
                  <a:pt x="2025472" y="0"/>
                </a:moveTo>
                <a:lnTo>
                  <a:pt x="2444795" y="0"/>
                </a:lnTo>
                <a:lnTo>
                  <a:pt x="2463663" y="953"/>
                </a:lnTo>
                <a:cubicBezTo>
                  <a:pt x="3590742" y="115414"/>
                  <a:pt x="4470266" y="1067268"/>
                  <a:pt x="4470266" y="2224546"/>
                </a:cubicBezTo>
                <a:cubicBezTo>
                  <a:pt x="4470266" y="3381824"/>
                  <a:pt x="3590742" y="4333678"/>
                  <a:pt x="2463663" y="4448139"/>
                </a:cubicBezTo>
                <a:lnTo>
                  <a:pt x="2235173" y="4459677"/>
                </a:lnTo>
                <a:lnTo>
                  <a:pt x="2235094" y="4459677"/>
                </a:lnTo>
                <a:lnTo>
                  <a:pt x="2006604" y="4448139"/>
                </a:lnTo>
                <a:cubicBezTo>
                  <a:pt x="879524" y="4333678"/>
                  <a:pt x="0" y="3381824"/>
                  <a:pt x="0" y="2224546"/>
                </a:cubicBezTo>
                <a:cubicBezTo>
                  <a:pt x="0" y="1067268"/>
                  <a:pt x="879524" y="115414"/>
                  <a:pt x="2006604" y="953"/>
                </a:cubicBezTo>
                <a:close/>
              </a:path>
            </a:pathLst>
          </a:custGeom>
        </p:spPr>
      </p:pic>
      <p:sp>
        <p:nvSpPr>
          <p:cNvPr id="13" name="椭圆 12"/>
          <p:cNvSpPr/>
          <p:nvPr userDrawn="1"/>
        </p:nvSpPr>
        <p:spPr>
          <a:xfrm>
            <a:off x="406025" y="1464472"/>
            <a:ext cx="4470266" cy="4470266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5132246" y="2864881"/>
            <a:ext cx="721327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17" name="Picture 2" descr="广东石油化工学院"/>
          <p:cNvPicPr>
            <a:picLocks noChangeAspect="1" noChangeArrowheads="1"/>
          </p:cNvPicPr>
          <p:nvPr userDrawn="1"/>
        </p:nvPicPr>
        <p:blipFill rotWithShape="1">
          <a:blip r:embed="rId4" cstate="print">
            <a:alphaModFix amt="5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89" t="13775" r="26846" b="13201"/>
          <a:stretch>
            <a:fillRect/>
          </a:stretch>
        </p:blipFill>
        <p:spPr bwMode="auto">
          <a:xfrm>
            <a:off x="11545817" y="16342"/>
            <a:ext cx="634857" cy="636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437995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线连接符 11"/>
          <p:cNvCxnSpPr/>
          <p:nvPr userDrawn="1"/>
        </p:nvCxnSpPr>
        <p:spPr>
          <a:xfrm>
            <a:off x="0" y="667469"/>
            <a:ext cx="12192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 userDrawn="1"/>
        </p:nvSpPr>
        <p:spPr>
          <a:xfrm>
            <a:off x="276679" y="276679"/>
            <a:ext cx="248040" cy="2480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16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0"/>
            <a:ext cx="393701" cy="3937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160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12" name="直线连接符 6"/>
          <p:cNvCxnSpPr/>
          <p:nvPr userDrawn="1"/>
        </p:nvCxnSpPr>
        <p:spPr>
          <a:xfrm>
            <a:off x="0" y="6814457"/>
            <a:ext cx="12192000" cy="0"/>
          </a:xfrm>
          <a:prstGeom prst="line">
            <a:avLst/>
          </a:prstGeom>
          <a:ln w="101600" cmpd="thinThick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灯片编号占位符 5"/>
          <p:cNvSpPr txBox="1"/>
          <p:nvPr userDrawn="1"/>
        </p:nvSpPr>
        <p:spPr>
          <a:xfrm>
            <a:off x="11508581" y="6602431"/>
            <a:ext cx="683418" cy="26185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vert="horz" lIns="0" tIns="45720" rIns="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400" b="1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8B1CCC-5B4E-41DC-9FD8-30B8F0069F97}" type="slidenum">
              <a:rPr lang="zh-CN" altLang="en-US" sz="1400" smtClean="0"/>
              <a:pPr/>
              <a:t>‹#›</a:t>
            </a:fld>
            <a:endParaRPr lang="zh-CN" altLang="en-US" sz="1400" dirty="0"/>
          </a:p>
        </p:txBody>
      </p:sp>
      <p:sp>
        <p:nvSpPr>
          <p:cNvPr id="14" name="日期占位符 3"/>
          <p:cNvSpPr>
            <a:spLocks noGrp="1"/>
          </p:cNvSpPr>
          <p:nvPr>
            <p:ph type="dt" sz="half" idx="10"/>
          </p:nvPr>
        </p:nvSpPr>
        <p:spPr>
          <a:xfrm>
            <a:off x="0" y="6419869"/>
            <a:ext cx="1169194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fld id="{427B852C-D69C-4447-A656-272F5CAA5127}" type="datetimeFigureOut">
              <a:rPr lang="zh-CN" altLang="en-US" smtClean="0"/>
              <a:pPr/>
              <a:t>2026/3/23</a:t>
            </a:fld>
            <a:endParaRPr lang="zh-CN" altLang="en-US" dirty="0"/>
          </a:p>
        </p:txBody>
      </p:sp>
      <p:sp>
        <p:nvSpPr>
          <p:cNvPr id="16" name="标题 1"/>
          <p:cNvSpPr>
            <a:spLocks noGrp="1"/>
          </p:cNvSpPr>
          <p:nvPr>
            <p:ph type="title"/>
          </p:nvPr>
        </p:nvSpPr>
        <p:spPr>
          <a:xfrm>
            <a:off x="749135" y="43542"/>
            <a:ext cx="8775438" cy="5997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6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17" name="Picture 2" descr="广东石油化工学院"/>
          <p:cNvPicPr>
            <a:picLocks noChangeAspect="1" noChangeArrowheads="1"/>
          </p:cNvPicPr>
          <p:nvPr userDrawn="1"/>
        </p:nvPicPr>
        <p:blipFill rotWithShape="1">
          <a:blip r:embed="rId2" cstate="print">
            <a:alphaModFix amt="5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89" t="13775" r="26846" b="13201"/>
          <a:stretch>
            <a:fillRect/>
          </a:stretch>
        </p:blipFill>
        <p:spPr bwMode="auto">
          <a:xfrm>
            <a:off x="11545817" y="16342"/>
            <a:ext cx="634857" cy="636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7336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4"/>
          <p:cNvPicPr/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 detail="2"/>
                    </a14:imgEffect>
                    <a14:imgEffect>
                      <a14:sharpenSoften amount="-9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8473"/>
            <a:ext cx="12192000" cy="6858000"/>
          </a:xfrm>
          <a:prstGeom prst="rect">
            <a:avLst/>
          </a:prstGeom>
        </p:spPr>
      </p:pic>
      <p:grpSp>
        <p:nvGrpSpPr>
          <p:cNvPr id="6" name="组合 5"/>
          <p:cNvGrpSpPr/>
          <p:nvPr userDrawn="1"/>
        </p:nvGrpSpPr>
        <p:grpSpPr>
          <a:xfrm>
            <a:off x="1893835" y="1413748"/>
            <a:ext cx="8590598" cy="4030504"/>
            <a:chOff x="276701" y="1331119"/>
            <a:chExt cx="8590598" cy="4030504"/>
          </a:xfrm>
          <a:solidFill>
            <a:schemeClr val="bg1"/>
          </a:solidFill>
        </p:grpSpPr>
        <p:sp>
          <p:nvSpPr>
            <p:cNvPr id="7" name="矩形 6"/>
            <p:cNvSpPr/>
            <p:nvPr/>
          </p:nvSpPr>
          <p:spPr>
            <a:xfrm>
              <a:off x="276701" y="1331119"/>
              <a:ext cx="8590598" cy="4030504"/>
            </a:xfrm>
            <a:prstGeom prst="rect">
              <a:avLst/>
            </a:prstGeom>
            <a:grpFill/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453039" y="2510314"/>
              <a:ext cx="6236494" cy="1107996"/>
            </a:xfrm>
            <a:prstGeom prst="rect">
              <a:avLst/>
            </a:prstGeom>
            <a:grp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THANK YOU</a:t>
              </a:r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276702" y="3052286"/>
              <a:ext cx="1273016" cy="0"/>
            </a:xfrm>
            <a:prstGeom prst="line">
              <a:avLst/>
            </a:prstGeom>
            <a:grpFill/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7594283" y="3052286"/>
              <a:ext cx="1273016" cy="0"/>
            </a:xfrm>
            <a:prstGeom prst="line">
              <a:avLst/>
            </a:prstGeom>
            <a:grpFill/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矩形 10"/>
            <p:cNvSpPr/>
            <p:nvPr/>
          </p:nvSpPr>
          <p:spPr>
            <a:xfrm>
              <a:off x="4542949" y="1331119"/>
              <a:ext cx="57150" cy="3333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13" name="Picture 2" descr="广东石油化工学院"/>
          <p:cNvPicPr>
            <a:picLocks noChangeAspect="1" noChangeArrowheads="1"/>
          </p:cNvPicPr>
          <p:nvPr userDrawn="1"/>
        </p:nvPicPr>
        <p:blipFill rotWithShape="1">
          <a:blip r:embed="rId4" cstate="print">
            <a:alphaModFix amt="5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89" t="13775" r="26846" b="13201"/>
          <a:stretch>
            <a:fillRect/>
          </a:stretch>
        </p:blipFill>
        <p:spPr bwMode="auto">
          <a:xfrm>
            <a:off x="5469615" y="1474261"/>
            <a:ext cx="1252769" cy="1255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810968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520568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031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7547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9212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tags" Target="../tags/tag12.xml"/><Relationship Id="rId7" Type="http://schemas.openxmlformats.org/officeDocument/2006/relationships/image" Target="../media/image16.gif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15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gif"/><Relationship Id="rId3" Type="http://schemas.openxmlformats.org/officeDocument/2006/relationships/tags" Target="../tags/tag18.xml"/><Relationship Id="rId7" Type="http://schemas.openxmlformats.org/officeDocument/2006/relationships/image" Target="../media/image20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customXml" Target="../ink/ink1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1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tags" Target="../tags/tag22.xml"/><Relationship Id="rId7" Type="http://schemas.openxmlformats.org/officeDocument/2006/relationships/image" Target="../media/image181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customXml" Target="../ink/ink2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23.xml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13" Type="http://schemas.openxmlformats.org/officeDocument/2006/relationships/image" Target="../media/image25.png"/><Relationship Id="rId3" Type="http://schemas.openxmlformats.org/officeDocument/2006/relationships/tags" Target="../tags/tag26.xml"/><Relationship Id="rId7" Type="http://schemas.openxmlformats.org/officeDocument/2006/relationships/image" Target="../media/image181.png"/><Relationship Id="rId12" Type="http://schemas.openxmlformats.org/officeDocument/2006/relationships/image" Target="../media/image24.sv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customXml" Target="../ink/ink4.xml"/><Relationship Id="rId11" Type="http://schemas.openxmlformats.org/officeDocument/2006/relationships/image" Target="../media/image23.png"/><Relationship Id="rId5" Type="http://schemas.openxmlformats.org/officeDocument/2006/relationships/slideLayout" Target="../slideLayouts/slideLayout25.xml"/><Relationship Id="rId10" Type="http://schemas.openxmlformats.org/officeDocument/2006/relationships/image" Target="../media/image22.jpg"/><Relationship Id="rId4" Type="http://schemas.openxmlformats.org/officeDocument/2006/relationships/tags" Target="../tags/tag27.xml"/><Relationship Id="rId9" Type="http://schemas.openxmlformats.org/officeDocument/2006/relationships/image" Target="../media/image21.png"/><Relationship Id="rId14" Type="http://schemas.openxmlformats.org/officeDocument/2006/relationships/image" Target="../media/image2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13" Type="http://schemas.openxmlformats.org/officeDocument/2006/relationships/hyperlink" Target="https://www.aliyun.com/product/bigdata/learn" TargetMode="External"/><Relationship Id="rId3" Type="http://schemas.openxmlformats.org/officeDocument/2006/relationships/tags" Target="../tags/tag30.xml"/><Relationship Id="rId7" Type="http://schemas.openxmlformats.org/officeDocument/2006/relationships/image" Target="../media/image181.png"/><Relationship Id="rId12" Type="http://schemas.openxmlformats.org/officeDocument/2006/relationships/hyperlink" Target="https://www.huaweicloud.com/product/modelarts.html" TargetMode="External"/><Relationship Id="rId17" Type="http://schemas.openxmlformats.org/officeDocument/2006/relationships/image" Target="../media/image28.svg"/><Relationship Id="rId2" Type="http://schemas.openxmlformats.org/officeDocument/2006/relationships/tags" Target="../tags/tag29.xml"/><Relationship Id="rId16" Type="http://schemas.openxmlformats.org/officeDocument/2006/relationships/image" Target="../media/image27.png"/><Relationship Id="rId1" Type="http://schemas.openxmlformats.org/officeDocument/2006/relationships/tags" Target="../tags/tag28.xml"/><Relationship Id="rId6" Type="http://schemas.openxmlformats.org/officeDocument/2006/relationships/customXml" Target="../ink/ink6.xml"/><Relationship Id="rId11" Type="http://schemas.openxmlformats.org/officeDocument/2006/relationships/hyperlink" Target="https://ai.baidu.com/easydl" TargetMode="External"/><Relationship Id="rId5" Type="http://schemas.openxmlformats.org/officeDocument/2006/relationships/slideLayout" Target="../slideLayouts/slideLayout25.xml"/><Relationship Id="rId15" Type="http://schemas.openxmlformats.org/officeDocument/2006/relationships/hyperlink" Target="https://aistudio.baidu.com/" TargetMode="External"/><Relationship Id="rId10" Type="http://schemas.openxmlformats.org/officeDocument/2006/relationships/hyperlink" Target="http://train.aimaker.space/train" TargetMode="External"/><Relationship Id="rId4" Type="http://schemas.openxmlformats.org/officeDocument/2006/relationships/tags" Target="../tags/tag31.xml"/><Relationship Id="rId9" Type="http://schemas.openxmlformats.org/officeDocument/2006/relationships/hyperlink" Target="https://teachablemachine.withgoogle.com/" TargetMode="External"/><Relationship Id="rId14" Type="http://schemas.openxmlformats.org/officeDocument/2006/relationships/hyperlink" Target="https://cloud.tencent.com/product/tione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3" Type="http://schemas.openxmlformats.org/officeDocument/2006/relationships/tags" Target="../tags/tag34.xml"/><Relationship Id="rId7" Type="http://schemas.openxmlformats.org/officeDocument/2006/relationships/image" Target="../media/image180.pn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customXml" Target="../ink/ink8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35.xml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3" Type="http://schemas.openxmlformats.org/officeDocument/2006/relationships/tags" Target="../tags/tag38.xml"/><Relationship Id="rId7" Type="http://schemas.openxmlformats.org/officeDocument/2006/relationships/image" Target="../media/image180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customXml" Target="../ink/ink10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39.xml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13" Type="http://schemas.openxmlformats.org/officeDocument/2006/relationships/image" Target="../media/image35.svg"/><Relationship Id="rId3" Type="http://schemas.openxmlformats.org/officeDocument/2006/relationships/tags" Target="../tags/tag42.xml"/><Relationship Id="rId7" Type="http://schemas.openxmlformats.org/officeDocument/2006/relationships/customXml" Target="../ink/ink12.xml"/><Relationship Id="rId12" Type="http://schemas.openxmlformats.org/officeDocument/2006/relationships/image" Target="../media/image34.png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image" Target="../media/image31.png"/><Relationship Id="rId11" Type="http://schemas.openxmlformats.org/officeDocument/2006/relationships/image" Target="../media/image33.svg"/><Relationship Id="rId5" Type="http://schemas.openxmlformats.org/officeDocument/2006/relationships/slideLayout" Target="../slideLayouts/slideLayout25.xml"/><Relationship Id="rId10" Type="http://schemas.openxmlformats.org/officeDocument/2006/relationships/image" Target="../media/image32.png"/><Relationship Id="rId4" Type="http://schemas.openxmlformats.org/officeDocument/2006/relationships/tags" Target="../tags/tag43.xml"/><Relationship Id="rId9" Type="http://schemas.openxmlformats.org/officeDocument/2006/relationships/customXml" Target="../ink/ink1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tags" Target="../tags/tag46.xml"/><Relationship Id="rId7" Type="http://schemas.openxmlformats.org/officeDocument/2006/relationships/customXml" Target="../ink/ink14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31.png"/><Relationship Id="rId11" Type="http://schemas.openxmlformats.org/officeDocument/2006/relationships/image" Target="../media/image33.svg"/><Relationship Id="rId5" Type="http://schemas.openxmlformats.org/officeDocument/2006/relationships/slideLayout" Target="../slideLayouts/slideLayout25.xml"/><Relationship Id="rId10" Type="http://schemas.openxmlformats.org/officeDocument/2006/relationships/image" Target="../media/image32.png"/><Relationship Id="rId4" Type="http://schemas.openxmlformats.org/officeDocument/2006/relationships/tags" Target="../tags/tag47.xml"/><Relationship Id="rId9" Type="http://schemas.openxmlformats.org/officeDocument/2006/relationships/customXml" Target="../ink/ink1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.xml"/><Relationship Id="rId3" Type="http://schemas.openxmlformats.org/officeDocument/2006/relationships/tags" Target="../tags/tag50.xml"/><Relationship Id="rId7" Type="http://schemas.openxmlformats.org/officeDocument/2006/relationships/image" Target="../media/image37.png"/><Relationship Id="rId12" Type="http://schemas.openxmlformats.org/officeDocument/2006/relationships/image" Target="../media/image33.svg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image" Target="../media/image36.png"/><Relationship Id="rId11" Type="http://schemas.openxmlformats.org/officeDocument/2006/relationships/image" Target="../media/image32.png"/><Relationship Id="rId5" Type="http://schemas.openxmlformats.org/officeDocument/2006/relationships/slideLayout" Target="../slideLayouts/slideLayout25.xml"/><Relationship Id="rId10" Type="http://schemas.openxmlformats.org/officeDocument/2006/relationships/customXml" Target="../ink/ink17.xml"/><Relationship Id="rId4" Type="http://schemas.openxmlformats.org/officeDocument/2006/relationships/tags" Target="../tags/tag51.xml"/><Relationship Id="rId9" Type="http://schemas.openxmlformats.org/officeDocument/2006/relationships/image" Target="../media/image38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.xml"/><Relationship Id="rId3" Type="http://schemas.openxmlformats.org/officeDocument/2006/relationships/tags" Target="../tags/tag54.xml"/><Relationship Id="rId7" Type="http://schemas.openxmlformats.org/officeDocument/2006/relationships/image" Target="../media/image180.png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customXml" Target="../ink/ink18.xml"/><Relationship Id="rId5" Type="http://schemas.openxmlformats.org/officeDocument/2006/relationships/slideLayout" Target="../slideLayouts/slideLayout25.xml"/><Relationship Id="rId10" Type="http://schemas.openxmlformats.org/officeDocument/2006/relationships/image" Target="../media/image39.png"/><Relationship Id="rId4" Type="http://schemas.openxmlformats.org/officeDocument/2006/relationships/tags" Target="../tags/tag55.xml"/><Relationship Id="rId9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1.xml"/><Relationship Id="rId3" Type="http://schemas.openxmlformats.org/officeDocument/2006/relationships/tags" Target="../tags/tag58.xml"/><Relationship Id="rId7" Type="http://schemas.openxmlformats.org/officeDocument/2006/relationships/image" Target="../media/image180.png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customXml" Target="../ink/ink20.xml"/><Relationship Id="rId5" Type="http://schemas.openxmlformats.org/officeDocument/2006/relationships/slideLayout" Target="../slideLayouts/slideLayout25.xml"/><Relationship Id="rId10" Type="http://schemas.openxmlformats.org/officeDocument/2006/relationships/image" Target="../media/image40.png"/><Relationship Id="rId4" Type="http://schemas.openxmlformats.org/officeDocument/2006/relationships/tags" Target="../tags/tag59.xml"/><Relationship Id="rId9" Type="http://schemas.openxmlformats.org/officeDocument/2006/relationships/image" Target="../media/image22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3.xml"/><Relationship Id="rId3" Type="http://schemas.openxmlformats.org/officeDocument/2006/relationships/tags" Target="../tags/tag62.xml"/><Relationship Id="rId7" Type="http://schemas.openxmlformats.org/officeDocument/2006/relationships/image" Target="../media/image380.png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customXml" Target="../ink/ink22.xml"/><Relationship Id="rId5" Type="http://schemas.openxmlformats.org/officeDocument/2006/relationships/slideLayout" Target="../slideLayouts/slideLayout25.xml"/><Relationship Id="rId10" Type="http://schemas.openxmlformats.org/officeDocument/2006/relationships/image" Target="../media/image42.png"/><Relationship Id="rId4" Type="http://schemas.openxmlformats.org/officeDocument/2006/relationships/tags" Target="../tags/tag63.xml"/><Relationship Id="rId9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5.xml"/><Relationship Id="rId3" Type="http://schemas.openxmlformats.org/officeDocument/2006/relationships/tags" Target="../tags/tag66.xml"/><Relationship Id="rId7" Type="http://schemas.openxmlformats.org/officeDocument/2006/relationships/image" Target="../media/image380.png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customXml" Target="../ink/ink24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67.xml"/><Relationship Id="rId9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tags" Target="../tags/tag70.xml"/><Relationship Id="rId7" Type="http://schemas.openxmlformats.org/officeDocument/2006/relationships/customXml" Target="../ink/ink26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slideLayout" Target="../slideLayouts/slideLayout25.xml"/><Relationship Id="rId11" Type="http://schemas.openxmlformats.org/officeDocument/2006/relationships/image" Target="../media/image44.png"/><Relationship Id="rId5" Type="http://schemas.openxmlformats.org/officeDocument/2006/relationships/tags" Target="../tags/tag72.xml"/><Relationship Id="rId10" Type="http://schemas.openxmlformats.org/officeDocument/2006/relationships/hyperlink" Target="train.aimaker.space/train" TargetMode="External"/><Relationship Id="rId4" Type="http://schemas.openxmlformats.org/officeDocument/2006/relationships/tags" Target="../tags/tag71.xml"/><Relationship Id="rId9" Type="http://schemas.openxmlformats.org/officeDocument/2006/relationships/customXml" Target="../ink/ink2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75.xml"/><Relationship Id="rId7" Type="http://schemas.openxmlformats.org/officeDocument/2006/relationships/customXml" Target="../ink/ink28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slideLayout" Target="../slideLayouts/slideLayout25.xml"/><Relationship Id="rId11" Type="http://schemas.openxmlformats.org/officeDocument/2006/relationships/image" Target="../media/image45.png"/><Relationship Id="rId5" Type="http://schemas.openxmlformats.org/officeDocument/2006/relationships/tags" Target="../tags/tag77.xml"/><Relationship Id="rId10" Type="http://schemas.openxmlformats.org/officeDocument/2006/relationships/image" Target="../media/image44.png"/><Relationship Id="rId4" Type="http://schemas.openxmlformats.org/officeDocument/2006/relationships/tags" Target="../tags/tag76.xml"/><Relationship Id="rId9" Type="http://schemas.openxmlformats.org/officeDocument/2006/relationships/customXml" Target="../ink/ink29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80.xml"/><Relationship Id="rId7" Type="http://schemas.openxmlformats.org/officeDocument/2006/relationships/customXml" Target="../ink/ink30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slideLayout" Target="../slideLayouts/slideLayout25.xml"/><Relationship Id="rId5" Type="http://schemas.openxmlformats.org/officeDocument/2006/relationships/tags" Target="../tags/tag82.xml"/><Relationship Id="rId10" Type="http://schemas.openxmlformats.org/officeDocument/2006/relationships/image" Target="../media/image46.png"/><Relationship Id="rId4" Type="http://schemas.openxmlformats.org/officeDocument/2006/relationships/tags" Target="../tags/tag81.xml"/><Relationship Id="rId9" Type="http://schemas.openxmlformats.org/officeDocument/2006/relationships/customXml" Target="../ink/ink3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85.xml"/><Relationship Id="rId7" Type="http://schemas.openxmlformats.org/officeDocument/2006/relationships/customXml" Target="../ink/ink32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slideLayout" Target="../slideLayouts/slideLayout25.xml"/><Relationship Id="rId5" Type="http://schemas.openxmlformats.org/officeDocument/2006/relationships/tags" Target="../tags/tag87.xml"/><Relationship Id="rId10" Type="http://schemas.openxmlformats.org/officeDocument/2006/relationships/image" Target="../media/image44.png"/><Relationship Id="rId4" Type="http://schemas.openxmlformats.org/officeDocument/2006/relationships/tags" Target="../tags/tag86.xml"/><Relationship Id="rId9" Type="http://schemas.openxmlformats.org/officeDocument/2006/relationships/customXml" Target="../ink/ink3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">
            <a:extLst>
              <a:ext uri="{FF2B5EF4-FFF2-40B4-BE49-F238E27FC236}">
                <a16:creationId xmlns:a16="http://schemas.microsoft.com/office/drawing/2014/main" id="{4EDE834A-F822-5618-055E-DD078CC0F0F5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388188" y="1673489"/>
            <a:ext cx="9415624" cy="2387600"/>
          </a:xfrm>
        </p:spPr>
        <p:txBody>
          <a:bodyPr>
            <a:normAutofit fontScale="90000"/>
          </a:bodyPr>
          <a:lstStyle/>
          <a:p>
            <a:r>
              <a:rPr kumimoji="0" lang="zh-CN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楷体"/>
                <a:cs typeface="+mj-cs"/>
              </a:rPr>
              <a:t>人工智能</a:t>
            </a:r>
            <a:b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楷体"/>
                <a:cs typeface="+mj-cs"/>
              </a:rPr>
            </a:b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楷体"/>
                <a:cs typeface="+mj-cs"/>
              </a:rPr>
              <a:t>实验一</a:t>
            </a:r>
            <a:b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楷体"/>
                <a:cs typeface="+mj-cs"/>
              </a:rPr>
            </a:b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楷体"/>
                <a:cs typeface="+mj-cs"/>
              </a:rPr>
              <a:t> </a:t>
            </a:r>
            <a:b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楷体"/>
                <a:cs typeface="+mj-cs"/>
              </a:rPr>
            </a:b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楷体"/>
                <a:cs typeface="+mj-cs"/>
              </a:rPr>
              <a:t>计算机学院    </a:t>
            </a:r>
            <a:r>
              <a:rPr lang="zh-CN" altLang="en-US" sz="3600" dirty="0">
                <a:solidFill>
                  <a:prstClr val="black"/>
                </a:solidFill>
              </a:rPr>
              <a:t>王平雁</a:t>
            </a:r>
            <a:endParaRPr lang="zh-CN" altLang="en-US" sz="44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CDED6-7CCA-2574-076E-0A90AC3D0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>
            <a:extLst>
              <a:ext uri="{FF2B5EF4-FFF2-40B4-BE49-F238E27FC236}">
                <a16:creationId xmlns:a16="http://schemas.microsoft.com/office/drawing/2014/main" id="{79ABDB5C-B1A7-9E91-CA19-B78A404DA16F}"/>
              </a:ext>
            </a:extLst>
          </p:cNvPr>
          <p:cNvGrpSpPr/>
          <p:nvPr/>
        </p:nvGrpSpPr>
        <p:grpSpPr>
          <a:xfrm>
            <a:off x="1097917" y="230507"/>
            <a:ext cx="9410065" cy="958215"/>
            <a:chOff x="983884" y="1682895"/>
            <a:chExt cx="9410065" cy="944746"/>
          </a:xfrm>
        </p:grpSpPr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8E0DAF42-C5B9-09A4-87E5-CCFF74B0E2A5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3680419" y="1682895"/>
              <a:ext cx="693804" cy="693804"/>
            </a:xfrm>
            <a:prstGeom prst="ellipse">
              <a:avLst/>
            </a:prstGeom>
            <a:solidFill>
              <a:srgbClr val="5FCBF5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Segoe UI" panose="020B0502040204020203" pitchFamily="34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12563C5-AD27-6AAA-3335-CCC65541C0AE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983884" y="1854439"/>
              <a:ext cx="9410065" cy="6360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3600" b="1" dirty="0">
                  <a:solidFill>
                    <a:srgbClr val="005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egoe UI" panose="020B0502040204020203" pitchFamily="34" charset="0"/>
                </a:rPr>
                <a:t>知识点回顾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5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egoe UI" panose="020B0502040204020203" pitchFamily="34" charset="0"/>
              </a:endParaRPr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E8B5A4AF-CEBE-98A0-C77F-577E141C2A71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072218" y="2562116"/>
              <a:ext cx="745244" cy="65525"/>
            </a:xfrm>
            <a:prstGeom prst="roundRect">
              <a:avLst>
                <a:gd name="adj" fmla="val 50000"/>
              </a:avLst>
            </a:prstGeom>
            <a:solidFill>
              <a:srgbClr val="2875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Segoe UI" panose="020B0502040204020203" pitchFamily="34" charset="0"/>
              </a:endParaRP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52AED8EB-B17B-6E23-53E6-982629D02849}"/>
              </a:ext>
            </a:extLst>
          </p:cNvPr>
          <p:cNvSpPr txBox="1"/>
          <p:nvPr/>
        </p:nvSpPr>
        <p:spPr>
          <a:xfrm>
            <a:off x="-1215439" y="4306362"/>
            <a:ext cx="10664191" cy="412625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just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zh-CN" sz="2400" b="0" i="0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2" name="图形 138">
            <a:extLst>
              <a:ext uri="{FF2B5EF4-FFF2-40B4-BE49-F238E27FC236}">
                <a16:creationId xmlns:a16="http://schemas.microsoft.com/office/drawing/2014/main" id="{D85DE951-197D-6234-4CAB-DE041DB78A7C}"/>
              </a:ext>
            </a:extLst>
          </p:cNvPr>
          <p:cNvGrpSpPr>
            <a:grpSpLocks noChangeAspect="1"/>
          </p:cNvGrpSpPr>
          <p:nvPr/>
        </p:nvGrpSpPr>
        <p:grpSpPr>
          <a:xfrm>
            <a:off x="1097917" y="1641170"/>
            <a:ext cx="10462024" cy="4821343"/>
            <a:chOff x="3843343" y="2601912"/>
            <a:chExt cx="4615761" cy="1939288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3BA8CFED-FCDF-28B5-C000-26464728A11D}"/>
                </a:ext>
              </a:extLst>
            </p:cNvPr>
            <p:cNvSpPr/>
            <p:nvPr/>
          </p:nvSpPr>
          <p:spPr>
            <a:xfrm>
              <a:off x="3849765" y="2608334"/>
              <a:ext cx="4602918" cy="1926445"/>
            </a:xfrm>
            <a:custGeom>
              <a:avLst/>
              <a:gdLst>
                <a:gd name="connsiteX0" fmla="*/ 0 w 4602918"/>
                <a:gd name="connsiteY0" fmla="*/ 0 h 1926445"/>
                <a:gd name="connsiteX1" fmla="*/ 4602919 w 4602918"/>
                <a:gd name="connsiteY1" fmla="*/ 0 h 1926445"/>
                <a:gd name="connsiteX2" fmla="*/ 4602919 w 4602918"/>
                <a:gd name="connsiteY2" fmla="*/ 1926446 h 1926445"/>
                <a:gd name="connsiteX3" fmla="*/ 0 w 4602918"/>
                <a:gd name="connsiteY3" fmla="*/ 1926446 h 1926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02918" h="1926445">
                  <a:moveTo>
                    <a:pt x="0" y="0"/>
                  </a:moveTo>
                  <a:lnTo>
                    <a:pt x="4602919" y="0"/>
                  </a:lnTo>
                  <a:lnTo>
                    <a:pt x="4602919" y="1926446"/>
                  </a:lnTo>
                  <a:lnTo>
                    <a:pt x="0" y="1926446"/>
                  </a:lnTo>
                  <a:close/>
                </a:path>
              </a:pathLst>
            </a:custGeom>
            <a:solidFill>
              <a:srgbClr val="FFFFFF"/>
            </a:solidFill>
            <a:ln w="1282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800"/>
              <a:endParaRPr lang="zh-CN" altLang="en-US" sz="1350">
                <a:solidFill>
                  <a:prstClr val="black"/>
                </a:solidFill>
                <a:latin typeface="等线"/>
                <a:ea typeface="等线" panose="02010600030101010101" pitchFamily="2" charset="-122"/>
              </a:endParaRPr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33D1D945-B513-92F0-0BFA-690CDD06F87C}"/>
                </a:ext>
              </a:extLst>
            </p:cNvPr>
            <p:cNvSpPr/>
            <p:nvPr/>
          </p:nvSpPr>
          <p:spPr>
            <a:xfrm>
              <a:off x="3843343" y="2601912"/>
              <a:ext cx="4615761" cy="1939288"/>
            </a:xfrm>
            <a:custGeom>
              <a:avLst/>
              <a:gdLst>
                <a:gd name="connsiteX0" fmla="*/ 4615762 w 4615761"/>
                <a:gd name="connsiteY0" fmla="*/ 1939289 h 1939288"/>
                <a:gd name="connsiteX1" fmla="*/ 0 w 4615761"/>
                <a:gd name="connsiteY1" fmla="*/ 1939289 h 1939288"/>
                <a:gd name="connsiteX2" fmla="*/ 0 w 4615761"/>
                <a:gd name="connsiteY2" fmla="*/ 0 h 1939288"/>
                <a:gd name="connsiteX3" fmla="*/ 4615762 w 4615761"/>
                <a:gd name="connsiteY3" fmla="*/ 0 h 1939288"/>
                <a:gd name="connsiteX4" fmla="*/ 4615762 w 4615761"/>
                <a:gd name="connsiteY4" fmla="*/ 1939289 h 1939288"/>
                <a:gd name="connsiteX5" fmla="*/ 12843 w 4615761"/>
                <a:gd name="connsiteY5" fmla="*/ 1926446 h 1939288"/>
                <a:gd name="connsiteX6" fmla="*/ 4602919 w 4615761"/>
                <a:gd name="connsiteY6" fmla="*/ 1926446 h 1939288"/>
                <a:gd name="connsiteX7" fmla="*/ 4602919 w 4615761"/>
                <a:gd name="connsiteY7" fmla="*/ 12843 h 1939288"/>
                <a:gd name="connsiteX8" fmla="*/ 12843 w 4615761"/>
                <a:gd name="connsiteY8" fmla="*/ 12843 h 1939288"/>
                <a:gd name="connsiteX9" fmla="*/ 12843 w 4615761"/>
                <a:gd name="connsiteY9" fmla="*/ 1926446 h 1939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15761" h="1939288">
                  <a:moveTo>
                    <a:pt x="4615762" y="1939289"/>
                  </a:moveTo>
                  <a:lnTo>
                    <a:pt x="0" y="1939289"/>
                  </a:lnTo>
                  <a:lnTo>
                    <a:pt x="0" y="0"/>
                  </a:lnTo>
                  <a:lnTo>
                    <a:pt x="4615762" y="0"/>
                  </a:lnTo>
                  <a:lnTo>
                    <a:pt x="4615762" y="1939289"/>
                  </a:lnTo>
                  <a:close/>
                  <a:moveTo>
                    <a:pt x="12843" y="1926446"/>
                  </a:moveTo>
                  <a:lnTo>
                    <a:pt x="4602919" y="1926446"/>
                  </a:lnTo>
                  <a:lnTo>
                    <a:pt x="4602919" y="12843"/>
                  </a:lnTo>
                  <a:lnTo>
                    <a:pt x="12843" y="12843"/>
                  </a:lnTo>
                  <a:lnTo>
                    <a:pt x="12843" y="1926446"/>
                  </a:lnTo>
                  <a:close/>
                </a:path>
              </a:pathLst>
            </a:custGeom>
            <a:solidFill>
              <a:srgbClr val="231815"/>
            </a:solidFill>
            <a:ln w="1282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800"/>
              <a:endParaRPr lang="zh-CN" altLang="en-US" sz="1350">
                <a:solidFill>
                  <a:prstClr val="black"/>
                </a:solidFill>
                <a:latin typeface="等线"/>
                <a:ea typeface="等线" panose="02010600030101010101" pitchFamily="2" charset="-122"/>
              </a:endParaRPr>
            </a:p>
          </p:txBody>
        </p:sp>
      </p:grpSp>
      <p:sp>
        <p:nvSpPr>
          <p:cNvPr id="15" name="矩形 14">
            <a:extLst>
              <a:ext uri="{FF2B5EF4-FFF2-40B4-BE49-F238E27FC236}">
                <a16:creationId xmlns:a16="http://schemas.microsoft.com/office/drawing/2014/main" id="{B7B63D9A-65EC-26BB-1B91-8FBBC40C4B33}"/>
              </a:ext>
            </a:extLst>
          </p:cNvPr>
          <p:cNvSpPr/>
          <p:nvPr/>
        </p:nvSpPr>
        <p:spPr>
          <a:xfrm>
            <a:off x="1059336" y="1591787"/>
            <a:ext cx="10395168" cy="4789414"/>
          </a:xfrm>
          <a:prstGeom prst="rect">
            <a:avLst/>
          </a:prstGeom>
          <a:solidFill>
            <a:schemeClr val="bg1"/>
          </a:solidFill>
          <a:ln w="6032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图形 138">
            <a:extLst>
              <a:ext uri="{FF2B5EF4-FFF2-40B4-BE49-F238E27FC236}">
                <a16:creationId xmlns:a16="http://schemas.microsoft.com/office/drawing/2014/main" id="{B1EBDB24-03B5-6607-A762-E51085768877}"/>
              </a:ext>
            </a:extLst>
          </p:cNvPr>
          <p:cNvGrpSpPr>
            <a:grpSpLocks noChangeAspect="1"/>
          </p:cNvGrpSpPr>
          <p:nvPr/>
        </p:nvGrpSpPr>
        <p:grpSpPr>
          <a:xfrm>
            <a:off x="1059336" y="1428286"/>
            <a:ext cx="389342" cy="612584"/>
            <a:chOff x="3792167" y="2318369"/>
            <a:chExt cx="415557" cy="653420"/>
          </a:xfrm>
          <a:solidFill>
            <a:srgbClr val="007BD4"/>
          </a:solidFill>
        </p:grpSpPr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B2948845-92FF-10EC-9930-F00DE822B1E6}"/>
                </a:ext>
              </a:extLst>
            </p:cNvPr>
            <p:cNvSpPr/>
            <p:nvPr/>
          </p:nvSpPr>
          <p:spPr>
            <a:xfrm>
              <a:off x="3839491" y="2424679"/>
              <a:ext cx="51371" cy="55224"/>
            </a:xfrm>
            <a:custGeom>
              <a:avLst/>
              <a:gdLst>
                <a:gd name="connsiteX0" fmla="*/ 17980 w 51371"/>
                <a:gd name="connsiteY0" fmla="*/ 55225 h 55224"/>
                <a:gd name="connsiteX1" fmla="*/ 0 w 51371"/>
                <a:gd name="connsiteY1" fmla="*/ 11559 h 55224"/>
                <a:gd name="connsiteX2" fmla="*/ 30823 w 51371"/>
                <a:gd name="connsiteY2" fmla="*/ 0 h 55224"/>
                <a:gd name="connsiteX3" fmla="*/ 51372 w 51371"/>
                <a:gd name="connsiteY3" fmla="*/ 55225 h 55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371" h="55224">
                  <a:moveTo>
                    <a:pt x="17980" y="55225"/>
                  </a:moveTo>
                  <a:lnTo>
                    <a:pt x="0" y="11559"/>
                  </a:lnTo>
                  <a:lnTo>
                    <a:pt x="30823" y="0"/>
                  </a:lnTo>
                  <a:lnTo>
                    <a:pt x="51372" y="55225"/>
                  </a:lnTo>
                  <a:close/>
                </a:path>
              </a:pathLst>
            </a:custGeom>
            <a:solidFill>
              <a:srgbClr val="007BD4"/>
            </a:solidFill>
            <a:ln w="1282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800"/>
              <a:endParaRPr lang="zh-CN" altLang="en-US" sz="1350">
                <a:solidFill>
                  <a:prstClr val="black"/>
                </a:solidFill>
                <a:latin typeface="等线"/>
                <a:ea typeface="等线" panose="02010600030101010101" pitchFamily="2" charset="-122"/>
              </a:endParaRPr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78D737E0-EF54-7D95-3B18-CD673C9014A6}"/>
                </a:ext>
              </a:extLst>
            </p:cNvPr>
            <p:cNvSpPr/>
            <p:nvPr/>
          </p:nvSpPr>
          <p:spPr>
            <a:xfrm>
              <a:off x="3792167" y="2318369"/>
              <a:ext cx="415557" cy="653420"/>
            </a:xfrm>
            <a:custGeom>
              <a:avLst/>
              <a:gdLst>
                <a:gd name="connsiteX0" fmla="*/ 287487 w 415557"/>
                <a:gd name="connsiteY0" fmla="*/ 653420 h 653420"/>
                <a:gd name="connsiteX1" fmla="*/ 184744 w 415557"/>
                <a:gd name="connsiteY1" fmla="*/ 587921 h 653420"/>
                <a:gd name="connsiteX2" fmla="*/ 4942 w 415557"/>
                <a:gd name="connsiteY2" fmla="*/ 123006 h 653420"/>
                <a:gd name="connsiteX3" fmla="*/ 65304 w 415557"/>
                <a:gd name="connsiteY3" fmla="*/ 7419 h 653420"/>
                <a:gd name="connsiteX4" fmla="*/ 137225 w 415557"/>
                <a:gd name="connsiteY4" fmla="*/ 6135 h 653420"/>
                <a:gd name="connsiteX5" fmla="*/ 187312 w 415557"/>
                <a:gd name="connsiteY5" fmla="*/ 53654 h 653420"/>
                <a:gd name="connsiteX6" fmla="*/ 228410 w 415557"/>
                <a:gd name="connsiteY6" fmla="*/ 162819 h 653420"/>
                <a:gd name="connsiteX7" fmla="*/ 193734 w 415557"/>
                <a:gd name="connsiteY7" fmla="*/ 162819 h 653420"/>
                <a:gd name="connsiteX8" fmla="*/ 157773 w 415557"/>
                <a:gd name="connsiteY8" fmla="*/ 63928 h 653420"/>
                <a:gd name="connsiteX9" fmla="*/ 126950 w 415557"/>
                <a:gd name="connsiteY9" fmla="*/ 35674 h 653420"/>
                <a:gd name="connsiteX10" fmla="*/ 76863 w 415557"/>
                <a:gd name="connsiteY10" fmla="*/ 36958 h 653420"/>
                <a:gd name="connsiteX11" fmla="*/ 35765 w 415557"/>
                <a:gd name="connsiteY11" fmla="*/ 111447 h 653420"/>
                <a:gd name="connsiteX12" fmla="*/ 214282 w 415557"/>
                <a:gd name="connsiteY12" fmla="*/ 577647 h 653420"/>
                <a:gd name="connsiteX13" fmla="*/ 323448 w 415557"/>
                <a:gd name="connsiteY13" fmla="*/ 616176 h 653420"/>
                <a:gd name="connsiteX14" fmla="*/ 379957 w 415557"/>
                <a:gd name="connsiteY14" fmla="*/ 514716 h 653420"/>
                <a:gd name="connsiteX15" fmla="*/ 205292 w 415557"/>
                <a:gd name="connsiteY15" fmla="*/ 57507 h 653420"/>
                <a:gd name="connsiteX16" fmla="*/ 234831 w 415557"/>
                <a:gd name="connsiteY16" fmla="*/ 45948 h 653420"/>
                <a:gd name="connsiteX17" fmla="*/ 409495 w 415557"/>
                <a:gd name="connsiteY17" fmla="*/ 501873 h 653420"/>
                <a:gd name="connsiteX18" fmla="*/ 335006 w 415557"/>
                <a:gd name="connsiteY18" fmla="*/ 644430 h 653420"/>
                <a:gd name="connsiteX19" fmla="*/ 287487 w 415557"/>
                <a:gd name="connsiteY19" fmla="*/ 653420 h 653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557" h="653420">
                  <a:moveTo>
                    <a:pt x="287487" y="653420"/>
                  </a:moveTo>
                  <a:cubicBezTo>
                    <a:pt x="241253" y="653420"/>
                    <a:pt x="200155" y="629019"/>
                    <a:pt x="184744" y="587921"/>
                  </a:cubicBezTo>
                  <a:lnTo>
                    <a:pt x="4942" y="123006"/>
                  </a:lnTo>
                  <a:cubicBezTo>
                    <a:pt x="-11754" y="78055"/>
                    <a:pt x="15216" y="26683"/>
                    <a:pt x="65304" y="7419"/>
                  </a:cubicBezTo>
                  <a:cubicBezTo>
                    <a:pt x="89706" y="-1571"/>
                    <a:pt x="115392" y="-2855"/>
                    <a:pt x="137225" y="6135"/>
                  </a:cubicBezTo>
                  <a:cubicBezTo>
                    <a:pt x="160342" y="15125"/>
                    <a:pt x="178322" y="31821"/>
                    <a:pt x="187312" y="53654"/>
                  </a:cubicBezTo>
                  <a:lnTo>
                    <a:pt x="228410" y="162819"/>
                  </a:lnTo>
                  <a:lnTo>
                    <a:pt x="193734" y="162819"/>
                  </a:lnTo>
                  <a:lnTo>
                    <a:pt x="157773" y="63928"/>
                  </a:lnTo>
                  <a:cubicBezTo>
                    <a:pt x="152636" y="51085"/>
                    <a:pt x="141077" y="40811"/>
                    <a:pt x="126950" y="35674"/>
                  </a:cubicBezTo>
                  <a:cubicBezTo>
                    <a:pt x="111539" y="30536"/>
                    <a:pt x="93558" y="30536"/>
                    <a:pt x="76863" y="36958"/>
                  </a:cubicBezTo>
                  <a:cubicBezTo>
                    <a:pt x="43471" y="49801"/>
                    <a:pt x="24206" y="83193"/>
                    <a:pt x="35765" y="111447"/>
                  </a:cubicBezTo>
                  <a:lnTo>
                    <a:pt x="214282" y="577647"/>
                  </a:lnTo>
                  <a:cubicBezTo>
                    <a:pt x="228410" y="616176"/>
                    <a:pt x="278497" y="632872"/>
                    <a:pt x="323448" y="616176"/>
                  </a:cubicBezTo>
                  <a:cubicBezTo>
                    <a:pt x="369682" y="598196"/>
                    <a:pt x="394084" y="553245"/>
                    <a:pt x="379957" y="514716"/>
                  </a:cubicBezTo>
                  <a:lnTo>
                    <a:pt x="205292" y="57507"/>
                  </a:lnTo>
                  <a:lnTo>
                    <a:pt x="234831" y="45948"/>
                  </a:lnTo>
                  <a:lnTo>
                    <a:pt x="409495" y="501873"/>
                  </a:lnTo>
                  <a:cubicBezTo>
                    <a:pt x="430044" y="557098"/>
                    <a:pt x="396652" y="621313"/>
                    <a:pt x="335006" y="644430"/>
                  </a:cubicBezTo>
                  <a:cubicBezTo>
                    <a:pt x="318310" y="650852"/>
                    <a:pt x="302899" y="653420"/>
                    <a:pt x="287487" y="653420"/>
                  </a:cubicBezTo>
                  <a:close/>
                </a:path>
              </a:pathLst>
            </a:custGeom>
            <a:solidFill>
              <a:srgbClr val="007BD4"/>
            </a:solidFill>
            <a:ln w="1282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800"/>
              <a:endParaRPr lang="zh-CN" altLang="en-US" sz="1350">
                <a:solidFill>
                  <a:prstClr val="black"/>
                </a:solidFill>
                <a:latin typeface="等线"/>
                <a:ea typeface="等线" panose="02010600030101010101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9336729F-7C61-71A5-8E28-CCFB95D6BFEF}"/>
              </a:ext>
            </a:extLst>
          </p:cNvPr>
          <p:cNvSpPr txBox="1">
            <a:spLocks noChangeAspect="1"/>
          </p:cNvSpPr>
          <p:nvPr/>
        </p:nvSpPr>
        <p:spPr>
          <a:xfrm>
            <a:off x="1205552" y="1850245"/>
            <a:ext cx="5123378" cy="386836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algn="just" defTabSz="6858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2400" spc="150" dirty="0">
                <a:solidFill>
                  <a:prstClr val="black"/>
                </a:solidFill>
                <a:latin typeface="+mn-ea"/>
                <a:cs typeface="微软雅黑" panose="020B0503020204020204" charset="-122"/>
              </a:rPr>
              <a:t>机器学习</a:t>
            </a:r>
            <a:r>
              <a:rPr lang="zh-CN" altLang="en-US" sz="2400" b="1" spc="150" dirty="0">
                <a:solidFill>
                  <a:schemeClr val="accent1"/>
                </a:solidFill>
                <a:latin typeface="+mn-ea"/>
                <a:cs typeface="微软雅黑" panose="020B0503020204020204" charset="-122"/>
              </a:rPr>
              <a:t>概述</a:t>
            </a:r>
            <a:endParaRPr lang="en-US" altLang="zh-CN" sz="2400" b="1" spc="150" dirty="0">
              <a:solidFill>
                <a:schemeClr val="accent1"/>
              </a:solidFill>
              <a:latin typeface="+mn-ea"/>
              <a:cs typeface="微软雅黑" panose="020B0503020204020204" charset="-122"/>
            </a:endParaRPr>
          </a:p>
          <a:p>
            <a:pPr marL="257175" indent="-257175" algn="just" defTabSz="685800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en-US" altLang="zh-CN" sz="2400" spc="150" dirty="0">
              <a:solidFill>
                <a:prstClr val="black"/>
              </a:solidFill>
              <a:latin typeface="+mn-ea"/>
              <a:cs typeface="微软雅黑" panose="020B0503020204020204" charset="-122"/>
            </a:endParaRPr>
          </a:p>
          <a:p>
            <a:pPr marL="257175" indent="-257175" algn="just" defTabSz="6858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2400" spc="150" dirty="0">
                <a:solidFill>
                  <a:prstClr val="black"/>
                </a:solidFill>
                <a:latin typeface="+mn-ea"/>
                <a:cs typeface="微软雅黑" panose="020B0503020204020204" charset="-122"/>
              </a:rPr>
              <a:t>监督学习算法：</a:t>
            </a:r>
            <a:r>
              <a:rPr lang="zh-CN" altLang="en-US" sz="2400" b="1" spc="150" dirty="0">
                <a:solidFill>
                  <a:schemeClr val="accent1"/>
                </a:solidFill>
                <a:latin typeface="+mn-ea"/>
                <a:cs typeface="微软雅黑" panose="020B0503020204020204" charset="-122"/>
              </a:rPr>
              <a:t>线性回归</a:t>
            </a:r>
            <a:endParaRPr lang="en-US" altLang="zh-CN" sz="2400" spc="150" dirty="0">
              <a:solidFill>
                <a:prstClr val="black"/>
              </a:solidFill>
              <a:latin typeface="+mn-ea"/>
              <a:cs typeface="微软雅黑" panose="020B0503020204020204" charset="-122"/>
            </a:endParaRPr>
          </a:p>
          <a:p>
            <a:pPr marL="257175" indent="-257175" algn="just" defTabSz="685800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en-US" altLang="zh-CN" sz="2400" b="1" spc="150" dirty="0">
              <a:solidFill>
                <a:schemeClr val="accent1"/>
              </a:solidFill>
              <a:latin typeface="+mn-ea"/>
              <a:cs typeface="微软雅黑" panose="020B0503020204020204" charset="-122"/>
            </a:endParaRPr>
          </a:p>
          <a:p>
            <a:pPr marL="257175" indent="-257175" algn="just" defTabSz="685800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en-US" altLang="zh-CN" sz="2400" b="1" spc="150" dirty="0">
              <a:solidFill>
                <a:schemeClr val="accent1"/>
              </a:solidFill>
              <a:latin typeface="+mn-ea"/>
              <a:cs typeface="微软雅黑" panose="020B0503020204020204" charset="-122"/>
            </a:endParaRPr>
          </a:p>
          <a:p>
            <a:pPr marL="257175" indent="-257175" algn="just" defTabSz="685800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en-US" altLang="zh-CN" sz="2400" b="1" spc="150" dirty="0">
              <a:solidFill>
                <a:schemeClr val="accent1"/>
              </a:solidFill>
              <a:latin typeface="+mn-ea"/>
              <a:cs typeface="微软雅黑" panose="020B0503020204020204" charset="-122"/>
            </a:endParaRPr>
          </a:p>
          <a:p>
            <a:pPr marL="257175" indent="-257175" algn="just" defTabSz="685800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en-US" altLang="zh-CN" sz="2400" spc="150" dirty="0">
              <a:latin typeface="+mn-ea"/>
              <a:cs typeface="微软雅黑" panose="020B0503020204020204" charset="-122"/>
            </a:endParaRPr>
          </a:p>
        </p:txBody>
      </p:sp>
      <p:pic>
        <p:nvPicPr>
          <p:cNvPr id="20" name="图片 19" descr="C:\Users\hhg\Documents\从机器学习谈起 - 计算机的潜意识 - 博客园_files\221227224214301.png">
            <a:extLst>
              <a:ext uri="{FF2B5EF4-FFF2-40B4-BE49-F238E27FC236}">
                <a16:creationId xmlns:a16="http://schemas.microsoft.com/office/drawing/2014/main" id="{1F249A6A-EA8A-6403-1627-0952015DBD02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65" r="52766" b="6505"/>
          <a:stretch>
            <a:fillRect/>
          </a:stretch>
        </p:blipFill>
        <p:spPr bwMode="auto">
          <a:xfrm>
            <a:off x="6041992" y="1815708"/>
            <a:ext cx="4459046" cy="3868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8F5FF834-3395-8F06-58DC-912F84D0AA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71" r="17046"/>
          <a:stretch>
            <a:fillRect/>
          </a:stretch>
        </p:blipFill>
        <p:spPr>
          <a:xfrm>
            <a:off x="6605379" y="2039520"/>
            <a:ext cx="4742121" cy="3838989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D44CF827-46DD-C064-999B-BB460A45BBF9}"/>
              </a:ext>
            </a:extLst>
          </p:cNvPr>
          <p:cNvSpPr txBox="1"/>
          <p:nvPr/>
        </p:nvSpPr>
        <p:spPr>
          <a:xfrm>
            <a:off x="1448678" y="3959014"/>
            <a:ext cx="4518837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/>
              <a:t>为</a:t>
            </a:r>
            <a:r>
              <a:rPr lang="zh-CN" altLang="en-US" sz="2200" dirty="0">
                <a:solidFill>
                  <a:srgbClr val="FF0000"/>
                </a:solidFill>
              </a:rPr>
              <a:t>优化模型</a:t>
            </a:r>
            <a:r>
              <a:rPr lang="zh-CN" altLang="en-US" sz="2200" dirty="0"/>
              <a:t>，考虑损失函数、代价函数等，例如</a:t>
            </a:r>
            <a:r>
              <a:rPr lang="zh-CN" altLang="en-US" sz="2200" b="1" dirty="0">
                <a:solidFill>
                  <a:schemeClr val="accent1"/>
                </a:solidFill>
              </a:rPr>
              <a:t>均方误差：</a:t>
            </a:r>
            <a:endParaRPr lang="en-US" altLang="zh-CN" sz="2200" b="1" dirty="0">
              <a:solidFill>
                <a:schemeClr val="accent1"/>
              </a:solidFill>
            </a:endParaRPr>
          </a:p>
          <a:p>
            <a:endParaRPr lang="en-US" altLang="zh-CN" sz="2200" b="1" dirty="0">
              <a:solidFill>
                <a:schemeClr val="accent1"/>
              </a:solidFill>
            </a:endParaRPr>
          </a:p>
          <a:p>
            <a:endParaRPr lang="en-US" altLang="zh-CN" sz="2200" b="1" dirty="0">
              <a:solidFill>
                <a:schemeClr val="accent1"/>
              </a:solidFill>
            </a:endParaRPr>
          </a:p>
          <a:p>
            <a:endParaRPr lang="en-US" altLang="zh-CN" sz="2200" b="1" dirty="0">
              <a:solidFill>
                <a:schemeClr val="accent1"/>
              </a:solidFill>
            </a:endParaRPr>
          </a:p>
          <a:p>
            <a:r>
              <a:rPr lang="zh-CN" altLang="en-US" sz="2200" b="1" spc="150" dirty="0">
                <a:solidFill>
                  <a:schemeClr val="accent1"/>
                </a:solidFill>
                <a:latin typeface="+mn-ea"/>
                <a:cs typeface="微软雅黑" panose="020B0503020204020204" charset="-122"/>
              </a:rPr>
              <a:t>梯度下降法</a:t>
            </a:r>
            <a:r>
              <a:rPr lang="zh-CN" altLang="en-US" sz="2200" spc="150" dirty="0">
                <a:latin typeface="+mn-ea"/>
                <a:cs typeface="微软雅黑" panose="020B0503020204020204" charset="-122"/>
              </a:rPr>
              <a:t>（对参数求偏导）</a:t>
            </a:r>
            <a:endParaRPr lang="zh-CN" altLang="en-US" sz="2200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F4B4AB14-D861-A461-EDAB-C3C5354908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5205" y="4749563"/>
            <a:ext cx="3553321" cy="86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178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1097917" y="230507"/>
            <a:ext cx="9410065" cy="958215"/>
            <a:chOff x="983884" y="1682895"/>
            <a:chExt cx="9410065" cy="944746"/>
          </a:xfrm>
        </p:grpSpPr>
        <p:sp>
          <p:nvSpPr>
            <p:cNvPr id="30" name="椭圆 29"/>
            <p:cNvSpPr/>
            <p:nvPr>
              <p:custDataLst>
                <p:tags r:id="rId1"/>
              </p:custDataLst>
            </p:nvPr>
          </p:nvSpPr>
          <p:spPr>
            <a:xfrm>
              <a:off x="3680419" y="1682895"/>
              <a:ext cx="693804" cy="693804"/>
            </a:xfrm>
            <a:prstGeom prst="ellipse">
              <a:avLst/>
            </a:prstGeom>
            <a:solidFill>
              <a:srgbClr val="5FCBF5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Segoe UI" panose="020B0502040204020203" pitchFamily="34" charset="0"/>
              </a:endParaRPr>
            </a:p>
          </p:txBody>
        </p:sp>
        <p:sp>
          <p:nvSpPr>
            <p:cNvPr id="12" name="文本框 11"/>
            <p:cNvSpPr txBox="1"/>
            <p:nvPr>
              <p:custDataLst>
                <p:tags r:id="rId2"/>
              </p:custDataLst>
            </p:nvPr>
          </p:nvSpPr>
          <p:spPr>
            <a:xfrm>
              <a:off x="983884" y="1854439"/>
              <a:ext cx="9410065" cy="6360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3600" b="1" dirty="0">
                  <a:solidFill>
                    <a:srgbClr val="005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egoe UI" panose="020B0502040204020203" pitchFamily="34" charset="0"/>
                </a:rPr>
                <a:t>实验基础概述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5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egoe UI" panose="020B0502040204020203" pitchFamily="34" charset="0"/>
              </a:endParaRPr>
            </a:p>
          </p:txBody>
        </p:sp>
        <p:sp>
          <p:nvSpPr>
            <p:cNvPr id="29" name="矩形: 圆角 28"/>
            <p:cNvSpPr/>
            <p:nvPr>
              <p:custDataLst>
                <p:tags r:id="rId3"/>
              </p:custDataLst>
            </p:nvPr>
          </p:nvSpPr>
          <p:spPr>
            <a:xfrm>
              <a:off x="1072218" y="2562116"/>
              <a:ext cx="745244" cy="65525"/>
            </a:xfrm>
            <a:prstGeom prst="roundRect">
              <a:avLst>
                <a:gd name="adj" fmla="val 50000"/>
              </a:avLst>
            </a:prstGeom>
            <a:solidFill>
              <a:srgbClr val="2875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Segoe UI" panose="020B0502040204020203" pitchFamily="34" charset="0"/>
              </a:endParaRP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C9EEBE6B-8CE3-0F72-A8EA-1F657017B19B}"/>
              </a:ext>
            </a:extLst>
          </p:cNvPr>
          <p:cNvSpPr txBox="1">
            <a:spLocks noChangeAspect="1"/>
          </p:cNvSpPr>
          <p:nvPr/>
        </p:nvSpPr>
        <p:spPr>
          <a:xfrm>
            <a:off x="1097916" y="2167573"/>
            <a:ext cx="7976509" cy="876354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 fontAlgn="base">
              <a:lnSpc>
                <a:spcPct val="140000"/>
              </a:lnSpc>
              <a:spcBef>
                <a:spcPct val="0"/>
              </a:spcBef>
              <a:spcAft>
                <a:spcPts val="1200"/>
              </a:spcAft>
            </a:pPr>
            <a:r>
              <a:rPr lang="zh-CN" altLang="en-US" sz="2400" spc="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详见附件：</a:t>
            </a:r>
            <a:r>
              <a:rPr lang="zh-CN" altLang="en-US" sz="2400" b="1" spc="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实验基础概述</a:t>
            </a:r>
            <a:r>
              <a:rPr lang="en-US" altLang="zh-CN" sz="2400" b="1" spc="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.pptx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895AA-FFB1-2C2A-2E3A-A0D892735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EA84C50E-F889-49B1-302E-8C0D0FBE362A}"/>
              </a:ext>
            </a:extLst>
          </p:cNvPr>
          <p:cNvGrpSpPr/>
          <p:nvPr/>
        </p:nvGrpSpPr>
        <p:grpSpPr>
          <a:xfrm>
            <a:off x="1097915" y="230505"/>
            <a:ext cx="9410065" cy="958215"/>
            <a:chOff x="983884" y="1682895"/>
            <a:chExt cx="9410065" cy="944746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0C63F3B-710B-C6CB-AE22-0C3752EA7078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3680419" y="1682895"/>
              <a:ext cx="693804" cy="693804"/>
            </a:xfrm>
            <a:prstGeom prst="ellipse">
              <a:avLst/>
            </a:prstGeom>
            <a:solidFill>
              <a:srgbClr val="5FCBF5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Segoe UI" panose="020B0502040204020203" pitchFamily="34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0A85A89D-D15D-94E5-8B0E-FA225695C7CB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983884" y="1854439"/>
              <a:ext cx="9410065" cy="6360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3600" b="1" dirty="0">
                  <a:solidFill>
                    <a:srgbClr val="005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egoe UI" panose="020B0502040204020203" pitchFamily="34" charset="0"/>
                </a:rPr>
                <a:t>工业领域应用案例：质检</a:t>
              </a:r>
              <a:endPara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egoe UI" panose="020B0502040204020203" pitchFamily="34" charset="0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38D1E474-1C74-A795-5F6B-5747C450B025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072218" y="2562116"/>
              <a:ext cx="745244" cy="65525"/>
            </a:xfrm>
            <a:prstGeom prst="roundRect">
              <a:avLst>
                <a:gd name="adj" fmla="val 50000"/>
              </a:avLst>
            </a:prstGeom>
            <a:solidFill>
              <a:srgbClr val="2875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Segoe UI" panose="020B0502040204020203" pitchFamily="34" charset="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AB7717D2-B89F-BEEE-6CEB-9C700AB8C054}"/>
                  </a:ext>
                </a:extLst>
              </p14:cNvPr>
              <p14:cNvContentPartPr/>
              <p14:nvPr/>
            </p14:nvContentPartPr>
            <p14:xfrm>
              <a:off x="2007110" y="1420810"/>
              <a:ext cx="360" cy="3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AB7717D2-B89F-BEEE-6CEB-9C700AB8C05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00990" y="141469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Rectangle 1">
            <a:extLst>
              <a:ext uri="{FF2B5EF4-FFF2-40B4-BE49-F238E27FC236}">
                <a16:creationId xmlns:a16="http://schemas.microsoft.com/office/drawing/2014/main" id="{F8C999DA-54A0-12DF-6D34-9724179AE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0" y="17319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70B658A-F9F1-DDA7-1F47-B100EDF4DA04}"/>
              </a:ext>
            </a:extLst>
          </p:cNvPr>
          <p:cNvSpPr txBox="1"/>
          <p:nvPr/>
        </p:nvSpPr>
        <p:spPr>
          <a:xfrm>
            <a:off x="3794450" y="1828622"/>
            <a:ext cx="14793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252933"/>
                </a:solidFill>
                <a:effectLst/>
                <a:latin typeface="-apple-system"/>
              </a:rPr>
              <a:t>人工质检</a:t>
            </a:r>
            <a:endParaRPr lang="zh-CN" altLang="en-US" sz="24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26EBE4B-9867-D709-BD9B-32F4302D7DBD}"/>
              </a:ext>
            </a:extLst>
          </p:cNvPr>
          <p:cNvSpPr txBox="1"/>
          <p:nvPr/>
        </p:nvSpPr>
        <p:spPr>
          <a:xfrm>
            <a:off x="6592106" y="1828622"/>
            <a:ext cx="20499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0" i="0" dirty="0">
                <a:solidFill>
                  <a:srgbClr val="252933"/>
                </a:solidFill>
                <a:effectLst/>
                <a:latin typeface="-apple-system"/>
              </a:rPr>
              <a:t>AI</a:t>
            </a:r>
            <a:r>
              <a:rPr lang="zh-CN" altLang="en-US" sz="2400" b="0" i="0" dirty="0">
                <a:solidFill>
                  <a:srgbClr val="252933"/>
                </a:solidFill>
                <a:effectLst/>
                <a:latin typeface="-apple-system"/>
              </a:rPr>
              <a:t>视觉质检</a:t>
            </a:r>
            <a:endParaRPr lang="zh-CN" altLang="en-US" sz="2400" dirty="0"/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FA63A70A-C4BB-BA14-6CA6-3F7431B40AF9}"/>
              </a:ext>
            </a:extLst>
          </p:cNvPr>
          <p:cNvSpPr/>
          <p:nvPr/>
        </p:nvSpPr>
        <p:spPr>
          <a:xfrm>
            <a:off x="5653011" y="1944547"/>
            <a:ext cx="593467" cy="29159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 descr="图片包含 室内, 桌子, 电脑, 键盘&#10;&#10;AI 生成的内容可能不正确。">
            <a:extLst>
              <a:ext uri="{FF2B5EF4-FFF2-40B4-BE49-F238E27FC236}">
                <a16:creationId xmlns:a16="http://schemas.microsoft.com/office/drawing/2014/main" id="{E47EE2B6-C890-2C16-A753-DBC6519620E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4270" y="2741764"/>
            <a:ext cx="6643459" cy="31608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93184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A8C0F-433E-A882-CB1E-0D900387A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6C13F3E4-9557-AA46-DC42-7D582828D2AF}"/>
              </a:ext>
            </a:extLst>
          </p:cNvPr>
          <p:cNvGrpSpPr/>
          <p:nvPr/>
        </p:nvGrpSpPr>
        <p:grpSpPr>
          <a:xfrm>
            <a:off x="1097915" y="230505"/>
            <a:ext cx="9410065" cy="958215"/>
            <a:chOff x="983884" y="1682895"/>
            <a:chExt cx="9410065" cy="944746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746B2584-E551-A96D-9839-B870B0B6CA3F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3680419" y="1682895"/>
              <a:ext cx="693804" cy="693804"/>
            </a:xfrm>
            <a:prstGeom prst="ellipse">
              <a:avLst/>
            </a:prstGeom>
            <a:solidFill>
              <a:srgbClr val="5FCBF5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Segoe UI" panose="020B0502040204020203" pitchFamily="34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6F3113B-5ADE-D500-B850-B0FBEB837D7D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983884" y="1854439"/>
              <a:ext cx="9410065" cy="6360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altLang="zh-CN" sz="3600" b="1" dirty="0">
                  <a:solidFill>
                    <a:srgbClr val="005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egoe UI" panose="020B0502040204020203" pitchFamily="34" charset="0"/>
                </a:rPr>
                <a:t>AI</a:t>
              </a:r>
              <a:r>
                <a:rPr lang="zh-CN" altLang="en-US" sz="3600" b="1" dirty="0">
                  <a:solidFill>
                    <a:srgbClr val="005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egoe UI" panose="020B0502040204020203" pitchFamily="34" charset="0"/>
                </a:rPr>
                <a:t>视觉质检：真实场景（检针智能化）</a:t>
              </a:r>
              <a:endPara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egoe UI" panose="020B0502040204020203" pitchFamily="34" charset="0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344F4069-8FFC-A081-C009-880121B23C5D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072218" y="2562116"/>
              <a:ext cx="745244" cy="65525"/>
            </a:xfrm>
            <a:prstGeom prst="roundRect">
              <a:avLst>
                <a:gd name="adj" fmla="val 50000"/>
              </a:avLst>
            </a:prstGeom>
            <a:solidFill>
              <a:srgbClr val="2875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Segoe UI" panose="020B0502040204020203" pitchFamily="34" charset="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D138315F-4DF1-8446-22D6-B59BD07BFB29}"/>
                  </a:ext>
                </a:extLst>
              </p14:cNvPr>
              <p14:cNvContentPartPr/>
              <p14:nvPr/>
            </p14:nvContentPartPr>
            <p14:xfrm>
              <a:off x="2733230" y="1828330"/>
              <a:ext cx="360" cy="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D138315F-4DF1-8446-22D6-B59BD07BFB2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27110" y="182221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8CA58DA9-3CED-82DE-E4C6-917F18DA995E}"/>
                  </a:ext>
                </a:extLst>
              </p14:cNvPr>
              <p14:cNvContentPartPr/>
              <p14:nvPr/>
            </p14:nvContentPartPr>
            <p14:xfrm>
              <a:off x="2007110" y="1420810"/>
              <a:ext cx="360" cy="3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8CA58DA9-3CED-82DE-E4C6-917F18DA995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00990" y="141469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Rectangle 1">
            <a:extLst>
              <a:ext uri="{FF2B5EF4-FFF2-40B4-BE49-F238E27FC236}">
                <a16:creationId xmlns:a16="http://schemas.microsoft.com/office/drawing/2014/main" id="{19B71A8D-2ADE-E157-609D-178A57E20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0" y="17319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91B128D-8FDC-BE57-FFA5-389367120B00}"/>
              </a:ext>
            </a:extLst>
          </p:cNvPr>
          <p:cNvSpPr txBox="1"/>
          <p:nvPr/>
        </p:nvSpPr>
        <p:spPr>
          <a:xfrm>
            <a:off x="1028497" y="2199845"/>
            <a:ext cx="5140655" cy="2567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zh-CN" altLang="en-US" sz="2000" b="1" i="0" dirty="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检测</a:t>
            </a:r>
            <a:r>
              <a:rPr lang="zh-CN" altLang="en-US" sz="20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纺织品（鞋、帽子等）中的残留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断针</a:t>
            </a:r>
            <a:r>
              <a:rPr lang="zh-CN" altLang="en-US" sz="20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、金属</a:t>
            </a:r>
            <a:endParaRPr lang="en-US" altLang="zh-CN" sz="2000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zh-CN" altLang="en-US" sz="2000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传统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000" b="1" i="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光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检针 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+ </a:t>
            </a:r>
            <a:r>
              <a:rPr lang="zh-CN" altLang="en-US" sz="2000" b="1" i="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人工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，效率与精度难保障</a:t>
            </a:r>
            <a:endParaRPr lang="en-US" altLang="zh-CN" sz="2000" dirty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采用某</a:t>
            </a:r>
            <a:r>
              <a:rPr lang="en-US" altLang="zh-CN" sz="20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AI</a:t>
            </a:r>
            <a:r>
              <a:rPr lang="zh-CN" altLang="en-US" sz="20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平台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训练出</a:t>
            </a:r>
            <a:r>
              <a:rPr lang="zh-CN" altLang="en-US" sz="2000" b="1" i="0" dirty="0">
                <a:solidFill>
                  <a:schemeClr val="accent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箱包异物及金属零部件数量识别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的模型，打造出“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I-PACK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检针管理系统”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538D05F0-FF0A-D17D-03AF-F8A1D6A3CB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42042" y="2315770"/>
            <a:ext cx="5229955" cy="281026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64EC4AB-7EE8-8733-F3CF-D8A1931AE9F0}"/>
              </a:ext>
            </a:extLst>
          </p:cNvPr>
          <p:cNvSpPr txBox="1"/>
          <p:nvPr/>
        </p:nvSpPr>
        <p:spPr>
          <a:xfrm>
            <a:off x="309303" y="2245565"/>
            <a:ext cx="8997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需求</a:t>
            </a:r>
            <a:r>
              <a:rPr lang="zh-CN" altLang="en-US" sz="20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 </a:t>
            </a:r>
            <a:endParaRPr lang="zh-CN" altLang="en-US" sz="2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B9198B-D03D-A454-4649-8538D414B505}"/>
              </a:ext>
            </a:extLst>
          </p:cNvPr>
          <p:cNvSpPr txBox="1"/>
          <p:nvPr/>
        </p:nvSpPr>
        <p:spPr>
          <a:xfrm>
            <a:off x="309303" y="3113556"/>
            <a:ext cx="8997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痛点</a:t>
            </a:r>
            <a:r>
              <a:rPr lang="zh-CN" altLang="en-US" sz="20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zh-CN" altLang="en-US" sz="2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4ED49B6-E8B1-75A4-E4E2-CC9846C03DF1}"/>
              </a:ext>
            </a:extLst>
          </p:cNvPr>
          <p:cNvSpPr txBox="1"/>
          <p:nvPr/>
        </p:nvSpPr>
        <p:spPr>
          <a:xfrm>
            <a:off x="309303" y="3637444"/>
            <a:ext cx="8997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方案</a:t>
            </a:r>
            <a:r>
              <a:rPr lang="zh-CN" altLang="en-US" sz="20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zh-CN" altLang="en-US" sz="20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61C9129-62D0-24B4-E392-2F90751077E2}"/>
              </a:ext>
            </a:extLst>
          </p:cNvPr>
          <p:cNvSpPr txBox="1"/>
          <p:nvPr/>
        </p:nvSpPr>
        <p:spPr>
          <a:xfrm>
            <a:off x="309303" y="5917084"/>
            <a:ext cx="93083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来源：</a:t>
            </a:r>
            <a:r>
              <a:rPr lang="en-US" altLang="zh-CN" sz="1600" dirty="0"/>
              <a:t>https://www.paddlepaddle.org.cn/support/news?action=detail&amp;id=2984</a:t>
            </a:r>
            <a:endParaRPr lang="zh-CN" altLang="en-US" sz="16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441A3B3-6F02-9877-C2BD-1459F46FBF3D}"/>
              </a:ext>
            </a:extLst>
          </p:cNvPr>
          <p:cNvSpPr txBox="1"/>
          <p:nvPr/>
        </p:nvSpPr>
        <p:spPr>
          <a:xfrm>
            <a:off x="387626" y="1610139"/>
            <a:ext cx="21567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某箱包检品公司</a:t>
            </a:r>
            <a:endParaRPr lang="zh-CN" altLang="en-US" sz="2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9598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0E06E-9C54-2E0D-B3A2-03423EFFD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DC511F8A-C7E3-E745-9C7A-47FC4D66B99F}"/>
              </a:ext>
            </a:extLst>
          </p:cNvPr>
          <p:cNvGrpSpPr/>
          <p:nvPr/>
        </p:nvGrpSpPr>
        <p:grpSpPr>
          <a:xfrm>
            <a:off x="1097915" y="230505"/>
            <a:ext cx="9410065" cy="958215"/>
            <a:chOff x="983884" y="1682895"/>
            <a:chExt cx="9410065" cy="944746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D103A7E2-2226-E605-2A87-AF208B01B03F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3680419" y="1682895"/>
              <a:ext cx="693804" cy="693804"/>
            </a:xfrm>
            <a:prstGeom prst="ellipse">
              <a:avLst/>
            </a:prstGeom>
            <a:solidFill>
              <a:srgbClr val="5FCBF5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Segoe UI" panose="020B0502040204020203" pitchFamily="34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94D7896C-E469-3681-9E9D-AD18785C943F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983884" y="1854439"/>
              <a:ext cx="9410065" cy="6360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3600" b="1" dirty="0">
                  <a:solidFill>
                    <a:srgbClr val="005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egoe UI" panose="020B0502040204020203" pitchFamily="34" charset="0"/>
                </a:rPr>
                <a:t>动手做：从</a:t>
              </a:r>
              <a:r>
                <a:rPr lang="en-US" altLang="zh-CN" sz="3600" b="1" dirty="0">
                  <a:solidFill>
                    <a:srgbClr val="005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egoe UI" panose="020B0502040204020203" pitchFamily="34" charset="0"/>
                </a:rPr>
                <a:t>0</a:t>
              </a:r>
              <a:r>
                <a:rPr lang="zh-CN" altLang="en-US" sz="3600" b="1" dirty="0">
                  <a:solidFill>
                    <a:srgbClr val="005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egoe UI" panose="020B0502040204020203" pitchFamily="34" charset="0"/>
                </a:rPr>
                <a:t>到</a:t>
              </a:r>
              <a:r>
                <a:rPr lang="en-US" altLang="zh-CN" sz="3600" b="1" dirty="0">
                  <a:solidFill>
                    <a:srgbClr val="005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egoe UI" panose="020B0502040204020203" pitchFamily="34" charset="0"/>
                </a:rPr>
                <a:t>1</a:t>
              </a:r>
              <a:r>
                <a:rPr lang="zh-CN" altLang="en-US" sz="3600" b="1" dirty="0">
                  <a:solidFill>
                    <a:srgbClr val="005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egoe UI" panose="020B0502040204020203" pitchFamily="34" charset="0"/>
                </a:rPr>
                <a:t>实现</a:t>
              </a:r>
              <a:r>
                <a:rPr lang="en-US" altLang="zh-CN" sz="3600" b="1" dirty="0">
                  <a:solidFill>
                    <a:srgbClr val="005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egoe UI" panose="020B0502040204020203" pitchFamily="34" charset="0"/>
                </a:rPr>
                <a:t>AI</a:t>
              </a:r>
              <a:r>
                <a:rPr lang="zh-CN" altLang="en-US" sz="3600" b="1" dirty="0">
                  <a:solidFill>
                    <a:srgbClr val="005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egoe UI" panose="020B0502040204020203" pitchFamily="34" charset="0"/>
                </a:rPr>
                <a:t>视觉质检</a:t>
              </a:r>
              <a:endPara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egoe UI" panose="020B0502040204020203" pitchFamily="34" charset="0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DB21CFB0-F310-3DCC-8F10-F88D61C8E626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072218" y="2562116"/>
              <a:ext cx="745244" cy="65525"/>
            </a:xfrm>
            <a:prstGeom prst="roundRect">
              <a:avLst>
                <a:gd name="adj" fmla="val 50000"/>
              </a:avLst>
            </a:prstGeom>
            <a:solidFill>
              <a:srgbClr val="2875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Segoe UI" panose="020B0502040204020203" pitchFamily="34" charset="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0A62544-C742-211A-DFCE-2A436B265C6E}"/>
                  </a:ext>
                </a:extLst>
              </p14:cNvPr>
              <p14:cNvContentPartPr/>
              <p14:nvPr/>
            </p14:nvContentPartPr>
            <p14:xfrm>
              <a:off x="2733230" y="1828330"/>
              <a:ext cx="360" cy="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0A62544-C742-211A-DFCE-2A436B265C6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27110" y="182221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2B1C4A1B-961B-8B57-EB0F-274618519B05}"/>
                  </a:ext>
                </a:extLst>
              </p14:cNvPr>
              <p14:cNvContentPartPr/>
              <p14:nvPr/>
            </p14:nvContentPartPr>
            <p14:xfrm>
              <a:off x="2007110" y="1420810"/>
              <a:ext cx="360" cy="3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2B1C4A1B-961B-8B57-EB0F-274618519B0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00990" y="141469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Rectangle 1">
            <a:extLst>
              <a:ext uri="{FF2B5EF4-FFF2-40B4-BE49-F238E27FC236}">
                <a16:creationId xmlns:a16="http://schemas.microsoft.com/office/drawing/2014/main" id="{3F8E8455-C11B-A6B2-EF73-5329B7D42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0" y="17319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B0EE040-D7B3-6447-0A46-6DA55A45D3B2}"/>
              </a:ext>
            </a:extLst>
          </p:cNvPr>
          <p:cNvSpPr txBox="1"/>
          <p:nvPr/>
        </p:nvSpPr>
        <p:spPr>
          <a:xfrm>
            <a:off x="955345" y="3517526"/>
            <a:ext cx="42825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假设我们需要对纸张进行质检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 descr="雪地里&#10;&#10;AI 生成的内容可能不正确。">
            <a:extLst>
              <a:ext uri="{FF2B5EF4-FFF2-40B4-BE49-F238E27FC236}">
                <a16:creationId xmlns:a16="http://schemas.microsoft.com/office/drawing/2014/main" id="{FFBFF301-2A5D-0826-21CD-A9755B3562C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236" y="4025844"/>
            <a:ext cx="3029373" cy="2610214"/>
          </a:xfrm>
          <a:prstGeom prst="rect">
            <a:avLst/>
          </a:prstGeom>
        </p:spPr>
      </p:pic>
      <p:pic>
        <p:nvPicPr>
          <p:cNvPr id="9" name="图片 8" descr="背景图案&#10;&#10;AI 生成的内容可能不正确。">
            <a:extLst>
              <a:ext uri="{FF2B5EF4-FFF2-40B4-BE49-F238E27FC236}">
                <a16:creationId xmlns:a16="http://schemas.microsoft.com/office/drawing/2014/main" id="{CEC94F11-1493-DB96-5BB8-A83D8B93F7C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1409" y="1223645"/>
            <a:ext cx="3031200" cy="229388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5FEE5C17-2B1F-F992-0244-65DDB4954B52}"/>
              </a:ext>
            </a:extLst>
          </p:cNvPr>
          <p:cNvSpPr txBox="1"/>
          <p:nvPr/>
        </p:nvSpPr>
        <p:spPr>
          <a:xfrm>
            <a:off x="6420965" y="2139752"/>
            <a:ext cx="11625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高品质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77C39A7-C4E6-4771-5F16-7A092B1F9B19}"/>
              </a:ext>
            </a:extLst>
          </p:cNvPr>
          <p:cNvSpPr txBox="1"/>
          <p:nvPr/>
        </p:nvSpPr>
        <p:spPr>
          <a:xfrm>
            <a:off x="6420965" y="4873435"/>
            <a:ext cx="11625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低品质</a:t>
            </a:r>
            <a:endParaRPr lang="zh-CN" altLang="en-US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5" name="图形 14" descr="线箭头: 逆时针曲线 轮廓">
            <a:extLst>
              <a:ext uri="{FF2B5EF4-FFF2-40B4-BE49-F238E27FC236}">
                <a16:creationId xmlns:a16="http://schemas.microsoft.com/office/drawing/2014/main" id="{255ED5E3-3F8E-AA0C-C068-42435568A88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7931901">
            <a:off x="5318839" y="4348344"/>
            <a:ext cx="720000" cy="720000"/>
          </a:xfrm>
          <a:prstGeom prst="rect">
            <a:avLst/>
          </a:prstGeom>
        </p:spPr>
      </p:pic>
      <p:pic>
        <p:nvPicPr>
          <p:cNvPr id="18" name="图形 17" descr="线箭头: 顺时针曲线 轮廓">
            <a:extLst>
              <a:ext uri="{FF2B5EF4-FFF2-40B4-BE49-F238E27FC236}">
                <a16:creationId xmlns:a16="http://schemas.microsoft.com/office/drawing/2014/main" id="{DD3CFBCF-5C01-2F8D-DFC5-1C113EB83CC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4530252">
            <a:off x="5248983" y="2548888"/>
            <a:ext cx="720000" cy="720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48169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46038-A3B8-7E9B-9DD3-39A585B06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369DDC98-7193-C372-C398-0ECAD8535FE0}"/>
              </a:ext>
            </a:extLst>
          </p:cNvPr>
          <p:cNvGrpSpPr/>
          <p:nvPr/>
        </p:nvGrpSpPr>
        <p:grpSpPr>
          <a:xfrm>
            <a:off x="1097915" y="230505"/>
            <a:ext cx="9410065" cy="958215"/>
            <a:chOff x="983884" y="1682895"/>
            <a:chExt cx="9410065" cy="944746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88E84883-B152-1ADB-ABBF-73CE4E689489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3680419" y="1682895"/>
              <a:ext cx="693804" cy="693804"/>
            </a:xfrm>
            <a:prstGeom prst="ellipse">
              <a:avLst/>
            </a:prstGeom>
            <a:solidFill>
              <a:srgbClr val="5FCBF5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Segoe UI" panose="020B0502040204020203" pitchFamily="34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C7A38EF-3AD7-2EF8-5793-3986868D3B3E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983884" y="1854439"/>
              <a:ext cx="9410065" cy="6360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3600" b="1" dirty="0">
                  <a:solidFill>
                    <a:srgbClr val="005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egoe UI" panose="020B0502040204020203" pitchFamily="34" charset="0"/>
                </a:rPr>
                <a:t>机器学习在线平台</a:t>
              </a:r>
              <a:endPara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egoe UI" panose="020B0502040204020203" pitchFamily="34" charset="0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A2FC944C-D5AC-231B-0D50-12E472CAE7B2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072218" y="2562116"/>
              <a:ext cx="745244" cy="65525"/>
            </a:xfrm>
            <a:prstGeom prst="roundRect">
              <a:avLst>
                <a:gd name="adj" fmla="val 50000"/>
              </a:avLst>
            </a:prstGeom>
            <a:solidFill>
              <a:srgbClr val="2875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Segoe UI" panose="020B0502040204020203" pitchFamily="34" charset="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5C0B2650-94DE-415D-3E25-E2C30A8FDC11}"/>
                  </a:ext>
                </a:extLst>
              </p14:cNvPr>
              <p14:cNvContentPartPr/>
              <p14:nvPr/>
            </p14:nvContentPartPr>
            <p14:xfrm>
              <a:off x="2733230" y="1828330"/>
              <a:ext cx="360" cy="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5C0B2650-94DE-415D-3E25-E2C30A8FDC1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27110" y="182221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40270B4E-BA93-E533-2CA2-C57A1BD8D198}"/>
                  </a:ext>
                </a:extLst>
              </p14:cNvPr>
              <p14:cNvContentPartPr/>
              <p14:nvPr/>
            </p14:nvContentPartPr>
            <p14:xfrm>
              <a:off x="2007110" y="1420810"/>
              <a:ext cx="360" cy="3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40270B4E-BA93-E533-2CA2-C57A1BD8D19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00990" y="1414690"/>
                <a:ext cx="12600" cy="126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1646541-87EB-1B0A-8DF3-DFB52C6BCD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256759"/>
              </p:ext>
            </p:extLst>
          </p:nvPr>
        </p:nvGraphicFramePr>
        <p:xfrm>
          <a:off x="993913" y="1420810"/>
          <a:ext cx="10614991" cy="5364512"/>
        </p:xfrm>
        <a:graphic>
          <a:graphicData uri="http://schemas.openxmlformats.org/drawingml/2006/table">
            <a:tbl>
              <a:tblPr/>
              <a:tblGrid>
                <a:gridCol w="2536803">
                  <a:extLst>
                    <a:ext uri="{9D8B030D-6E8A-4147-A177-3AD203B41FA5}">
                      <a16:colId xmlns:a16="http://schemas.microsoft.com/office/drawing/2014/main" val="4169606714"/>
                    </a:ext>
                  </a:extLst>
                </a:gridCol>
                <a:gridCol w="3976123">
                  <a:extLst>
                    <a:ext uri="{9D8B030D-6E8A-4147-A177-3AD203B41FA5}">
                      <a16:colId xmlns:a16="http://schemas.microsoft.com/office/drawing/2014/main" val="110082169"/>
                    </a:ext>
                  </a:extLst>
                </a:gridCol>
                <a:gridCol w="4102065">
                  <a:extLst>
                    <a:ext uri="{9D8B030D-6E8A-4147-A177-3AD203B41FA5}">
                      <a16:colId xmlns:a16="http://schemas.microsoft.com/office/drawing/2014/main" val="1862477448"/>
                    </a:ext>
                  </a:extLst>
                </a:gridCol>
              </a:tblGrid>
              <a:tr h="217542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rgbClr val="404040"/>
                          </a:solidFill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平台名称</a:t>
                      </a:r>
                    </a:p>
                  </a:txBody>
                  <a:tcPr marL="47999" marR="33332" marT="33332" marB="333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229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rgbClr val="404040"/>
                          </a:solidFill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功能特点</a:t>
                      </a:r>
                    </a:p>
                  </a:txBody>
                  <a:tcPr marL="33332" marR="33332" marT="33332" marB="333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229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rgbClr val="404040"/>
                          </a:solidFill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网址</a:t>
                      </a:r>
                    </a:p>
                  </a:txBody>
                  <a:tcPr marL="33332" marR="33332" marT="33332" marB="333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229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566499"/>
                  </a:ext>
                </a:extLst>
              </a:tr>
              <a:tr h="93063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Teachable Machine</a:t>
                      </a:r>
                      <a:endParaRPr lang="en-US" sz="1600" dirty="0">
                        <a:effectLst/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47999" marR="33332" marT="33332" marB="33332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zh-CN" altLang="en-US" sz="1600" dirty="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谷歌推出的零代码机器学习工具</a:t>
                      </a:r>
                      <a:br>
                        <a:rPr lang="zh-CN" altLang="en-US" sz="1600" dirty="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</a:br>
                      <a:r>
                        <a:rPr lang="en-US" altLang="zh-CN" sz="1600" dirty="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zh-CN" altLang="en-US" sz="1600" dirty="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支持图像、声音、姿态分类模型训练</a:t>
                      </a:r>
                      <a:br>
                        <a:rPr lang="zh-CN" altLang="en-US" sz="1600" dirty="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</a:br>
                      <a:r>
                        <a:rPr lang="en-US" altLang="zh-CN" sz="1600" dirty="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zh-CN" altLang="en-US" sz="1600" dirty="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完全在线，无需注册，快速导出模型</a:t>
                      </a:r>
                    </a:p>
                  </a:txBody>
                  <a:tcPr marL="33332" marR="33332" marT="33332" marB="33332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600" u="none" strike="noStrike" dirty="0">
                          <a:solidFill>
                            <a:srgbClr val="3B82F6"/>
                          </a:solidFill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  <a:hlinkClick r:id="rId9"/>
                        </a:rPr>
                        <a:t>teachablemachine.withgoogle.com</a:t>
                      </a:r>
                      <a:endParaRPr lang="en-US" sz="1600" u="none" strike="noStrike" dirty="0">
                        <a:solidFill>
                          <a:srgbClr val="3B82F6"/>
                        </a:solidFill>
                        <a:effectLst/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（国内访问：</a:t>
                      </a:r>
                      <a:r>
                        <a:rPr lang="en-US" altLang="zh-CN" sz="1600" dirty="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  <a:hlinkClick r:id="rId10"/>
                        </a:rPr>
                        <a:t>train.aimaker.space/train</a:t>
                      </a:r>
                      <a:r>
                        <a:rPr lang="zh-CN" altLang="en-US" sz="1600" dirty="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en-US" sz="1600" dirty="0">
                        <a:effectLst/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3332" marR="33332" marT="33332" marB="33332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913264"/>
                  </a:ext>
                </a:extLst>
              </a:tr>
              <a:tr h="64264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百度</a:t>
                      </a:r>
                      <a:r>
                        <a:rPr lang="en-US" sz="1600" b="1" dirty="0" err="1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EasyDL</a:t>
                      </a:r>
                      <a:endParaRPr lang="en-US" sz="1600" dirty="0">
                        <a:effectLst/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47999" marR="33332" marT="33332" marB="33332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zh-CN" altLang="en-US" sz="160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零代码</a:t>
                      </a:r>
                      <a:r>
                        <a:rPr lang="en-US" altLang="zh-CN" sz="160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AI</a:t>
                      </a:r>
                      <a:r>
                        <a:rPr lang="zh-CN" altLang="en-US" sz="160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开发平台</a:t>
                      </a:r>
                      <a:br>
                        <a:rPr lang="zh-CN" altLang="en-US" sz="160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</a:br>
                      <a:r>
                        <a:rPr lang="en-US" altLang="zh-CN" sz="160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zh-CN" altLang="en-US" sz="160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支持图像、文本、声音分类及物体检测</a:t>
                      </a:r>
                      <a:br>
                        <a:rPr lang="zh-CN" altLang="en-US" sz="160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</a:br>
                      <a:r>
                        <a:rPr lang="en-US" altLang="zh-CN" sz="160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zh-CN" altLang="en-US" sz="160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提供免费额度，支持</a:t>
                      </a:r>
                      <a:r>
                        <a:rPr lang="en-US" altLang="zh-CN" sz="160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API</a:t>
                      </a:r>
                      <a:r>
                        <a:rPr lang="zh-CN" altLang="en-US" sz="160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部署</a:t>
                      </a:r>
                    </a:p>
                  </a:txBody>
                  <a:tcPr marL="33332" marR="33332" marT="33332" marB="33332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strike="noStrike" dirty="0">
                          <a:solidFill>
                            <a:srgbClr val="3B82F6"/>
                          </a:solidFill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  <a:hlinkClick r:id="rId11"/>
                        </a:rPr>
                        <a:t>ai.baidu.com/</a:t>
                      </a:r>
                      <a:r>
                        <a:rPr lang="en-US" sz="1600" u="none" strike="noStrike" dirty="0" err="1">
                          <a:solidFill>
                            <a:srgbClr val="3B82F6"/>
                          </a:solidFill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  <a:hlinkClick r:id="rId11"/>
                        </a:rPr>
                        <a:t>easydl</a:t>
                      </a:r>
                      <a:endParaRPr lang="en-US" sz="1600" dirty="0">
                        <a:effectLst/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3332" marR="33332" marT="33332" marB="33332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606108"/>
                  </a:ext>
                </a:extLst>
              </a:tr>
              <a:tr h="93063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华为云</a:t>
                      </a:r>
                      <a:r>
                        <a:rPr lang="en-US" sz="1600" b="1" dirty="0" err="1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ModelArts</a:t>
                      </a:r>
                      <a:endParaRPr lang="en-US" sz="1600" dirty="0">
                        <a:effectLst/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47999" marR="33332" marT="33332" marB="33332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zh-CN" altLang="en-US" sz="1600" dirty="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全流程</a:t>
                      </a:r>
                      <a:r>
                        <a:rPr lang="en-US" altLang="zh-CN" sz="1600" dirty="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AI</a:t>
                      </a:r>
                      <a:r>
                        <a:rPr lang="zh-CN" altLang="en-US" sz="1600" dirty="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开发平台（含</a:t>
                      </a:r>
                      <a:r>
                        <a:rPr lang="en-US" altLang="zh-CN" sz="1600" dirty="0" err="1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AutoML</a:t>
                      </a:r>
                      <a:r>
                        <a:rPr lang="zh-CN" altLang="en-US" sz="1600" dirty="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）</a:t>
                      </a:r>
                      <a:br>
                        <a:rPr lang="zh-CN" altLang="en-US" sz="1600" dirty="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</a:br>
                      <a:r>
                        <a:rPr lang="en-US" altLang="zh-CN" sz="1600" dirty="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zh-CN" altLang="en-US" sz="1600" dirty="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支持图像、文本、表格数据建模</a:t>
                      </a:r>
                      <a:br>
                        <a:rPr lang="zh-CN" altLang="en-US" sz="1600" dirty="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</a:br>
                      <a:r>
                        <a:rPr lang="en-US" altLang="zh-CN" sz="1600" dirty="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zh-CN" altLang="en-US" sz="1600" dirty="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集成昇腾芯片，适合企业级高性能需求</a:t>
                      </a:r>
                    </a:p>
                  </a:txBody>
                  <a:tcPr marL="33332" marR="33332" marT="33332" marB="33332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strike="noStrike">
                          <a:solidFill>
                            <a:srgbClr val="3B82F6"/>
                          </a:solidFill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  <a:hlinkClick r:id="rId12"/>
                        </a:rPr>
                        <a:t>huaweicloud.com/modelarts</a:t>
                      </a:r>
                      <a:endParaRPr lang="en-US" sz="1600">
                        <a:effectLst/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3332" marR="33332" marT="33332" marB="33332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233069"/>
                  </a:ext>
                </a:extLst>
              </a:tr>
              <a:tr h="64264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阿里云</a:t>
                      </a:r>
                      <a:r>
                        <a:rPr lang="en-US" sz="1600" b="1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PAI</a:t>
                      </a:r>
                      <a:endParaRPr lang="en-US" sz="1600">
                        <a:effectLst/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47999" marR="33332" marT="33332" marB="33332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zh-CN" altLang="en-US" sz="160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可视化拖拽建模工具（</a:t>
                      </a:r>
                      <a:r>
                        <a:rPr lang="en-US" altLang="zh-CN" sz="160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PAI-Studio</a:t>
                      </a:r>
                      <a:r>
                        <a:rPr lang="zh-CN" altLang="en-US" sz="160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）</a:t>
                      </a:r>
                      <a:br>
                        <a:rPr lang="zh-CN" altLang="en-US" sz="160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</a:br>
                      <a:r>
                        <a:rPr lang="en-US" altLang="zh-CN" sz="160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zh-CN" altLang="en-US" sz="160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支持分类、回归、聚类任务</a:t>
                      </a:r>
                      <a:br>
                        <a:rPr lang="zh-CN" altLang="en-US" sz="160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</a:br>
                      <a:r>
                        <a:rPr lang="en-US" altLang="zh-CN" sz="160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zh-CN" altLang="en-US" sz="160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需基础技术知识，灵活性强</a:t>
                      </a:r>
                    </a:p>
                  </a:txBody>
                  <a:tcPr marL="33332" marR="33332" marT="33332" marB="33332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strike="noStrike">
                          <a:solidFill>
                            <a:srgbClr val="3B82F6"/>
                          </a:solidFill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  <a:hlinkClick r:id="rId13"/>
                        </a:rPr>
                        <a:t>aliyun.com/product/pai</a:t>
                      </a:r>
                      <a:endParaRPr lang="en-US" sz="1600">
                        <a:effectLst/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3332" marR="33332" marT="33332" marB="33332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5890938"/>
                  </a:ext>
                </a:extLst>
              </a:tr>
              <a:tr h="64264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腾讯云</a:t>
                      </a:r>
                      <a:r>
                        <a:rPr lang="en-US" sz="1600" b="1" dirty="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TI-ONE</a:t>
                      </a:r>
                      <a:endParaRPr lang="en-US" sz="1600" dirty="0">
                        <a:effectLst/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47999" marR="33332" marT="33332" marB="33332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zh-CN" altLang="en-US" sz="1600" dirty="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一站式</a:t>
                      </a:r>
                      <a:r>
                        <a:rPr lang="en-US" altLang="zh-CN" sz="1600" dirty="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AI</a:t>
                      </a:r>
                      <a:r>
                        <a:rPr lang="zh-CN" altLang="en-US" sz="1600" dirty="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平台（含</a:t>
                      </a:r>
                      <a:r>
                        <a:rPr lang="en-US" altLang="zh-CN" sz="1600" dirty="0" err="1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AutoML</a:t>
                      </a:r>
                      <a:r>
                        <a:rPr lang="zh-CN" altLang="en-US" sz="1600" dirty="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）</a:t>
                      </a:r>
                      <a:br>
                        <a:rPr lang="zh-CN" altLang="en-US" sz="1600" dirty="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</a:br>
                      <a:r>
                        <a:rPr lang="en-US" altLang="zh-CN" sz="1600" dirty="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zh-CN" altLang="en-US" sz="1600" dirty="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支持图像、语音、</a:t>
                      </a:r>
                      <a:r>
                        <a:rPr lang="en-US" altLang="zh-CN" sz="1600" dirty="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NLP</a:t>
                      </a:r>
                      <a:r>
                        <a:rPr lang="zh-CN" altLang="en-US" sz="1600" dirty="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任务</a:t>
                      </a:r>
                      <a:br>
                        <a:rPr lang="zh-CN" altLang="en-US" sz="1600" dirty="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</a:br>
                      <a:r>
                        <a:rPr lang="en-US" altLang="zh-CN" sz="1600" dirty="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zh-CN" altLang="en-US" sz="1600" dirty="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预置算法库，适合快速验证原型</a:t>
                      </a:r>
                    </a:p>
                  </a:txBody>
                  <a:tcPr marL="33332" marR="33332" marT="33332" marB="33332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strike="noStrike">
                          <a:solidFill>
                            <a:srgbClr val="3B82F6"/>
                          </a:solidFill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  <a:hlinkClick r:id="rId14"/>
                        </a:rPr>
                        <a:t>cloud.tencent.com/tione</a:t>
                      </a:r>
                      <a:endParaRPr lang="en-US" sz="1600">
                        <a:effectLst/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3332" marR="33332" marT="33332" marB="33332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983185"/>
                  </a:ext>
                </a:extLst>
              </a:tr>
              <a:tr h="786641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飞桨</a:t>
                      </a:r>
                      <a:r>
                        <a:rPr lang="en-US" sz="1600" b="1" dirty="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AI Studio</a:t>
                      </a:r>
                      <a:endParaRPr lang="en-US" sz="1600" dirty="0">
                        <a:effectLst/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47999" marR="33332" marT="33332" marB="33332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zh-CN" altLang="en-US" sz="160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基于</a:t>
                      </a:r>
                      <a:r>
                        <a:rPr lang="en-US" sz="160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PaddlePaddle</a:t>
                      </a:r>
                      <a:r>
                        <a:rPr lang="zh-CN" altLang="en-US" sz="160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的在线学习平台</a:t>
                      </a:r>
                      <a:br>
                        <a:rPr lang="zh-CN" altLang="en-US" sz="160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</a:br>
                      <a:r>
                        <a:rPr lang="en-US" altLang="zh-CN" sz="160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zh-CN" altLang="en-US" sz="160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提供免费算力、</a:t>
                      </a:r>
                      <a:r>
                        <a:rPr lang="en-US" sz="160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Jupyter Notebook</a:t>
                      </a:r>
                      <a:r>
                        <a:rPr lang="zh-CN" altLang="en-US" sz="160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及教程</a:t>
                      </a:r>
                      <a:br>
                        <a:rPr lang="zh-CN" altLang="en-US" sz="160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</a:br>
                      <a:r>
                        <a:rPr lang="en-US" altLang="zh-CN" sz="160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zh-CN" altLang="en-US" sz="160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需</a:t>
                      </a:r>
                      <a:r>
                        <a:rPr lang="en-US" sz="160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Python</a:t>
                      </a:r>
                      <a:r>
                        <a:rPr lang="zh-CN" altLang="en-US" sz="1600"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</a:rPr>
                        <a:t>基础，社区活跃</a:t>
                      </a:r>
                    </a:p>
                  </a:txBody>
                  <a:tcPr marL="33332" marR="33332" marT="33332" marB="33332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strike="noStrike" dirty="0">
                          <a:solidFill>
                            <a:srgbClr val="3B82F6"/>
                          </a:solidFill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Times New Roman" panose="02020603050405020304" pitchFamily="18" charset="0"/>
                          <a:hlinkClick r:id="rId15"/>
                        </a:rPr>
                        <a:t>aistudio.baidu.com</a:t>
                      </a:r>
                      <a:endParaRPr lang="en-US" sz="1600" dirty="0">
                        <a:effectLst/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3332" marR="33332" marT="33332" marB="33332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129108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38212C9E-C3D1-BBF8-AC1B-1F03AFDB8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0" y="17319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" name="图形 16" descr="线箭头: 顺时针曲线 纯色填充">
            <a:extLst>
              <a:ext uri="{FF2B5EF4-FFF2-40B4-BE49-F238E27FC236}">
                <a16:creationId xmlns:a16="http://schemas.microsoft.com/office/drawing/2014/main" id="{24B58AC3-3FCF-0F61-372F-E38D211A7F8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1564218">
            <a:off x="10784061" y="1274762"/>
            <a:ext cx="534523" cy="91440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CDB10A4D-1297-94C9-D6A8-A0371968B8C7}"/>
              </a:ext>
            </a:extLst>
          </p:cNvPr>
          <p:cNvSpPr txBox="1"/>
          <p:nvPr/>
        </p:nvSpPr>
        <p:spPr>
          <a:xfrm>
            <a:off x="10098156" y="834211"/>
            <a:ext cx="16399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本节课使用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91470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19F65-1FC9-3AD2-16A9-8284451EC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D849BEAF-46E8-380A-DF43-58D9D80F9A72}"/>
              </a:ext>
            </a:extLst>
          </p:cNvPr>
          <p:cNvGrpSpPr/>
          <p:nvPr/>
        </p:nvGrpSpPr>
        <p:grpSpPr>
          <a:xfrm>
            <a:off x="1097915" y="230505"/>
            <a:ext cx="9410065" cy="958215"/>
            <a:chOff x="983884" y="1682895"/>
            <a:chExt cx="9410065" cy="944746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8CCC0BD-9555-366C-62A6-DA17FCCD13C5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3680419" y="1682895"/>
              <a:ext cx="693804" cy="693804"/>
            </a:xfrm>
            <a:prstGeom prst="ellipse">
              <a:avLst/>
            </a:prstGeom>
            <a:solidFill>
              <a:srgbClr val="5FCBF5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Segoe UI" panose="020B0502040204020203" pitchFamily="34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4413BF8-90BD-FBB8-F56D-97C4013D16C5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983884" y="1854439"/>
              <a:ext cx="9410065" cy="6360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3600" b="1" dirty="0">
                  <a:solidFill>
                    <a:srgbClr val="005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egoe UI" panose="020B0502040204020203" pitchFamily="34" charset="0"/>
                </a:rPr>
                <a:t>机器学习在线平台</a:t>
              </a:r>
              <a:endPara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egoe UI" panose="020B0502040204020203" pitchFamily="34" charset="0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3B7D59D3-1A0F-3176-BD55-8356AA121762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072218" y="2562116"/>
              <a:ext cx="745244" cy="65525"/>
            </a:xfrm>
            <a:prstGeom prst="roundRect">
              <a:avLst>
                <a:gd name="adj" fmla="val 50000"/>
              </a:avLst>
            </a:prstGeom>
            <a:solidFill>
              <a:srgbClr val="2875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Segoe UI" panose="020B0502040204020203" pitchFamily="34" charset="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AA350DA7-996D-B15E-4EAF-7187B04A56F7}"/>
                  </a:ext>
                </a:extLst>
              </p14:cNvPr>
              <p14:cNvContentPartPr/>
              <p14:nvPr/>
            </p14:nvContentPartPr>
            <p14:xfrm>
              <a:off x="2733230" y="1828330"/>
              <a:ext cx="360" cy="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AA350DA7-996D-B15E-4EAF-7187B04A56F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27110" y="182221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2754DA5C-4B00-D82C-4FE0-2BD23A4339C2}"/>
                  </a:ext>
                </a:extLst>
              </p14:cNvPr>
              <p14:cNvContentPartPr/>
              <p14:nvPr/>
            </p14:nvContentPartPr>
            <p14:xfrm>
              <a:off x="2007110" y="1420810"/>
              <a:ext cx="360" cy="3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2754DA5C-4B00-D82C-4FE0-2BD23A4339C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00990" y="141469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Rectangle 1">
            <a:extLst>
              <a:ext uri="{FF2B5EF4-FFF2-40B4-BE49-F238E27FC236}">
                <a16:creationId xmlns:a16="http://schemas.microsoft.com/office/drawing/2014/main" id="{D1EAEF4F-6B35-A59B-E4AA-4F94886CC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0" y="17319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8690052-8E8C-8FEB-D673-8EF618FBB5C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574653"/>
            <a:ext cx="12192000" cy="370869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C375031-2A48-24AF-EAA7-A6BDE3148123}"/>
              </a:ext>
            </a:extLst>
          </p:cNvPr>
          <p:cNvSpPr txBox="1"/>
          <p:nvPr/>
        </p:nvSpPr>
        <p:spPr>
          <a:xfrm>
            <a:off x="4242353" y="5623679"/>
            <a:ext cx="31722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以</a:t>
            </a:r>
            <a:r>
              <a:rPr lang="en-US" altLang="zh-CN" sz="2000" dirty="0">
                <a:solidFill>
                  <a:srgbClr val="FF0000"/>
                </a:solidFill>
              </a:rPr>
              <a:t>Teachable Machine</a:t>
            </a:r>
            <a:r>
              <a:rPr lang="zh-CN" altLang="en-US" sz="2000" dirty="0">
                <a:solidFill>
                  <a:srgbClr val="FF0000"/>
                </a:solidFill>
              </a:rPr>
              <a:t>为例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284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62B37-D9C7-C817-8F17-B90DE959D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F7926470-D11D-8EDB-D8C9-7AC5BF3F7097}"/>
              </a:ext>
            </a:extLst>
          </p:cNvPr>
          <p:cNvGrpSpPr/>
          <p:nvPr/>
        </p:nvGrpSpPr>
        <p:grpSpPr>
          <a:xfrm>
            <a:off x="1097915" y="230505"/>
            <a:ext cx="9410065" cy="958215"/>
            <a:chOff x="983884" y="1682895"/>
            <a:chExt cx="9410065" cy="944746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8EE13F60-7A9D-6ABB-2DF3-7822F43D2EB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3680419" y="1682895"/>
              <a:ext cx="693804" cy="693804"/>
            </a:xfrm>
            <a:prstGeom prst="ellipse">
              <a:avLst/>
            </a:prstGeom>
            <a:solidFill>
              <a:srgbClr val="5FCBF5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Segoe UI" panose="020B0502040204020203" pitchFamily="34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EE6FEA5-112A-6C35-3D93-22A205D30882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983884" y="1854439"/>
              <a:ext cx="9410065" cy="6360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3600" b="1" dirty="0">
                  <a:solidFill>
                    <a:srgbClr val="005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egoe UI" panose="020B0502040204020203" pitchFamily="34" charset="0"/>
                </a:rPr>
                <a:t>步骤一：添加类别</a:t>
              </a:r>
              <a:endPara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egoe UI" panose="020B0502040204020203" pitchFamily="34" charset="0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EA880998-D223-0882-4FDA-AFDADD2289AB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072218" y="2562116"/>
              <a:ext cx="745244" cy="65525"/>
            </a:xfrm>
            <a:prstGeom prst="roundRect">
              <a:avLst>
                <a:gd name="adj" fmla="val 50000"/>
              </a:avLst>
            </a:prstGeom>
            <a:solidFill>
              <a:srgbClr val="2875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Segoe UI" panose="020B0502040204020203" pitchFamily="34" charset="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EAC8E0D7-A348-AA2A-38AD-F47CFEA08CEC}"/>
                  </a:ext>
                </a:extLst>
              </p14:cNvPr>
              <p14:cNvContentPartPr/>
              <p14:nvPr/>
            </p14:nvContentPartPr>
            <p14:xfrm>
              <a:off x="2733230" y="1828330"/>
              <a:ext cx="360" cy="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EAC8E0D7-A348-AA2A-38AD-F47CFEA08CE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27110" y="182221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9E159C28-AC6D-04E4-3E67-6301815C4211}"/>
                  </a:ext>
                </a:extLst>
              </p14:cNvPr>
              <p14:cNvContentPartPr/>
              <p14:nvPr/>
            </p14:nvContentPartPr>
            <p14:xfrm>
              <a:off x="2007110" y="1420810"/>
              <a:ext cx="360" cy="3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9E159C28-AC6D-04E4-3E67-6301815C421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00990" y="141469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E40F06C0-11CC-8BF4-51E1-32B21508F9F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967395"/>
            <a:ext cx="12192000" cy="41810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64915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E6863-14F4-8E6C-3D7A-6C23CCB18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AA2D31D9-E0C8-E09D-1C61-826D7C4183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967395"/>
            <a:ext cx="12192000" cy="4146213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42D5A073-24B7-294D-53FD-7F2E6A8A7F9E}"/>
              </a:ext>
            </a:extLst>
          </p:cNvPr>
          <p:cNvGrpSpPr/>
          <p:nvPr/>
        </p:nvGrpSpPr>
        <p:grpSpPr>
          <a:xfrm>
            <a:off x="1097915" y="230505"/>
            <a:ext cx="9410065" cy="958215"/>
            <a:chOff x="983884" y="1682895"/>
            <a:chExt cx="9410065" cy="944746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C6C78D9C-074C-6A38-583A-A7708951FD79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3680419" y="1682895"/>
              <a:ext cx="693804" cy="693804"/>
            </a:xfrm>
            <a:prstGeom prst="ellipse">
              <a:avLst/>
            </a:prstGeom>
            <a:solidFill>
              <a:srgbClr val="5FCBF5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Segoe UI" panose="020B0502040204020203" pitchFamily="34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8659048-C7C6-9BD7-10FE-B3C5548F47F7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983884" y="1854439"/>
              <a:ext cx="9410065" cy="6360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3600" b="1" dirty="0">
                  <a:solidFill>
                    <a:srgbClr val="005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egoe UI" panose="020B0502040204020203" pitchFamily="34" charset="0"/>
                </a:rPr>
                <a:t>步骤一：添加类别</a:t>
              </a:r>
              <a:endPara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egoe UI" panose="020B0502040204020203" pitchFamily="34" charset="0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0D90B2AE-76A7-8227-5108-DC2B19866DA1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072218" y="2562116"/>
              <a:ext cx="745244" cy="65525"/>
            </a:xfrm>
            <a:prstGeom prst="roundRect">
              <a:avLst>
                <a:gd name="adj" fmla="val 50000"/>
              </a:avLst>
            </a:prstGeom>
            <a:solidFill>
              <a:srgbClr val="2875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Segoe UI" panose="020B0502040204020203" pitchFamily="34" charset="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25256011-ED94-40EC-8C5A-1F18AC9FF425}"/>
                  </a:ext>
                </a:extLst>
              </p14:cNvPr>
              <p14:cNvContentPartPr/>
              <p14:nvPr/>
            </p14:nvContentPartPr>
            <p14:xfrm>
              <a:off x="2733230" y="1828330"/>
              <a:ext cx="360" cy="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25256011-ED94-40EC-8C5A-1F18AC9FF42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27110" y="182221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EC933570-8B4A-DCCA-B69F-164436FCE51B}"/>
                  </a:ext>
                </a:extLst>
              </p14:cNvPr>
              <p14:cNvContentPartPr/>
              <p14:nvPr/>
            </p14:nvContentPartPr>
            <p14:xfrm>
              <a:off x="2007110" y="1420810"/>
              <a:ext cx="360" cy="3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EC933570-8B4A-DCCA-B69F-164436FCE51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00990" y="141469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图形 7" descr="线箭头: 逆时针曲线 轮廓">
            <a:extLst>
              <a:ext uri="{FF2B5EF4-FFF2-40B4-BE49-F238E27FC236}">
                <a16:creationId xmlns:a16="http://schemas.microsoft.com/office/drawing/2014/main" id="{54537F6B-BFEF-C43B-F361-37902D8E985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3855285">
            <a:off x="3987081" y="1570898"/>
            <a:ext cx="1217232" cy="121723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D2F0426-5E73-7B66-B225-187CAF91029D}"/>
              </a:ext>
            </a:extLst>
          </p:cNvPr>
          <p:cNvSpPr txBox="1"/>
          <p:nvPr/>
        </p:nvSpPr>
        <p:spPr>
          <a:xfrm>
            <a:off x="5020715" y="1445339"/>
            <a:ext cx="2036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高品质纸张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FD0883C-BF3B-1F52-B964-D630F8B75201}"/>
              </a:ext>
            </a:extLst>
          </p:cNvPr>
          <p:cNvSpPr txBox="1"/>
          <p:nvPr/>
        </p:nvSpPr>
        <p:spPr>
          <a:xfrm>
            <a:off x="4943212" y="6235554"/>
            <a:ext cx="2034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低品质纸张</a:t>
            </a:r>
          </a:p>
        </p:txBody>
      </p:sp>
      <p:pic>
        <p:nvPicPr>
          <p:cNvPr id="17" name="图形 16" descr="线箭头: 顺时针曲线 轮廓">
            <a:extLst>
              <a:ext uri="{FF2B5EF4-FFF2-40B4-BE49-F238E27FC236}">
                <a16:creationId xmlns:a16="http://schemas.microsoft.com/office/drawing/2014/main" id="{F2AB29EB-322D-9A55-1CEF-54140B78A3D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9847149">
            <a:off x="3959087" y="5826357"/>
            <a:ext cx="914400" cy="914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94093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210A6-7873-2A62-2E55-E023B6ADD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D01DF18-043D-14A0-9AFC-F5184EC2CF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967395"/>
            <a:ext cx="12192000" cy="4146213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F5EA4E07-A182-484F-7E24-22DE5D926677}"/>
              </a:ext>
            </a:extLst>
          </p:cNvPr>
          <p:cNvGrpSpPr/>
          <p:nvPr/>
        </p:nvGrpSpPr>
        <p:grpSpPr>
          <a:xfrm>
            <a:off x="1097915" y="230505"/>
            <a:ext cx="9410065" cy="958215"/>
            <a:chOff x="983884" y="1682895"/>
            <a:chExt cx="9410065" cy="944746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43E8F224-FE05-7E7A-CC09-50CCFE2D3A9C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3680419" y="1682895"/>
              <a:ext cx="693804" cy="693804"/>
            </a:xfrm>
            <a:prstGeom prst="ellipse">
              <a:avLst/>
            </a:prstGeom>
            <a:solidFill>
              <a:srgbClr val="5FCBF5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Segoe UI" panose="020B0502040204020203" pitchFamily="34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0D94042E-ACE0-3E26-DE99-EC1EA015477D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983884" y="1854439"/>
              <a:ext cx="9410065" cy="6360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3600" b="1" dirty="0">
                  <a:solidFill>
                    <a:srgbClr val="005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egoe UI" panose="020B0502040204020203" pitchFamily="34" charset="0"/>
                </a:rPr>
                <a:t>步骤二：</a:t>
              </a: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059B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egoe UI" panose="020B0502040204020203" pitchFamily="34" charset="0"/>
                </a:rPr>
                <a:t>训练模型</a:t>
              </a:r>
              <a:endPara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egoe UI" panose="020B0502040204020203" pitchFamily="34" charset="0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7F248C07-9A99-FC57-3781-4E05F90D6531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072218" y="2562116"/>
              <a:ext cx="745244" cy="65525"/>
            </a:xfrm>
            <a:prstGeom prst="roundRect">
              <a:avLst>
                <a:gd name="adj" fmla="val 50000"/>
              </a:avLst>
            </a:prstGeom>
            <a:solidFill>
              <a:srgbClr val="2875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Segoe UI" panose="020B0502040204020203" pitchFamily="34" charset="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D1EFD1AC-2EEE-AB71-EBAF-BB8915C41CD2}"/>
                  </a:ext>
                </a:extLst>
              </p14:cNvPr>
              <p14:cNvContentPartPr/>
              <p14:nvPr/>
            </p14:nvContentPartPr>
            <p14:xfrm>
              <a:off x="2733230" y="1828330"/>
              <a:ext cx="360" cy="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D1EFD1AC-2EEE-AB71-EBAF-BB8915C41CD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27110" y="182221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C9B293F5-E301-2DAB-ED13-4BE5FE65E020}"/>
                  </a:ext>
                </a:extLst>
              </p14:cNvPr>
              <p14:cNvContentPartPr/>
              <p14:nvPr/>
            </p14:nvContentPartPr>
            <p14:xfrm>
              <a:off x="2007110" y="1420810"/>
              <a:ext cx="360" cy="3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C9B293F5-E301-2DAB-ED13-4BE5FE65E02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00990" y="141469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图形 7" descr="线箭头: 逆时针曲线 轮廓">
            <a:extLst>
              <a:ext uri="{FF2B5EF4-FFF2-40B4-BE49-F238E27FC236}">
                <a16:creationId xmlns:a16="http://schemas.microsoft.com/office/drawing/2014/main" id="{515248C2-7647-93A1-476E-CC328DF087B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3855285">
            <a:off x="7197420" y="1570898"/>
            <a:ext cx="1217232" cy="121723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76D8D74-6A18-61F4-6925-38F0C4C4ED9D}"/>
              </a:ext>
            </a:extLst>
          </p:cNvPr>
          <p:cNvSpPr txBox="1"/>
          <p:nvPr/>
        </p:nvSpPr>
        <p:spPr>
          <a:xfrm>
            <a:off x="8231054" y="1445339"/>
            <a:ext cx="1719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训练模型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73427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0A8A-77BE-3C10-2E1D-618ED8446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AB33B0C8-96DE-0095-8F51-F18A27359259}"/>
              </a:ext>
            </a:extLst>
          </p:cNvPr>
          <p:cNvGrpSpPr/>
          <p:nvPr/>
        </p:nvGrpSpPr>
        <p:grpSpPr>
          <a:xfrm>
            <a:off x="0" y="2012887"/>
            <a:ext cx="12192000" cy="4641722"/>
            <a:chOff x="0" y="2012887"/>
            <a:chExt cx="12192000" cy="4641722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A19F530D-89C6-095F-111A-39A7973E9AF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0" y="2012887"/>
              <a:ext cx="12192000" cy="4210674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5D9BE101-F536-6FEC-E082-36100F6E5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354167" y="4859088"/>
              <a:ext cx="2761633" cy="1795521"/>
            </a:xfrm>
            <a:prstGeom prst="rect">
              <a:avLst/>
            </a:prstGeom>
          </p:spPr>
        </p:pic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43B0CB7-B5E6-5D8C-6283-936395060698}"/>
              </a:ext>
            </a:extLst>
          </p:cNvPr>
          <p:cNvGrpSpPr/>
          <p:nvPr/>
        </p:nvGrpSpPr>
        <p:grpSpPr>
          <a:xfrm>
            <a:off x="1097915" y="230505"/>
            <a:ext cx="9410065" cy="958215"/>
            <a:chOff x="983884" y="1682895"/>
            <a:chExt cx="9410065" cy="944746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084181BF-0494-75C3-DC71-8FB2135E73BB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3680419" y="1682895"/>
              <a:ext cx="693804" cy="693804"/>
            </a:xfrm>
            <a:prstGeom prst="ellipse">
              <a:avLst/>
            </a:prstGeom>
            <a:solidFill>
              <a:srgbClr val="5FCBF5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Segoe UI" panose="020B0502040204020203" pitchFamily="34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14AE205-200D-1643-DEDF-6946B72ED181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983884" y="1854439"/>
              <a:ext cx="9410065" cy="6360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3600" b="1" dirty="0">
                  <a:solidFill>
                    <a:srgbClr val="005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egoe UI" panose="020B0502040204020203" pitchFamily="34" charset="0"/>
                </a:rPr>
                <a:t>步骤三：</a:t>
              </a: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059B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egoe UI" panose="020B0502040204020203" pitchFamily="34" charset="0"/>
                </a:rPr>
                <a:t>模型对新数据进行预测</a:t>
              </a:r>
              <a:endPara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egoe UI" panose="020B0502040204020203" pitchFamily="34" charset="0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1809AD7-EFC9-F5C0-EFD8-210048AABBDA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072218" y="2562116"/>
              <a:ext cx="745244" cy="65525"/>
            </a:xfrm>
            <a:prstGeom prst="roundRect">
              <a:avLst>
                <a:gd name="adj" fmla="val 50000"/>
              </a:avLst>
            </a:prstGeom>
            <a:solidFill>
              <a:srgbClr val="2875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Segoe UI" panose="020B0502040204020203" pitchFamily="34" charset="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1C769D76-AAA5-7AEF-BC1A-D11BD6113A45}"/>
                  </a:ext>
                </a:extLst>
              </p14:cNvPr>
              <p14:cNvContentPartPr/>
              <p14:nvPr/>
            </p14:nvContentPartPr>
            <p14:xfrm>
              <a:off x="2733230" y="1828330"/>
              <a:ext cx="360" cy="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1C769D76-AAA5-7AEF-BC1A-D11BD6113A4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27110" y="182221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586B00FE-504D-C300-B89F-D5C73EB50C98}"/>
                  </a:ext>
                </a:extLst>
              </p14:cNvPr>
              <p14:cNvContentPartPr/>
              <p14:nvPr/>
            </p14:nvContentPartPr>
            <p14:xfrm>
              <a:off x="2007110" y="1420810"/>
              <a:ext cx="360" cy="3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586B00FE-504D-C300-B89F-D5C73EB50C9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00990" y="141469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图形 7" descr="线箭头: 逆时针曲线 轮廓">
            <a:extLst>
              <a:ext uri="{FF2B5EF4-FFF2-40B4-BE49-F238E27FC236}">
                <a16:creationId xmlns:a16="http://schemas.microsoft.com/office/drawing/2014/main" id="{59299FA2-EF8F-1367-CB96-66A200EE41C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9867079">
            <a:off x="8740823" y="1701535"/>
            <a:ext cx="1217232" cy="121723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13060F2-B0A1-325E-74C6-85AF069BA8D4}"/>
              </a:ext>
            </a:extLst>
          </p:cNvPr>
          <p:cNvSpPr txBox="1"/>
          <p:nvPr/>
        </p:nvSpPr>
        <p:spPr>
          <a:xfrm>
            <a:off x="7756656" y="1256768"/>
            <a:ext cx="2681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输入待测试的数据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6272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C58BF-3881-0AF7-831C-7C48464AD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34598496-D34C-A005-23DC-C8E32774DC7B}"/>
              </a:ext>
            </a:extLst>
          </p:cNvPr>
          <p:cNvGrpSpPr/>
          <p:nvPr/>
        </p:nvGrpSpPr>
        <p:grpSpPr>
          <a:xfrm>
            <a:off x="1097915" y="230505"/>
            <a:ext cx="9410065" cy="958215"/>
            <a:chOff x="983884" y="1682895"/>
            <a:chExt cx="9410065" cy="944746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4F0FBE2-5261-EAF9-CC1E-27B98AC3759B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3680419" y="1682895"/>
              <a:ext cx="693804" cy="693804"/>
            </a:xfrm>
            <a:prstGeom prst="ellipse">
              <a:avLst/>
            </a:prstGeom>
            <a:solidFill>
              <a:srgbClr val="5FCBF5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Segoe UI" panose="020B0502040204020203" pitchFamily="34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3FCE0FC9-2ACF-E851-CC53-E41763CAF087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983884" y="1854439"/>
              <a:ext cx="9410065" cy="6360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059B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egoe UI" panose="020B0502040204020203" pitchFamily="34" charset="0"/>
                </a:rPr>
                <a:t>测试</a:t>
              </a:r>
              <a:endPara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egoe UI" panose="020B0502040204020203" pitchFamily="34" charset="0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9AF4FE44-ADFE-B81D-A56F-9A39461D2426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072218" y="2562116"/>
              <a:ext cx="745244" cy="65525"/>
            </a:xfrm>
            <a:prstGeom prst="roundRect">
              <a:avLst>
                <a:gd name="adj" fmla="val 50000"/>
              </a:avLst>
            </a:prstGeom>
            <a:solidFill>
              <a:srgbClr val="2875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Segoe UI" panose="020B0502040204020203" pitchFamily="34" charset="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4FED66EA-8D2B-53A6-84D0-C85260C5F4E9}"/>
                  </a:ext>
                </a:extLst>
              </p14:cNvPr>
              <p14:cNvContentPartPr/>
              <p14:nvPr/>
            </p14:nvContentPartPr>
            <p14:xfrm>
              <a:off x="2733230" y="1828330"/>
              <a:ext cx="360" cy="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4FED66EA-8D2B-53A6-84D0-C85260C5F4E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27110" y="182221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FBAD4F0C-139F-03E6-670F-0C49321D9230}"/>
                  </a:ext>
                </a:extLst>
              </p14:cNvPr>
              <p14:cNvContentPartPr/>
              <p14:nvPr/>
            </p14:nvContentPartPr>
            <p14:xfrm>
              <a:off x="2007110" y="1420810"/>
              <a:ext cx="360" cy="3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FBAD4F0C-139F-03E6-670F-0C49321D923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00990" y="141469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0AB982C5-76DD-C304-A6A8-06900E72AB7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13" t="13330" r="-1"/>
          <a:stretch/>
        </p:blipFill>
        <p:spPr>
          <a:xfrm>
            <a:off x="617306" y="2499004"/>
            <a:ext cx="3032429" cy="260905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834C17F3-BEBF-F76C-76D5-6C4C87BE54D0}"/>
              </a:ext>
            </a:extLst>
          </p:cNvPr>
          <p:cNvSpPr txBox="1"/>
          <p:nvPr/>
        </p:nvSpPr>
        <p:spPr>
          <a:xfrm>
            <a:off x="1334490" y="5237135"/>
            <a:ext cx="13452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测试图片</a:t>
            </a:r>
            <a:r>
              <a:rPr lang="en-US" altLang="zh-CN" sz="2000" dirty="0">
                <a:solidFill>
                  <a:srgbClr val="FF0000"/>
                </a:solidFill>
              </a:rPr>
              <a:t>1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06C5F31-C355-7C2D-D10A-36FA73F2800E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51576"/>
          <a:stretch>
            <a:fillRect/>
          </a:stretch>
        </p:blipFill>
        <p:spPr>
          <a:xfrm>
            <a:off x="6096000" y="775984"/>
            <a:ext cx="5903916" cy="531261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86158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C0B4D-6DCC-0A9F-D09A-D5BCCC66B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3A67ECF2-DF1A-0F1B-7195-4522AE89ED5D}"/>
              </a:ext>
            </a:extLst>
          </p:cNvPr>
          <p:cNvGrpSpPr/>
          <p:nvPr/>
        </p:nvGrpSpPr>
        <p:grpSpPr>
          <a:xfrm>
            <a:off x="1097915" y="230505"/>
            <a:ext cx="9410065" cy="958215"/>
            <a:chOff x="983884" y="1682895"/>
            <a:chExt cx="9410065" cy="944746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D8EDA25B-B5F7-A72A-4E65-89FBB56D1B45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3680419" y="1682895"/>
              <a:ext cx="693804" cy="693804"/>
            </a:xfrm>
            <a:prstGeom prst="ellipse">
              <a:avLst/>
            </a:prstGeom>
            <a:solidFill>
              <a:srgbClr val="5FCBF5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Segoe UI" panose="020B0502040204020203" pitchFamily="34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831B688-779F-332A-BAC3-35BAC2B8C2D6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983884" y="1854439"/>
              <a:ext cx="9410065" cy="6360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059B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egoe UI" panose="020B0502040204020203" pitchFamily="34" charset="0"/>
                </a:rPr>
                <a:t>测试</a:t>
              </a:r>
              <a:endPara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egoe UI" panose="020B0502040204020203" pitchFamily="34" charset="0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6E921463-8CD4-2DD1-7D34-B8F6CD49753D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072218" y="2562116"/>
              <a:ext cx="745244" cy="65525"/>
            </a:xfrm>
            <a:prstGeom prst="roundRect">
              <a:avLst>
                <a:gd name="adj" fmla="val 50000"/>
              </a:avLst>
            </a:prstGeom>
            <a:solidFill>
              <a:srgbClr val="2875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Segoe UI" panose="020B0502040204020203" pitchFamily="34" charset="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0D0E1640-BB7A-855A-31A1-3B1DD6EC1F76}"/>
                  </a:ext>
                </a:extLst>
              </p14:cNvPr>
              <p14:cNvContentPartPr/>
              <p14:nvPr/>
            </p14:nvContentPartPr>
            <p14:xfrm>
              <a:off x="2733230" y="1828330"/>
              <a:ext cx="360" cy="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0D0E1640-BB7A-855A-31A1-3B1DD6EC1F7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27110" y="182221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CDC525BD-C2E6-6479-82C6-C1D662414143}"/>
                  </a:ext>
                </a:extLst>
              </p14:cNvPr>
              <p14:cNvContentPartPr/>
              <p14:nvPr/>
            </p14:nvContentPartPr>
            <p14:xfrm>
              <a:off x="2007110" y="1420810"/>
              <a:ext cx="360" cy="3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CDC525BD-C2E6-6479-82C6-C1D66241414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00990" y="141469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1EBD7100-35D9-7297-C04E-D23E7A06A858}"/>
              </a:ext>
            </a:extLst>
          </p:cNvPr>
          <p:cNvSpPr txBox="1"/>
          <p:nvPr/>
        </p:nvSpPr>
        <p:spPr>
          <a:xfrm>
            <a:off x="1334490" y="5237135"/>
            <a:ext cx="13452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测试图片</a:t>
            </a:r>
            <a:r>
              <a:rPr lang="en-US" altLang="zh-CN" sz="2000" dirty="0">
                <a:solidFill>
                  <a:srgbClr val="FF0000"/>
                </a:solidFill>
              </a:rPr>
              <a:t>2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pic>
        <p:nvPicPr>
          <p:cNvPr id="7" name="图片 6" descr="背景图案&#10;&#10;AI 生成的内容可能不正确。">
            <a:extLst>
              <a:ext uri="{FF2B5EF4-FFF2-40B4-BE49-F238E27FC236}">
                <a16:creationId xmlns:a16="http://schemas.microsoft.com/office/drawing/2014/main" id="{4CA46F55-54D9-911E-D337-FB8699DDE2B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07" y="2488070"/>
            <a:ext cx="3448929" cy="2610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11B2E33-FA7B-BD1B-0ED5-ABBE70EBF2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48541" y="934200"/>
            <a:ext cx="6144482" cy="558242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18826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EF4F9-6254-E5BD-3F7C-66F1CA49E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35210148-1917-A8AC-DA5E-1B26CB0E901E}"/>
              </a:ext>
            </a:extLst>
          </p:cNvPr>
          <p:cNvGrpSpPr/>
          <p:nvPr/>
        </p:nvGrpSpPr>
        <p:grpSpPr>
          <a:xfrm>
            <a:off x="1097915" y="230505"/>
            <a:ext cx="9410065" cy="958215"/>
            <a:chOff x="983884" y="1682895"/>
            <a:chExt cx="9410065" cy="944746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13FBD9EF-5D94-1331-473B-E7AC45AC78B4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3680419" y="1682895"/>
              <a:ext cx="693804" cy="693804"/>
            </a:xfrm>
            <a:prstGeom prst="ellipse">
              <a:avLst/>
            </a:prstGeom>
            <a:solidFill>
              <a:srgbClr val="5FCBF5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Segoe UI" panose="020B0502040204020203" pitchFamily="34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C331205-0CA2-6597-19E0-3B662CB2D918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983884" y="1854439"/>
              <a:ext cx="9410065" cy="6360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059B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egoe UI" panose="020B0502040204020203" pitchFamily="34" charset="0"/>
                </a:rPr>
                <a:t>测试</a:t>
              </a:r>
              <a:endPara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egoe UI" panose="020B0502040204020203" pitchFamily="34" charset="0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1FEA5959-5D71-6747-DA33-BEC0662DDDA9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072218" y="2562116"/>
              <a:ext cx="745244" cy="65525"/>
            </a:xfrm>
            <a:prstGeom prst="roundRect">
              <a:avLst>
                <a:gd name="adj" fmla="val 50000"/>
              </a:avLst>
            </a:prstGeom>
            <a:solidFill>
              <a:srgbClr val="2875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Segoe UI" panose="020B0502040204020203" pitchFamily="34" charset="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6496D64F-1635-26B4-7793-CF2F1DCBB824}"/>
                  </a:ext>
                </a:extLst>
              </p14:cNvPr>
              <p14:cNvContentPartPr/>
              <p14:nvPr/>
            </p14:nvContentPartPr>
            <p14:xfrm>
              <a:off x="2733230" y="1828330"/>
              <a:ext cx="360" cy="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6496D64F-1635-26B4-7793-CF2F1DCBB82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27110" y="182221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2E12FD74-EE23-0094-4736-5C661B7B5E9C}"/>
                  </a:ext>
                </a:extLst>
              </p14:cNvPr>
              <p14:cNvContentPartPr/>
              <p14:nvPr/>
            </p14:nvContentPartPr>
            <p14:xfrm>
              <a:off x="2007110" y="1420810"/>
              <a:ext cx="360" cy="3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2E12FD74-EE23-0094-4736-5C661B7B5E9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00990" y="141469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CB86758C-2E52-D579-6ED4-96DD2F04A9A5}"/>
              </a:ext>
            </a:extLst>
          </p:cNvPr>
          <p:cNvSpPr txBox="1"/>
          <p:nvPr/>
        </p:nvSpPr>
        <p:spPr>
          <a:xfrm>
            <a:off x="1334490" y="5237135"/>
            <a:ext cx="13452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测试图片</a:t>
            </a:r>
            <a:r>
              <a:rPr lang="en-US" altLang="zh-CN" sz="2000" dirty="0">
                <a:solidFill>
                  <a:srgbClr val="FF0000"/>
                </a:solidFill>
              </a:rPr>
              <a:t>3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74B9779-4102-8708-F847-339F6DDA2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561" y="2488069"/>
            <a:ext cx="2609999" cy="2609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3C7F20C-119F-2290-2C18-6D9C0DE7B71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20834" y="997090"/>
            <a:ext cx="6154009" cy="559195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71586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643FC-315F-9A7C-C797-E1B5B5A73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0180F92B-A1AA-7A94-B9BC-C983F710C5F4}"/>
              </a:ext>
            </a:extLst>
          </p:cNvPr>
          <p:cNvGrpSpPr/>
          <p:nvPr/>
        </p:nvGrpSpPr>
        <p:grpSpPr>
          <a:xfrm>
            <a:off x="1097915" y="230505"/>
            <a:ext cx="9410065" cy="958215"/>
            <a:chOff x="983884" y="1682895"/>
            <a:chExt cx="9410065" cy="944746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6C56D6D-C111-1153-BB6F-7527A4BBAA67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3680419" y="1682895"/>
              <a:ext cx="693804" cy="693804"/>
            </a:xfrm>
            <a:prstGeom prst="ellipse">
              <a:avLst/>
            </a:prstGeom>
            <a:solidFill>
              <a:srgbClr val="5FCBF5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Segoe UI" panose="020B0502040204020203" pitchFamily="34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804A5A3-0B5B-25A1-F5A1-89AD94A043E2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983884" y="1854439"/>
              <a:ext cx="9410065" cy="6360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059B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egoe UI" panose="020B0502040204020203" pitchFamily="34" charset="0"/>
                </a:rPr>
                <a:t>关于训练与测试</a:t>
              </a:r>
              <a:endPara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egoe UI" panose="020B0502040204020203" pitchFamily="34" charset="0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FD20C9C8-458C-10F9-0D43-953920870968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072218" y="2562116"/>
              <a:ext cx="745244" cy="65525"/>
            </a:xfrm>
            <a:prstGeom prst="roundRect">
              <a:avLst>
                <a:gd name="adj" fmla="val 50000"/>
              </a:avLst>
            </a:prstGeom>
            <a:solidFill>
              <a:srgbClr val="2875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Segoe UI" panose="020B0502040204020203" pitchFamily="34" charset="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5915AAE7-C3B6-E9A8-321A-C243500AD479}"/>
                  </a:ext>
                </a:extLst>
              </p14:cNvPr>
              <p14:cNvContentPartPr/>
              <p14:nvPr/>
            </p14:nvContentPartPr>
            <p14:xfrm>
              <a:off x="2733230" y="1828330"/>
              <a:ext cx="360" cy="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5915AAE7-C3B6-E9A8-321A-C243500AD47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27110" y="182221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8CB87803-5BB6-781A-10A8-D28CD060C92B}"/>
                  </a:ext>
                </a:extLst>
              </p14:cNvPr>
              <p14:cNvContentPartPr/>
              <p14:nvPr/>
            </p14:nvContentPartPr>
            <p14:xfrm>
              <a:off x="2007110" y="1420810"/>
              <a:ext cx="360" cy="3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8CB87803-5BB6-781A-10A8-D28CD060C92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00990" y="141469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88B8E08D-EE10-6B65-CACE-1D098DD03CCB}"/>
              </a:ext>
            </a:extLst>
          </p:cNvPr>
          <p:cNvSpPr txBox="1"/>
          <p:nvPr/>
        </p:nvSpPr>
        <p:spPr>
          <a:xfrm>
            <a:off x="2137573" y="2547730"/>
            <a:ext cx="7093893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000" dirty="0">
                <a:solidFill>
                  <a:srgbClr val="FF0000"/>
                </a:solidFill>
              </a:rPr>
              <a:t>勿将训练集的数据拿来做测试</a:t>
            </a:r>
            <a:endParaRPr lang="en-US" altLang="zh-CN" sz="4000" dirty="0">
              <a:solidFill>
                <a:srgbClr val="FF0000"/>
              </a:solidFill>
            </a:endParaRPr>
          </a:p>
          <a:p>
            <a:r>
              <a:rPr lang="zh-CN" altLang="en-US" sz="2400" dirty="0">
                <a:solidFill>
                  <a:srgbClr val="0070C0"/>
                </a:solidFill>
              </a:rPr>
              <a:t>（训练集的数据已被模型记住，用来测试无法体现模型的能力</a:t>
            </a:r>
            <a:r>
              <a:rPr lang="en-US" altLang="zh-CN" sz="2400" dirty="0">
                <a:solidFill>
                  <a:srgbClr val="0070C0"/>
                </a:solidFill>
              </a:rPr>
              <a:t>——</a:t>
            </a:r>
            <a:r>
              <a:rPr lang="zh-CN" altLang="en-US" sz="2400" dirty="0">
                <a:solidFill>
                  <a:srgbClr val="0070C0"/>
                </a:solidFill>
              </a:rPr>
              <a:t>即所谓“泛化”）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AB8716D-6AD7-2592-0DD9-77A1F74F5C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51551" y="1195562"/>
            <a:ext cx="1656226" cy="229834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805941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1097915" y="230505"/>
            <a:ext cx="9410065" cy="958215"/>
            <a:chOff x="983884" y="1682895"/>
            <a:chExt cx="9410065" cy="944746"/>
          </a:xfrm>
        </p:grpSpPr>
        <p:sp>
          <p:nvSpPr>
            <p:cNvPr id="11" name="椭圆 10"/>
            <p:cNvSpPr/>
            <p:nvPr>
              <p:custDataLst>
                <p:tags r:id="rId3"/>
              </p:custDataLst>
            </p:nvPr>
          </p:nvSpPr>
          <p:spPr>
            <a:xfrm>
              <a:off x="3680419" y="1682895"/>
              <a:ext cx="693804" cy="693804"/>
            </a:xfrm>
            <a:prstGeom prst="ellipse">
              <a:avLst/>
            </a:prstGeom>
            <a:solidFill>
              <a:srgbClr val="5FCBF5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Segoe UI" panose="020B0502040204020203" pitchFamily="34" charset="0"/>
              </a:endParaRPr>
            </a:p>
          </p:txBody>
        </p:sp>
        <p:sp>
          <p:nvSpPr>
            <p:cNvPr id="12" name="文本框 11"/>
            <p:cNvSpPr txBox="1"/>
            <p:nvPr>
              <p:custDataLst>
                <p:tags r:id="rId4"/>
              </p:custDataLst>
            </p:nvPr>
          </p:nvSpPr>
          <p:spPr>
            <a:xfrm>
              <a:off x="983884" y="1854439"/>
              <a:ext cx="9410065" cy="6360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059B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egoe UI" panose="020B0502040204020203" pitchFamily="34" charset="0"/>
                </a:rPr>
                <a:t>随堂训练</a:t>
              </a:r>
              <a:r>
                <a:rPr kumimoji="0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059B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egoe UI" panose="020B0502040204020203" pitchFamily="34" charset="0"/>
                </a:rPr>
                <a:t>1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5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egoe UI" panose="020B0502040204020203" pitchFamily="34" charset="0"/>
              </a:endParaRPr>
            </a:p>
          </p:txBody>
        </p:sp>
        <p:sp>
          <p:nvSpPr>
            <p:cNvPr id="13" name="矩形: 圆角 12"/>
            <p:cNvSpPr/>
            <p:nvPr>
              <p:custDataLst>
                <p:tags r:id="rId5"/>
              </p:custDataLst>
            </p:nvPr>
          </p:nvSpPr>
          <p:spPr>
            <a:xfrm>
              <a:off x="1072218" y="2562116"/>
              <a:ext cx="745244" cy="65525"/>
            </a:xfrm>
            <a:prstGeom prst="roundRect">
              <a:avLst>
                <a:gd name="adj" fmla="val 50000"/>
              </a:avLst>
            </a:prstGeom>
            <a:solidFill>
              <a:srgbClr val="2875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Segoe UI" panose="020B0502040204020203" pitchFamily="34" charset="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墨迹 1"/>
              <p14:cNvContentPartPr/>
              <p14:nvPr/>
            </p14:nvContentPartPr>
            <p14:xfrm>
              <a:off x="2733230" y="1828330"/>
              <a:ext cx="360" cy="36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8"/>
            </p:blipFill>
            <p:spPr>
              <a:xfrm>
                <a:off x="2733230" y="182833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" name="墨迹 3"/>
              <p14:cNvContentPartPr/>
              <p14:nvPr/>
            </p14:nvContentPartPr>
            <p14:xfrm>
              <a:off x="2007110" y="1420810"/>
              <a:ext cx="360" cy="36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8"/>
            </p:blipFill>
            <p:spPr>
              <a:xfrm>
                <a:off x="2007110" y="1420810"/>
                <a:ext cx="360" cy="360"/>
              </a:xfrm>
              <a:prstGeom prst="rect"/>
            </p:spPr>
          </p:pic>
        </mc:Fallback>
      </mc:AlternateContent>
      <p:sp>
        <p:nvSpPr>
          <p:cNvPr id="3" name="Text Placeholder 33"/>
          <p:cNvSpPr txBox="1"/>
          <p:nvPr>
            <p:custDataLst>
              <p:tags r:id="rId2"/>
            </p:custDataLst>
          </p:nvPr>
        </p:nvSpPr>
        <p:spPr>
          <a:xfrm>
            <a:off x="510539" y="2258361"/>
            <a:ext cx="10806097" cy="2161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1219200">
              <a:lnSpc>
                <a:spcPct val="100000"/>
              </a:lnSpc>
              <a:spcBef>
                <a:spcPct val="20000"/>
              </a:spcBef>
              <a:defRPr sz="3000" b="1">
                <a:solidFill>
                  <a:srgbClr val="54578E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400" b="0" dirty="0">
                <a:solidFill>
                  <a:prstClr val="black"/>
                </a:solidFill>
                <a:cs typeface="宋体" panose="02010600030101010101" pitchFamily="2" charset="-122"/>
                <a:sym typeface="Arial" panose="020B0604020202020204" pitchFamily="34" charset="0"/>
              </a:rPr>
              <a:t>利用平台 </a:t>
            </a:r>
            <a:r>
              <a:rPr lang="en-US" altLang="zh-CN" sz="2400" b="0" dirty="0" err="1">
                <a:solidFill>
                  <a:prstClr val="black"/>
                </a:solidFill>
                <a:cs typeface="宋体" panose="02010600030101010101" pitchFamily="2" charset="-122"/>
                <a:sym typeface="Arial" panose="020B0604020202020204" pitchFamily="34" charset="0"/>
                <a:hlinkClick r:id="rId10" action="ppaction://hlinkfile"/>
              </a:rPr>
              <a:t>train.aimaker.space</a:t>
            </a:r>
            <a:r>
              <a:rPr lang="en-US" altLang="zh-CN" sz="2400" b="0" dirty="0">
                <a:solidFill>
                  <a:prstClr val="black"/>
                </a:solidFill>
                <a:cs typeface="宋体" panose="02010600030101010101" pitchFamily="2" charset="-122"/>
                <a:sym typeface="Arial" panose="020B0604020202020204" pitchFamily="34" charset="0"/>
                <a:hlinkClick r:id="rId10" action="ppaction://hlinkfile"/>
              </a:rPr>
              <a:t>/train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，复现刚才的“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纸张分类器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”</a:t>
            </a:r>
          </a:p>
          <a:p>
            <a:pPr marL="800100" marR="0" lvl="1" indent="-342900" algn="l" defTabSz="1219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训练集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：可参考本节课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附件（实验一）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宋体" panose="02010600030101010101" pitchFamily="2" charset="-122"/>
              <a:sym typeface="Arial" panose="020B0604020202020204" pitchFamily="34" charset="0"/>
            </a:endParaRPr>
          </a:p>
          <a:p>
            <a:pPr marL="800100" marR="0" lvl="1" indent="-342900" algn="l" defTabSz="1219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测试集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：可参考本节课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附件（实验一）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宋体" panose="02010600030101010101" pitchFamily="2" charset="-122"/>
              <a:sym typeface="Arial" panose="020B0604020202020204" pitchFamily="34" charset="0"/>
            </a:endParaRPr>
          </a:p>
          <a:p>
            <a:pPr marL="800100" marR="0" lvl="1" indent="-342900" algn="l" defTabSz="1219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20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在实践过程加深了对哪些知识点的理解，或遇到什么问题？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5363" y="1588634"/>
            <a:ext cx="2809736" cy="67150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AEB93-50AB-9761-7B55-CE49A5E93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4CCE1FE3-D539-24FC-5571-F6BC63B502A1}"/>
              </a:ext>
            </a:extLst>
          </p:cNvPr>
          <p:cNvGrpSpPr/>
          <p:nvPr/>
        </p:nvGrpSpPr>
        <p:grpSpPr>
          <a:xfrm>
            <a:off x="1097915" y="230505"/>
            <a:ext cx="9410065" cy="958215"/>
            <a:chOff x="983884" y="1682895"/>
            <a:chExt cx="9410065" cy="944746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704A681F-4EB0-18A9-F075-848186AD7166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680419" y="1682895"/>
              <a:ext cx="693804" cy="693804"/>
            </a:xfrm>
            <a:prstGeom prst="ellipse">
              <a:avLst/>
            </a:prstGeom>
            <a:solidFill>
              <a:srgbClr val="5FCBF5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Segoe UI" panose="020B0502040204020203" pitchFamily="34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15942893-271B-3B8C-435A-54969DD92FE6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983884" y="1854439"/>
              <a:ext cx="9410065" cy="6360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059B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egoe UI" panose="020B0502040204020203" pitchFamily="34" charset="0"/>
                </a:rPr>
                <a:t>随堂训练</a:t>
              </a:r>
              <a:r>
                <a:rPr lang="en-US" altLang="zh-CN" sz="3600" b="1" dirty="0">
                  <a:solidFill>
                    <a:srgbClr val="005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egoe UI" panose="020B0502040204020203" pitchFamily="34" charset="0"/>
                </a:rPr>
                <a:t>2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5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egoe UI" panose="020B0502040204020203" pitchFamily="34" charset="0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6DFB241F-31E2-B0D0-337A-C677239E06C3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072218" y="2562116"/>
              <a:ext cx="745244" cy="65525"/>
            </a:xfrm>
            <a:prstGeom prst="roundRect">
              <a:avLst>
                <a:gd name="adj" fmla="val 50000"/>
              </a:avLst>
            </a:prstGeom>
            <a:solidFill>
              <a:srgbClr val="2875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Segoe UI" panose="020B0502040204020203" pitchFamily="34" charset="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34688FE1-1A67-C4CE-2711-16F944C7804F}"/>
                  </a:ext>
                </a:extLst>
              </p14:cNvPr>
              <p14:cNvContentPartPr/>
              <p14:nvPr/>
            </p14:nvContentPartPr>
            <p14:xfrm>
              <a:off x="2733230" y="1828330"/>
              <a:ext cx="360" cy="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34688FE1-1A67-C4CE-2711-16F944C7804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27110" y="182221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AE4DE9BC-E128-5638-5068-F6C934FBC16D}"/>
                  </a:ext>
                </a:extLst>
              </p14:cNvPr>
              <p14:cNvContentPartPr/>
              <p14:nvPr/>
            </p14:nvContentPartPr>
            <p14:xfrm>
              <a:off x="2007110" y="1420810"/>
              <a:ext cx="360" cy="3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AE4DE9BC-E128-5638-5068-F6C934FBC16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00990" y="141469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 Placeholder 33">
            <a:extLst>
              <a:ext uri="{FF2B5EF4-FFF2-40B4-BE49-F238E27FC236}">
                <a16:creationId xmlns:a16="http://schemas.microsoft.com/office/drawing/2014/main" id="{C8C70F20-F3E2-6E44-C9AC-8F278481057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10539" y="2258361"/>
            <a:ext cx="7800277" cy="2620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1219200">
              <a:lnSpc>
                <a:spcPct val="100000"/>
              </a:lnSpc>
              <a:spcBef>
                <a:spcPct val="20000"/>
              </a:spcBef>
              <a:defRPr sz="3000" b="1">
                <a:solidFill>
                  <a:srgbClr val="54578E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342900" marR="0" lvl="0" indent="-342900" algn="l" defTabSz="1219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用同样的方法，从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到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实现一个“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猫狗分类器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”</a:t>
            </a:r>
          </a:p>
          <a:p>
            <a:pPr marL="800100" marR="0" lvl="1" indent="-342900" algn="l" defTabSz="1219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训练集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：可参考本节课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附件（实验二）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宋体" panose="02010600030101010101" pitchFamily="2" charset="-122"/>
              <a:sym typeface="Arial" panose="020B0604020202020204" pitchFamily="34" charset="0"/>
            </a:endParaRPr>
          </a:p>
          <a:p>
            <a:pPr marL="800100" marR="0" lvl="1" indent="-342900" algn="l" defTabSz="1219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测试集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：可参考本节课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附件（实验二）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宋体" panose="02010600030101010101" pitchFamily="2" charset="-122"/>
              <a:sym typeface="Arial" panose="020B0604020202020204" pitchFamily="34" charset="0"/>
            </a:endParaRPr>
          </a:p>
          <a:p>
            <a:pPr marL="800100" marR="0" lvl="1" indent="-342900" algn="l" defTabSz="1219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20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在实践过程加深了对哪些知识点的理解，或遇到什么问题？如测试后发现</a:t>
            </a:r>
            <a:r>
              <a:rPr lang="zh-CN" altLang="en-US" sz="20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模型不准确</a:t>
            </a:r>
            <a:r>
              <a:rPr lang="zh-CN" altLang="en-US" sz="20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，应如何改进？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EDE8C55-49FA-CCEA-C8D3-3DD5C7CA6D2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5363" y="1588634"/>
            <a:ext cx="2809736" cy="67150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82426FE-2EE7-A8F9-ECD3-62AB3F3F3FC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23730" y="3650247"/>
            <a:ext cx="2179907" cy="280325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21544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06C76-3C95-2F3F-40AA-0C8B0995A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9786438A-A6E7-FE24-4635-D50585AD7DFC}"/>
              </a:ext>
            </a:extLst>
          </p:cNvPr>
          <p:cNvGrpSpPr/>
          <p:nvPr/>
        </p:nvGrpSpPr>
        <p:grpSpPr>
          <a:xfrm>
            <a:off x="1097915" y="230505"/>
            <a:ext cx="9410065" cy="958215"/>
            <a:chOff x="983884" y="1682895"/>
            <a:chExt cx="9410065" cy="944746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6984FA1D-5A0B-D854-3905-96F16CBAB200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680419" y="1682895"/>
              <a:ext cx="693804" cy="693804"/>
            </a:xfrm>
            <a:prstGeom prst="ellipse">
              <a:avLst/>
            </a:prstGeom>
            <a:solidFill>
              <a:srgbClr val="5FCBF5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Segoe UI" panose="020B0502040204020203" pitchFamily="34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E8509D6-0CF6-452A-695C-15B9DDD00960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983884" y="1854439"/>
              <a:ext cx="9410065" cy="6360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059B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egoe UI" panose="020B0502040204020203" pitchFamily="34" charset="0"/>
                </a:rPr>
                <a:t>讨论与小结</a:t>
              </a: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101F27A8-DD4F-292C-78CF-C81430AFAFE8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072218" y="2562116"/>
              <a:ext cx="745244" cy="65525"/>
            </a:xfrm>
            <a:prstGeom prst="roundRect">
              <a:avLst>
                <a:gd name="adj" fmla="val 50000"/>
              </a:avLst>
            </a:prstGeom>
            <a:solidFill>
              <a:srgbClr val="2875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Segoe UI" panose="020B0502040204020203" pitchFamily="34" charset="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2AB94E9-6AF0-43EC-8838-0A6D1E48D01B}"/>
                  </a:ext>
                </a:extLst>
              </p14:cNvPr>
              <p14:cNvContentPartPr/>
              <p14:nvPr/>
            </p14:nvContentPartPr>
            <p14:xfrm>
              <a:off x="2733230" y="1828330"/>
              <a:ext cx="360" cy="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2AB94E9-6AF0-43EC-8838-0A6D1E48D01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27110" y="182221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B9CE61D1-4EEE-1AE1-B1D6-E0D94BDB3D02}"/>
                  </a:ext>
                </a:extLst>
              </p14:cNvPr>
              <p14:cNvContentPartPr/>
              <p14:nvPr/>
            </p14:nvContentPartPr>
            <p14:xfrm>
              <a:off x="2007110" y="1420810"/>
              <a:ext cx="360" cy="3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B9CE61D1-4EEE-1AE1-B1D6-E0D94BDB3D0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00990" y="141469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 Placeholder 33">
            <a:extLst>
              <a:ext uri="{FF2B5EF4-FFF2-40B4-BE49-F238E27FC236}">
                <a16:creationId xmlns:a16="http://schemas.microsoft.com/office/drawing/2014/main" id="{92E20BBA-86F2-B860-0E9A-4709D0B88B8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10539" y="1636569"/>
            <a:ext cx="6502909" cy="3498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1219200">
              <a:lnSpc>
                <a:spcPct val="100000"/>
              </a:lnSpc>
              <a:spcBef>
                <a:spcPct val="20000"/>
              </a:spcBef>
              <a:defRPr sz="3000" b="1">
                <a:solidFill>
                  <a:srgbClr val="54578E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cs typeface="宋体" panose="02010600030101010101" pitchFamily="2" charset="-122"/>
                <a:sym typeface="Arial" panose="020B0604020202020204" pitchFamily="34" charset="0"/>
              </a:rPr>
              <a:t>讨论</a:t>
            </a:r>
            <a:r>
              <a:rPr lang="zh-CN" altLang="en-US" sz="2400" b="0" dirty="0">
                <a:solidFill>
                  <a:prstClr val="black"/>
                </a:solidFill>
                <a:cs typeface="宋体" panose="02010600030101010101" pitchFamily="2" charset="-122"/>
                <a:sym typeface="Arial" panose="020B0604020202020204" pitchFamily="34" charset="0"/>
              </a:rPr>
              <a:t>：针对上述</a:t>
            </a:r>
            <a:r>
              <a:rPr lang="zh-CN" altLang="en-US" sz="2400" b="0" dirty="0">
                <a:solidFill>
                  <a:schemeClr val="tx1"/>
                </a:solidFill>
                <a:cs typeface="宋体" panose="02010600030101010101" pitchFamily="2" charset="-122"/>
                <a:sym typeface="Arial" panose="020B0604020202020204" pitchFamily="34" charset="0"/>
              </a:rPr>
              <a:t>分类器的训练结果，</a:t>
            </a:r>
            <a:r>
              <a:rPr lang="zh-CN" altLang="en-US" sz="2400" dirty="0">
                <a:solidFill>
                  <a:srgbClr val="0070C0"/>
                </a:solidFill>
                <a:cs typeface="宋体" panose="02010600030101010101" pitchFamily="2" charset="-122"/>
                <a:sym typeface="Arial" panose="020B0604020202020204" pitchFamily="34" charset="0"/>
              </a:rPr>
              <a:t>与同学进行讨论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，</a:t>
            </a:r>
            <a:r>
              <a:rPr lang="zh-CN" altLang="en-US" sz="2400" b="0" dirty="0">
                <a:solidFill>
                  <a:prstClr val="black"/>
                </a:solidFill>
                <a:cs typeface="宋体" panose="02010600030101010101" pitchFamily="2" charset="-122"/>
                <a:sym typeface="Arial" panose="020B0604020202020204" pitchFamily="34" charset="0"/>
              </a:rPr>
              <a:t>并尝试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解决问题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宋体" panose="02010600030101010101" pitchFamily="2" charset="-122"/>
              <a:sym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endParaRPr lang="en-US" altLang="zh-CN" sz="2400" b="0" dirty="0">
              <a:solidFill>
                <a:prstClr val="black"/>
              </a:solidFill>
              <a:cs typeface="宋体" panose="02010600030101010101" pitchFamily="2" charset="-122"/>
              <a:sym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小结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：通过</a:t>
            </a:r>
            <a:r>
              <a:rPr lang="zh-CN" altLang="en-US" sz="2400" b="0" dirty="0">
                <a:solidFill>
                  <a:prstClr val="black"/>
                </a:solidFill>
                <a:cs typeface="宋体" panose="02010600030101010101" pitchFamily="2" charset="-122"/>
                <a:sym typeface="Arial" panose="020B0604020202020204" pitchFamily="34" charset="0"/>
              </a:rPr>
              <a:t>从</a:t>
            </a:r>
            <a:r>
              <a:rPr lang="en-US" altLang="zh-CN" sz="2400" b="0" dirty="0">
                <a:solidFill>
                  <a:prstClr val="black"/>
                </a:solidFill>
                <a:cs typeface="宋体" panose="02010600030101010101" pitchFamily="2" charset="-122"/>
                <a:sym typeface="Arial" panose="020B0604020202020204" pitchFamily="34" charset="0"/>
              </a:rPr>
              <a:t>0</a:t>
            </a:r>
            <a:r>
              <a:rPr lang="zh-CN" altLang="en-US" sz="2400" b="0" dirty="0">
                <a:solidFill>
                  <a:prstClr val="black"/>
                </a:solidFill>
                <a:cs typeface="宋体" panose="02010600030101010101" pitchFamily="2" charset="-122"/>
                <a:sym typeface="Arial" panose="020B0604020202020204" pitchFamily="34" charset="0"/>
              </a:rPr>
              <a:t>到</a:t>
            </a:r>
            <a:r>
              <a:rPr lang="en-US" altLang="zh-CN" sz="2400" b="0" dirty="0">
                <a:solidFill>
                  <a:prstClr val="black"/>
                </a:solidFill>
                <a:cs typeface="宋体" panose="02010600030101010101" pitchFamily="2" charset="-122"/>
                <a:sym typeface="Arial" panose="020B0604020202020204" pitchFamily="34" charset="0"/>
              </a:rPr>
              <a:t>1</a:t>
            </a:r>
            <a:r>
              <a:rPr lang="zh-CN" altLang="en-US" sz="2400" b="0" dirty="0">
                <a:solidFill>
                  <a:prstClr val="black"/>
                </a:solidFill>
                <a:cs typeface="宋体" panose="02010600030101010101" pitchFamily="2" charset="-122"/>
                <a:sym typeface="Arial" panose="020B0604020202020204" pitchFamily="34" charset="0"/>
              </a:rPr>
              <a:t>动手构建的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机器学习实验（</a:t>
            </a:r>
            <a:r>
              <a:rPr lang="zh-CN" altLang="en-US" sz="2400" b="0" dirty="0">
                <a:solidFill>
                  <a:srgbClr val="0070C0"/>
                </a:solidFill>
                <a:cs typeface="宋体" panose="02010600030101010101" pitchFamily="2" charset="-122"/>
                <a:sym typeface="Arial" panose="020B0604020202020204" pitchFamily="34" charset="0"/>
              </a:rPr>
              <a:t>无代码</a:t>
            </a:r>
            <a:r>
              <a:rPr lang="zh-CN" altLang="en-US" sz="2400" b="0" dirty="0">
                <a:solidFill>
                  <a:prstClr val="black"/>
                </a:solidFill>
                <a:cs typeface="宋体" panose="02010600030101010101" pitchFamily="2" charset="-122"/>
                <a:sym typeface="Arial" panose="020B0604020202020204" pitchFamily="34" charset="0"/>
              </a:rPr>
              <a:t>）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，熟悉机器学习的一般步骤、了解可能遇到的问题、并学会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分析与解决问题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64D8730-62E7-6BBC-C61E-99C22F3931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51191" y="1510284"/>
            <a:ext cx="4627353" cy="353967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960110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FAE4B-D321-0D5A-531D-F6FD185C3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F6874EDD-D437-9566-5866-B81D46ED1FB0}"/>
              </a:ext>
            </a:extLst>
          </p:cNvPr>
          <p:cNvGrpSpPr/>
          <p:nvPr/>
        </p:nvGrpSpPr>
        <p:grpSpPr>
          <a:xfrm>
            <a:off x="1097915" y="230505"/>
            <a:ext cx="9410065" cy="958215"/>
            <a:chOff x="983884" y="1682895"/>
            <a:chExt cx="9410065" cy="944746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EC74BAEA-0AFD-AB8A-FBFC-F29AAC1AC9D0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680419" y="1682895"/>
              <a:ext cx="693804" cy="693804"/>
            </a:xfrm>
            <a:prstGeom prst="ellipse">
              <a:avLst/>
            </a:prstGeom>
            <a:solidFill>
              <a:srgbClr val="5FCBF5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Segoe UI" panose="020B0502040204020203" pitchFamily="34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35D5B390-38AB-53E0-A45B-C16CAAE26E51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983884" y="1854439"/>
              <a:ext cx="9410065" cy="6360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059B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egoe UI" panose="020B0502040204020203" pitchFamily="34" charset="0"/>
                </a:rPr>
                <a:t>随堂训练</a:t>
              </a:r>
              <a:r>
                <a:rPr lang="en-US" altLang="zh-CN" sz="3600" b="1" dirty="0">
                  <a:solidFill>
                    <a:srgbClr val="005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egoe UI" panose="020B0502040204020203" pitchFamily="34" charset="0"/>
                </a:rPr>
                <a:t>3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5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egoe UI" panose="020B0502040204020203" pitchFamily="34" charset="0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00B5E339-2BFE-1E2F-9586-1A7FE3BA08F8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072218" y="2562116"/>
              <a:ext cx="745244" cy="65525"/>
            </a:xfrm>
            <a:prstGeom prst="roundRect">
              <a:avLst>
                <a:gd name="adj" fmla="val 50000"/>
              </a:avLst>
            </a:prstGeom>
            <a:solidFill>
              <a:srgbClr val="2875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Segoe UI" panose="020B0502040204020203" pitchFamily="34" charset="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7F96324A-87AF-CD5E-DFD9-E824F6E49D5C}"/>
                  </a:ext>
                </a:extLst>
              </p14:cNvPr>
              <p14:cNvContentPartPr/>
              <p14:nvPr/>
            </p14:nvContentPartPr>
            <p14:xfrm>
              <a:off x="2733230" y="1828330"/>
              <a:ext cx="360" cy="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7F96324A-87AF-CD5E-DFD9-E824F6E49D5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27110" y="182221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195E5DDB-163B-9537-9FD9-8CB8A061138F}"/>
                  </a:ext>
                </a:extLst>
              </p14:cNvPr>
              <p14:cNvContentPartPr/>
              <p14:nvPr/>
            </p14:nvContentPartPr>
            <p14:xfrm>
              <a:off x="2007110" y="1420810"/>
              <a:ext cx="360" cy="3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195E5DDB-163B-9537-9FD9-8CB8A061138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00990" y="141469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 Placeholder 33">
            <a:extLst>
              <a:ext uri="{FF2B5EF4-FFF2-40B4-BE49-F238E27FC236}">
                <a16:creationId xmlns:a16="http://schemas.microsoft.com/office/drawing/2014/main" id="{0623C78C-77B4-23AE-8BE7-6FEAEB675F1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10539" y="2258361"/>
            <a:ext cx="8971031" cy="1668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1219200">
              <a:lnSpc>
                <a:spcPct val="100000"/>
              </a:lnSpc>
              <a:spcBef>
                <a:spcPct val="20000"/>
              </a:spcBef>
              <a:defRPr sz="3000" b="1">
                <a:solidFill>
                  <a:srgbClr val="54578E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342900" marR="0" lvl="0" indent="-342900" algn="l" defTabSz="1219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阅读附件实验三的内容，在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Python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中运行该文档内的代码，并观察运行结果</a:t>
            </a:r>
          </a:p>
          <a:p>
            <a:pPr marL="800100" lvl="1" indent="-342900" defTabSz="1219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目标：初步体验如何在</a:t>
            </a:r>
            <a:r>
              <a:rPr lang="en-US" altLang="zh-CN" sz="20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Python</a:t>
            </a:r>
            <a:r>
              <a:rPr lang="zh-CN" altLang="en-US" sz="20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中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调用</a:t>
            </a:r>
            <a:r>
              <a:rPr lang="zh-CN" altLang="en-US" sz="20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机器学习</a:t>
            </a:r>
            <a:r>
              <a:rPr lang="zh-CN" altLang="en-US" sz="20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相关的库与算法</a:t>
            </a:r>
            <a:r>
              <a:rPr lang="zh-CN" altLang="en-US" sz="20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等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29E3B23-DE15-53A6-462E-87F8E6FCAD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5363" y="1588634"/>
            <a:ext cx="2809736" cy="6715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450898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背景图案&#10;&#10;AI 生成的内容可能不正确。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421150" y="2706370"/>
            <a:ext cx="757237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  <a:sym typeface="Segoe UI" panose="020B0502040204020203" pitchFamily="34" charset="0"/>
              </a:rPr>
              <a:t>谢谢！</a:t>
            </a:r>
          </a:p>
        </p:txBody>
      </p:sp>
      <p:pic>
        <p:nvPicPr>
          <p:cNvPr id="7" name="图片 6" descr="徽标, 公司名称&#10;&#10;AI 生成的内容可能不正确。"/>
          <p:cNvPicPr>
            <a:picLocks noChangeAspect="1"/>
          </p:cNvPicPr>
          <p:nvPr/>
        </p:nvPicPr>
        <p:blipFill>
          <a:blip r:embed="rId3" cstate="print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3474" y="531117"/>
            <a:ext cx="1636108" cy="164413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PRESENTATION_SOURCE" val="WPPAIGeneratePPT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20235971"/>
  <p:tag name="KSO_WM_TEMPLATE_CATEGORY" val="custom"/>
  <p:tag name="KSO_WM_SLIDE_INDEX" val="1"/>
  <p:tag name="KSO_WM_SLIDE_ID" val="custom20235971_1"/>
  <p:tag name="KSO_WM_TEMPLATE_MASTER_TYPE" val="0"/>
  <p:tag name="KSO_WM_SLIDE_LAYOUT" val="a_f"/>
  <p:tag name="KSO_WM_SLIDE_LAYOUT_CNT" val="1_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971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71"/>
  <p:tag name="KSO_WM_TEMPLATE_CATEGORY" val="custom"/>
  <p:tag name="KSO_WM_UNIT_ISCONTENTSTITLE" val="0"/>
  <p:tag name="KSO_WM_UNIT_PRESET_TEXT" val="单击此处&#10;添加文档标题"/>
  <p:tag name="KSO_WM_UNIT_TEXT_TYPE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1989,3316002,3321644,3321642,3314086,3326987]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1989,3316002,3321644,3321642,3314086,3326987]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1989,3316002,3321644,3321642,3314086,3326987]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1989,3316002,3321644,3321642,3314086,3326987]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1989,3316002,3321644,3321642,3314086,3326987]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1989,3316002,3321644,3321642,3314086,3326987]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1989,3316002,3321644,3321642,3314086,3326987]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1989,3316002,3321644,3321642,3314086,3326987]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1989,3316002,3321644,3321642,3314086,3326987]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1989,3316002,3321644,3321642,3314086,3326987]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1989,3316002,3321644,3321642,3314086,3326987]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1989,3316002,3321644,3321642,3314086,3326987]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1989,3316002,3321644,3321642,3314086,3326987]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1989,3316002,3321644,3321642,3314086,3326987]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1989,3316002,3321644,3321642,3314086,3326987]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1989,3316002,3321644,3321642,3314086,3326987]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1989,3316002,3321644,3321642,3314086,3326987]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标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教学PPT字体">
      <a:majorFont>
        <a:latin typeface="Times New Roman"/>
        <a:ea typeface="楷体"/>
        <a:cs typeface=""/>
      </a:majorFont>
      <a:minorFont>
        <a:latin typeface="Times New Roman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</TotalTime>
  <Words>758</Words>
  <Application>Microsoft Office PowerPoint</Application>
  <PresentationFormat>宽屏</PresentationFormat>
  <Paragraphs>96</Paragraphs>
  <Slides>21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21</vt:i4>
      </vt:variant>
    </vt:vector>
  </HeadingPairs>
  <TitlesOfParts>
    <vt:vector size="36" baseType="lpstr">
      <vt:lpstr>-apple-system</vt:lpstr>
      <vt:lpstr>等线</vt:lpstr>
      <vt:lpstr>宋体</vt:lpstr>
      <vt:lpstr>微软雅黑</vt:lpstr>
      <vt:lpstr>Microsoft YaHei Light</vt:lpstr>
      <vt:lpstr>Aptos</vt:lpstr>
      <vt:lpstr>Aptos Display</vt:lpstr>
      <vt:lpstr>Arial</vt:lpstr>
      <vt:lpstr>Calibri</vt:lpstr>
      <vt:lpstr>Segoe UI</vt:lpstr>
      <vt:lpstr>Times New Roman</vt:lpstr>
      <vt:lpstr>Wingdings</vt:lpstr>
      <vt:lpstr>Office Theme</vt:lpstr>
      <vt:lpstr>1_Office 主题​​</vt:lpstr>
      <vt:lpstr>标题</vt:lpstr>
      <vt:lpstr>人工智能 实验一   计算机学院    王平雁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AI赋能高校宣传工作实战</dc:title>
  <dc:creator/>
  <cp:lastModifiedBy>502</cp:lastModifiedBy>
  <cp:revision>139</cp:revision>
  <dcterms:created xsi:type="dcterms:W3CDTF">2025-04-18T03:37:00Z</dcterms:created>
  <dcterms:modified xsi:type="dcterms:W3CDTF">2026-03-23T05:43:24Z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63A1D275C67A46EA807ECDC5D01987CB_13</vt:lpwstr>
  </property>
</Properties>
</file>
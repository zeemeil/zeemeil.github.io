
<file path=[Content_Types].xml><?xml version="1.0" encoding="utf-8"?>
<Types xmlns="http://schemas.openxmlformats.org/package/2006/content-types">
  <Override PartName="/ppt/tags/tag8.xml" ContentType="application/vnd.openxmlformats-officedocument.presentationml.tags+xml"/>
  <Override PartName="/ppt/notesSlides/notesSlide2.xml" ContentType="application/vnd.openxmlformats-officedocument.presentationml.notesSlide+xml"/>
  <Override PartName="/ppt/slides/slide4.xml" ContentType="application/vnd.openxmlformats-officedocument.presentationml.slide+xml"/>
  <Override PartName="/ppt/slides/slide18.xml" ContentType="application/vnd.openxmlformats-officedocument.presentationml.slide+xml"/>
  <Override PartName="/ppt/slideLayouts/slideLayout6.xml" ContentType="application/vnd.openxmlformats-officedocument.presentationml.slideLayout+xml"/>
  <Override PartName="/ppt/tags/tag4.xml" ContentType="application/vnd.openxmlformats-officedocument.presentationml.tags+xml"/>
  <Override PartName="/ppt/slides/slide25.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tags/tag49.xml" ContentType="application/vnd.openxmlformats-officedocument.presentationml.tags+xml"/>
  <Default Extension="xml" ContentType="application/xml"/>
  <Override PartName="/ppt/slides/slide14.xml" ContentType="application/vnd.openxmlformats-officedocument.presentationml.slide+xml"/>
  <Override PartName="/ppt/notesMasters/notesMaster1.xml" ContentType="application/vnd.openxmlformats-officedocument.presentationml.notesMaster+xml"/>
  <Override PartName="/ppt/tags/tag38.xml" ContentType="application/vnd.openxmlformats-officedocument.presentationml.tags+xml"/>
  <Override PartName="/ppt/tags/tag56.xml" ContentType="application/vnd.openxmlformats-officedocument.presentationml.tags+xml"/>
  <Override PartName="/ppt/tags/tag67.xml" ContentType="application/vnd.openxmlformats-officedocument.presentationml.tags+xml"/>
  <Override PartName="/ppt/slides/slide1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tags/tag16.xml" ContentType="application/vnd.openxmlformats-officedocument.presentationml.tags+xml"/>
  <Override PartName="/ppt/tags/tag27.xml" ContentType="application/vnd.openxmlformats-officedocument.presentationml.tags+xml"/>
  <Override PartName="/ppt/tags/tag45.xml" ContentType="application/vnd.openxmlformats-officedocument.presentationml.tags+xml"/>
  <Override PartName="/ppt/tags/tag63.xml" ContentType="application/vnd.openxmlformats-officedocument.presentationml.tags+xml"/>
  <Override PartName="/docProps/custom.xml" ContentType="application/vnd.openxmlformats-officedocument.custom-properties+xml"/>
  <Override PartName="/ppt/commentAuthors.xml" ContentType="application/vnd.openxmlformats-officedocument.presentationml.commentAuthors+xml"/>
  <Override PartName="/ppt/tags/tag14.xml" ContentType="application/vnd.openxmlformats-officedocument.presentationml.tags+xml"/>
  <Override PartName="/ppt/tags/tag25.xml" ContentType="application/vnd.openxmlformats-officedocument.presentationml.tags+xml"/>
  <Override PartName="/ppt/tags/tag34.xml" ContentType="application/vnd.openxmlformats-officedocument.presentationml.tags+xml"/>
  <Override PartName="/ppt/tags/tag43.xml" ContentType="application/vnd.openxmlformats-officedocument.presentationml.tags+xml"/>
  <Override PartName="/ppt/tags/tag52.xml" ContentType="application/vnd.openxmlformats-officedocument.presentationml.tags+xml"/>
  <Override PartName="/ppt/tags/tag61.xml" ContentType="application/vnd.openxmlformats-officedocument.presentationml.tags+xml"/>
  <Override PartName="/ppt/tags/tag12.xml" ContentType="application/vnd.openxmlformats-officedocument.presentationml.tags+xml"/>
  <Override PartName="/ppt/tags/tag23.xml" ContentType="application/vnd.openxmlformats-officedocument.presentationml.tags+xml"/>
  <Override PartName="/ppt/tags/tag32.xml" ContentType="application/vnd.openxmlformats-officedocument.presentationml.tags+xml"/>
  <Override PartName="/ppt/tags/tag41.xml" ContentType="application/vnd.openxmlformats-officedocument.presentationml.tags+xml"/>
  <Override PartName="/ppt/tags/tag50.xml" ContentType="application/vnd.openxmlformats-officedocument.presentationml.tags+xml"/>
  <Override PartName="/ppt/slides/slide7.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tags/tag9.xml" ContentType="application/vnd.openxmlformats-officedocument.presentationml.tags+xml"/>
  <Override PartName="/ppt/tags/tag10.xml" ContentType="application/vnd.openxmlformats-officedocument.presentationml.tags+xml"/>
  <Override PartName="/ppt/tags/tag21.xml" ContentType="application/vnd.openxmlformats-officedocument.presentationml.tags+xml"/>
  <Override PartName="/ppt/tags/tag30.xml" ContentType="application/vnd.openxmlformats-officedocument.presentationml.tags+xml"/>
  <Override PartName="/ppt/notesSlides/notesSlide5.xml" ContentType="application/vnd.openxmlformats-officedocument.presentationml.notesSlide+xml"/>
  <Override PartName="/ppt/slides/slide5.xml" ContentType="application/vnd.openxmlformats-officedocument.presentationml.slide+xml"/>
  <Override PartName="/ppt/slides/slide19.xml" ContentType="application/vnd.openxmlformats-officedocument.presentationml.slide+xml"/>
  <Default Extension="png" ContentType="image/png"/>
  <Override PartName="/ppt/tags/tag7.xml" ContentType="application/vnd.openxmlformats-officedocument.presentationml.tags+xml"/>
  <Override PartName="/ppt/notesSlides/notesSlide1.xml" ContentType="application/vnd.openxmlformats-officedocument.presentationml.notesSlide+xml"/>
  <Override PartName="/ppt/notesSlides/notesSlide3.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ags/tag5.xml" ContentType="application/vnd.openxmlformats-officedocument.presentationml.tags+xml"/>
  <Override PartName="/ppt/theme/theme2.xml" ContentType="application/vnd.openxmlformats-officedocument.them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Layouts/slideLayout3.xml" ContentType="application/vnd.openxmlformats-officedocument.presentationml.slideLayout+xml"/>
  <Default Extension="jpeg" ContentType="image/jpeg"/>
  <Override PartName="/ppt/tags/tag3.xml" ContentType="application/vnd.openxmlformats-officedocument.presentationml.tags+xml"/>
  <Override PartName="/ppt/tags/tag39.xml" ContentType="application/vnd.openxmlformats-officedocument.presentationml.tags+xml"/>
  <Override PartName="/ppt/tags/tag59.xml" ContentType="application/vnd.openxmlformats-officedocument.presentationml.tags+xml"/>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tags/tag1.xml" ContentType="application/vnd.openxmlformats-officedocument.presentationml.tags+xml"/>
  <Override PartName="/ppt/slideLayouts/slideLayout1.xml" ContentType="application/vnd.openxmlformats-officedocument.presentationml.slideLayout+xml"/>
  <Override PartName="/ppt/tags/tag19.xml" ContentType="application/vnd.openxmlformats-officedocument.presentationml.tags+xml"/>
  <Override PartName="/ppt/tags/tag28.xml" ContentType="application/vnd.openxmlformats-officedocument.presentationml.tags+xml"/>
  <Override PartName="/ppt/tags/tag37.xml" ContentType="application/vnd.openxmlformats-officedocument.presentationml.tags+xml"/>
  <Override PartName="/ppt/tags/tag48.xml" ContentType="application/vnd.openxmlformats-officedocument.presentationml.tags+xml"/>
  <Override PartName="/ppt/tags/tag57.xml" ContentType="application/vnd.openxmlformats-officedocument.presentationml.tags+xml"/>
  <Override PartName="/ppt/tags/tag66.xml" ContentType="application/vnd.openxmlformats-officedocument.presentationml.tags+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tags/tag17.xml" ContentType="application/vnd.openxmlformats-officedocument.presentationml.tags+xml"/>
  <Override PartName="/ppt/tags/tag26.xml" ContentType="application/vnd.openxmlformats-officedocument.presentationml.tags+xml"/>
  <Override PartName="/ppt/tags/tag35.xml" ContentType="application/vnd.openxmlformats-officedocument.presentationml.tags+xml"/>
  <Override PartName="/ppt/tags/tag46.xml" ContentType="application/vnd.openxmlformats-officedocument.presentationml.tags+xml"/>
  <Override PartName="/ppt/tags/tag55.xml" ContentType="application/vnd.openxmlformats-officedocument.presentationml.tags+xml"/>
  <Override PartName="/ppt/tags/tag64.xml" ContentType="application/vnd.openxmlformats-officedocument.presentationml.tags+xml"/>
  <Default Extension="wdp" ContentType="image/vnd.ms-photo"/>
  <Override PartName="/ppt/tags/tag15.xml" ContentType="application/vnd.openxmlformats-officedocument.presentationml.tags+xml"/>
  <Override PartName="/ppt/tags/tag24.xml" ContentType="application/vnd.openxmlformats-officedocument.presentationml.tags+xml"/>
  <Override PartName="/ppt/tags/tag33.xml" ContentType="application/vnd.openxmlformats-officedocument.presentationml.tags+xml"/>
  <Override PartName="/ppt/tags/tag44.xml" ContentType="application/vnd.openxmlformats-officedocument.presentationml.tags+xml"/>
  <Override PartName="/ppt/tags/tag53.xml" ContentType="application/vnd.openxmlformats-officedocument.presentationml.tags+xml"/>
  <Override PartName="/ppt/tags/tag62.xml" ContentType="application/vnd.openxmlformats-officedocument.presentationml.tags+xml"/>
  <Override PartName="/ppt/tags/tag13.xml" ContentType="application/vnd.openxmlformats-officedocument.presentationml.tags+xml"/>
  <Override PartName="/ppt/tags/tag22.xml" ContentType="application/vnd.openxmlformats-officedocument.presentationml.tags+xml"/>
  <Override PartName="/ppt/tags/tag31.xml" ContentType="application/vnd.openxmlformats-officedocument.presentationml.tags+xml"/>
  <Override PartName="/ppt/tags/tag40.xml" ContentType="application/vnd.openxmlformats-officedocument.presentationml.tags+xml"/>
  <Override PartName="/ppt/tags/tag42.xml" ContentType="application/vnd.openxmlformats-officedocument.presentationml.tags+xml"/>
  <Override PartName="/ppt/tags/tag51.xml" ContentType="application/vnd.openxmlformats-officedocument.presentationml.tags+xml"/>
  <Override PartName="/ppt/tags/tag60.xml" ContentType="application/vnd.openxmlformats-officedocument.presentationml.tags+xml"/>
  <Override PartName="/ppt/slides/slide8.xml" ContentType="application/vnd.openxmlformats-officedocument.presentationml.slide+xml"/>
  <Override PartName="/ppt/tags/tag11.xml" ContentType="application/vnd.openxmlformats-officedocument.presentationml.tags+xml"/>
  <Override PartName="/ppt/tags/tag20.xml" ContentType="application/vnd.openxmlformats-officedocument.presentationml.tags+xml"/>
  <Override PartName="/ppt/notesSlides/notesSlide4.xml" ContentType="application/vnd.openxmlformats-officedocument.presentationml.notesSlide+xml"/>
  <Override PartName="/docProps/core.xml" ContentType="application/vnd.openxmlformats-package.core-properties+xml"/>
  <Override PartName="/ppt/slides/slide6.xml" ContentType="application/vnd.openxmlformats-officedocument.presentationml.slide+xml"/>
  <Override PartName="/ppt/tags/tag6.xml" ContentType="application/vnd.openxmlformats-officedocument.presentationml.tags+xml"/>
  <Default Extension="svg" ContentType="image/svg+xml"/>
  <Override PartName="/ppt/slideMasters/slideMaster1.xml" ContentType="application/vnd.openxmlformats-officedocument.presentationml.slideMaster+xml"/>
  <Override PartName="/ppt/slideLayouts/slideLayout4.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tags/tag2.xml" ContentType="application/vnd.openxmlformats-officedocument.presentationml.tags+xml"/>
  <Override PartName="/ppt/tags/tag58.xml" ContentType="application/vnd.openxmlformats-officedocument.presentationml.tags+xml"/>
  <Default Extension="rels" ContentType="application/vnd.openxmlformats-package.relationships+xml"/>
  <Override PartName="/ppt/slides/slide23.xml" ContentType="application/vnd.openxmlformats-officedocument.presentationml.slide+xml"/>
  <Override PartName="/ppt/tags/tag29.xml" ContentType="application/vnd.openxmlformats-officedocument.presentationml.tags+xml"/>
  <Override PartName="/ppt/tags/tag47.xml" ContentType="application/vnd.openxmlformats-officedocument.presentationml.tags+xml"/>
  <Override PartName="/ppt/slides/slide12.xml" ContentType="application/vnd.openxmlformats-officedocument.presentationml.slide+xml"/>
  <Override PartName="/ppt/tags/tag18.xml" ContentType="application/vnd.openxmlformats-officedocument.presentationml.tags+xml"/>
  <Override PartName="/ppt/tags/tag36.xml" ContentType="application/vnd.openxmlformats-officedocument.presentationml.tags+xml"/>
  <Override PartName="/ppt/tags/tag54.xml" ContentType="application/vnd.openxmlformats-officedocument.presentationml.tags+xml"/>
  <Override PartName="/ppt/tags/tag65.xml" ContentType="application/vnd.openxmlformats-officedocument.presentationml.tag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72" r:id="rId1"/>
  </p:sldMasterIdLst>
  <p:notesMasterIdLst>
    <p:notesMasterId r:id="rId28"/>
  </p:notesMasterIdLst>
  <p:sldIdLst>
    <p:sldId id="257" r:id="rId2"/>
    <p:sldId id="258" r:id="rId3"/>
    <p:sldId id="260" r:id="rId4"/>
    <p:sldId id="261" r:id="rId5"/>
    <p:sldId id="263" r:id="rId6"/>
    <p:sldId id="329" r:id="rId7"/>
    <p:sldId id="328" r:id="rId8"/>
    <p:sldId id="330" r:id="rId9"/>
    <p:sldId id="331" r:id="rId10"/>
    <p:sldId id="272" r:id="rId11"/>
    <p:sldId id="273" r:id="rId12"/>
    <p:sldId id="332" r:id="rId13"/>
    <p:sldId id="333" r:id="rId14"/>
    <p:sldId id="276" r:id="rId15"/>
    <p:sldId id="334" r:id="rId16"/>
    <p:sldId id="298" r:id="rId17"/>
    <p:sldId id="335" r:id="rId18"/>
    <p:sldId id="336" r:id="rId19"/>
    <p:sldId id="337" r:id="rId20"/>
    <p:sldId id="338" r:id="rId21"/>
    <p:sldId id="339" r:id="rId22"/>
    <p:sldId id="340" r:id="rId23"/>
    <p:sldId id="341" r:id="rId24"/>
    <p:sldId id="342" r:id="rId25"/>
    <p:sldId id="343" r:id="rId26"/>
    <p:sldId id="291" r:id="rId27"/>
  </p:sldIdLst>
  <p:sldSz cx="12192000" cy="6858000"/>
  <p:notesSz cx="6858000" cy="9144000"/>
  <p:custDataLst>
    <p:tags r:id="rId29"/>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xmlns=""/>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WPS" initials="W" lastIdx="1" clrIdx="0"/>
  <p:cmAuthor id="2" name="作者" initials="A" lastIdx="0" clrIdx="1"/>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DCDCDC"/>
    <a:srgbClr val="F0F0F0"/>
    <a:srgbClr val="E6E6E6"/>
    <a:srgbClr val="C8C8C8"/>
    <a:srgbClr val="FAFAFA"/>
    <a:srgbClr val="BEBEBE"/>
  </p:clrMru>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horzBarState="maximized">
    <p:restoredLeft sz="13778" autoAdjust="0"/>
    <p:restoredTop sz="94660"/>
  </p:normalViewPr>
  <p:slideViewPr>
    <p:cSldViewPr snapToGrid="0">
      <p:cViewPr>
        <p:scale>
          <a:sx n="100" d="100"/>
          <a:sy n="100" d="100"/>
        </p:scale>
        <p:origin x="-1062" y="-390"/>
      </p:cViewPr>
      <p:guideLst>
        <p:guide orient="horz" pos="2160"/>
        <p:guide pos="3840"/>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gs" Target="tags/tag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commentAuthors" Target="commentAuthor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pPr/>
              <a:t>2025/4/25</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pPr/>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39A5F825-9C29-43CC-BB96-80A60E9689F0}" type="slidenum">
              <a:rPr lang="zh-CN" altLang="en-US" smtClean="0"/>
              <a:pPr/>
              <a:t>2</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5D0DACE-38E0-42D2-9336-2B707D34BC6D}" type="slidenum">
              <a:rPr lang="zh-CN" altLang="en-US" smtClean="0"/>
              <a:pPr/>
              <a:t>4</a:t>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5D0DACE-38E0-42D2-9336-2B707D34BC6D}" type="slidenum">
              <a:rPr lang="zh-CN" altLang="en-US" smtClean="0"/>
              <a:pPr/>
              <a:t>11</a:t>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F51B4FB6-762F-5958-D87A-969CB6292CA2}"/>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xmlns="" id="{EB42599A-D8F0-D826-AEC5-615C55754017}"/>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xmlns="" id="{5DB02A25-CF52-8608-E747-95A474006764}"/>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xmlns="" id="{98B2B44B-976D-EF45-55CD-1224A9043DFB}"/>
              </a:ext>
            </a:extLst>
          </p:cNvPr>
          <p:cNvSpPr>
            <a:spLocks noGrp="1"/>
          </p:cNvSpPr>
          <p:nvPr>
            <p:ph type="sldNum" sz="quarter" idx="5"/>
          </p:nvPr>
        </p:nvSpPr>
        <p:spPr/>
        <p:txBody>
          <a:bodyPr/>
          <a:lstStyle/>
          <a:p>
            <a:fld id="{85D0DACE-38E0-42D2-9336-2B707D34BC6D}" type="slidenum">
              <a:rPr lang="zh-CN" altLang="en-US" smtClean="0"/>
              <a:pPr/>
              <a:t>12</a:t>
            </a:fld>
            <a:endParaRPr lang="zh-CN" altLang="en-US"/>
          </a:p>
        </p:txBody>
      </p:sp>
    </p:spTree>
    <p:extLst>
      <p:ext uri="{BB962C8B-B14F-4D97-AF65-F5344CB8AC3E}">
        <p14:creationId xmlns:p14="http://schemas.microsoft.com/office/powerpoint/2010/main" xmlns="" val="204741848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C65F7170-172C-C959-8809-7DAAB3FDD8FD}"/>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xmlns="" id="{B390C2D8-FE15-663F-13AE-9CAEE15C0885}"/>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xmlns="" id="{DBE711D7-217D-021A-056F-87D92050EBFE}"/>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xmlns="" id="{3893E8E3-1E4D-EAA9-4170-43C5B4C3DB3F}"/>
              </a:ext>
            </a:extLst>
          </p:cNvPr>
          <p:cNvSpPr>
            <a:spLocks noGrp="1"/>
          </p:cNvSpPr>
          <p:nvPr>
            <p:ph type="sldNum" sz="quarter" idx="5"/>
          </p:nvPr>
        </p:nvSpPr>
        <p:spPr/>
        <p:txBody>
          <a:bodyPr/>
          <a:lstStyle/>
          <a:p>
            <a:fld id="{85D0DACE-38E0-42D2-9336-2B707D34BC6D}" type="slidenum">
              <a:rPr lang="zh-CN" altLang="en-US" smtClean="0"/>
              <a:pPr/>
              <a:t>13</a:t>
            </a:fld>
            <a:endParaRPr lang="zh-CN" altLang="en-US"/>
          </a:p>
        </p:txBody>
      </p:sp>
    </p:spTree>
    <p:extLst>
      <p:ext uri="{BB962C8B-B14F-4D97-AF65-F5344CB8AC3E}">
        <p14:creationId xmlns:p14="http://schemas.microsoft.com/office/powerpoint/2010/main" xmlns="" val="235101438"/>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7.jpeg"/><Relationship Id="rId4" Type="http://schemas.openxmlformats.org/officeDocument/2006/relationships/image" Target="../media/image6.jpe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png"/><Relationship Id="rId1" Type="http://schemas.openxmlformats.org/officeDocument/2006/relationships/slideMaster" Target="../slideMasters/slideMaster1.xml"/><Relationship Id="rId4" Type="http://schemas.openxmlformats.org/officeDocument/2006/relationships/image" Target="../media/image7.jpeg"/></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0.png"/><Relationship Id="rId1" Type="http://schemas.openxmlformats.org/officeDocument/2006/relationships/slideMaster" Target="../slideMasters/slideMaster1.xml"/><Relationship Id="rId4" Type="http://schemas.openxmlformats.org/officeDocument/2006/relationships/image" Target="../media/image11.jpeg"/></Relationships>
</file>

<file path=ppt/slideLayouts/_rels/slideLayout6.xml.rels><?xml version="1.0" encoding="UTF-8" standalone="yes"?>
<Relationships xmlns="http://schemas.openxmlformats.org/package/2006/relationships"><Relationship Id="rId3" Type="http://schemas.openxmlformats.org/officeDocument/2006/relationships/tags" Target="../tags/tag4.xml"/><Relationship Id="rId2" Type="http://schemas.openxmlformats.org/officeDocument/2006/relationships/tags" Target="../tags/tag3.xml"/><Relationship Id="rId1" Type="http://schemas.openxmlformats.org/officeDocument/2006/relationships/tags" Target="../tags/tag2.xml"/><Relationship Id="rId5" Type="http://schemas.openxmlformats.org/officeDocument/2006/relationships/slideMaster" Target="../slideMasters/slideMaster1.xml"/><Relationship Id="rId4" Type="http://schemas.openxmlformats.org/officeDocument/2006/relationships/tags" Target="../tags/tag5.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
        <p:nvSpPr>
          <p:cNvPr id="7" name="标题 1">
            <a:extLst>
              <a:ext uri="{FF2B5EF4-FFF2-40B4-BE49-F238E27FC236}">
                <a16:creationId xmlns:a16="http://schemas.microsoft.com/office/drawing/2014/main" xmlns="" id="{DC24E989-3879-D904-51B6-9C6FE10B659C}"/>
              </a:ext>
            </a:extLst>
          </p:cNvPr>
          <p:cNvSpPr txBox="1"/>
          <p:nvPr userDrawn="1"/>
        </p:nvSpPr>
        <p:spPr>
          <a:xfrm>
            <a:off x="321303" y="961510"/>
            <a:ext cx="11549394" cy="3990500"/>
          </a:xfrm>
          <a:prstGeom prst="plaque">
            <a:avLst>
              <a:gd name="adj" fmla="val 4630"/>
            </a:avLst>
          </a:prstGeom>
          <a:solidFill>
            <a:schemeClr val="bg1"/>
          </a:solidFill>
          <a:ln w="12700" cap="sq">
            <a:noFill/>
            <a:miter/>
          </a:ln>
          <a:effectLst>
            <a:outerShdw blurRad="368300" algn="ctr" rotWithShape="0">
              <a:schemeClr val="accent1">
                <a:lumMod val="60000"/>
                <a:lumOff val="40000"/>
                <a:alpha val="40000"/>
              </a:schemeClr>
            </a:outerShdw>
          </a:effectLst>
        </p:spPr>
        <p:txBody>
          <a:bodyPr vert="horz" wrap="square" lIns="91440" tIns="45720" rIns="91440" bIns="45720"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ct val="110000"/>
              </a:lnSpc>
            </a:pPr>
            <a:endParaRPr kumimoji="1" lang="zh-CN" altLang="en-US"/>
          </a:p>
        </p:txBody>
      </p:sp>
      <p:sp>
        <p:nvSpPr>
          <p:cNvPr id="8" name="标题 1">
            <a:extLst>
              <a:ext uri="{FF2B5EF4-FFF2-40B4-BE49-F238E27FC236}">
                <a16:creationId xmlns:a16="http://schemas.microsoft.com/office/drawing/2014/main" xmlns="" id="{51831CA2-F67B-43AF-1D3A-CF52F52D93DC}"/>
              </a:ext>
            </a:extLst>
          </p:cNvPr>
          <p:cNvSpPr>
            <a:spLocks noGrp="1"/>
          </p:cNvSpPr>
          <p:nvPr>
            <p:ph type="ctrTitle"/>
          </p:nvPr>
        </p:nvSpPr>
        <p:spPr>
          <a:xfrm>
            <a:off x="1388188" y="970756"/>
            <a:ext cx="9415624" cy="2387600"/>
          </a:xfrm>
          <a:prstGeom prst="rect">
            <a:avLst/>
          </a:prstGeom>
        </p:spPr>
        <p:txBody>
          <a:bodyPr anchor="ctr"/>
          <a:lstStyle>
            <a:lvl1pPr algn="ctr">
              <a:defRPr sz="6000"/>
            </a:lvl1pPr>
          </a:lstStyle>
          <a:p>
            <a:r>
              <a:rPr lang="zh-CN" altLang="en-US" dirty="0"/>
              <a:t>单击此处编辑母版标题样式</a:t>
            </a:r>
          </a:p>
        </p:txBody>
      </p:sp>
      <p:cxnSp>
        <p:nvCxnSpPr>
          <p:cNvPr id="9" name="直线连接符 11">
            <a:extLst>
              <a:ext uri="{FF2B5EF4-FFF2-40B4-BE49-F238E27FC236}">
                <a16:creationId xmlns:a16="http://schemas.microsoft.com/office/drawing/2014/main" xmlns="" id="{13DDA8EA-B93C-ADB1-75A4-F52D288135D5}"/>
              </a:ext>
            </a:extLst>
          </p:cNvPr>
          <p:cNvCxnSpPr>
            <a:cxnSpLocks/>
          </p:cNvCxnSpPr>
          <p:nvPr userDrawn="1"/>
        </p:nvCxnSpPr>
        <p:spPr>
          <a:xfrm>
            <a:off x="0" y="667469"/>
            <a:ext cx="12192000"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pic>
        <p:nvPicPr>
          <p:cNvPr id="10" name="图片 9">
            <a:extLst>
              <a:ext uri="{FF2B5EF4-FFF2-40B4-BE49-F238E27FC236}">
                <a16:creationId xmlns:a16="http://schemas.microsoft.com/office/drawing/2014/main" xmlns="" id="{9B74A374-6D49-150F-8476-5DA9B7B89181}"/>
              </a:ext>
            </a:extLst>
          </p:cNvPr>
          <p:cNvPicPr>
            <a:picLocks noChangeAspect="1"/>
          </p:cNvPicPr>
          <p:nvPr userDrawn="1"/>
        </p:nvPicPr>
        <p:blipFill>
          <a:blip r:embed="rId2" cstate="print">
            <a:extLst>
              <a:ext uri="{28A0092B-C50C-407E-A947-70E740481C1C}">
                <a14:useLocalDpi xmlns:a14="http://schemas.microsoft.com/office/drawing/2010/main" xmlns="" val="0"/>
              </a:ext>
            </a:extLst>
          </a:blip>
          <a:srcRect t="42287"/>
          <a:stretch/>
        </p:blipFill>
        <p:spPr>
          <a:xfrm>
            <a:off x="0" y="5075428"/>
            <a:ext cx="12192000" cy="1782572"/>
          </a:xfrm>
          <a:prstGeom prst="rect">
            <a:avLst/>
          </a:prstGeom>
        </p:spPr>
      </p:pic>
      <p:pic>
        <p:nvPicPr>
          <p:cNvPr id="11" name="图片 10">
            <a:extLst>
              <a:ext uri="{FF2B5EF4-FFF2-40B4-BE49-F238E27FC236}">
                <a16:creationId xmlns:a16="http://schemas.microsoft.com/office/drawing/2014/main" xmlns="" id="{778A85C0-1115-3FCC-F56B-340BA186AFA1}"/>
              </a:ext>
            </a:extLst>
          </p:cNvPr>
          <p:cNvPicPr>
            <a:picLocks noChangeAspect="1"/>
          </p:cNvPicPr>
          <p:nvPr userDrawn="1"/>
        </p:nvPicPr>
        <p:blipFill>
          <a:blip r:embed="rId3" cstate="print">
            <a:extLst>
              <a:ext uri="{28A0092B-C50C-407E-A947-70E740481C1C}">
                <a14:useLocalDpi xmlns:a14="http://schemas.microsoft.com/office/drawing/2010/main" xmlns="" val="0"/>
              </a:ext>
            </a:extLst>
          </a:blip>
          <a:stretch>
            <a:fillRect/>
          </a:stretch>
        </p:blipFill>
        <p:spPr>
          <a:xfrm>
            <a:off x="8248040" y="0"/>
            <a:ext cx="3943960" cy="655174"/>
          </a:xfrm>
          <a:prstGeom prst="rect">
            <a:avLst/>
          </a:prstGeom>
        </p:spPr>
      </p:pic>
      <p:pic>
        <p:nvPicPr>
          <p:cNvPr id="12" name="图片 11">
            <a:extLst>
              <a:ext uri="{FF2B5EF4-FFF2-40B4-BE49-F238E27FC236}">
                <a16:creationId xmlns:a16="http://schemas.microsoft.com/office/drawing/2014/main" xmlns="" id="{1935BCD8-3D14-F452-D665-5760958F5094}"/>
              </a:ext>
            </a:extLst>
          </p:cNvPr>
          <p:cNvPicPr>
            <a:picLocks noChangeAspect="1"/>
          </p:cNvPicPr>
          <p:nvPr userDrawn="1"/>
        </p:nvPicPr>
        <p:blipFill>
          <a:blip r:embed="rId4">
            <a:extLst>
              <a:ext uri="{28A0092B-C50C-407E-A947-70E740481C1C}">
                <a14:useLocalDpi xmlns:a14="http://schemas.microsoft.com/office/drawing/2010/main" xmlns="" val="0"/>
              </a:ext>
            </a:extLst>
          </a:blip>
          <a:srcRect/>
          <a:stretch/>
        </p:blipFill>
        <p:spPr>
          <a:xfrm>
            <a:off x="0" y="52197"/>
            <a:ext cx="2634199" cy="553563"/>
          </a:xfrm>
          <a:prstGeom prst="rect">
            <a:avLst/>
          </a:prstGeom>
        </p:spPr>
      </p:pic>
      <p:sp>
        <p:nvSpPr>
          <p:cNvPr id="14" name="副标题 2">
            <a:extLst>
              <a:ext uri="{FF2B5EF4-FFF2-40B4-BE49-F238E27FC236}">
                <a16:creationId xmlns:a16="http://schemas.microsoft.com/office/drawing/2014/main" xmlns="" id="{E44A6CD8-179C-160E-4538-BBD69A236B71}"/>
              </a:ext>
            </a:extLst>
          </p:cNvPr>
          <p:cNvSpPr>
            <a:spLocks noGrp="1"/>
          </p:cNvSpPr>
          <p:nvPr>
            <p:ph type="subTitle" idx="1"/>
          </p:nvPr>
        </p:nvSpPr>
        <p:spPr>
          <a:xfrm>
            <a:off x="1388188" y="3481774"/>
            <a:ext cx="9415624" cy="912096"/>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单击此处编辑母版副标题样式</a:t>
            </a:r>
          </a:p>
        </p:txBody>
      </p:sp>
    </p:spTree>
    <p:extLst>
      <p:ext uri="{BB962C8B-B14F-4D97-AF65-F5344CB8AC3E}">
        <p14:creationId xmlns:p14="http://schemas.microsoft.com/office/powerpoint/2010/main" xmlns="" val="37138369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目录">
    <p:spTree>
      <p:nvGrpSpPr>
        <p:cNvPr id="1" name=""/>
        <p:cNvGrpSpPr/>
        <p:nvPr/>
      </p:nvGrpSpPr>
      <p:grpSpPr>
        <a:xfrm>
          <a:off x="0" y="0"/>
          <a:ext cx="0" cy="0"/>
          <a:chOff x="0" y="0"/>
          <a:chExt cx="0" cy="0"/>
        </a:xfrm>
      </p:grpSpPr>
      <p:sp>
        <p:nvSpPr>
          <p:cNvPr id="7" name="矩形 6">
            <a:extLst>
              <a:ext uri="{FF2B5EF4-FFF2-40B4-BE49-F238E27FC236}">
                <a16:creationId xmlns:a16="http://schemas.microsoft.com/office/drawing/2014/main" xmlns="" id="{70F3426D-F980-0594-D01E-EDBEDFA69F55}"/>
              </a:ext>
            </a:extLst>
          </p:cNvPr>
          <p:cNvSpPr/>
          <p:nvPr userDrawn="1"/>
        </p:nvSpPr>
        <p:spPr>
          <a:xfrm>
            <a:off x="0" y="4878222"/>
            <a:ext cx="12192000" cy="1979778"/>
          </a:xfrm>
          <a:prstGeom prst="rect">
            <a:avLst/>
          </a:prstGeom>
          <a:blipFill dpi="0" rotWithShape="1">
            <a:blip r:embed="rId2">
              <a:alphaModFix amt="60000"/>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object 3">
            <a:extLst>
              <a:ext uri="{FF2B5EF4-FFF2-40B4-BE49-F238E27FC236}">
                <a16:creationId xmlns:a16="http://schemas.microsoft.com/office/drawing/2014/main" xmlns="" id="{D50E9725-4C9C-791F-EE2B-1419ED660104}"/>
              </a:ext>
            </a:extLst>
          </p:cNvPr>
          <p:cNvSpPr/>
          <p:nvPr userDrawn="1"/>
        </p:nvSpPr>
        <p:spPr>
          <a:xfrm>
            <a:off x="0" y="0"/>
            <a:ext cx="4180840" cy="6858000"/>
          </a:xfrm>
          <a:custGeom>
            <a:avLst/>
            <a:gdLst/>
            <a:ahLst/>
            <a:cxnLst/>
            <a:rect l="l" t="t" r="r" b="b"/>
            <a:pathLst>
              <a:path w="4180840" h="6858000">
                <a:moveTo>
                  <a:pt x="0" y="6857999"/>
                </a:moveTo>
                <a:lnTo>
                  <a:pt x="4180331" y="6858000"/>
                </a:lnTo>
                <a:lnTo>
                  <a:pt x="4180331" y="0"/>
                </a:lnTo>
                <a:lnTo>
                  <a:pt x="0" y="0"/>
                </a:lnTo>
                <a:lnTo>
                  <a:pt x="0" y="6857999"/>
                </a:lnTo>
                <a:close/>
              </a:path>
            </a:pathLst>
          </a:custGeom>
          <a:solidFill>
            <a:srgbClr val="4471C4">
              <a:alpha val="90194"/>
            </a:srgbClr>
          </a:solidFill>
        </p:spPr>
        <p:txBody>
          <a:bodyPr wrap="square" lIns="0" tIns="0" rIns="0" bIns="0" rtlCol="0"/>
          <a:lstStyle/>
          <a:p>
            <a:pPr algn="ctr"/>
            <a:endParaRPr>
              <a:solidFill>
                <a:schemeClr val="bg1"/>
              </a:solidFill>
            </a:endParaRPr>
          </a:p>
        </p:txBody>
      </p:sp>
      <p:sp>
        <p:nvSpPr>
          <p:cNvPr id="9" name="object 6">
            <a:extLst>
              <a:ext uri="{FF2B5EF4-FFF2-40B4-BE49-F238E27FC236}">
                <a16:creationId xmlns:a16="http://schemas.microsoft.com/office/drawing/2014/main" xmlns="" id="{6A601DC9-ACD9-1694-5343-6C85C850F233}"/>
              </a:ext>
            </a:extLst>
          </p:cNvPr>
          <p:cNvSpPr txBox="1"/>
          <p:nvPr userDrawn="1"/>
        </p:nvSpPr>
        <p:spPr>
          <a:xfrm>
            <a:off x="-184052" y="3053256"/>
            <a:ext cx="4448931" cy="751488"/>
          </a:xfrm>
          <a:prstGeom prst="rect">
            <a:avLst/>
          </a:prstGeom>
        </p:spPr>
        <p:txBody>
          <a:bodyPr vert="horz" wrap="square" lIns="0" tIns="12700" rIns="0" bIns="0" rtlCol="0">
            <a:spAutoFit/>
          </a:bodyPr>
          <a:lstStyle/>
          <a:p>
            <a:pPr marL="12700" algn="ctr">
              <a:lnSpc>
                <a:spcPct val="100000"/>
              </a:lnSpc>
              <a:spcBef>
                <a:spcPts val="100"/>
              </a:spcBef>
            </a:pPr>
            <a:r>
              <a:rPr sz="4800" spc="285" dirty="0">
                <a:solidFill>
                  <a:schemeClr val="bg1"/>
                </a:solidFill>
                <a:latin typeface="+mj-lt"/>
                <a:cs typeface="SimSun"/>
              </a:rPr>
              <a:t>C</a:t>
            </a:r>
            <a:r>
              <a:rPr sz="4800" spc="-265" dirty="0">
                <a:solidFill>
                  <a:schemeClr val="bg1"/>
                </a:solidFill>
                <a:latin typeface="+mj-lt"/>
                <a:cs typeface="SimSun"/>
              </a:rPr>
              <a:t> </a:t>
            </a:r>
            <a:r>
              <a:rPr sz="4800" spc="610" dirty="0">
                <a:solidFill>
                  <a:schemeClr val="bg1"/>
                </a:solidFill>
                <a:latin typeface="+mj-lt"/>
                <a:cs typeface="SimSun"/>
              </a:rPr>
              <a:t>O</a:t>
            </a:r>
            <a:r>
              <a:rPr sz="4800" spc="-270" dirty="0">
                <a:solidFill>
                  <a:schemeClr val="bg1"/>
                </a:solidFill>
                <a:latin typeface="+mj-lt"/>
                <a:cs typeface="SimSun"/>
              </a:rPr>
              <a:t> </a:t>
            </a:r>
            <a:r>
              <a:rPr sz="4800" spc="540" dirty="0">
                <a:solidFill>
                  <a:schemeClr val="bg1"/>
                </a:solidFill>
                <a:latin typeface="+mj-lt"/>
                <a:cs typeface="SimSun"/>
              </a:rPr>
              <a:t>N</a:t>
            </a:r>
            <a:r>
              <a:rPr lang="en-US" sz="4800" spc="-265" dirty="0">
                <a:solidFill>
                  <a:schemeClr val="bg1"/>
                </a:solidFill>
                <a:latin typeface="+mj-lt"/>
                <a:cs typeface="SimSun"/>
              </a:rPr>
              <a:t> </a:t>
            </a:r>
            <a:r>
              <a:rPr sz="4800" dirty="0">
                <a:solidFill>
                  <a:schemeClr val="bg1"/>
                </a:solidFill>
                <a:latin typeface="+mj-lt"/>
                <a:cs typeface="SimSun"/>
              </a:rPr>
              <a:t>T</a:t>
            </a:r>
            <a:r>
              <a:rPr sz="4800" spc="-260" dirty="0">
                <a:solidFill>
                  <a:schemeClr val="bg1"/>
                </a:solidFill>
                <a:latin typeface="+mj-lt"/>
                <a:cs typeface="SimSun"/>
              </a:rPr>
              <a:t> </a:t>
            </a:r>
            <a:r>
              <a:rPr sz="4800" dirty="0">
                <a:solidFill>
                  <a:schemeClr val="bg1"/>
                </a:solidFill>
                <a:latin typeface="+mj-lt"/>
                <a:cs typeface="SimSun"/>
              </a:rPr>
              <a:t>E</a:t>
            </a:r>
            <a:r>
              <a:rPr sz="4800" spc="-270" dirty="0">
                <a:solidFill>
                  <a:schemeClr val="bg1"/>
                </a:solidFill>
                <a:latin typeface="+mj-lt"/>
                <a:cs typeface="SimSun"/>
              </a:rPr>
              <a:t> </a:t>
            </a:r>
            <a:r>
              <a:rPr sz="4800" spc="540" dirty="0">
                <a:solidFill>
                  <a:schemeClr val="bg1"/>
                </a:solidFill>
                <a:latin typeface="+mj-lt"/>
                <a:cs typeface="SimSun"/>
              </a:rPr>
              <a:t>N</a:t>
            </a:r>
            <a:r>
              <a:rPr sz="4800" spc="-254" dirty="0">
                <a:solidFill>
                  <a:schemeClr val="bg1"/>
                </a:solidFill>
                <a:latin typeface="+mj-lt"/>
                <a:cs typeface="SimSun"/>
              </a:rPr>
              <a:t> </a:t>
            </a:r>
            <a:r>
              <a:rPr sz="4800" spc="-50" dirty="0">
                <a:solidFill>
                  <a:schemeClr val="bg1"/>
                </a:solidFill>
                <a:latin typeface="+mj-lt"/>
                <a:cs typeface="SimSun"/>
              </a:rPr>
              <a:t>T</a:t>
            </a:r>
            <a:endParaRPr sz="4800" dirty="0">
              <a:solidFill>
                <a:schemeClr val="bg1"/>
              </a:solidFill>
              <a:latin typeface="+mj-lt"/>
              <a:cs typeface="SimSun"/>
            </a:endParaRPr>
          </a:p>
        </p:txBody>
      </p:sp>
      <p:sp>
        <p:nvSpPr>
          <p:cNvPr id="10" name="object 7">
            <a:extLst>
              <a:ext uri="{FF2B5EF4-FFF2-40B4-BE49-F238E27FC236}">
                <a16:creationId xmlns:a16="http://schemas.microsoft.com/office/drawing/2014/main" xmlns="" id="{D6F16F92-CD4F-84AE-96CB-827753A3E143}"/>
              </a:ext>
            </a:extLst>
          </p:cNvPr>
          <p:cNvSpPr txBox="1"/>
          <p:nvPr userDrawn="1"/>
        </p:nvSpPr>
        <p:spPr>
          <a:xfrm>
            <a:off x="-134046" y="714337"/>
            <a:ext cx="4245384" cy="1859483"/>
          </a:xfrm>
          <a:prstGeom prst="rect">
            <a:avLst/>
          </a:prstGeom>
        </p:spPr>
        <p:txBody>
          <a:bodyPr vert="horz" wrap="square" lIns="0" tIns="12700" rIns="0" bIns="0" rtlCol="0">
            <a:spAutoFit/>
          </a:bodyPr>
          <a:lstStyle/>
          <a:p>
            <a:pPr marL="12700" algn="ctr">
              <a:lnSpc>
                <a:spcPct val="100000"/>
              </a:lnSpc>
              <a:spcBef>
                <a:spcPts val="100"/>
              </a:spcBef>
              <a:tabLst>
                <a:tab pos="1324610" algn="l"/>
              </a:tabLst>
            </a:pPr>
            <a:r>
              <a:rPr sz="12000" spc="-50" dirty="0">
                <a:solidFill>
                  <a:schemeClr val="bg1"/>
                </a:solidFill>
                <a:latin typeface="Microsoft YaHei"/>
                <a:cs typeface="Microsoft YaHei"/>
              </a:rPr>
              <a:t>目</a:t>
            </a:r>
            <a:r>
              <a:rPr sz="12000" dirty="0">
                <a:solidFill>
                  <a:schemeClr val="bg1"/>
                </a:solidFill>
                <a:latin typeface="Microsoft YaHei"/>
                <a:cs typeface="Microsoft YaHei"/>
              </a:rPr>
              <a:t>	</a:t>
            </a:r>
            <a:r>
              <a:rPr sz="12000" spc="-50" dirty="0">
                <a:solidFill>
                  <a:schemeClr val="bg1"/>
                </a:solidFill>
                <a:latin typeface="Microsoft YaHei"/>
                <a:cs typeface="Microsoft YaHei"/>
              </a:rPr>
              <a:t>录</a:t>
            </a:r>
            <a:endParaRPr sz="12000" dirty="0">
              <a:solidFill>
                <a:schemeClr val="bg1"/>
              </a:solidFill>
              <a:latin typeface="Microsoft YaHei"/>
              <a:cs typeface="Microsoft YaHei"/>
            </a:endParaRPr>
          </a:p>
        </p:txBody>
      </p:sp>
      <p:grpSp>
        <p:nvGrpSpPr>
          <p:cNvPr id="12" name="组合 11">
            <a:extLst>
              <a:ext uri="{FF2B5EF4-FFF2-40B4-BE49-F238E27FC236}">
                <a16:creationId xmlns:a16="http://schemas.microsoft.com/office/drawing/2014/main" xmlns="" id="{EFF968F0-64CB-2363-0B42-1F1F9FA2F1B1}"/>
              </a:ext>
            </a:extLst>
          </p:cNvPr>
          <p:cNvGrpSpPr/>
          <p:nvPr userDrawn="1"/>
        </p:nvGrpSpPr>
        <p:grpSpPr>
          <a:xfrm>
            <a:off x="292937" y="4552540"/>
            <a:ext cx="3391417" cy="1557664"/>
            <a:chOff x="144167" y="4585999"/>
            <a:chExt cx="3391417" cy="1557664"/>
          </a:xfrm>
        </p:grpSpPr>
        <p:pic>
          <p:nvPicPr>
            <p:cNvPr id="13" name="object 18">
              <a:extLst>
                <a:ext uri="{FF2B5EF4-FFF2-40B4-BE49-F238E27FC236}">
                  <a16:creationId xmlns:a16="http://schemas.microsoft.com/office/drawing/2014/main" xmlns="" id="{8EA66252-DE04-275C-601C-88EBA451A9B7}"/>
                </a:ext>
              </a:extLst>
            </p:cNvPr>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xmlns="" val="0"/>
                </a:ext>
              </a:extLst>
            </a:blip>
            <a:srcRect l="24401" t="15529" r="24997" b="12057"/>
            <a:stretch/>
          </p:blipFill>
          <p:spPr>
            <a:xfrm>
              <a:off x="1981687" y="4585999"/>
              <a:ext cx="1553897" cy="1557664"/>
            </a:xfrm>
            <a:prstGeom prst="rect">
              <a:avLst/>
            </a:prstGeom>
          </p:spPr>
        </p:pic>
        <p:pic>
          <p:nvPicPr>
            <p:cNvPr id="14" name="Picture 2" descr="广东石油化工学院">
              <a:extLst>
                <a:ext uri="{FF2B5EF4-FFF2-40B4-BE49-F238E27FC236}">
                  <a16:creationId xmlns:a16="http://schemas.microsoft.com/office/drawing/2014/main" xmlns="" id="{31809E60-448B-DD48-56E8-4B0B0A7979ED}"/>
                </a:ext>
              </a:extLst>
            </p:cNvPr>
            <p:cNvPicPr>
              <a:picLocks noChangeAspect="1" noChangeArrowheads="1"/>
            </p:cNvPicPr>
            <p:nvPr userDrawn="1"/>
          </p:nvPicPr>
          <p:blipFill rotWithShape="1">
            <a:blip r:embed="rId4" cstate="print">
              <a:clrChange>
                <a:clrFrom>
                  <a:srgbClr val="FFFFFF"/>
                </a:clrFrom>
                <a:clrTo>
                  <a:srgbClr val="FFFFFF">
                    <a:alpha val="0"/>
                  </a:srgbClr>
                </a:clrTo>
              </a:clrChange>
              <a:duotone>
                <a:schemeClr val="bg2">
                  <a:shade val="45000"/>
                  <a:satMod val="135000"/>
                </a:schemeClr>
                <a:prstClr val="white"/>
              </a:duotone>
              <a:extLst>
                <a:ext uri="{28A0092B-C50C-407E-A947-70E740481C1C}">
                  <a14:useLocalDpi xmlns:a14="http://schemas.microsoft.com/office/drawing/2010/main" xmlns="" val="0"/>
                </a:ext>
              </a:extLst>
            </a:blip>
            <a:srcRect l="24589" t="13775" r="26846" b="13201"/>
            <a:stretch/>
          </p:blipFill>
          <p:spPr bwMode="auto">
            <a:xfrm>
              <a:off x="144167" y="4585999"/>
              <a:ext cx="1553897" cy="1557664"/>
            </a:xfrm>
            <a:prstGeom prst="rect">
              <a:avLst/>
            </a:prstGeom>
            <a:noFill/>
            <a:extLst>
              <a:ext uri="{909E8E84-426E-40DD-AFC4-6F175D3DCCD1}">
                <a14:hiddenFill xmlns:a14="http://schemas.microsoft.com/office/drawing/2010/main" xmlns="">
                  <a:solidFill>
                    <a:srgbClr val="FFFFFF"/>
                  </a:solidFill>
                </a14:hiddenFill>
              </a:ext>
            </a:extLst>
          </p:spPr>
        </p:pic>
        <p:cxnSp>
          <p:nvCxnSpPr>
            <p:cNvPr id="15" name="直接连接符 14">
              <a:extLst>
                <a:ext uri="{FF2B5EF4-FFF2-40B4-BE49-F238E27FC236}">
                  <a16:creationId xmlns:a16="http://schemas.microsoft.com/office/drawing/2014/main" xmlns="" id="{532C9B9C-9374-D9B6-2E34-BACE6F572B04}"/>
                </a:ext>
              </a:extLst>
            </p:cNvPr>
            <p:cNvCxnSpPr>
              <a:cxnSpLocks/>
            </p:cNvCxnSpPr>
            <p:nvPr userDrawn="1"/>
          </p:nvCxnSpPr>
          <p:spPr>
            <a:xfrm>
              <a:off x="1886611" y="4585999"/>
              <a:ext cx="0" cy="1557664"/>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sp>
        <p:nvSpPr>
          <p:cNvPr id="17" name="内容占位符 2">
            <a:extLst>
              <a:ext uri="{FF2B5EF4-FFF2-40B4-BE49-F238E27FC236}">
                <a16:creationId xmlns:a16="http://schemas.microsoft.com/office/drawing/2014/main" xmlns="" id="{B9811DDB-B809-C4EA-0987-450E702C635A}"/>
              </a:ext>
            </a:extLst>
          </p:cNvPr>
          <p:cNvSpPr>
            <a:spLocks noGrp="1"/>
          </p:cNvSpPr>
          <p:nvPr>
            <p:ph idx="1"/>
          </p:nvPr>
        </p:nvSpPr>
        <p:spPr>
          <a:xfrm>
            <a:off x="4725914" y="1516773"/>
            <a:ext cx="6967506" cy="4351338"/>
          </a:xfrm>
          <a:prstGeom prst="rect">
            <a:avLst/>
          </a:prstGeo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pic>
        <p:nvPicPr>
          <p:cNvPr id="19" name="Picture 2" descr="广东石油化工学院">
            <a:extLst>
              <a:ext uri="{FF2B5EF4-FFF2-40B4-BE49-F238E27FC236}">
                <a16:creationId xmlns:a16="http://schemas.microsoft.com/office/drawing/2014/main" xmlns="" id="{225C34E6-687A-A99C-568D-7876644FA99A}"/>
              </a:ext>
            </a:extLst>
          </p:cNvPr>
          <p:cNvPicPr>
            <a:picLocks noChangeAspect="1" noChangeArrowheads="1"/>
          </p:cNvPicPr>
          <p:nvPr userDrawn="1"/>
        </p:nvPicPr>
        <p:blipFill rotWithShape="1">
          <a:blip r:embed="rId5" cstate="print">
            <a:clrChange>
              <a:clrFrom>
                <a:srgbClr val="FFFFFF"/>
              </a:clrFrom>
              <a:clrTo>
                <a:srgbClr val="FFFFFF">
                  <a:alpha val="0"/>
                </a:srgbClr>
              </a:clrTo>
            </a:clrChange>
            <a:alphaModFix amt="50000"/>
            <a:extLst>
              <a:ext uri="{28A0092B-C50C-407E-A947-70E740481C1C}">
                <a14:useLocalDpi xmlns:a14="http://schemas.microsoft.com/office/drawing/2010/main" xmlns="" val="0"/>
              </a:ext>
            </a:extLst>
          </a:blip>
          <a:srcRect l="24589" t="13775" r="26846" b="13201"/>
          <a:stretch/>
        </p:blipFill>
        <p:spPr bwMode="auto">
          <a:xfrm>
            <a:off x="11545817" y="16342"/>
            <a:ext cx="634857" cy="636396"/>
          </a:xfrm>
          <a:prstGeom prst="rect">
            <a:avLst/>
          </a:prstGeom>
          <a:noFill/>
          <a:extLst>
            <a:ext uri="{909E8E84-426E-40DD-AFC4-6F175D3DCCD1}">
              <a14:hiddenFill xmlns:a14="http://schemas.microsoft.com/office/drawing/2010/main" xmlns="">
                <a:solidFill>
                  <a:srgbClr val="FFFFFF"/>
                </a:solidFill>
              </a14:hiddenFill>
            </a:ext>
          </a:extLst>
        </p:spPr>
      </p:pic>
    </p:spTree>
    <p:extLst>
      <p:ext uri="{BB962C8B-B14F-4D97-AF65-F5344CB8AC3E}">
        <p14:creationId xmlns:p14="http://schemas.microsoft.com/office/powerpoint/2010/main" xmlns="" val="63030098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grpSp>
        <p:nvGrpSpPr>
          <p:cNvPr id="7" name="组合 6">
            <a:extLst>
              <a:ext uri="{FF2B5EF4-FFF2-40B4-BE49-F238E27FC236}">
                <a16:creationId xmlns:a16="http://schemas.microsoft.com/office/drawing/2014/main" xmlns="" id="{29E19EF5-FE0E-85C0-F0E5-53908F2AD9EE}"/>
              </a:ext>
            </a:extLst>
          </p:cNvPr>
          <p:cNvGrpSpPr/>
          <p:nvPr userDrawn="1"/>
        </p:nvGrpSpPr>
        <p:grpSpPr>
          <a:xfrm>
            <a:off x="48289" y="48432"/>
            <a:ext cx="12138214" cy="6858000"/>
            <a:chOff x="1" y="0"/>
            <a:chExt cx="11907435" cy="6858000"/>
          </a:xfrm>
        </p:grpSpPr>
        <p:pic>
          <p:nvPicPr>
            <p:cNvPr id="8" name="图片 7">
              <a:extLst>
                <a:ext uri="{FF2B5EF4-FFF2-40B4-BE49-F238E27FC236}">
                  <a16:creationId xmlns:a16="http://schemas.microsoft.com/office/drawing/2014/main" xmlns="" id="{B79C53B3-7612-5AA3-1404-B4DDCACAE74F}"/>
                </a:ext>
              </a:extLst>
            </p:cNvPr>
            <p:cNvPicPr preferRelativeResize="0">
              <a:picLocks/>
            </p:cNvPicPr>
            <p:nvPr userDrawn="1"/>
          </p:nvPicPr>
          <p:blipFill>
            <a:blip r:embed="rId2" cstate="screen">
              <a:extLst>
                <a:ext uri="{28A0092B-C50C-407E-A947-70E740481C1C}">
                  <a14:useLocalDpi xmlns:a14="http://schemas.microsoft.com/office/drawing/2010/main" xmlns=""/>
                </a:ext>
              </a:extLst>
            </a:blip>
            <a:srcRect/>
            <a:stretch>
              <a:fillRect/>
            </a:stretch>
          </p:blipFill>
          <p:spPr>
            <a:xfrm flipH="1">
              <a:off x="1" y="0"/>
              <a:ext cx="5942055" cy="6858000"/>
            </a:xfrm>
            <a:custGeom>
              <a:avLst/>
              <a:gdLst>
                <a:gd name="connsiteX0" fmla="*/ 0 w 5942055"/>
                <a:gd name="connsiteY0" fmla="*/ 0 h 6858000"/>
                <a:gd name="connsiteX1" fmla="*/ 5942055 w 5942055"/>
                <a:gd name="connsiteY1" fmla="*/ 0 h 6858000"/>
                <a:gd name="connsiteX2" fmla="*/ 5942055 w 5942055"/>
                <a:gd name="connsiteY2" fmla="*/ 6858000 h 6858000"/>
                <a:gd name="connsiteX3" fmla="*/ 0 w 5942055"/>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5942055" h="6858000">
                  <a:moveTo>
                    <a:pt x="0" y="0"/>
                  </a:moveTo>
                  <a:lnTo>
                    <a:pt x="5942055" y="0"/>
                  </a:lnTo>
                  <a:lnTo>
                    <a:pt x="5942055" y="6858000"/>
                  </a:lnTo>
                  <a:lnTo>
                    <a:pt x="0" y="6858000"/>
                  </a:lnTo>
                  <a:close/>
                </a:path>
              </a:pathLst>
            </a:custGeom>
          </p:spPr>
        </p:pic>
        <p:pic>
          <p:nvPicPr>
            <p:cNvPr id="9" name="图片 8">
              <a:extLst>
                <a:ext uri="{FF2B5EF4-FFF2-40B4-BE49-F238E27FC236}">
                  <a16:creationId xmlns:a16="http://schemas.microsoft.com/office/drawing/2014/main" xmlns="" id="{49DF4538-1BD2-D7CD-4593-F33B00D163D7}"/>
                </a:ext>
              </a:extLst>
            </p:cNvPr>
            <p:cNvPicPr preferRelativeResize="0">
              <a:picLocks/>
            </p:cNvPicPr>
            <p:nvPr userDrawn="1"/>
          </p:nvPicPr>
          <p:blipFill>
            <a:blip r:embed="rId2" cstate="screen">
              <a:extLst>
                <a:ext uri="{28A0092B-C50C-407E-A947-70E740481C1C}">
                  <a14:useLocalDpi xmlns:a14="http://schemas.microsoft.com/office/drawing/2010/main" xmlns=""/>
                </a:ext>
              </a:extLst>
            </a:blip>
            <a:srcRect/>
            <a:stretch>
              <a:fillRect/>
            </a:stretch>
          </p:blipFill>
          <p:spPr>
            <a:xfrm>
              <a:off x="5965381" y="0"/>
              <a:ext cx="5942055" cy="6858000"/>
            </a:xfrm>
            <a:custGeom>
              <a:avLst/>
              <a:gdLst>
                <a:gd name="connsiteX0" fmla="*/ 0 w 5942055"/>
                <a:gd name="connsiteY0" fmla="*/ 0 h 6858000"/>
                <a:gd name="connsiteX1" fmla="*/ 5942055 w 5942055"/>
                <a:gd name="connsiteY1" fmla="*/ 0 h 6858000"/>
                <a:gd name="connsiteX2" fmla="*/ 5942055 w 5942055"/>
                <a:gd name="connsiteY2" fmla="*/ 6858000 h 6858000"/>
                <a:gd name="connsiteX3" fmla="*/ 0 w 5942055"/>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5942055" h="6858000">
                  <a:moveTo>
                    <a:pt x="0" y="0"/>
                  </a:moveTo>
                  <a:lnTo>
                    <a:pt x="5942055" y="0"/>
                  </a:lnTo>
                  <a:lnTo>
                    <a:pt x="5942055" y="6858000"/>
                  </a:lnTo>
                  <a:lnTo>
                    <a:pt x="0" y="6858000"/>
                  </a:lnTo>
                  <a:close/>
                </a:path>
              </a:pathLst>
            </a:custGeom>
          </p:spPr>
        </p:pic>
      </p:grpSp>
      <p:sp>
        <p:nvSpPr>
          <p:cNvPr id="10" name="矩形: 圆角 9">
            <a:extLst>
              <a:ext uri="{FF2B5EF4-FFF2-40B4-BE49-F238E27FC236}">
                <a16:creationId xmlns:a16="http://schemas.microsoft.com/office/drawing/2014/main" xmlns="" id="{9CF88AD2-63B4-BEAD-D7C8-2638692C66CE}"/>
              </a:ext>
            </a:extLst>
          </p:cNvPr>
          <p:cNvSpPr/>
          <p:nvPr userDrawn="1"/>
        </p:nvSpPr>
        <p:spPr>
          <a:xfrm>
            <a:off x="4160232" y="2202744"/>
            <a:ext cx="7630116" cy="2892781"/>
          </a:xfrm>
          <a:prstGeom prst="roundRect">
            <a:avLst/>
          </a:prstGeom>
          <a:gradFill>
            <a:gsLst>
              <a:gs pos="100000">
                <a:schemeClr val="accent1"/>
              </a:gs>
              <a:gs pos="0">
                <a:schemeClr val="accent1">
                  <a:lumMod val="20000"/>
                  <a:lumOff val="8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椭圆 10">
            <a:extLst>
              <a:ext uri="{FF2B5EF4-FFF2-40B4-BE49-F238E27FC236}">
                <a16:creationId xmlns:a16="http://schemas.microsoft.com/office/drawing/2014/main" xmlns="" id="{39B0ED73-6537-57A7-BB28-5F2ACBDD8585}"/>
              </a:ext>
            </a:extLst>
          </p:cNvPr>
          <p:cNvSpPr/>
          <p:nvPr userDrawn="1"/>
        </p:nvSpPr>
        <p:spPr>
          <a:xfrm>
            <a:off x="147652" y="1156837"/>
            <a:ext cx="4984594" cy="4984594"/>
          </a:xfrm>
          <a:prstGeom prst="ellipse">
            <a:avLst/>
          </a:prstGeom>
          <a:solidFill>
            <a:schemeClr val="accent1">
              <a:lumMod val="60000"/>
              <a:lumOff val="4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2" name="图片 11">
            <a:extLst>
              <a:ext uri="{FF2B5EF4-FFF2-40B4-BE49-F238E27FC236}">
                <a16:creationId xmlns:a16="http://schemas.microsoft.com/office/drawing/2014/main" xmlns="" id="{E60FD301-2063-6507-161B-D435235F5A60}"/>
              </a:ext>
            </a:extLst>
          </p:cNvPr>
          <p:cNvPicPr>
            <a:picLocks noChangeAspect="1"/>
          </p:cNvPicPr>
          <p:nvPr userDrawn="1"/>
        </p:nvPicPr>
        <p:blipFill>
          <a:blip r:embed="rId3">
            <a:extLst>
              <a:ext uri="{28A0092B-C50C-407E-A947-70E740481C1C}">
                <a14:useLocalDpi xmlns:a14="http://schemas.microsoft.com/office/drawing/2010/main" xmlns="" val="0"/>
              </a:ext>
            </a:extLst>
          </a:blip>
          <a:srcRect/>
          <a:stretch/>
        </p:blipFill>
        <p:spPr>
          <a:xfrm>
            <a:off x="406025" y="1473378"/>
            <a:ext cx="4470266" cy="4470266"/>
          </a:xfrm>
          <a:custGeom>
            <a:avLst/>
            <a:gdLst>
              <a:gd name="connsiteX0" fmla="*/ 2025472 w 4470266"/>
              <a:gd name="connsiteY0" fmla="*/ 0 h 4459677"/>
              <a:gd name="connsiteX1" fmla="*/ 2444795 w 4470266"/>
              <a:gd name="connsiteY1" fmla="*/ 0 h 4459677"/>
              <a:gd name="connsiteX2" fmla="*/ 2463663 w 4470266"/>
              <a:gd name="connsiteY2" fmla="*/ 953 h 4459677"/>
              <a:gd name="connsiteX3" fmla="*/ 4470266 w 4470266"/>
              <a:gd name="connsiteY3" fmla="*/ 2224546 h 4459677"/>
              <a:gd name="connsiteX4" fmla="*/ 2463663 w 4470266"/>
              <a:gd name="connsiteY4" fmla="*/ 4448139 h 4459677"/>
              <a:gd name="connsiteX5" fmla="*/ 2235173 w 4470266"/>
              <a:gd name="connsiteY5" fmla="*/ 4459677 h 4459677"/>
              <a:gd name="connsiteX6" fmla="*/ 2235094 w 4470266"/>
              <a:gd name="connsiteY6" fmla="*/ 4459677 h 4459677"/>
              <a:gd name="connsiteX7" fmla="*/ 2006604 w 4470266"/>
              <a:gd name="connsiteY7" fmla="*/ 4448139 h 4459677"/>
              <a:gd name="connsiteX8" fmla="*/ 0 w 4470266"/>
              <a:gd name="connsiteY8" fmla="*/ 2224546 h 4459677"/>
              <a:gd name="connsiteX9" fmla="*/ 2006604 w 4470266"/>
              <a:gd name="connsiteY9" fmla="*/ 953 h 44596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470266" h="4459677">
                <a:moveTo>
                  <a:pt x="2025472" y="0"/>
                </a:moveTo>
                <a:lnTo>
                  <a:pt x="2444795" y="0"/>
                </a:lnTo>
                <a:lnTo>
                  <a:pt x="2463663" y="953"/>
                </a:lnTo>
                <a:cubicBezTo>
                  <a:pt x="3590742" y="115414"/>
                  <a:pt x="4470266" y="1067268"/>
                  <a:pt x="4470266" y="2224546"/>
                </a:cubicBezTo>
                <a:cubicBezTo>
                  <a:pt x="4470266" y="3381824"/>
                  <a:pt x="3590742" y="4333678"/>
                  <a:pt x="2463663" y="4448139"/>
                </a:cubicBezTo>
                <a:lnTo>
                  <a:pt x="2235173" y="4459677"/>
                </a:lnTo>
                <a:lnTo>
                  <a:pt x="2235094" y="4459677"/>
                </a:lnTo>
                <a:lnTo>
                  <a:pt x="2006604" y="4448139"/>
                </a:lnTo>
                <a:cubicBezTo>
                  <a:pt x="879524" y="4333678"/>
                  <a:pt x="0" y="3381824"/>
                  <a:pt x="0" y="2224546"/>
                </a:cubicBezTo>
                <a:cubicBezTo>
                  <a:pt x="0" y="1067268"/>
                  <a:pt x="879524" y="115414"/>
                  <a:pt x="2006604" y="953"/>
                </a:cubicBezTo>
                <a:close/>
              </a:path>
            </a:pathLst>
          </a:custGeom>
        </p:spPr>
      </p:pic>
      <p:sp>
        <p:nvSpPr>
          <p:cNvPr id="13" name="椭圆 12">
            <a:extLst>
              <a:ext uri="{FF2B5EF4-FFF2-40B4-BE49-F238E27FC236}">
                <a16:creationId xmlns:a16="http://schemas.microsoft.com/office/drawing/2014/main" xmlns="" id="{181A87B3-8C25-2B1C-97B7-DAC2B1BE39CC}"/>
              </a:ext>
            </a:extLst>
          </p:cNvPr>
          <p:cNvSpPr/>
          <p:nvPr userDrawn="1"/>
        </p:nvSpPr>
        <p:spPr>
          <a:xfrm>
            <a:off x="406025" y="1464472"/>
            <a:ext cx="4470266" cy="4470266"/>
          </a:xfrm>
          <a:prstGeom prst="ellipse">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5" name="标题 1">
            <a:extLst>
              <a:ext uri="{FF2B5EF4-FFF2-40B4-BE49-F238E27FC236}">
                <a16:creationId xmlns:a16="http://schemas.microsoft.com/office/drawing/2014/main" xmlns="" id="{374A6D39-AEA5-130A-AC22-916C93B58541}"/>
              </a:ext>
            </a:extLst>
          </p:cNvPr>
          <p:cNvSpPr>
            <a:spLocks noGrp="1"/>
          </p:cNvSpPr>
          <p:nvPr>
            <p:ph type="title"/>
          </p:nvPr>
        </p:nvSpPr>
        <p:spPr>
          <a:xfrm>
            <a:off x="5132246" y="2864881"/>
            <a:ext cx="721327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dirty="0"/>
              <a:t>单击此处编辑母版标题样式</a:t>
            </a:r>
          </a:p>
        </p:txBody>
      </p:sp>
      <p:pic>
        <p:nvPicPr>
          <p:cNvPr id="17" name="Picture 2" descr="广东石油化工学院">
            <a:extLst>
              <a:ext uri="{FF2B5EF4-FFF2-40B4-BE49-F238E27FC236}">
                <a16:creationId xmlns:a16="http://schemas.microsoft.com/office/drawing/2014/main" xmlns="" id="{D3EA5588-459A-7BC4-05EB-733322C297A2}"/>
              </a:ext>
            </a:extLst>
          </p:cNvPr>
          <p:cNvPicPr>
            <a:picLocks noChangeAspect="1" noChangeArrowheads="1"/>
          </p:cNvPicPr>
          <p:nvPr userDrawn="1"/>
        </p:nvPicPr>
        <p:blipFill rotWithShape="1">
          <a:blip r:embed="rId4" cstate="print">
            <a:clrChange>
              <a:clrFrom>
                <a:srgbClr val="FFFFFF"/>
              </a:clrFrom>
              <a:clrTo>
                <a:srgbClr val="FFFFFF">
                  <a:alpha val="0"/>
                </a:srgbClr>
              </a:clrTo>
            </a:clrChange>
            <a:alphaModFix amt="50000"/>
            <a:extLst>
              <a:ext uri="{28A0092B-C50C-407E-A947-70E740481C1C}">
                <a14:useLocalDpi xmlns:a14="http://schemas.microsoft.com/office/drawing/2010/main" xmlns="" val="0"/>
              </a:ext>
            </a:extLst>
          </a:blip>
          <a:srcRect l="24589" t="13775" r="26846" b="13201"/>
          <a:stretch/>
        </p:blipFill>
        <p:spPr bwMode="auto">
          <a:xfrm>
            <a:off x="11545817" y="16342"/>
            <a:ext cx="634857" cy="636396"/>
          </a:xfrm>
          <a:prstGeom prst="rect">
            <a:avLst/>
          </a:prstGeom>
          <a:noFill/>
          <a:extLst>
            <a:ext uri="{909E8E84-426E-40DD-AFC4-6F175D3DCCD1}">
              <a14:hiddenFill xmlns:a14="http://schemas.microsoft.com/office/drawing/2010/main" xmlns="">
                <a:solidFill>
                  <a:srgbClr val="FFFFFF"/>
                </a:solidFill>
              </a14:hiddenFill>
            </a:ext>
          </a:extLst>
        </p:spPr>
      </p:pic>
    </p:spTree>
    <p:extLst>
      <p:ext uri="{BB962C8B-B14F-4D97-AF65-F5344CB8AC3E}">
        <p14:creationId xmlns:p14="http://schemas.microsoft.com/office/powerpoint/2010/main" xmlns="" val="35502371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cxnSp>
        <p:nvCxnSpPr>
          <p:cNvPr id="8" name="直线连接符 11">
            <a:extLst>
              <a:ext uri="{FF2B5EF4-FFF2-40B4-BE49-F238E27FC236}">
                <a16:creationId xmlns:a16="http://schemas.microsoft.com/office/drawing/2014/main" xmlns="" id="{6BC44C64-7448-6BBE-D990-61ACC75B743B}"/>
              </a:ext>
            </a:extLst>
          </p:cNvPr>
          <p:cNvCxnSpPr>
            <a:cxnSpLocks/>
          </p:cNvCxnSpPr>
          <p:nvPr userDrawn="1"/>
        </p:nvCxnSpPr>
        <p:spPr>
          <a:xfrm>
            <a:off x="0" y="667469"/>
            <a:ext cx="12192000"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10" name="矩形 9">
            <a:extLst>
              <a:ext uri="{FF2B5EF4-FFF2-40B4-BE49-F238E27FC236}">
                <a16:creationId xmlns:a16="http://schemas.microsoft.com/office/drawing/2014/main" xmlns="" id="{A18E6DD6-1157-FC8A-DFCA-1EE316E09345}"/>
              </a:ext>
            </a:extLst>
          </p:cNvPr>
          <p:cNvSpPr/>
          <p:nvPr userDrawn="1"/>
        </p:nvSpPr>
        <p:spPr>
          <a:xfrm>
            <a:off x="276679" y="276679"/>
            <a:ext cx="248040" cy="248040"/>
          </a:xfrm>
          <a:prstGeom prst="rect">
            <a:avLst/>
          </a:prstGeom>
          <a:solidFill>
            <a:schemeClr val="accent2">
              <a:lumMod val="60000"/>
              <a:lumOff val="4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l"/>
            <a:endParaRPr lang="zh-CN" altLang="en-US" sz="1600">
              <a:solidFill>
                <a:schemeClr val="bg1"/>
              </a:solidFill>
              <a:latin typeface="+mj-ea"/>
              <a:ea typeface="+mj-ea"/>
            </a:endParaRPr>
          </a:p>
        </p:txBody>
      </p:sp>
      <p:sp>
        <p:nvSpPr>
          <p:cNvPr id="11" name="矩形 10">
            <a:extLst>
              <a:ext uri="{FF2B5EF4-FFF2-40B4-BE49-F238E27FC236}">
                <a16:creationId xmlns:a16="http://schemas.microsoft.com/office/drawing/2014/main" xmlns="" id="{A58EB51F-8339-D95E-95F6-83B7F7BE3F23}"/>
              </a:ext>
            </a:extLst>
          </p:cNvPr>
          <p:cNvSpPr/>
          <p:nvPr userDrawn="1"/>
        </p:nvSpPr>
        <p:spPr>
          <a:xfrm>
            <a:off x="0" y="0"/>
            <a:ext cx="393701" cy="39370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l"/>
            <a:endParaRPr lang="zh-CN" altLang="en-US" sz="1600">
              <a:solidFill>
                <a:schemeClr val="bg1"/>
              </a:solidFill>
              <a:latin typeface="+mj-ea"/>
              <a:ea typeface="+mj-ea"/>
            </a:endParaRPr>
          </a:p>
        </p:txBody>
      </p:sp>
      <p:cxnSp>
        <p:nvCxnSpPr>
          <p:cNvPr id="12" name="直线连接符 6">
            <a:extLst>
              <a:ext uri="{FF2B5EF4-FFF2-40B4-BE49-F238E27FC236}">
                <a16:creationId xmlns:a16="http://schemas.microsoft.com/office/drawing/2014/main" xmlns="" id="{953D9D1F-688C-C0B6-9E28-5265EAB577FE}"/>
              </a:ext>
            </a:extLst>
          </p:cNvPr>
          <p:cNvCxnSpPr/>
          <p:nvPr userDrawn="1"/>
        </p:nvCxnSpPr>
        <p:spPr>
          <a:xfrm>
            <a:off x="0" y="6814457"/>
            <a:ext cx="12192000" cy="0"/>
          </a:xfrm>
          <a:prstGeom prst="line">
            <a:avLst/>
          </a:prstGeom>
          <a:ln w="101600" cmpd="thinThick">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13" name="灯片编号占位符 5">
            <a:extLst>
              <a:ext uri="{FF2B5EF4-FFF2-40B4-BE49-F238E27FC236}">
                <a16:creationId xmlns:a16="http://schemas.microsoft.com/office/drawing/2014/main" xmlns="" id="{09C9FA1C-CA2E-3850-34AA-8ABEABD8D6C1}"/>
              </a:ext>
            </a:extLst>
          </p:cNvPr>
          <p:cNvSpPr txBox="1"/>
          <p:nvPr userDrawn="1"/>
        </p:nvSpPr>
        <p:spPr>
          <a:xfrm>
            <a:off x="11508581" y="6602431"/>
            <a:ext cx="683418" cy="261859"/>
          </a:xfrm>
          <a:prstGeom prst="rect">
            <a:avLst/>
          </a:prstGeom>
          <a:solidFill>
            <a:schemeClr val="accent2">
              <a:lumMod val="60000"/>
              <a:lumOff val="40000"/>
            </a:schemeClr>
          </a:solidFill>
          <a:ln w="25400" cap="flat" cmpd="sng" algn="ctr">
            <a:noFill/>
            <a:prstDash val="solid"/>
          </a:ln>
        </p:spPr>
        <p:style>
          <a:lnRef idx="2">
            <a:schemeClr val="accent1">
              <a:shade val="50000"/>
            </a:schemeClr>
          </a:lnRef>
          <a:fillRef idx="1">
            <a:schemeClr val="accent1"/>
          </a:fillRef>
          <a:effectRef idx="0">
            <a:schemeClr val="accent1"/>
          </a:effectRef>
          <a:fontRef idx="none"/>
        </p:style>
        <p:txBody>
          <a:bodyPr vert="horz" lIns="0" tIns="45720" rIns="0" bIns="45720" rtlCol="0" anchor="ctr"/>
          <a:lstStyle>
            <a:defPPr>
              <a:defRPr lang="zh-CN"/>
            </a:defPPr>
            <a:lvl1pPr marL="0" algn="ctr" defTabSz="914400" rtl="0" eaLnBrk="1" latinLnBrk="0" hangingPunct="1">
              <a:defRPr sz="1400" b="1" kern="1200">
                <a:solidFill>
                  <a:schemeClr val="bg1"/>
                </a:solidFill>
                <a:latin typeface="微软雅黑" panose="020B0503020204020204" pitchFamily="34" charset="-122"/>
                <a:ea typeface="微软雅黑" panose="020B0503020204020204" pitchFamily="34" charset="-122"/>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D18B1CCC-5B4E-41DC-9FD8-30B8F0069F97}" type="slidenum">
              <a:rPr lang="zh-CN" altLang="en-US" sz="1400" smtClean="0"/>
              <a:pPr/>
              <a:t>‹#›</a:t>
            </a:fld>
            <a:endParaRPr lang="zh-CN" altLang="en-US" sz="1400" dirty="0"/>
          </a:p>
        </p:txBody>
      </p:sp>
      <p:sp>
        <p:nvSpPr>
          <p:cNvPr id="14" name="日期占位符 3">
            <a:extLst>
              <a:ext uri="{FF2B5EF4-FFF2-40B4-BE49-F238E27FC236}">
                <a16:creationId xmlns:a16="http://schemas.microsoft.com/office/drawing/2014/main" xmlns="" id="{093E7F06-91F6-1BDE-DBFC-437E33323409}"/>
              </a:ext>
            </a:extLst>
          </p:cNvPr>
          <p:cNvSpPr>
            <a:spLocks noGrp="1"/>
          </p:cNvSpPr>
          <p:nvPr>
            <p:ph type="dt" sz="half" idx="10"/>
          </p:nvPr>
        </p:nvSpPr>
        <p:spPr>
          <a:xfrm>
            <a:off x="0" y="6419869"/>
            <a:ext cx="1169194" cy="365125"/>
          </a:xfrm>
          <a:prstGeom prst="rect">
            <a:avLst/>
          </a:prstGeom>
        </p:spPr>
        <p:txBody>
          <a:bodyPr/>
          <a:lstStyle>
            <a:lvl1pPr algn="ctr">
              <a:defRPr>
                <a:solidFill>
                  <a:schemeClr val="accent1"/>
                </a:solidFill>
              </a:defRPr>
            </a:lvl1pPr>
          </a:lstStyle>
          <a:p>
            <a:fld id="{427B852C-D69C-4447-A656-272F5CAA5127}" type="datetimeFigureOut">
              <a:rPr lang="zh-CN" altLang="en-US" smtClean="0"/>
              <a:pPr/>
              <a:t>2025/4/25</a:t>
            </a:fld>
            <a:endParaRPr lang="zh-CN" altLang="en-US" dirty="0"/>
          </a:p>
        </p:txBody>
      </p:sp>
      <p:sp>
        <p:nvSpPr>
          <p:cNvPr id="16" name="标题 1">
            <a:extLst>
              <a:ext uri="{FF2B5EF4-FFF2-40B4-BE49-F238E27FC236}">
                <a16:creationId xmlns:a16="http://schemas.microsoft.com/office/drawing/2014/main" xmlns="" id="{5FEE3986-4E32-54D7-9872-C0919028E340}"/>
              </a:ext>
            </a:extLst>
          </p:cNvPr>
          <p:cNvSpPr>
            <a:spLocks noGrp="1"/>
          </p:cNvSpPr>
          <p:nvPr>
            <p:ph type="title"/>
          </p:nvPr>
        </p:nvSpPr>
        <p:spPr>
          <a:xfrm>
            <a:off x="749135" y="43542"/>
            <a:ext cx="8775438" cy="599705"/>
          </a:xfrm>
          <a:prstGeom prst="rect">
            <a:avLst/>
          </a:prstGeom>
        </p:spPr>
        <p:txBody>
          <a:bodyPr vert="horz" lIns="91440" tIns="45720" rIns="91440" bIns="45720" rtlCol="0" anchor="ctr">
            <a:normAutofit/>
          </a:bodyPr>
          <a:lstStyle>
            <a:lvl1pPr marL="0" algn="l" defTabSz="914400" rtl="0" eaLnBrk="1" latinLnBrk="0" hangingPunct="1">
              <a:lnSpc>
                <a:spcPct val="100000"/>
              </a:lnSpc>
              <a:spcBef>
                <a:spcPct val="0"/>
              </a:spcBef>
              <a:buNone/>
              <a:defRPr lang="zh-CN" altLang="en-US" sz="3600" kern="1200" dirty="0">
                <a:solidFill>
                  <a:schemeClr val="accent1"/>
                </a:solidFill>
                <a:latin typeface="+mj-lt"/>
                <a:ea typeface="+mj-ea"/>
                <a:cs typeface="+mj-cs"/>
              </a:defRPr>
            </a:lvl1pPr>
          </a:lstStyle>
          <a:p>
            <a:r>
              <a:rPr lang="zh-CN" altLang="en-US" dirty="0"/>
              <a:t>单击此处编辑母版标题样式</a:t>
            </a:r>
          </a:p>
        </p:txBody>
      </p:sp>
      <p:pic>
        <p:nvPicPr>
          <p:cNvPr id="17" name="Picture 2" descr="广东石油化工学院">
            <a:extLst>
              <a:ext uri="{FF2B5EF4-FFF2-40B4-BE49-F238E27FC236}">
                <a16:creationId xmlns:a16="http://schemas.microsoft.com/office/drawing/2014/main" xmlns="" id="{73F16906-79A9-84B3-984D-D3CB1D2FF562}"/>
              </a:ext>
            </a:extLst>
          </p:cNvPr>
          <p:cNvPicPr>
            <a:picLocks noChangeAspect="1" noChangeArrowheads="1"/>
          </p:cNvPicPr>
          <p:nvPr userDrawn="1"/>
        </p:nvPicPr>
        <p:blipFill rotWithShape="1">
          <a:blip r:embed="rId2" cstate="print">
            <a:clrChange>
              <a:clrFrom>
                <a:srgbClr val="FFFFFF"/>
              </a:clrFrom>
              <a:clrTo>
                <a:srgbClr val="FFFFFF">
                  <a:alpha val="0"/>
                </a:srgbClr>
              </a:clrTo>
            </a:clrChange>
            <a:alphaModFix amt="50000"/>
            <a:extLst>
              <a:ext uri="{28A0092B-C50C-407E-A947-70E740481C1C}">
                <a14:useLocalDpi xmlns:a14="http://schemas.microsoft.com/office/drawing/2010/main" xmlns="" val="0"/>
              </a:ext>
            </a:extLst>
          </a:blip>
          <a:srcRect l="24589" t="13775" r="26846" b="13201"/>
          <a:stretch/>
        </p:blipFill>
        <p:spPr bwMode="auto">
          <a:xfrm>
            <a:off x="11545817" y="16342"/>
            <a:ext cx="634857" cy="636396"/>
          </a:xfrm>
          <a:prstGeom prst="rect">
            <a:avLst/>
          </a:prstGeom>
          <a:noFill/>
          <a:extLst>
            <a:ext uri="{909E8E84-426E-40DD-AFC4-6F175D3DCCD1}">
              <a14:hiddenFill xmlns:a14="http://schemas.microsoft.com/office/drawing/2010/main" xmlns="">
                <a:solidFill>
                  <a:srgbClr val="FFFFFF"/>
                </a:solidFill>
              </a14:hiddenFill>
            </a:ext>
          </a:extLst>
        </p:spPr>
      </p:pic>
    </p:spTree>
    <p:extLst>
      <p:ext uri="{BB962C8B-B14F-4D97-AF65-F5344CB8AC3E}">
        <p14:creationId xmlns:p14="http://schemas.microsoft.com/office/powerpoint/2010/main" xmlns="" val="299045674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pic>
        <p:nvPicPr>
          <p:cNvPr id="5" name="object 4">
            <a:extLst>
              <a:ext uri="{FF2B5EF4-FFF2-40B4-BE49-F238E27FC236}">
                <a16:creationId xmlns:a16="http://schemas.microsoft.com/office/drawing/2014/main" xmlns="" id="{66EEB814-2A10-A9AE-5537-CA303A0B48A1}"/>
              </a:ext>
            </a:extLst>
          </p:cNvPr>
          <p:cNvPicPr/>
          <p:nvPr userDrawn="1"/>
        </p:nvPicPr>
        <p:blipFill>
          <a:blip r:embed="rId2" cstate="print">
            <a:extLst>
              <a:ext uri="{BEBA8EAE-BF5A-486C-A8C5-ECC9F3942E4B}">
                <a14:imgProps xmlns:a14="http://schemas.microsoft.com/office/drawing/2010/main" xmlns="">
                  <a14:imgLayer r:embed="rId3">
                    <a14:imgEffect>
                      <a14:artisticPhotocopy/>
                    </a14:imgEffect>
                    <a14:imgEffect>
                      <a14:sharpenSoften amount="-99000"/>
                    </a14:imgEffect>
                  </a14:imgLayer>
                </a14:imgProps>
              </a:ext>
            </a:extLst>
          </a:blip>
          <a:stretch>
            <a:fillRect/>
          </a:stretch>
        </p:blipFill>
        <p:spPr>
          <a:xfrm>
            <a:off x="0" y="8473"/>
            <a:ext cx="12192000" cy="6858000"/>
          </a:xfrm>
          <a:prstGeom prst="rect">
            <a:avLst/>
          </a:prstGeom>
        </p:spPr>
      </p:pic>
      <p:grpSp>
        <p:nvGrpSpPr>
          <p:cNvPr id="6" name="组合 5">
            <a:extLst>
              <a:ext uri="{FF2B5EF4-FFF2-40B4-BE49-F238E27FC236}">
                <a16:creationId xmlns:a16="http://schemas.microsoft.com/office/drawing/2014/main" xmlns="" id="{B67EAD31-0D87-3008-A280-8B744A759E98}"/>
              </a:ext>
            </a:extLst>
          </p:cNvPr>
          <p:cNvGrpSpPr/>
          <p:nvPr userDrawn="1"/>
        </p:nvGrpSpPr>
        <p:grpSpPr>
          <a:xfrm>
            <a:off x="1893835" y="1413748"/>
            <a:ext cx="8590598" cy="4030504"/>
            <a:chOff x="276701" y="1331119"/>
            <a:chExt cx="8590598" cy="4030504"/>
          </a:xfrm>
          <a:solidFill>
            <a:schemeClr val="bg1"/>
          </a:solidFill>
        </p:grpSpPr>
        <p:sp>
          <p:nvSpPr>
            <p:cNvPr id="7" name="矩形 6">
              <a:extLst>
                <a:ext uri="{FF2B5EF4-FFF2-40B4-BE49-F238E27FC236}">
                  <a16:creationId xmlns:a16="http://schemas.microsoft.com/office/drawing/2014/main" xmlns="" id="{E2C7D521-FE4F-376A-89DA-6B251E93F301}"/>
                </a:ext>
              </a:extLst>
            </p:cNvPr>
            <p:cNvSpPr/>
            <p:nvPr/>
          </p:nvSpPr>
          <p:spPr>
            <a:xfrm>
              <a:off x="276701" y="1331119"/>
              <a:ext cx="8590598" cy="4030504"/>
            </a:xfrm>
            <a:prstGeom prst="rect">
              <a:avLst/>
            </a:prstGeom>
            <a:grpFill/>
            <a:ln>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8" name="文本框 7">
              <a:extLst>
                <a:ext uri="{FF2B5EF4-FFF2-40B4-BE49-F238E27FC236}">
                  <a16:creationId xmlns:a16="http://schemas.microsoft.com/office/drawing/2014/main" xmlns="" id="{E00C4BB2-B394-0FB6-50B7-DF2CA7988FB4}"/>
                </a:ext>
              </a:extLst>
            </p:cNvPr>
            <p:cNvSpPr txBox="1"/>
            <p:nvPr/>
          </p:nvSpPr>
          <p:spPr>
            <a:xfrm>
              <a:off x="1453039" y="2510314"/>
              <a:ext cx="6236494" cy="1107996"/>
            </a:xfrm>
            <a:prstGeom prst="rect">
              <a:avLst/>
            </a:prstGeom>
            <a:grpFill/>
            <a:effectLst/>
          </p:spPr>
          <p:txBody>
            <a:bodyPr wrap="square" rtlCol="0">
              <a:spAutoFit/>
            </a:bodyPr>
            <a:lstStyle/>
            <a:p>
              <a:pPr algn="ctr"/>
              <a:r>
                <a:rPr lang="en-US" altLang="zh-CN" sz="6600" b="1" dirty="0">
                  <a:solidFill>
                    <a:schemeClr val="tx1">
                      <a:lumMod val="75000"/>
                      <a:lumOff val="25000"/>
                    </a:schemeClr>
                  </a:solidFill>
                  <a:cs typeface="+mn-ea"/>
                  <a:sym typeface="+mn-lt"/>
                </a:rPr>
                <a:t>THANK YOU</a:t>
              </a:r>
            </a:p>
          </p:txBody>
        </p:sp>
        <p:cxnSp>
          <p:nvCxnSpPr>
            <p:cNvPr id="9" name="直接连接符 8">
              <a:extLst>
                <a:ext uri="{FF2B5EF4-FFF2-40B4-BE49-F238E27FC236}">
                  <a16:creationId xmlns:a16="http://schemas.microsoft.com/office/drawing/2014/main" xmlns="" id="{4926A6E4-9A2A-1CDA-F843-E5C780C32AD8}"/>
                </a:ext>
              </a:extLst>
            </p:cNvPr>
            <p:cNvCxnSpPr/>
            <p:nvPr/>
          </p:nvCxnSpPr>
          <p:spPr>
            <a:xfrm>
              <a:off x="276702" y="3052286"/>
              <a:ext cx="1273016" cy="0"/>
            </a:xfrm>
            <a:prstGeom prst="line">
              <a:avLst/>
            </a:prstGeom>
            <a:grpFill/>
            <a:ln w="254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10" name="直接连接符 9">
              <a:extLst>
                <a:ext uri="{FF2B5EF4-FFF2-40B4-BE49-F238E27FC236}">
                  <a16:creationId xmlns:a16="http://schemas.microsoft.com/office/drawing/2014/main" xmlns="" id="{B8D472E8-2E02-DA5F-FA6F-2F595C22E469}"/>
                </a:ext>
              </a:extLst>
            </p:cNvPr>
            <p:cNvCxnSpPr/>
            <p:nvPr/>
          </p:nvCxnSpPr>
          <p:spPr>
            <a:xfrm>
              <a:off x="7594283" y="3052286"/>
              <a:ext cx="1273016" cy="0"/>
            </a:xfrm>
            <a:prstGeom prst="line">
              <a:avLst/>
            </a:prstGeom>
            <a:grpFill/>
            <a:ln w="254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11" name="矩形 10">
              <a:extLst>
                <a:ext uri="{FF2B5EF4-FFF2-40B4-BE49-F238E27FC236}">
                  <a16:creationId xmlns:a16="http://schemas.microsoft.com/office/drawing/2014/main" xmlns="" id="{7F0A85B2-A9E2-CA24-DCF6-4364E209E05B}"/>
                </a:ext>
              </a:extLst>
            </p:cNvPr>
            <p:cNvSpPr/>
            <p:nvPr/>
          </p:nvSpPr>
          <p:spPr>
            <a:xfrm>
              <a:off x="4542949" y="1331119"/>
              <a:ext cx="57150" cy="333375"/>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pic>
        <p:nvPicPr>
          <p:cNvPr id="13" name="Picture 2" descr="广东石油化工学院">
            <a:extLst>
              <a:ext uri="{FF2B5EF4-FFF2-40B4-BE49-F238E27FC236}">
                <a16:creationId xmlns:a16="http://schemas.microsoft.com/office/drawing/2014/main" xmlns="" id="{5FCE1C99-9F5D-FDDF-EA95-D240A6CACA0B}"/>
              </a:ext>
            </a:extLst>
          </p:cNvPr>
          <p:cNvPicPr>
            <a:picLocks noChangeAspect="1" noChangeArrowheads="1"/>
          </p:cNvPicPr>
          <p:nvPr userDrawn="1"/>
        </p:nvPicPr>
        <p:blipFill rotWithShape="1">
          <a:blip r:embed="rId4" cstate="print">
            <a:clrChange>
              <a:clrFrom>
                <a:srgbClr val="FFFFFF"/>
              </a:clrFrom>
              <a:clrTo>
                <a:srgbClr val="FFFFFF">
                  <a:alpha val="0"/>
                </a:srgbClr>
              </a:clrTo>
            </a:clrChange>
            <a:alphaModFix amt="50000"/>
            <a:extLst>
              <a:ext uri="{28A0092B-C50C-407E-A947-70E740481C1C}">
                <a14:useLocalDpi xmlns:a14="http://schemas.microsoft.com/office/drawing/2010/main" xmlns="" val="0"/>
              </a:ext>
            </a:extLst>
          </a:blip>
          <a:srcRect l="24589" t="13775" r="26846" b="13201"/>
          <a:stretch/>
        </p:blipFill>
        <p:spPr bwMode="auto">
          <a:xfrm>
            <a:off x="5469615" y="1474261"/>
            <a:ext cx="1252769" cy="1255806"/>
          </a:xfrm>
          <a:prstGeom prst="rect">
            <a:avLst/>
          </a:prstGeom>
          <a:noFill/>
          <a:extLst>
            <a:ext uri="{909E8E84-426E-40DD-AFC4-6F175D3DCCD1}">
              <a14:hiddenFill xmlns:a14="http://schemas.microsoft.com/office/drawing/2010/main" xmlns="">
                <a:solidFill>
                  <a:srgbClr val="FFFFFF"/>
                </a:solidFill>
              </a14:hiddenFill>
            </a:ext>
          </a:extLst>
        </p:spPr>
      </p:pic>
    </p:spTree>
    <p:extLst>
      <p:ext uri="{BB962C8B-B14F-4D97-AF65-F5344CB8AC3E}">
        <p14:creationId xmlns:p14="http://schemas.microsoft.com/office/powerpoint/2010/main" xmlns="" val="378476618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cSld name="仅标题">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p:txBody>
          <a:bodyPr wrap="square">
            <a:normAutofit/>
          </a:bodyPr>
          <a:lstStyle/>
          <a:p>
            <a:r>
              <a:rPr lang="zh-CN" altLang="en-US" dirty="0"/>
              <a:t>单击此处编辑母版标题样式</a:t>
            </a:r>
          </a:p>
        </p:txBody>
      </p:sp>
      <p:sp>
        <p:nvSpPr>
          <p:cNvPr id="3" name="日期占位符 2"/>
          <p:cNvSpPr>
            <a:spLocks noGrp="1"/>
          </p:cNvSpPr>
          <p:nvPr>
            <p:ph type="dt" sz="half" idx="10"/>
            <p:custDataLst>
              <p:tags r:id="rId2"/>
            </p:custDataLst>
          </p:nvPr>
        </p:nvSpPr>
        <p:spPr/>
        <p:txBody>
          <a:bodyPr wrap="square">
            <a:normAutofit/>
          </a:bodyPr>
          <a:lstStyle/>
          <a:p>
            <a:fld id="{5592522B-0F24-4480-B9DD-A9474A6880D6}" type="datetimeFigureOut">
              <a:rPr lang="zh-CN" altLang="en-US" smtClean="0"/>
              <a:pPr/>
              <a:t>2025/4/25</a:t>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wrap="square">
            <a:normAutofit/>
          </a:bodyPr>
          <a:lstStyle/>
          <a:p>
            <a:fld id="{BE5F26B5-172A-4DC2-B0B7-181CFC56B87C}" type="slidenum">
              <a:rPr lang="zh-CN" altLang="en-US" smtClean="0"/>
              <a:pPr/>
              <a:t>‹#›</a:t>
            </a:fld>
            <a:endParaRPr lang="zh-CN" altLang="en-US"/>
          </a:p>
        </p:txBody>
      </p:sp>
    </p:spTree>
    <p:extLst>
      <p:ext uri="{BB962C8B-B14F-4D97-AF65-F5344CB8AC3E}">
        <p14:creationId xmlns:p14="http://schemas.microsoft.com/office/powerpoint/2010/main" xmlns="" val="3195981820"/>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xmlns="" val="3020899125"/>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xmlns="">
        <p15:guide id="1" orient="horz" pos="2160">
          <p15:clr>
            <a:srgbClr val="F26B43"/>
          </p15:clr>
        </p15:guide>
        <p15:guide id="2" pos="3840">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7.xml"/><Relationship Id="rId1" Type="http://schemas.openxmlformats.org/officeDocument/2006/relationships/tags" Target="../tags/tag6.xml"/></Relationships>
</file>

<file path=ppt/slides/_rels/slide2.xml.rels><?xml version="1.0" encoding="UTF-8" standalone="yes"?>
<Relationships xmlns="http://schemas.openxmlformats.org/package/2006/relationships"><Relationship Id="rId8" Type="http://schemas.openxmlformats.org/officeDocument/2006/relationships/tags" Target="../tags/tag15.xml"/><Relationship Id="rId13" Type="http://schemas.openxmlformats.org/officeDocument/2006/relationships/tags" Target="../tags/tag20.xml"/><Relationship Id="rId3" Type="http://schemas.openxmlformats.org/officeDocument/2006/relationships/tags" Target="../tags/tag10.xml"/><Relationship Id="rId7" Type="http://schemas.openxmlformats.org/officeDocument/2006/relationships/tags" Target="../tags/tag14.xml"/><Relationship Id="rId12" Type="http://schemas.openxmlformats.org/officeDocument/2006/relationships/tags" Target="../tags/tag19.xml"/><Relationship Id="rId2" Type="http://schemas.openxmlformats.org/officeDocument/2006/relationships/tags" Target="../tags/tag9.xml"/><Relationship Id="rId1" Type="http://schemas.openxmlformats.org/officeDocument/2006/relationships/tags" Target="../tags/tag8.xml"/><Relationship Id="rId6" Type="http://schemas.openxmlformats.org/officeDocument/2006/relationships/tags" Target="../tags/tag13.xml"/><Relationship Id="rId11" Type="http://schemas.openxmlformats.org/officeDocument/2006/relationships/tags" Target="../tags/tag18.xml"/><Relationship Id="rId5" Type="http://schemas.openxmlformats.org/officeDocument/2006/relationships/tags" Target="../tags/tag12.xml"/><Relationship Id="rId15" Type="http://schemas.openxmlformats.org/officeDocument/2006/relationships/notesSlide" Target="../notesSlides/notesSlide1.xml"/><Relationship Id="rId10" Type="http://schemas.openxmlformats.org/officeDocument/2006/relationships/tags" Target="../tags/tag17.xml"/><Relationship Id="rId4" Type="http://schemas.openxmlformats.org/officeDocument/2006/relationships/tags" Target="../tags/tag11.xml"/><Relationship Id="rId9" Type="http://schemas.openxmlformats.org/officeDocument/2006/relationships/tags" Target="../tags/tag16.xml"/><Relationship Id="rId14"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tags" Target="../tags/tag22.xml"/><Relationship Id="rId1" Type="http://schemas.openxmlformats.org/officeDocument/2006/relationships/tags" Target="../tags/tag21.xml"/></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tags" Target="../tags/tag24.xml"/><Relationship Id="rId1" Type="http://schemas.openxmlformats.org/officeDocument/2006/relationships/tags" Target="../tags/tag23.xml"/><Relationship Id="rId5" Type="http://schemas.openxmlformats.org/officeDocument/2006/relationships/image" Target="../media/image12.png"/><Relationship Id="rId4" Type="http://schemas.openxmlformats.org/officeDocument/2006/relationships/notesSlide" Target="../notesSlides/notesSlide2.xml"/></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tags" Target="../tags/tag26.xml"/><Relationship Id="rId1" Type="http://schemas.openxmlformats.org/officeDocument/2006/relationships/tags" Target="../tags/tag25.xml"/><Relationship Id="rId5" Type="http://schemas.openxmlformats.org/officeDocument/2006/relationships/image" Target="../media/image14.png"/><Relationship Id="rId4" Type="http://schemas.openxmlformats.org/officeDocument/2006/relationships/image" Target="../media/image13.png"/></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tags" Target="../tags/tag28.xml"/><Relationship Id="rId1" Type="http://schemas.openxmlformats.org/officeDocument/2006/relationships/tags" Target="../tags/tag27.xml"/><Relationship Id="rId4" Type="http://schemas.openxmlformats.org/officeDocument/2006/relationships/image" Target="../media/image15.png"/></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tags" Target="../tags/tag30.xml"/><Relationship Id="rId1" Type="http://schemas.openxmlformats.org/officeDocument/2006/relationships/tags" Target="../tags/tag29.xml"/><Relationship Id="rId4" Type="http://schemas.openxmlformats.org/officeDocument/2006/relationships/image" Target="../media/image16.png"/></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tags" Target="../tags/tag32.xml"/><Relationship Id="rId1" Type="http://schemas.openxmlformats.org/officeDocument/2006/relationships/tags" Target="../tags/tag31.xml"/><Relationship Id="rId4" Type="http://schemas.openxmlformats.org/officeDocument/2006/relationships/image" Target="../media/image17.png"/></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4.xml"/><Relationship Id="rId7" Type="http://schemas.openxmlformats.org/officeDocument/2006/relationships/image" Target="../media/image21.svg"/><Relationship Id="rId2" Type="http://schemas.openxmlformats.org/officeDocument/2006/relationships/tags" Target="../tags/tag34.xml"/><Relationship Id="rId1" Type="http://schemas.openxmlformats.org/officeDocument/2006/relationships/tags" Target="../tags/tag33.xml"/><Relationship Id="rId6" Type="http://schemas.openxmlformats.org/officeDocument/2006/relationships/image" Target="../media/image19.png"/><Relationship Id="rId5" Type="http://schemas.openxmlformats.org/officeDocument/2006/relationships/image" Target="../media/image19.svg"/><Relationship Id="rId4" Type="http://schemas.openxmlformats.org/officeDocument/2006/relationships/image" Target="../media/image18.png"/></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tags" Target="../tags/tag36.xml"/><Relationship Id="rId1" Type="http://schemas.openxmlformats.org/officeDocument/2006/relationships/tags" Target="../tags/tag35.xml"/></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tags" Target="../tags/tag38.xml"/><Relationship Id="rId1" Type="http://schemas.openxmlformats.org/officeDocument/2006/relationships/tags" Target="../tags/tag37.xml"/><Relationship Id="rId5" Type="http://schemas.openxmlformats.org/officeDocument/2006/relationships/image" Target="../media/image20.png"/><Relationship Id="rId4" Type="http://schemas.openxmlformats.org/officeDocument/2006/relationships/notesSlide" Target="../notesSlides/notesSlide3.xml"/></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tags" Target="../tags/tag40.xml"/><Relationship Id="rId1" Type="http://schemas.openxmlformats.org/officeDocument/2006/relationships/tags" Target="../tags/tag39.xml"/><Relationship Id="rId5" Type="http://schemas.openxmlformats.org/officeDocument/2006/relationships/image" Target="../media/image21.png"/><Relationship Id="rId4" Type="http://schemas.openxmlformats.org/officeDocument/2006/relationships/notesSlide" Target="../notesSlides/notesSlide4.xml"/></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tags" Target="../tags/tag42.xml"/><Relationship Id="rId1" Type="http://schemas.openxmlformats.org/officeDocument/2006/relationships/tags" Target="../tags/tag41.xml"/><Relationship Id="rId5" Type="http://schemas.openxmlformats.org/officeDocument/2006/relationships/image" Target="../media/image22.png"/><Relationship Id="rId4" Type="http://schemas.openxmlformats.org/officeDocument/2006/relationships/notesSlide" Target="../notesSlides/notesSlide5.xml"/></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tags" Target="../tags/tag44.xml"/><Relationship Id="rId1" Type="http://schemas.openxmlformats.org/officeDocument/2006/relationships/tags" Target="../tags/tag43.xml"/></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tags" Target="../tags/tag46.xml"/><Relationship Id="rId1" Type="http://schemas.openxmlformats.org/officeDocument/2006/relationships/tags" Target="../tags/tag45.xml"/><Relationship Id="rId5" Type="http://schemas.openxmlformats.org/officeDocument/2006/relationships/image" Target="../media/image26.svg"/><Relationship Id="rId4" Type="http://schemas.openxmlformats.org/officeDocument/2006/relationships/image" Target="../media/image23.png"/></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tags" Target="../tags/tag48.xml"/><Relationship Id="rId1" Type="http://schemas.openxmlformats.org/officeDocument/2006/relationships/tags" Target="../tags/tag47.xml"/><Relationship Id="rId4" Type="http://schemas.openxmlformats.org/officeDocument/2006/relationships/image" Target="../media/image24.png"/></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tags" Target="../tags/tag50.xml"/><Relationship Id="rId1" Type="http://schemas.openxmlformats.org/officeDocument/2006/relationships/tags" Target="../tags/tag49.xml"/><Relationship Id="rId4" Type="http://schemas.openxmlformats.org/officeDocument/2006/relationships/image" Target="../media/image25.png"/></Relationships>
</file>

<file path=ppt/slides/_rels/slide18.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tags" Target="../tags/tag52.xml"/><Relationship Id="rId1" Type="http://schemas.openxmlformats.org/officeDocument/2006/relationships/tags" Target="../tags/tag51.xml"/><Relationship Id="rId4" Type="http://schemas.openxmlformats.org/officeDocument/2006/relationships/image" Target="../media/image26.png"/></Relationships>
</file>

<file path=ppt/slides/_rels/slide19.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tags" Target="../tags/tag54.xml"/><Relationship Id="rId1" Type="http://schemas.openxmlformats.org/officeDocument/2006/relationships/tags" Target="../tags/tag53.xml"/><Relationship Id="rId4" Type="http://schemas.openxmlformats.org/officeDocument/2006/relationships/image" Target="../media/image27.png"/></Relationships>
</file>

<file path=ppt/slides/_rels/slide20.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tags" Target="../tags/tag56.xml"/><Relationship Id="rId1" Type="http://schemas.openxmlformats.org/officeDocument/2006/relationships/tags" Target="../tags/tag55.xml"/><Relationship Id="rId4" Type="http://schemas.openxmlformats.org/officeDocument/2006/relationships/image" Target="../media/image28.png"/></Relationships>
</file>

<file path=ppt/slides/_rels/slide21.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tags" Target="../tags/tag58.xml"/><Relationship Id="rId1" Type="http://schemas.openxmlformats.org/officeDocument/2006/relationships/tags" Target="../tags/tag57.xml"/><Relationship Id="rId4" Type="http://schemas.openxmlformats.org/officeDocument/2006/relationships/image" Target="../media/image29.png"/></Relationships>
</file>

<file path=ppt/slides/_rels/slide22.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tags" Target="../tags/tag60.xml"/><Relationship Id="rId1" Type="http://schemas.openxmlformats.org/officeDocument/2006/relationships/tags" Target="../tags/tag59.xml"/><Relationship Id="rId4" Type="http://schemas.openxmlformats.org/officeDocument/2006/relationships/image" Target="../media/image30.png"/></Relationships>
</file>

<file path=ppt/slides/_rels/slide23.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tags" Target="../tags/tag62.xml"/><Relationship Id="rId1" Type="http://schemas.openxmlformats.org/officeDocument/2006/relationships/tags" Target="../tags/tag61.xml"/><Relationship Id="rId5" Type="http://schemas.openxmlformats.org/officeDocument/2006/relationships/image" Target="../media/image32.png"/><Relationship Id="rId4" Type="http://schemas.openxmlformats.org/officeDocument/2006/relationships/image" Target="../media/image31.png"/></Relationships>
</file>

<file path=ppt/slides/_rels/slide24.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tags" Target="../tags/tag64.xml"/><Relationship Id="rId1" Type="http://schemas.openxmlformats.org/officeDocument/2006/relationships/tags" Target="../tags/tag63.xml"/><Relationship Id="rId5" Type="http://schemas.openxmlformats.org/officeDocument/2006/relationships/image" Target="../media/image34.png"/><Relationship Id="rId4" Type="http://schemas.openxmlformats.org/officeDocument/2006/relationships/image" Target="../media/image33.png"/></Relationships>
</file>

<file path=ppt/slides/_rels/slide25.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tags" Target="../tags/tag66.xml"/><Relationship Id="rId1" Type="http://schemas.openxmlformats.org/officeDocument/2006/relationships/tags" Target="../tags/tag65.xml"/><Relationship Id="rId5" Type="http://schemas.openxmlformats.org/officeDocument/2006/relationships/image" Target="../media/image36.png"/><Relationship Id="rId4" Type="http://schemas.openxmlformats.org/officeDocument/2006/relationships/image" Target="../media/image35.png"/></Relationships>
</file>

<file path=ppt/slides/_rels/slide26.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tags" Target="../tags/tag6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a:extLst>
              <a:ext uri="{FF2B5EF4-FFF2-40B4-BE49-F238E27FC236}">
                <a16:creationId xmlns:a16="http://schemas.microsoft.com/office/drawing/2014/main" xmlns="" id="{9D8C1ECA-3316-293E-354E-92CCAFC6EFEC}"/>
              </a:ext>
            </a:extLst>
          </p:cNvPr>
          <p:cNvSpPr>
            <a:spLocks noGrp="1"/>
          </p:cNvSpPr>
          <p:nvPr>
            <p:ph type="ctrTitle"/>
            <p:custDataLst>
              <p:tags r:id="rId2"/>
            </p:custDataLst>
          </p:nvPr>
        </p:nvSpPr>
        <p:spPr>
          <a:xfrm>
            <a:off x="1388188" y="1673489"/>
            <a:ext cx="9415624" cy="2387600"/>
          </a:xfrm>
        </p:spPr>
        <p:txBody>
          <a:bodyPr>
            <a:normAutofit/>
          </a:bodyPr>
          <a:lstStyle/>
          <a:p>
            <a:pPr algn="ctr"/>
            <a:r>
              <a:rPr lang="zh-CN" altLang="en-US" sz="6600" dirty="0"/>
              <a:t>人工智能导论 </a:t>
            </a:r>
            <a:r>
              <a:rPr lang="en-US" altLang="zh-CN" sz="4400" dirty="0"/>
              <a:t/>
            </a:r>
            <a:br>
              <a:rPr lang="en-US" altLang="zh-CN" sz="4400" dirty="0"/>
            </a:br>
            <a:r>
              <a:rPr lang="en-US" altLang="zh-CN" sz="4400" dirty="0"/>
              <a:t/>
            </a:r>
            <a:br>
              <a:rPr lang="en-US" altLang="zh-CN" sz="4400" dirty="0"/>
            </a:br>
            <a:r>
              <a:rPr lang="zh-CN" altLang="en-US" sz="4400" dirty="0"/>
              <a:t>第</a:t>
            </a:r>
            <a:r>
              <a:rPr lang="en-US" altLang="zh-CN" sz="4400" dirty="0"/>
              <a:t>8</a:t>
            </a:r>
            <a:r>
              <a:rPr lang="zh-CN" altLang="en-US" sz="4400" dirty="0"/>
              <a:t>章 人工智能应用案例</a:t>
            </a:r>
          </a:p>
        </p:txBody>
      </p:sp>
    </p:spTree>
    <p:custDataLst>
      <p:tags r:id="rId1"/>
    </p:custDataLst>
  </p:cSld>
  <p:clrMapOvr>
    <a:masterClrMapping/>
  </p:clrMapOvr>
  <mc:AlternateContent xmlns:mc="http://schemas.openxmlformats.org/markup-compatibility/2006">
    <mc:Choice xmlns:p14="http://schemas.microsoft.com/office/powerpoint/2010/main" xmlns="" Requires="p14">
      <p:transition>
        <p:fade/>
      </p:transition>
    </mc:Choice>
    <mc:Fallback>
      <p:transition>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7" name="组合 16">
            <a:extLst>
              <a:ext uri="{FF2B5EF4-FFF2-40B4-BE49-F238E27FC236}">
                <a16:creationId xmlns:a16="http://schemas.microsoft.com/office/drawing/2014/main" xmlns="" id="{8F45FBF7-012C-7F86-6E0B-2A9C86924A8E}"/>
              </a:ext>
            </a:extLst>
          </p:cNvPr>
          <p:cNvGrpSpPr/>
          <p:nvPr/>
        </p:nvGrpSpPr>
        <p:grpSpPr>
          <a:xfrm>
            <a:off x="4730899" y="1508448"/>
            <a:ext cx="6500293" cy="736447"/>
            <a:chOff x="4284032" y="231806"/>
            <a:chExt cx="4853267" cy="736447"/>
          </a:xfrm>
        </p:grpSpPr>
        <p:sp>
          <p:nvSpPr>
            <p:cNvPr id="48" name="矩形: 圆角 47">
              <a:extLst>
                <a:ext uri="{FF2B5EF4-FFF2-40B4-BE49-F238E27FC236}">
                  <a16:creationId xmlns:a16="http://schemas.microsoft.com/office/drawing/2014/main" xmlns="" id="{E1BB9DD2-6BA6-90CE-2021-F5DD289A2EE4}"/>
                </a:ext>
              </a:extLst>
            </p:cNvPr>
            <p:cNvSpPr/>
            <p:nvPr>
              <p:custDataLst>
                <p:tags r:id="rId10"/>
              </p:custDataLst>
            </p:nvPr>
          </p:nvSpPr>
          <p:spPr>
            <a:xfrm>
              <a:off x="4284032" y="231806"/>
              <a:ext cx="4853267" cy="736447"/>
            </a:xfrm>
            <a:prstGeom prst="roundRect">
              <a:avLst>
                <a:gd name="adj" fmla="val 6375"/>
              </a:avLst>
            </a:prstGeom>
            <a:solidFill>
              <a:schemeClr val="accent1">
                <a:alpha val="15000"/>
              </a:schemeClr>
            </a:solidFill>
            <a:ln>
              <a:solidFill>
                <a:schemeClr val="accent1">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l">
                <a:buClrTx/>
                <a:buSzTx/>
                <a:buFontTx/>
              </a:pPr>
              <a:endParaRPr lang="zh-CN" altLang="en-US" dirty="0">
                <a:solidFill>
                  <a:schemeClr val="bg1"/>
                </a:solidFill>
                <a:latin typeface="+mn-ea"/>
                <a:sym typeface="+mn-ea"/>
              </a:endParaRPr>
            </a:p>
          </p:txBody>
        </p:sp>
        <p:cxnSp>
          <p:nvCxnSpPr>
            <p:cNvPr id="49" name="直接连接符 48">
              <a:extLst>
                <a:ext uri="{FF2B5EF4-FFF2-40B4-BE49-F238E27FC236}">
                  <a16:creationId xmlns:a16="http://schemas.microsoft.com/office/drawing/2014/main" xmlns="" id="{871A63E9-7A15-3ACA-EAD9-78E36D6BA592}"/>
                </a:ext>
              </a:extLst>
            </p:cNvPr>
            <p:cNvCxnSpPr>
              <a:cxnSpLocks/>
            </p:cNvCxnSpPr>
            <p:nvPr>
              <p:custDataLst>
                <p:tags r:id="rId11"/>
              </p:custDataLst>
            </p:nvPr>
          </p:nvCxnSpPr>
          <p:spPr>
            <a:xfrm flipV="1">
              <a:off x="5464534" y="380608"/>
              <a:ext cx="0" cy="459602"/>
            </a:xfrm>
            <a:prstGeom prst="line">
              <a:avLst/>
            </a:prstGeom>
            <a:ln w="25400" cap="rnd">
              <a:solidFill>
                <a:schemeClr val="accent1">
                  <a:lumMod val="40000"/>
                  <a:lumOff val="60000"/>
                  <a:alpha val="80000"/>
                </a:schemeClr>
              </a:solidFill>
            </a:ln>
          </p:spPr>
          <p:style>
            <a:lnRef idx="1">
              <a:schemeClr val="accent1"/>
            </a:lnRef>
            <a:fillRef idx="0">
              <a:schemeClr val="accent1"/>
            </a:fillRef>
            <a:effectRef idx="0">
              <a:schemeClr val="accent1"/>
            </a:effectRef>
            <a:fontRef idx="minor">
              <a:schemeClr val="tx1"/>
            </a:fontRef>
          </p:style>
        </p:cxnSp>
        <p:sp>
          <p:nvSpPr>
            <p:cNvPr id="50" name="项标题">
              <a:extLst>
                <a:ext uri="{FF2B5EF4-FFF2-40B4-BE49-F238E27FC236}">
                  <a16:creationId xmlns:a16="http://schemas.microsoft.com/office/drawing/2014/main" xmlns="" id="{B588440D-6510-9F62-ED92-6EADC46AEE32}"/>
                </a:ext>
              </a:extLst>
            </p:cNvPr>
            <p:cNvSpPr txBox="1"/>
            <p:nvPr>
              <p:custDataLst>
                <p:tags r:id="rId12"/>
              </p:custDataLst>
            </p:nvPr>
          </p:nvSpPr>
          <p:spPr>
            <a:xfrm>
              <a:off x="5691541" y="346349"/>
              <a:ext cx="3312429" cy="533084"/>
            </a:xfrm>
            <a:prstGeom prst="rect">
              <a:avLst/>
            </a:prstGeom>
            <a:noFill/>
          </p:spPr>
          <p:txBody>
            <a:bodyPr wrap="square" lIns="0" tIns="0" rIns="0" bIns="0" rtlCol="0" anchor="ctr" anchorCtr="0">
              <a:noAutofit/>
            </a:bodyPr>
            <a:lstStyle/>
            <a:p>
              <a:pPr>
                <a:lnSpc>
                  <a:spcPct val="120000"/>
                </a:lnSpc>
              </a:pPr>
              <a:r>
                <a:rPr lang="en-US" altLang="zh-CN" b="1" spc="300" dirty="0">
                  <a:solidFill>
                    <a:schemeClr val="tx2"/>
                  </a:solidFill>
                  <a:latin typeface="+mn-ea"/>
                </a:rPr>
                <a:t>AI</a:t>
              </a:r>
              <a:r>
                <a:rPr lang="zh-CN" altLang="en-US" b="1" spc="300" dirty="0">
                  <a:solidFill>
                    <a:schemeClr val="tx2"/>
                  </a:solidFill>
                  <a:latin typeface="+mn-ea"/>
                </a:rPr>
                <a:t>技术在故障诊断中的应用</a:t>
              </a:r>
            </a:p>
          </p:txBody>
        </p:sp>
        <p:sp>
          <p:nvSpPr>
            <p:cNvPr id="51" name="序号">
              <a:extLst>
                <a:ext uri="{FF2B5EF4-FFF2-40B4-BE49-F238E27FC236}">
                  <a16:creationId xmlns:a16="http://schemas.microsoft.com/office/drawing/2014/main" xmlns="" id="{16A5D516-0603-DFE9-F14E-2CB4E413EA50}"/>
                </a:ext>
              </a:extLst>
            </p:cNvPr>
            <p:cNvSpPr txBox="1"/>
            <p:nvPr>
              <p:custDataLst>
                <p:tags r:id="rId13"/>
              </p:custDataLst>
            </p:nvPr>
          </p:nvSpPr>
          <p:spPr>
            <a:xfrm>
              <a:off x="4435509" y="231806"/>
              <a:ext cx="872890" cy="736447"/>
            </a:xfrm>
            <a:prstGeom prst="rect">
              <a:avLst/>
            </a:prstGeom>
            <a:noFill/>
          </p:spPr>
          <p:txBody>
            <a:bodyPr wrap="none" lIns="0" tIns="0" rIns="0" bIns="0" rtlCol="0" anchor="ctr" anchorCtr="0">
              <a:noAutofit/>
            </a:bodyPr>
            <a:lstStyle/>
            <a:p>
              <a:pPr algn="ctr">
                <a:lnSpc>
                  <a:spcPct val="100000"/>
                </a:lnSpc>
              </a:pPr>
              <a:r>
                <a:rPr lang="en-US" sz="3600" b="1" dirty="0">
                  <a:gradFill flip="none" rotWithShape="1">
                    <a:gsLst>
                      <a:gs pos="19000">
                        <a:schemeClr val="accent1"/>
                      </a:gs>
                      <a:gs pos="74000">
                        <a:schemeClr val="accent2"/>
                      </a:gs>
                    </a:gsLst>
                    <a:lin ang="2700000" scaled="1"/>
                    <a:tileRect/>
                  </a:gradFill>
                  <a:latin typeface="+mn-ea"/>
                </a:rPr>
                <a:t>01</a:t>
              </a:r>
            </a:p>
          </p:txBody>
        </p:sp>
      </p:grpSp>
      <p:grpSp>
        <p:nvGrpSpPr>
          <p:cNvPr id="18" name="组合 17">
            <a:extLst>
              <a:ext uri="{FF2B5EF4-FFF2-40B4-BE49-F238E27FC236}">
                <a16:creationId xmlns:a16="http://schemas.microsoft.com/office/drawing/2014/main" xmlns="" id="{C728FA74-B982-C6A2-43AD-E1EF08967289}"/>
              </a:ext>
            </a:extLst>
          </p:cNvPr>
          <p:cNvGrpSpPr/>
          <p:nvPr/>
        </p:nvGrpSpPr>
        <p:grpSpPr>
          <a:xfrm>
            <a:off x="4763178" y="2876665"/>
            <a:ext cx="6500293" cy="736447"/>
            <a:chOff x="4284032" y="231806"/>
            <a:chExt cx="4853267" cy="736447"/>
          </a:xfrm>
        </p:grpSpPr>
        <p:sp>
          <p:nvSpPr>
            <p:cNvPr id="44" name="矩形: 圆角 43">
              <a:extLst>
                <a:ext uri="{FF2B5EF4-FFF2-40B4-BE49-F238E27FC236}">
                  <a16:creationId xmlns:a16="http://schemas.microsoft.com/office/drawing/2014/main" xmlns="" id="{7824F239-94FE-09EE-B1D2-2175D9F22CF7}"/>
                </a:ext>
              </a:extLst>
            </p:cNvPr>
            <p:cNvSpPr/>
            <p:nvPr>
              <p:custDataLst>
                <p:tags r:id="rId6"/>
              </p:custDataLst>
            </p:nvPr>
          </p:nvSpPr>
          <p:spPr>
            <a:xfrm>
              <a:off x="4284032" y="231806"/>
              <a:ext cx="4853267" cy="736447"/>
            </a:xfrm>
            <a:prstGeom prst="roundRect">
              <a:avLst>
                <a:gd name="adj" fmla="val 6375"/>
              </a:avLst>
            </a:prstGeom>
            <a:solidFill>
              <a:schemeClr val="accent1">
                <a:alpha val="15000"/>
              </a:schemeClr>
            </a:solidFill>
            <a:ln>
              <a:solidFill>
                <a:schemeClr val="accent1">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l">
                <a:buClrTx/>
                <a:buSzTx/>
                <a:buFontTx/>
              </a:pPr>
              <a:endParaRPr lang="zh-CN" altLang="en-US" dirty="0">
                <a:solidFill>
                  <a:schemeClr val="bg1"/>
                </a:solidFill>
                <a:latin typeface="+mn-ea"/>
                <a:sym typeface="+mn-ea"/>
              </a:endParaRPr>
            </a:p>
          </p:txBody>
        </p:sp>
        <p:cxnSp>
          <p:nvCxnSpPr>
            <p:cNvPr id="45" name="直接连接符 44">
              <a:extLst>
                <a:ext uri="{FF2B5EF4-FFF2-40B4-BE49-F238E27FC236}">
                  <a16:creationId xmlns:a16="http://schemas.microsoft.com/office/drawing/2014/main" xmlns="" id="{ABDDEEEA-6219-72C6-903B-A436D8E6D132}"/>
                </a:ext>
              </a:extLst>
            </p:cNvPr>
            <p:cNvCxnSpPr>
              <a:cxnSpLocks/>
            </p:cNvCxnSpPr>
            <p:nvPr>
              <p:custDataLst>
                <p:tags r:id="rId7"/>
              </p:custDataLst>
            </p:nvPr>
          </p:nvCxnSpPr>
          <p:spPr>
            <a:xfrm flipV="1">
              <a:off x="5464534" y="380608"/>
              <a:ext cx="0" cy="459602"/>
            </a:xfrm>
            <a:prstGeom prst="line">
              <a:avLst/>
            </a:prstGeom>
            <a:ln w="25400" cap="rnd">
              <a:solidFill>
                <a:schemeClr val="accent1">
                  <a:lumMod val="40000"/>
                  <a:lumOff val="60000"/>
                  <a:alpha val="80000"/>
                </a:schemeClr>
              </a:solidFill>
            </a:ln>
          </p:spPr>
          <p:style>
            <a:lnRef idx="1">
              <a:schemeClr val="accent1"/>
            </a:lnRef>
            <a:fillRef idx="0">
              <a:schemeClr val="accent1"/>
            </a:fillRef>
            <a:effectRef idx="0">
              <a:schemeClr val="accent1"/>
            </a:effectRef>
            <a:fontRef idx="minor">
              <a:schemeClr val="tx1"/>
            </a:fontRef>
          </p:style>
        </p:cxnSp>
        <p:sp>
          <p:nvSpPr>
            <p:cNvPr id="46" name="项标题">
              <a:extLst>
                <a:ext uri="{FF2B5EF4-FFF2-40B4-BE49-F238E27FC236}">
                  <a16:creationId xmlns:a16="http://schemas.microsoft.com/office/drawing/2014/main" xmlns="" id="{837CE7AF-B452-9459-7B7A-9A2CC9577911}"/>
                </a:ext>
              </a:extLst>
            </p:cNvPr>
            <p:cNvSpPr txBox="1"/>
            <p:nvPr>
              <p:custDataLst>
                <p:tags r:id="rId8"/>
              </p:custDataLst>
            </p:nvPr>
          </p:nvSpPr>
          <p:spPr>
            <a:xfrm>
              <a:off x="5691541" y="346349"/>
              <a:ext cx="3312429" cy="533084"/>
            </a:xfrm>
            <a:prstGeom prst="rect">
              <a:avLst/>
            </a:prstGeom>
            <a:noFill/>
          </p:spPr>
          <p:txBody>
            <a:bodyPr wrap="square" lIns="0" tIns="0" rIns="0" bIns="0" rtlCol="0" anchor="ctr" anchorCtr="0">
              <a:noAutofit/>
            </a:bodyPr>
            <a:lstStyle/>
            <a:p>
              <a:pPr>
                <a:lnSpc>
                  <a:spcPct val="120000"/>
                </a:lnSpc>
              </a:pPr>
              <a:r>
                <a:rPr lang="en-US" altLang="zh-CN" b="1" spc="300" dirty="0">
                  <a:solidFill>
                    <a:schemeClr val="tx2"/>
                  </a:solidFill>
                  <a:latin typeface="+mn-ea"/>
                </a:rPr>
                <a:t>AI</a:t>
              </a:r>
              <a:r>
                <a:rPr lang="zh-CN" altLang="en-US" b="1" spc="300" dirty="0">
                  <a:solidFill>
                    <a:schemeClr val="tx2"/>
                  </a:solidFill>
                  <a:latin typeface="+mn-ea"/>
                </a:rPr>
                <a:t>技术在石油勘探开发中的应用案例</a:t>
              </a:r>
            </a:p>
          </p:txBody>
        </p:sp>
        <p:sp>
          <p:nvSpPr>
            <p:cNvPr id="47" name="序号">
              <a:extLst>
                <a:ext uri="{FF2B5EF4-FFF2-40B4-BE49-F238E27FC236}">
                  <a16:creationId xmlns:a16="http://schemas.microsoft.com/office/drawing/2014/main" xmlns="" id="{66CB7682-8297-E70D-8595-3AA4650CFCB8}"/>
                </a:ext>
              </a:extLst>
            </p:cNvPr>
            <p:cNvSpPr txBox="1"/>
            <p:nvPr>
              <p:custDataLst>
                <p:tags r:id="rId9"/>
              </p:custDataLst>
            </p:nvPr>
          </p:nvSpPr>
          <p:spPr>
            <a:xfrm>
              <a:off x="4435509" y="231806"/>
              <a:ext cx="872890" cy="736447"/>
            </a:xfrm>
            <a:prstGeom prst="rect">
              <a:avLst/>
            </a:prstGeom>
            <a:noFill/>
          </p:spPr>
          <p:txBody>
            <a:bodyPr wrap="none" lIns="0" tIns="0" rIns="0" bIns="0" rtlCol="0" anchor="ctr" anchorCtr="0">
              <a:noAutofit/>
            </a:bodyPr>
            <a:lstStyle/>
            <a:p>
              <a:pPr algn="ctr">
                <a:lnSpc>
                  <a:spcPct val="100000"/>
                </a:lnSpc>
              </a:pPr>
              <a:r>
                <a:rPr lang="en-US" sz="3600" b="1" dirty="0">
                  <a:gradFill flip="none" rotWithShape="1">
                    <a:gsLst>
                      <a:gs pos="19000">
                        <a:schemeClr val="accent1"/>
                      </a:gs>
                      <a:gs pos="74000">
                        <a:schemeClr val="accent2"/>
                      </a:gs>
                    </a:gsLst>
                    <a:lin ang="2700000" scaled="1"/>
                    <a:tileRect/>
                  </a:gradFill>
                  <a:latin typeface="+mn-ea"/>
                </a:rPr>
                <a:t>02</a:t>
              </a:r>
            </a:p>
          </p:txBody>
        </p:sp>
      </p:grpSp>
      <p:grpSp>
        <p:nvGrpSpPr>
          <p:cNvPr id="19" name="组合 18">
            <a:extLst>
              <a:ext uri="{FF2B5EF4-FFF2-40B4-BE49-F238E27FC236}">
                <a16:creationId xmlns:a16="http://schemas.microsoft.com/office/drawing/2014/main" xmlns="" id="{4C09A626-2D26-AFCF-B559-A7F9E2F764B6}"/>
              </a:ext>
            </a:extLst>
          </p:cNvPr>
          <p:cNvGrpSpPr/>
          <p:nvPr/>
        </p:nvGrpSpPr>
        <p:grpSpPr>
          <a:xfrm>
            <a:off x="4763177" y="4244882"/>
            <a:ext cx="6500293" cy="736447"/>
            <a:chOff x="4284032" y="231806"/>
            <a:chExt cx="4853267" cy="736447"/>
          </a:xfrm>
        </p:grpSpPr>
        <p:sp>
          <p:nvSpPr>
            <p:cNvPr id="40" name="矩形: 圆角 39">
              <a:extLst>
                <a:ext uri="{FF2B5EF4-FFF2-40B4-BE49-F238E27FC236}">
                  <a16:creationId xmlns:a16="http://schemas.microsoft.com/office/drawing/2014/main" xmlns="" id="{A2ECEC56-35AA-3550-50D6-31FF8210BE59}"/>
                </a:ext>
              </a:extLst>
            </p:cNvPr>
            <p:cNvSpPr/>
            <p:nvPr>
              <p:custDataLst>
                <p:tags r:id="rId2"/>
              </p:custDataLst>
            </p:nvPr>
          </p:nvSpPr>
          <p:spPr>
            <a:xfrm>
              <a:off x="4284032" y="231806"/>
              <a:ext cx="4853267" cy="736447"/>
            </a:xfrm>
            <a:prstGeom prst="roundRect">
              <a:avLst>
                <a:gd name="adj" fmla="val 6375"/>
              </a:avLst>
            </a:prstGeom>
            <a:solidFill>
              <a:schemeClr val="accent1">
                <a:alpha val="15000"/>
              </a:schemeClr>
            </a:solidFill>
            <a:ln>
              <a:solidFill>
                <a:schemeClr val="accent1">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l">
                <a:buClrTx/>
                <a:buSzTx/>
                <a:buFontTx/>
              </a:pPr>
              <a:endParaRPr lang="zh-CN" altLang="en-US" dirty="0">
                <a:solidFill>
                  <a:schemeClr val="bg1"/>
                </a:solidFill>
                <a:latin typeface="+mn-ea"/>
                <a:sym typeface="+mn-ea"/>
              </a:endParaRPr>
            </a:p>
          </p:txBody>
        </p:sp>
        <p:cxnSp>
          <p:nvCxnSpPr>
            <p:cNvPr id="41" name="直接连接符 40">
              <a:extLst>
                <a:ext uri="{FF2B5EF4-FFF2-40B4-BE49-F238E27FC236}">
                  <a16:creationId xmlns:a16="http://schemas.microsoft.com/office/drawing/2014/main" xmlns="" id="{95682C22-F7D4-B142-69FF-C78E713EB540}"/>
                </a:ext>
              </a:extLst>
            </p:cNvPr>
            <p:cNvCxnSpPr>
              <a:cxnSpLocks/>
            </p:cNvCxnSpPr>
            <p:nvPr>
              <p:custDataLst>
                <p:tags r:id="rId3"/>
              </p:custDataLst>
            </p:nvPr>
          </p:nvCxnSpPr>
          <p:spPr>
            <a:xfrm flipV="1">
              <a:off x="5464534" y="380608"/>
              <a:ext cx="0" cy="459602"/>
            </a:xfrm>
            <a:prstGeom prst="line">
              <a:avLst/>
            </a:prstGeom>
            <a:ln w="25400" cap="rnd">
              <a:solidFill>
                <a:schemeClr val="accent1">
                  <a:lumMod val="40000"/>
                  <a:lumOff val="60000"/>
                  <a:alpha val="80000"/>
                </a:schemeClr>
              </a:solidFill>
            </a:ln>
          </p:spPr>
          <p:style>
            <a:lnRef idx="1">
              <a:schemeClr val="accent1"/>
            </a:lnRef>
            <a:fillRef idx="0">
              <a:schemeClr val="accent1"/>
            </a:fillRef>
            <a:effectRef idx="0">
              <a:schemeClr val="accent1"/>
            </a:effectRef>
            <a:fontRef idx="minor">
              <a:schemeClr val="tx1"/>
            </a:fontRef>
          </p:style>
        </p:cxnSp>
        <p:sp>
          <p:nvSpPr>
            <p:cNvPr id="42" name="项标题">
              <a:extLst>
                <a:ext uri="{FF2B5EF4-FFF2-40B4-BE49-F238E27FC236}">
                  <a16:creationId xmlns:a16="http://schemas.microsoft.com/office/drawing/2014/main" xmlns="" id="{ED343252-F304-9FAA-ACE7-33AA589F9761}"/>
                </a:ext>
              </a:extLst>
            </p:cNvPr>
            <p:cNvSpPr txBox="1"/>
            <p:nvPr>
              <p:custDataLst>
                <p:tags r:id="rId4"/>
              </p:custDataLst>
            </p:nvPr>
          </p:nvSpPr>
          <p:spPr>
            <a:xfrm>
              <a:off x="5702156" y="343867"/>
              <a:ext cx="3041386" cy="533084"/>
            </a:xfrm>
            <a:prstGeom prst="rect">
              <a:avLst/>
            </a:prstGeom>
            <a:noFill/>
          </p:spPr>
          <p:txBody>
            <a:bodyPr wrap="square" lIns="0" tIns="0" rIns="0" bIns="0" rtlCol="0" anchor="ctr" anchorCtr="0">
              <a:noAutofit/>
            </a:bodyPr>
            <a:lstStyle/>
            <a:p>
              <a:pPr>
                <a:lnSpc>
                  <a:spcPct val="120000"/>
                </a:lnSpc>
              </a:pPr>
              <a:r>
                <a:rPr lang="en-US" altLang="zh-CN" b="1" spc="300" dirty="0">
                  <a:solidFill>
                    <a:schemeClr val="tx2"/>
                  </a:solidFill>
                  <a:latin typeface="+mn-ea"/>
                </a:rPr>
                <a:t>AI</a:t>
              </a:r>
              <a:r>
                <a:rPr lang="zh-CN" altLang="en-US" b="1" spc="300" dirty="0">
                  <a:solidFill>
                    <a:schemeClr val="tx2"/>
                  </a:solidFill>
                  <a:latin typeface="+mn-ea"/>
                </a:rPr>
                <a:t>在化工与材料领域中的应用</a:t>
              </a:r>
            </a:p>
          </p:txBody>
        </p:sp>
        <p:sp>
          <p:nvSpPr>
            <p:cNvPr id="43" name="序号">
              <a:extLst>
                <a:ext uri="{FF2B5EF4-FFF2-40B4-BE49-F238E27FC236}">
                  <a16:creationId xmlns:a16="http://schemas.microsoft.com/office/drawing/2014/main" xmlns="" id="{DAA5722F-526A-DE1E-94CC-7B51C8574F65}"/>
                </a:ext>
              </a:extLst>
            </p:cNvPr>
            <p:cNvSpPr txBox="1"/>
            <p:nvPr>
              <p:custDataLst>
                <p:tags r:id="rId5"/>
              </p:custDataLst>
            </p:nvPr>
          </p:nvSpPr>
          <p:spPr>
            <a:xfrm>
              <a:off x="4435509" y="231806"/>
              <a:ext cx="872890" cy="736447"/>
            </a:xfrm>
            <a:prstGeom prst="rect">
              <a:avLst/>
            </a:prstGeom>
            <a:noFill/>
          </p:spPr>
          <p:txBody>
            <a:bodyPr wrap="none" lIns="0" tIns="0" rIns="0" bIns="0" rtlCol="0" anchor="ctr" anchorCtr="0">
              <a:noAutofit/>
            </a:bodyPr>
            <a:lstStyle/>
            <a:p>
              <a:pPr algn="ctr">
                <a:lnSpc>
                  <a:spcPct val="100000"/>
                </a:lnSpc>
              </a:pPr>
              <a:r>
                <a:rPr lang="en-US" sz="3600" b="1" dirty="0">
                  <a:gradFill flip="none" rotWithShape="1">
                    <a:gsLst>
                      <a:gs pos="19000">
                        <a:schemeClr val="accent1"/>
                      </a:gs>
                      <a:gs pos="74000">
                        <a:schemeClr val="accent2"/>
                      </a:gs>
                    </a:gsLst>
                    <a:lin ang="2700000" scaled="1"/>
                    <a:tileRect/>
                  </a:gradFill>
                  <a:latin typeface="+mn-ea"/>
                </a:rPr>
                <a:t>03</a:t>
              </a:r>
            </a:p>
          </p:txBody>
        </p:sp>
      </p:grpSp>
    </p:spTree>
    <p:custDataLst>
      <p:tags r:id="rId1"/>
    </p:custDataLst>
  </p:cSld>
  <p:clrMapOvr>
    <a:masterClrMapping/>
  </p:clrMapOvr>
  <mc:AlternateContent xmlns:mc="http://schemas.openxmlformats.org/markup-compatibility/2006">
    <mc:Choice xmlns:p14="http://schemas.microsoft.com/office/powerpoint/2010/main" xmlns="" Requires="p14">
      <p:transition>
        <p:fade/>
      </p:transition>
    </mc:Choice>
    <mc:Fallback>
      <p:transition>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p:cNvSpPr>
            <a:spLocks noGrp="1"/>
          </p:cNvSpPr>
          <p:nvPr>
            <p:ph type="title"/>
            <p:custDataLst>
              <p:tags r:id="rId2"/>
            </p:custDataLst>
          </p:nvPr>
        </p:nvSpPr>
        <p:spPr>
          <a:xfrm>
            <a:off x="5132246" y="2864881"/>
            <a:ext cx="6639897" cy="1325563"/>
          </a:xfrm>
        </p:spPr>
        <p:txBody>
          <a:bodyPr>
            <a:normAutofit/>
          </a:bodyPr>
          <a:lstStyle/>
          <a:p>
            <a:pPr algn="ctr"/>
            <a:r>
              <a:rPr lang="en-US" altLang="zh-CN" dirty="0"/>
              <a:t>8.1 AI</a:t>
            </a:r>
            <a:r>
              <a:rPr lang="zh-CN" altLang="en-US" dirty="0"/>
              <a:t>技术在故障诊断中</a:t>
            </a:r>
            <a:r>
              <a:rPr lang="en-US" altLang="zh-CN" dirty="0"/>
              <a:t/>
            </a:r>
            <a:br>
              <a:rPr lang="en-US" altLang="zh-CN" dirty="0"/>
            </a:br>
            <a:r>
              <a:rPr lang="zh-CN" altLang="en-US" dirty="0"/>
              <a:t>的应用</a:t>
            </a:r>
          </a:p>
        </p:txBody>
      </p:sp>
    </p:spTree>
    <p:custDataLst>
      <p:tags r:id="rId1"/>
    </p:custDataLst>
  </p:cSld>
  <p:clrMapOvr>
    <a:masterClrMapping/>
  </p:clrMapOvr>
  <mc:AlternateContent xmlns:mc="http://schemas.openxmlformats.org/markup-compatibility/2006">
    <mc:Choice xmlns:p14="http://schemas.microsoft.com/office/powerpoint/2010/main" xmlns="" Requires="p14">
      <p:transition>
        <p:fade/>
      </p:transition>
    </mc:Choice>
    <mc:Fallback>
      <p:transition>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标题 16"/>
          <p:cNvSpPr>
            <a:spLocks noGrp="1"/>
          </p:cNvSpPr>
          <p:nvPr>
            <p:ph type="title"/>
            <p:custDataLst>
              <p:tags r:id="rId2"/>
            </p:custDataLst>
          </p:nvPr>
        </p:nvSpPr>
        <p:spPr/>
        <p:txBody>
          <a:bodyPr>
            <a:normAutofit fontScale="90000"/>
          </a:bodyPr>
          <a:lstStyle/>
          <a:p>
            <a:pPr lvl="0"/>
            <a:r>
              <a:rPr lang="en-US" altLang="zh-CN" dirty="0"/>
              <a:t>8.1.1 AI</a:t>
            </a:r>
            <a:r>
              <a:rPr lang="zh-CN" altLang="en-US" dirty="0"/>
              <a:t>技术在故障诊断中的应用概述</a:t>
            </a:r>
          </a:p>
        </p:txBody>
      </p:sp>
      <p:pic>
        <p:nvPicPr>
          <p:cNvPr id="2" name="图片 1">
            <a:extLst>
              <a:ext uri="{FF2B5EF4-FFF2-40B4-BE49-F238E27FC236}">
                <a16:creationId xmlns:a16="http://schemas.microsoft.com/office/drawing/2014/main" xmlns="" id="{09FE8BB9-28EF-26E0-162B-DE6697554B15}"/>
              </a:ext>
            </a:extLst>
          </p:cNvPr>
          <p:cNvPicPr>
            <a:picLocks noChangeAspect="1"/>
          </p:cNvPicPr>
          <p:nvPr/>
        </p:nvPicPr>
        <p:blipFill>
          <a:blip r:embed="rId5"/>
          <a:stretch>
            <a:fillRect/>
          </a:stretch>
        </p:blipFill>
        <p:spPr>
          <a:xfrm>
            <a:off x="1790675" y="741521"/>
            <a:ext cx="8483625" cy="4825259"/>
          </a:xfrm>
          <a:prstGeom prst="rect">
            <a:avLst/>
          </a:prstGeom>
        </p:spPr>
      </p:pic>
      <p:sp>
        <p:nvSpPr>
          <p:cNvPr id="7" name="文本框 6">
            <a:extLst>
              <a:ext uri="{FF2B5EF4-FFF2-40B4-BE49-F238E27FC236}">
                <a16:creationId xmlns:a16="http://schemas.microsoft.com/office/drawing/2014/main" xmlns="" id="{C8B004DB-A9AC-044D-9BF1-37CD333F109E}"/>
              </a:ext>
            </a:extLst>
          </p:cNvPr>
          <p:cNvSpPr txBox="1"/>
          <p:nvPr/>
        </p:nvSpPr>
        <p:spPr>
          <a:xfrm>
            <a:off x="1035037" y="5762536"/>
            <a:ext cx="9994900" cy="707886"/>
          </a:xfrm>
          <a:prstGeom prst="rect">
            <a:avLst/>
          </a:prstGeom>
          <a:noFill/>
        </p:spPr>
        <p:txBody>
          <a:bodyPr wrap="square">
            <a:spAutoFit/>
          </a:bodyPr>
          <a:lstStyle/>
          <a:p>
            <a:r>
              <a:rPr lang="en-US" altLang="zh-CN" sz="2000" dirty="0"/>
              <a:t>AI </a:t>
            </a:r>
            <a:r>
              <a:rPr lang="zh-CN" altLang="en-US" sz="2000" dirty="0"/>
              <a:t>故障诊断技术是一种利用设备当前状态信息和历史状况，通过一定分析方法对设备状态进行评价的状态识别技术。</a:t>
            </a:r>
          </a:p>
        </p:txBody>
      </p:sp>
    </p:spTree>
    <p:custDataLst>
      <p:tags r:id="rId1"/>
    </p:custDataLst>
  </p:cSld>
  <p:clrMapOvr>
    <a:masterClrMapping/>
  </p:clrMapOvr>
  <mc:AlternateContent xmlns:mc="http://schemas.openxmlformats.org/markup-compatibility/2006">
    <mc:Choice xmlns:p14="http://schemas.microsoft.com/office/powerpoint/2010/main" xmlns="" Requires="p14">
      <p:transition>
        <p:fade/>
      </p:transition>
    </mc:Choice>
    <mc:Fallback>
      <p:transition>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p:cNvSpPr>
            <a:spLocks noGrp="1"/>
          </p:cNvSpPr>
          <p:nvPr>
            <p:ph type="title"/>
            <p:custDataLst>
              <p:tags r:id="rId2"/>
            </p:custDataLst>
          </p:nvPr>
        </p:nvSpPr>
        <p:spPr>
          <a:xfrm>
            <a:off x="749134" y="43542"/>
            <a:ext cx="10471315" cy="599705"/>
          </a:xfrm>
        </p:spPr>
        <p:txBody>
          <a:bodyPr>
            <a:normAutofit fontScale="90000"/>
          </a:bodyPr>
          <a:lstStyle/>
          <a:p>
            <a:r>
              <a:rPr lang="en-US" altLang="zh-CN" dirty="0"/>
              <a:t>8.1.2 </a:t>
            </a:r>
            <a:r>
              <a:rPr lang="zh-CN" altLang="en-US" dirty="0"/>
              <a:t>案例</a:t>
            </a:r>
            <a:r>
              <a:rPr lang="en-US" altLang="zh-CN" dirty="0"/>
              <a:t>1</a:t>
            </a:r>
            <a:r>
              <a:rPr lang="zh-CN" altLang="en-US" dirty="0"/>
              <a:t>：基于支持向量机（</a:t>
            </a:r>
            <a:r>
              <a:rPr lang="en-US" altLang="zh-CN" dirty="0"/>
              <a:t>SVM</a:t>
            </a:r>
            <a:r>
              <a:rPr lang="zh-CN" altLang="en-US" dirty="0"/>
              <a:t>）</a:t>
            </a:r>
            <a:r>
              <a:rPr lang="en-US" altLang="zh-CN" dirty="0"/>
              <a:t> </a:t>
            </a:r>
            <a:r>
              <a:rPr lang="zh-CN" altLang="en-US" dirty="0"/>
              <a:t>的轴承故障诊断</a:t>
            </a:r>
          </a:p>
        </p:txBody>
      </p:sp>
      <p:pic>
        <p:nvPicPr>
          <p:cNvPr id="2" name="图片 1">
            <a:extLst>
              <a:ext uri="{FF2B5EF4-FFF2-40B4-BE49-F238E27FC236}">
                <a16:creationId xmlns:a16="http://schemas.microsoft.com/office/drawing/2014/main" xmlns="" id="{B972D99A-EAFB-A9D4-931B-8A0300E76290}"/>
              </a:ext>
            </a:extLst>
          </p:cNvPr>
          <p:cNvPicPr>
            <a:picLocks noChangeAspect="1"/>
          </p:cNvPicPr>
          <p:nvPr/>
        </p:nvPicPr>
        <p:blipFill>
          <a:blip r:embed="rId4"/>
          <a:stretch>
            <a:fillRect/>
          </a:stretch>
        </p:blipFill>
        <p:spPr>
          <a:xfrm>
            <a:off x="133350" y="802032"/>
            <a:ext cx="11925300" cy="3360592"/>
          </a:xfrm>
          <a:prstGeom prst="rect">
            <a:avLst/>
          </a:prstGeom>
        </p:spPr>
      </p:pic>
      <p:pic>
        <p:nvPicPr>
          <p:cNvPr id="3" name="图片 2">
            <a:extLst>
              <a:ext uri="{FF2B5EF4-FFF2-40B4-BE49-F238E27FC236}">
                <a16:creationId xmlns:a16="http://schemas.microsoft.com/office/drawing/2014/main" xmlns="" id="{AD2FA167-C5B9-29AD-7394-904EC5220BDF}"/>
              </a:ext>
            </a:extLst>
          </p:cNvPr>
          <p:cNvPicPr>
            <a:picLocks noChangeAspect="1"/>
          </p:cNvPicPr>
          <p:nvPr/>
        </p:nvPicPr>
        <p:blipFill>
          <a:blip r:embed="rId5"/>
          <a:stretch>
            <a:fillRect/>
          </a:stretch>
        </p:blipFill>
        <p:spPr>
          <a:xfrm>
            <a:off x="2092325" y="4426774"/>
            <a:ext cx="8007350" cy="2044939"/>
          </a:xfrm>
          <a:prstGeom prst="rect">
            <a:avLst/>
          </a:prstGeom>
        </p:spPr>
      </p:pic>
    </p:spTree>
    <p:custDataLst>
      <p:tags r:id="rId1"/>
    </p:custDataLst>
  </p:cSld>
  <p:clrMapOvr>
    <a:masterClrMapping/>
  </p:clrMapOvr>
  <mc:AlternateContent xmlns:mc="http://schemas.openxmlformats.org/markup-compatibility/2006">
    <mc:Choice xmlns:p14="http://schemas.microsoft.com/office/powerpoint/2010/main" xmlns="" Requires="p14">
      <p:transition>
        <p:fade/>
      </p:transition>
    </mc:Choice>
    <mc:Fallback>
      <p:transition>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055F0568-C161-5E27-B8D7-BA9C67E7DEE5}"/>
            </a:ext>
          </a:extLst>
        </p:cNvPr>
        <p:cNvGrpSpPr/>
        <p:nvPr/>
      </p:nvGrpSpPr>
      <p:grpSpPr>
        <a:xfrm>
          <a:off x="0" y="0"/>
          <a:ext cx="0" cy="0"/>
          <a:chOff x="0" y="0"/>
          <a:chExt cx="0" cy="0"/>
        </a:xfrm>
      </p:grpSpPr>
      <p:sp>
        <p:nvSpPr>
          <p:cNvPr id="4" name="标题">
            <a:extLst>
              <a:ext uri="{FF2B5EF4-FFF2-40B4-BE49-F238E27FC236}">
                <a16:creationId xmlns:a16="http://schemas.microsoft.com/office/drawing/2014/main" xmlns="" id="{E9611E75-A433-2D0F-A5E9-F725A84F2F88}"/>
              </a:ext>
            </a:extLst>
          </p:cNvPr>
          <p:cNvSpPr>
            <a:spLocks noGrp="1"/>
          </p:cNvSpPr>
          <p:nvPr>
            <p:ph type="title"/>
            <p:custDataLst>
              <p:tags r:id="rId2"/>
            </p:custDataLst>
          </p:nvPr>
        </p:nvSpPr>
        <p:spPr>
          <a:xfrm>
            <a:off x="749134" y="43542"/>
            <a:ext cx="10471315" cy="599705"/>
          </a:xfrm>
        </p:spPr>
        <p:txBody>
          <a:bodyPr>
            <a:normAutofit fontScale="90000"/>
          </a:bodyPr>
          <a:lstStyle/>
          <a:p>
            <a:r>
              <a:rPr lang="en-US" altLang="zh-CN" dirty="0"/>
              <a:t>8.1.2 </a:t>
            </a:r>
            <a:r>
              <a:rPr lang="zh-CN" altLang="en-US" dirty="0"/>
              <a:t>案例</a:t>
            </a:r>
            <a:r>
              <a:rPr lang="en-US" altLang="zh-CN" dirty="0"/>
              <a:t>1</a:t>
            </a:r>
            <a:r>
              <a:rPr lang="zh-CN" altLang="en-US" dirty="0"/>
              <a:t>：基于支持向量机（</a:t>
            </a:r>
            <a:r>
              <a:rPr lang="en-US" altLang="zh-CN" dirty="0"/>
              <a:t>SVM</a:t>
            </a:r>
            <a:r>
              <a:rPr lang="zh-CN" altLang="en-US" dirty="0"/>
              <a:t>）</a:t>
            </a:r>
            <a:r>
              <a:rPr lang="en-US" altLang="zh-CN" dirty="0"/>
              <a:t> </a:t>
            </a:r>
            <a:r>
              <a:rPr lang="zh-CN" altLang="en-US" dirty="0"/>
              <a:t>的轴承故障诊断</a:t>
            </a:r>
          </a:p>
        </p:txBody>
      </p:sp>
      <p:pic>
        <p:nvPicPr>
          <p:cNvPr id="5" name="图片 4">
            <a:extLst>
              <a:ext uri="{FF2B5EF4-FFF2-40B4-BE49-F238E27FC236}">
                <a16:creationId xmlns:a16="http://schemas.microsoft.com/office/drawing/2014/main" xmlns="" id="{503523FB-BE98-3CF8-8886-87618A6F8D24}"/>
              </a:ext>
            </a:extLst>
          </p:cNvPr>
          <p:cNvPicPr>
            <a:picLocks noChangeAspect="1"/>
          </p:cNvPicPr>
          <p:nvPr/>
        </p:nvPicPr>
        <p:blipFill>
          <a:blip r:embed="rId4">
            <a:clrChange>
              <a:clrFrom>
                <a:srgbClr val="FFFFFF"/>
              </a:clrFrom>
              <a:clrTo>
                <a:srgbClr val="FFFFFF">
                  <a:alpha val="0"/>
                </a:srgbClr>
              </a:clrTo>
            </a:clrChange>
          </a:blip>
          <a:srcRect l="2545"/>
          <a:stretch/>
        </p:blipFill>
        <p:spPr>
          <a:xfrm>
            <a:off x="50800" y="982015"/>
            <a:ext cx="8025573" cy="5725646"/>
          </a:xfrm>
          <a:prstGeom prst="rect">
            <a:avLst/>
          </a:prstGeom>
        </p:spPr>
      </p:pic>
      <p:sp>
        <p:nvSpPr>
          <p:cNvPr id="7" name="文本框 6">
            <a:extLst>
              <a:ext uri="{FF2B5EF4-FFF2-40B4-BE49-F238E27FC236}">
                <a16:creationId xmlns:a16="http://schemas.microsoft.com/office/drawing/2014/main" xmlns="" id="{6000962D-C253-3EE2-2E6A-30EA51F313D1}"/>
              </a:ext>
            </a:extLst>
          </p:cNvPr>
          <p:cNvSpPr txBox="1"/>
          <p:nvPr/>
        </p:nvSpPr>
        <p:spPr>
          <a:xfrm>
            <a:off x="8076373" y="1721001"/>
            <a:ext cx="4064827" cy="4154984"/>
          </a:xfrm>
          <a:prstGeom prst="rect">
            <a:avLst/>
          </a:prstGeom>
          <a:noFill/>
        </p:spPr>
        <p:txBody>
          <a:bodyPr wrap="square">
            <a:spAutoFit/>
          </a:bodyPr>
          <a:lstStyle/>
          <a:p>
            <a:pPr algn="l"/>
            <a:r>
              <a:rPr lang="zh-CN" altLang="en-US" sz="2400" b="0" i="0" u="none" strike="noStrike" baseline="0" dirty="0">
                <a:latin typeface="+mn-ea"/>
              </a:rPr>
              <a:t>有量纲特征虽然对故障敏感性较强，但受设备的运行状态和环境噪声影响较大。</a:t>
            </a:r>
            <a:r>
              <a:rPr lang="zh-CN" altLang="en-US" sz="2400" b="1" i="0" u="none" strike="noStrike" baseline="0" dirty="0">
                <a:latin typeface="+mn-ea"/>
              </a:rPr>
              <a:t>无量纲特征（</a:t>
            </a:r>
            <a:r>
              <a:rPr lang="en-US" altLang="zh-CN" sz="2400" b="1" i="0" u="none" strike="noStrike" baseline="0" dirty="0">
                <a:latin typeface="+mn-ea"/>
              </a:rPr>
              <a:t>dimensionless features</a:t>
            </a:r>
            <a:r>
              <a:rPr lang="zh-CN" altLang="en-US" sz="2400" b="1" i="0" u="none" strike="noStrike" baseline="0" dirty="0">
                <a:latin typeface="+mn-ea"/>
              </a:rPr>
              <a:t>）将两个有量纲特征以比值的形式组合</a:t>
            </a:r>
            <a:r>
              <a:rPr lang="zh-CN" altLang="en-US" sz="2400" b="0" i="0" u="none" strike="noStrike" baseline="0" dirty="0">
                <a:latin typeface="+mn-ea"/>
              </a:rPr>
              <a:t>，消除了量纲的影响，能在保持故障敏感性的前提下，减少工况和干扰的影响，因此被广泛地应用在复杂环境下的机械设备故障诊断中。</a:t>
            </a:r>
            <a:endParaRPr lang="zh-CN" altLang="en-US" sz="4800" dirty="0">
              <a:latin typeface="+mn-ea"/>
            </a:endParaRPr>
          </a:p>
        </p:txBody>
      </p:sp>
    </p:spTree>
    <p:custDataLst>
      <p:tags r:id="rId1"/>
    </p:custDataLst>
    <p:extLst>
      <p:ext uri="{BB962C8B-B14F-4D97-AF65-F5344CB8AC3E}">
        <p14:creationId xmlns:p14="http://schemas.microsoft.com/office/powerpoint/2010/main" xmlns="" val="664697588"/>
      </p:ext>
    </p:ext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A36841C0-2CB2-2EB7-7976-DE5E263199D5}"/>
            </a:ext>
          </a:extLst>
        </p:cNvPr>
        <p:cNvGrpSpPr/>
        <p:nvPr/>
      </p:nvGrpSpPr>
      <p:grpSpPr>
        <a:xfrm>
          <a:off x="0" y="0"/>
          <a:ext cx="0" cy="0"/>
          <a:chOff x="0" y="0"/>
          <a:chExt cx="0" cy="0"/>
        </a:xfrm>
      </p:grpSpPr>
      <p:sp>
        <p:nvSpPr>
          <p:cNvPr id="4" name="标题">
            <a:extLst>
              <a:ext uri="{FF2B5EF4-FFF2-40B4-BE49-F238E27FC236}">
                <a16:creationId xmlns:a16="http://schemas.microsoft.com/office/drawing/2014/main" xmlns="" id="{9C4586B3-5333-DDB3-2ED0-2A5FEBF165BA}"/>
              </a:ext>
            </a:extLst>
          </p:cNvPr>
          <p:cNvSpPr>
            <a:spLocks noGrp="1"/>
          </p:cNvSpPr>
          <p:nvPr>
            <p:ph type="title"/>
            <p:custDataLst>
              <p:tags r:id="rId2"/>
            </p:custDataLst>
          </p:nvPr>
        </p:nvSpPr>
        <p:spPr>
          <a:xfrm>
            <a:off x="749134" y="43542"/>
            <a:ext cx="10471315" cy="599705"/>
          </a:xfrm>
        </p:spPr>
        <p:txBody>
          <a:bodyPr>
            <a:noAutofit/>
          </a:bodyPr>
          <a:lstStyle/>
          <a:p>
            <a:r>
              <a:rPr lang="en-US" altLang="zh-CN" sz="2800" dirty="0"/>
              <a:t>8.1.3 </a:t>
            </a:r>
            <a:r>
              <a:rPr lang="zh-CN" altLang="en-US" sz="2800" dirty="0"/>
              <a:t>案例</a:t>
            </a:r>
            <a:r>
              <a:rPr lang="en-US" altLang="zh-CN" sz="2800" dirty="0"/>
              <a:t>2</a:t>
            </a:r>
            <a:r>
              <a:rPr lang="zh-CN" altLang="en-US" sz="2800" dirty="0"/>
              <a:t>：基于无量纲特征与神经网络的化工生产风机故障诊断</a:t>
            </a:r>
          </a:p>
        </p:txBody>
      </p:sp>
      <p:pic>
        <p:nvPicPr>
          <p:cNvPr id="5" name="图片 4">
            <a:extLst>
              <a:ext uri="{FF2B5EF4-FFF2-40B4-BE49-F238E27FC236}">
                <a16:creationId xmlns:a16="http://schemas.microsoft.com/office/drawing/2014/main" xmlns="" id="{E99ADB93-A084-0925-395C-9B34B54015C3}"/>
              </a:ext>
            </a:extLst>
          </p:cNvPr>
          <p:cNvPicPr>
            <a:picLocks noChangeAspect="1"/>
          </p:cNvPicPr>
          <p:nvPr/>
        </p:nvPicPr>
        <p:blipFill>
          <a:blip r:embed="rId4"/>
          <a:stretch>
            <a:fillRect/>
          </a:stretch>
        </p:blipFill>
        <p:spPr>
          <a:xfrm>
            <a:off x="1720453" y="702624"/>
            <a:ext cx="8528676" cy="6016019"/>
          </a:xfrm>
          <a:prstGeom prst="rect">
            <a:avLst/>
          </a:prstGeom>
        </p:spPr>
      </p:pic>
    </p:spTree>
    <p:custDataLst>
      <p:tags r:id="rId1"/>
    </p:custDataLst>
    <p:extLst>
      <p:ext uri="{BB962C8B-B14F-4D97-AF65-F5344CB8AC3E}">
        <p14:creationId xmlns:p14="http://schemas.microsoft.com/office/powerpoint/2010/main" xmlns="" val="3394096379"/>
      </p:ext>
    </p:extLst>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2730C678-116F-9512-8F2F-3922E648E07C}"/>
            </a:ext>
          </a:extLst>
        </p:cNvPr>
        <p:cNvGrpSpPr/>
        <p:nvPr/>
      </p:nvGrpSpPr>
      <p:grpSpPr>
        <a:xfrm>
          <a:off x="0" y="0"/>
          <a:ext cx="0" cy="0"/>
          <a:chOff x="0" y="0"/>
          <a:chExt cx="0" cy="0"/>
        </a:xfrm>
      </p:grpSpPr>
      <p:sp>
        <p:nvSpPr>
          <p:cNvPr id="4" name="标题">
            <a:extLst>
              <a:ext uri="{FF2B5EF4-FFF2-40B4-BE49-F238E27FC236}">
                <a16:creationId xmlns:a16="http://schemas.microsoft.com/office/drawing/2014/main" xmlns="" id="{41C02284-FE86-A047-3E20-3E1F1BA7AE27}"/>
              </a:ext>
            </a:extLst>
          </p:cNvPr>
          <p:cNvSpPr>
            <a:spLocks noGrp="1"/>
          </p:cNvSpPr>
          <p:nvPr>
            <p:ph type="title"/>
            <p:custDataLst>
              <p:tags r:id="rId2"/>
            </p:custDataLst>
          </p:nvPr>
        </p:nvSpPr>
        <p:spPr>
          <a:xfrm>
            <a:off x="749134" y="43542"/>
            <a:ext cx="10471315" cy="599705"/>
          </a:xfrm>
        </p:spPr>
        <p:txBody>
          <a:bodyPr>
            <a:noAutofit/>
          </a:bodyPr>
          <a:lstStyle/>
          <a:p>
            <a:r>
              <a:rPr lang="en-US" altLang="zh-CN" sz="2800" dirty="0"/>
              <a:t>8.1.4 </a:t>
            </a:r>
            <a:r>
              <a:rPr lang="zh-CN" altLang="en-US" sz="2800" dirty="0"/>
              <a:t>案例</a:t>
            </a:r>
            <a:r>
              <a:rPr lang="en-US" altLang="zh-CN" sz="2800" dirty="0"/>
              <a:t>3</a:t>
            </a:r>
            <a:r>
              <a:rPr lang="zh-CN" altLang="en-US" sz="2800" dirty="0"/>
              <a:t>：基于人工免疫系统的石化装备故障诊断</a:t>
            </a:r>
          </a:p>
        </p:txBody>
      </p:sp>
      <p:pic>
        <p:nvPicPr>
          <p:cNvPr id="2" name="图片 1">
            <a:extLst>
              <a:ext uri="{FF2B5EF4-FFF2-40B4-BE49-F238E27FC236}">
                <a16:creationId xmlns:a16="http://schemas.microsoft.com/office/drawing/2014/main" xmlns="" id="{2F5BFB1E-A78D-B7E5-9578-52743C7208DC}"/>
              </a:ext>
            </a:extLst>
          </p:cNvPr>
          <p:cNvPicPr>
            <a:picLocks noChangeAspect="1"/>
          </p:cNvPicPr>
          <p:nvPr/>
        </p:nvPicPr>
        <p:blipFill>
          <a:blip r:embed="rId4"/>
          <a:stretch>
            <a:fillRect/>
          </a:stretch>
        </p:blipFill>
        <p:spPr>
          <a:xfrm>
            <a:off x="1863277" y="714499"/>
            <a:ext cx="8100120" cy="4678474"/>
          </a:xfrm>
          <a:prstGeom prst="rect">
            <a:avLst/>
          </a:prstGeom>
        </p:spPr>
      </p:pic>
      <p:sp>
        <p:nvSpPr>
          <p:cNvPr id="6" name="文本框 5">
            <a:extLst>
              <a:ext uri="{FF2B5EF4-FFF2-40B4-BE49-F238E27FC236}">
                <a16:creationId xmlns:a16="http://schemas.microsoft.com/office/drawing/2014/main" xmlns="" id="{FB56947E-B0CF-650C-23CF-DF5ED362E421}"/>
              </a:ext>
            </a:extLst>
          </p:cNvPr>
          <p:cNvSpPr txBox="1"/>
          <p:nvPr/>
        </p:nvSpPr>
        <p:spPr>
          <a:xfrm>
            <a:off x="561230" y="5612666"/>
            <a:ext cx="10847121" cy="707886"/>
          </a:xfrm>
          <a:prstGeom prst="rect">
            <a:avLst/>
          </a:prstGeom>
          <a:noFill/>
        </p:spPr>
        <p:txBody>
          <a:bodyPr wrap="square">
            <a:spAutoFit/>
          </a:bodyPr>
          <a:lstStyle/>
          <a:p>
            <a:r>
              <a:rPr lang="zh-CN" altLang="en-US" sz="2000" dirty="0"/>
              <a:t>广东省石化装备故障诊断重点实验室采用自主研发的基于人工免疫系统的复合故障诊断系统在多家大型石化企业进行设备机组复合故障的在线监测、远程诊断和工业应用研究。</a:t>
            </a:r>
          </a:p>
        </p:txBody>
      </p:sp>
    </p:spTree>
    <p:custDataLst>
      <p:tags r:id="rId1"/>
    </p:custDataLst>
    <p:extLst>
      <p:ext uri="{BB962C8B-B14F-4D97-AF65-F5344CB8AC3E}">
        <p14:creationId xmlns:p14="http://schemas.microsoft.com/office/powerpoint/2010/main" xmlns="" val="1635652844"/>
      </p:ext>
    </p:extLst>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B2EB0370-D863-7273-4D6B-AFA6F6689413}"/>
            </a:ext>
          </a:extLst>
        </p:cNvPr>
        <p:cNvGrpSpPr/>
        <p:nvPr/>
      </p:nvGrpSpPr>
      <p:grpSpPr>
        <a:xfrm>
          <a:off x="0" y="0"/>
          <a:ext cx="0" cy="0"/>
          <a:chOff x="0" y="0"/>
          <a:chExt cx="0" cy="0"/>
        </a:xfrm>
      </p:grpSpPr>
      <p:sp>
        <p:nvSpPr>
          <p:cNvPr id="4" name="标题">
            <a:extLst>
              <a:ext uri="{FF2B5EF4-FFF2-40B4-BE49-F238E27FC236}">
                <a16:creationId xmlns:a16="http://schemas.microsoft.com/office/drawing/2014/main" xmlns="" id="{8E44DEAD-8795-3D25-2BDF-1D18CF561226}"/>
              </a:ext>
            </a:extLst>
          </p:cNvPr>
          <p:cNvSpPr>
            <a:spLocks noGrp="1"/>
          </p:cNvSpPr>
          <p:nvPr>
            <p:ph type="title"/>
            <p:custDataLst>
              <p:tags r:id="rId2"/>
            </p:custDataLst>
          </p:nvPr>
        </p:nvSpPr>
        <p:spPr>
          <a:xfrm>
            <a:off x="749134" y="43542"/>
            <a:ext cx="10471315" cy="599705"/>
          </a:xfrm>
        </p:spPr>
        <p:txBody>
          <a:bodyPr>
            <a:noAutofit/>
          </a:bodyPr>
          <a:lstStyle/>
          <a:p>
            <a:r>
              <a:rPr lang="en-US" altLang="zh-CN" sz="2800"/>
              <a:t>8.1.5</a:t>
            </a:r>
            <a:r>
              <a:rPr lang="en-US" altLang="zh-CN" sz="2800" dirty="0"/>
              <a:t> </a:t>
            </a:r>
            <a:r>
              <a:rPr lang="en-US" altLang="zh-CN" sz="2800"/>
              <a:t>AI </a:t>
            </a:r>
            <a:r>
              <a:rPr lang="zh-CN" altLang="en-US" sz="2800" dirty="0"/>
              <a:t>技术在故障诊断中的优势与挑战</a:t>
            </a:r>
          </a:p>
        </p:txBody>
      </p:sp>
      <p:pic>
        <p:nvPicPr>
          <p:cNvPr id="15" name="图形 14">
            <a:extLst>
              <a:ext uri="{FF2B5EF4-FFF2-40B4-BE49-F238E27FC236}">
                <a16:creationId xmlns:a16="http://schemas.microsoft.com/office/drawing/2014/main" xmlns="" id="{233D6135-FE22-18BB-FF6D-34C5BDEB9047}"/>
              </a:ext>
            </a:extLst>
          </p:cNvPr>
          <p:cNvPicPr>
            <a:picLocks noChangeAspect="1"/>
          </p:cNvPicPr>
          <p:nvPr/>
        </p:nvPicPr>
        <p:blipFill>
          <a:blip r:embed="rId4">
            <a:extLst>
              <a:ext uri="{96DAC541-7B7A-43D3-8B79-37D633B846F1}">
                <asvg:svgBlip xmlns:asvg="http://schemas.microsoft.com/office/drawing/2016/SVG/main" xmlns="" r:embed="rId5"/>
              </a:ext>
            </a:extLst>
          </a:blip>
          <a:stretch>
            <a:fillRect/>
          </a:stretch>
        </p:blipFill>
        <p:spPr>
          <a:xfrm>
            <a:off x="0" y="1714500"/>
            <a:ext cx="6045869" cy="3429000"/>
          </a:xfrm>
          <a:prstGeom prst="rect">
            <a:avLst/>
          </a:prstGeom>
        </p:spPr>
      </p:pic>
      <p:pic>
        <p:nvPicPr>
          <p:cNvPr id="21" name="图形 20">
            <a:extLst>
              <a:ext uri="{FF2B5EF4-FFF2-40B4-BE49-F238E27FC236}">
                <a16:creationId xmlns:a16="http://schemas.microsoft.com/office/drawing/2014/main" xmlns="" id="{C0032F2A-D6F5-D8F9-230E-A1D264B0160D}"/>
              </a:ext>
            </a:extLst>
          </p:cNvPr>
          <p:cNvPicPr>
            <a:picLocks noChangeAspect="1"/>
          </p:cNvPicPr>
          <p:nvPr/>
        </p:nvPicPr>
        <p:blipFill>
          <a:blip r:embed="rId6">
            <a:extLst>
              <a:ext uri="{96DAC541-7B7A-43D3-8B79-37D633B846F1}">
                <asvg:svgBlip xmlns:asvg="http://schemas.microsoft.com/office/drawing/2016/SVG/main" xmlns="" r:embed="rId7"/>
              </a:ext>
            </a:extLst>
          </a:blip>
          <a:stretch>
            <a:fillRect/>
          </a:stretch>
        </p:blipFill>
        <p:spPr>
          <a:xfrm>
            <a:off x="6405386" y="1010472"/>
            <a:ext cx="5624318" cy="5283450"/>
          </a:xfrm>
          <a:prstGeom prst="rect">
            <a:avLst/>
          </a:prstGeom>
        </p:spPr>
      </p:pic>
    </p:spTree>
    <p:custDataLst>
      <p:tags r:id="rId1"/>
    </p:custDataLst>
    <p:extLst>
      <p:ext uri="{BB962C8B-B14F-4D97-AF65-F5344CB8AC3E}">
        <p14:creationId xmlns:p14="http://schemas.microsoft.com/office/powerpoint/2010/main" xmlns="" val="2678786081"/>
      </p:ext>
    </p:extLst>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p:cNvSpPr>
            <a:spLocks noGrp="1"/>
          </p:cNvSpPr>
          <p:nvPr>
            <p:ph type="title"/>
            <p:custDataLst>
              <p:tags r:id="rId2"/>
            </p:custDataLst>
          </p:nvPr>
        </p:nvSpPr>
        <p:spPr>
          <a:xfrm>
            <a:off x="5132246" y="2864881"/>
            <a:ext cx="6648076" cy="1325563"/>
          </a:xfrm>
        </p:spPr>
        <p:txBody>
          <a:bodyPr>
            <a:normAutofit/>
          </a:bodyPr>
          <a:lstStyle/>
          <a:p>
            <a:pPr algn="ctr"/>
            <a:r>
              <a:rPr lang="en-US" altLang="zh-CN" dirty="0"/>
              <a:t>8.2 AI</a:t>
            </a:r>
            <a:r>
              <a:rPr lang="zh-CN" altLang="en-US" dirty="0"/>
              <a:t>技术在石油勘探</a:t>
            </a:r>
            <a:r>
              <a:rPr lang="en-US" altLang="zh-CN" dirty="0"/>
              <a:t/>
            </a:r>
            <a:br>
              <a:rPr lang="en-US" altLang="zh-CN" dirty="0"/>
            </a:br>
            <a:r>
              <a:rPr lang="zh-CN" altLang="en-US" dirty="0"/>
              <a:t>开发中的应用案例</a:t>
            </a:r>
          </a:p>
        </p:txBody>
      </p:sp>
    </p:spTree>
    <p:custDataLst>
      <p:tags r:id="rId1"/>
    </p:custDataLst>
  </p:cSld>
  <p:clrMapOvr>
    <a:masterClrMapping/>
  </p:clrMapOvr>
  <mc:AlternateContent xmlns:mc="http://schemas.openxmlformats.org/markup-compatibility/2006">
    <mc:Choice xmlns:p14="http://schemas.microsoft.com/office/powerpoint/2010/main" xmlns="" Requires="p14">
      <p:transition>
        <p:fade/>
      </p:transition>
    </mc:Choice>
    <mc:Fallback>
      <p:transition>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custDataLst>
              <p:tags r:id="rId2"/>
            </p:custDataLst>
          </p:nvPr>
        </p:nvSpPr>
        <p:spPr/>
        <p:txBody>
          <a:bodyPr>
            <a:normAutofit fontScale="90000"/>
          </a:bodyPr>
          <a:lstStyle/>
          <a:p>
            <a:r>
              <a:rPr lang="en-US" altLang="zh-CN" dirty="0"/>
              <a:t>8.2.1 </a:t>
            </a:r>
            <a:r>
              <a:rPr lang="zh-CN" altLang="en-US" dirty="0"/>
              <a:t>基于</a:t>
            </a:r>
            <a:r>
              <a:rPr lang="en-US" altLang="zh-CN" dirty="0" err="1"/>
              <a:t>Segnet</a:t>
            </a:r>
            <a:r>
              <a:rPr lang="en-US" altLang="zh-CN" dirty="0"/>
              <a:t> </a:t>
            </a:r>
            <a:r>
              <a:rPr lang="zh-CN" altLang="en-US" dirty="0"/>
              <a:t>深度学习网络的智能河道识别</a:t>
            </a:r>
          </a:p>
        </p:txBody>
      </p:sp>
      <p:pic>
        <p:nvPicPr>
          <p:cNvPr id="5" name="图片 4">
            <a:extLst>
              <a:ext uri="{FF2B5EF4-FFF2-40B4-BE49-F238E27FC236}">
                <a16:creationId xmlns:a16="http://schemas.microsoft.com/office/drawing/2014/main" xmlns="" id="{89DA6EFB-7484-874A-E5EA-409FD1ECB820}"/>
              </a:ext>
            </a:extLst>
          </p:cNvPr>
          <p:cNvPicPr>
            <a:picLocks noChangeAspect="1"/>
          </p:cNvPicPr>
          <p:nvPr/>
        </p:nvPicPr>
        <p:blipFill>
          <a:blip r:embed="rId5"/>
          <a:stretch>
            <a:fillRect/>
          </a:stretch>
        </p:blipFill>
        <p:spPr>
          <a:xfrm>
            <a:off x="128649" y="1069422"/>
            <a:ext cx="11934702" cy="3643087"/>
          </a:xfrm>
          <a:prstGeom prst="rect">
            <a:avLst/>
          </a:prstGeom>
        </p:spPr>
      </p:pic>
      <p:sp>
        <p:nvSpPr>
          <p:cNvPr id="8" name="文本框 7">
            <a:extLst>
              <a:ext uri="{FF2B5EF4-FFF2-40B4-BE49-F238E27FC236}">
                <a16:creationId xmlns:a16="http://schemas.microsoft.com/office/drawing/2014/main" xmlns="" id="{1B4010B6-FBDF-C3BE-DC5A-B8E6EFEA9A6F}"/>
              </a:ext>
            </a:extLst>
          </p:cNvPr>
          <p:cNvSpPr txBox="1"/>
          <p:nvPr/>
        </p:nvSpPr>
        <p:spPr>
          <a:xfrm>
            <a:off x="749135" y="5340564"/>
            <a:ext cx="10627426" cy="707886"/>
          </a:xfrm>
          <a:prstGeom prst="rect">
            <a:avLst/>
          </a:prstGeom>
          <a:noFill/>
        </p:spPr>
        <p:txBody>
          <a:bodyPr wrap="square">
            <a:spAutoFit/>
          </a:bodyPr>
          <a:lstStyle/>
          <a:p>
            <a:r>
              <a:rPr lang="zh-CN" altLang="en-US" sz="2000" dirty="0"/>
              <a:t>利用</a:t>
            </a:r>
            <a:r>
              <a:rPr lang="en-US" altLang="zh-CN" sz="2000" dirty="0" err="1"/>
              <a:t>Segnet</a:t>
            </a:r>
            <a:r>
              <a:rPr lang="en-US" altLang="zh-CN" sz="2000" dirty="0"/>
              <a:t> </a:t>
            </a:r>
            <a:r>
              <a:rPr lang="zh-CN" altLang="en-US" sz="2000" dirty="0"/>
              <a:t>网络进行智能河道识别时，大致包括大数据样本生成、深度学习网络构建及网络参数训练、预测效果检验、实际应用四个阶段。</a:t>
            </a:r>
          </a:p>
        </p:txBody>
      </p:sp>
    </p:spTree>
    <p:custDataLst>
      <p:tags r:id="rId1"/>
    </p:custDataLst>
  </p:cSld>
  <p:clrMapOvr>
    <a:masterClrMapping/>
  </p:clrMapOvr>
  <mc:AlternateContent xmlns:mc="http://schemas.openxmlformats.org/markup-compatibility/2006">
    <mc:Choice xmlns:p14="http://schemas.microsoft.com/office/powerpoint/2010/main" xmlns="" Requires="p14">
      <p:transition>
        <p:fade/>
      </p:transition>
    </mc:Choice>
    <mc:Fallback>
      <p:transition>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67C5A3D2-D1F0-79A0-CA1C-55717461A4E1}"/>
            </a:ext>
          </a:extLst>
        </p:cNvPr>
        <p:cNvGrpSpPr/>
        <p:nvPr/>
      </p:nvGrpSpPr>
      <p:grpSpPr>
        <a:xfrm>
          <a:off x="0" y="0"/>
          <a:ext cx="0" cy="0"/>
          <a:chOff x="0" y="0"/>
          <a:chExt cx="0" cy="0"/>
        </a:xfrm>
      </p:grpSpPr>
      <p:sp>
        <p:nvSpPr>
          <p:cNvPr id="6" name="标题 5">
            <a:extLst>
              <a:ext uri="{FF2B5EF4-FFF2-40B4-BE49-F238E27FC236}">
                <a16:creationId xmlns:a16="http://schemas.microsoft.com/office/drawing/2014/main" xmlns="" id="{C8740DED-A179-F87C-E905-4E8C08B19543}"/>
              </a:ext>
            </a:extLst>
          </p:cNvPr>
          <p:cNvSpPr>
            <a:spLocks noGrp="1"/>
          </p:cNvSpPr>
          <p:nvPr>
            <p:ph type="title"/>
            <p:custDataLst>
              <p:tags r:id="rId2"/>
            </p:custDataLst>
          </p:nvPr>
        </p:nvSpPr>
        <p:spPr/>
        <p:txBody>
          <a:bodyPr>
            <a:normAutofit fontScale="90000"/>
          </a:bodyPr>
          <a:lstStyle/>
          <a:p>
            <a:r>
              <a:rPr lang="en-US" altLang="zh-CN" dirty="0"/>
              <a:t>8.2.2 </a:t>
            </a:r>
            <a:r>
              <a:rPr lang="zh-CN" altLang="en-US" dirty="0"/>
              <a:t>基于</a:t>
            </a:r>
            <a:r>
              <a:rPr lang="en-US" altLang="zh-CN" dirty="0"/>
              <a:t>AI </a:t>
            </a:r>
            <a:r>
              <a:rPr lang="zh-CN" altLang="en-US" dirty="0"/>
              <a:t>的智慧油田的管理及实践</a:t>
            </a:r>
          </a:p>
        </p:txBody>
      </p:sp>
      <p:sp>
        <p:nvSpPr>
          <p:cNvPr id="8" name="文本框 7">
            <a:extLst>
              <a:ext uri="{FF2B5EF4-FFF2-40B4-BE49-F238E27FC236}">
                <a16:creationId xmlns:a16="http://schemas.microsoft.com/office/drawing/2014/main" xmlns="" id="{998E1674-DD5A-FA62-3165-E7F4DF4C033F}"/>
              </a:ext>
            </a:extLst>
          </p:cNvPr>
          <p:cNvSpPr txBox="1"/>
          <p:nvPr/>
        </p:nvSpPr>
        <p:spPr>
          <a:xfrm>
            <a:off x="749135" y="5805971"/>
            <a:ext cx="10627426" cy="707886"/>
          </a:xfrm>
          <a:prstGeom prst="rect">
            <a:avLst/>
          </a:prstGeom>
          <a:noFill/>
        </p:spPr>
        <p:txBody>
          <a:bodyPr wrap="square">
            <a:spAutoFit/>
          </a:bodyPr>
          <a:lstStyle/>
          <a:p>
            <a:r>
              <a:rPr lang="zh-CN" altLang="en-US" sz="2000" dirty="0"/>
              <a:t>构建智慧油气大脑，实现勘探开发、油气生产、管道储运、炼化销售、设备管理、</a:t>
            </a:r>
            <a:r>
              <a:rPr lang="en-US" altLang="zh-CN" sz="2000" dirty="0"/>
              <a:t>HSE</a:t>
            </a:r>
            <a:r>
              <a:rPr lang="zh-CN" altLang="en-US" sz="2000" dirty="0"/>
              <a:t>管理、协同研究、经营管理等油气行业智能化应用，助力油气企业数字化转型、智能化发展</a:t>
            </a:r>
          </a:p>
        </p:txBody>
      </p:sp>
      <p:pic>
        <p:nvPicPr>
          <p:cNvPr id="3" name="图片 2">
            <a:extLst>
              <a:ext uri="{FF2B5EF4-FFF2-40B4-BE49-F238E27FC236}">
                <a16:creationId xmlns:a16="http://schemas.microsoft.com/office/drawing/2014/main" xmlns="" id="{8FD91EC2-6E96-0BCD-3C3B-0247C75A565A}"/>
              </a:ext>
            </a:extLst>
          </p:cNvPr>
          <p:cNvPicPr>
            <a:picLocks noChangeAspect="1"/>
          </p:cNvPicPr>
          <p:nvPr/>
        </p:nvPicPr>
        <p:blipFill>
          <a:blip r:embed="rId5"/>
          <a:stretch>
            <a:fillRect/>
          </a:stretch>
        </p:blipFill>
        <p:spPr>
          <a:xfrm>
            <a:off x="1567048" y="698086"/>
            <a:ext cx="8991600" cy="4940108"/>
          </a:xfrm>
          <a:prstGeom prst="rect">
            <a:avLst/>
          </a:prstGeom>
        </p:spPr>
      </p:pic>
    </p:spTree>
    <p:custDataLst>
      <p:tags r:id="rId1"/>
    </p:custDataLst>
    <p:extLst>
      <p:ext uri="{BB962C8B-B14F-4D97-AF65-F5344CB8AC3E}">
        <p14:creationId xmlns:p14="http://schemas.microsoft.com/office/powerpoint/2010/main" xmlns="" val="1276689771"/>
      </p:ext>
    </p:extLst>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EF59F53C-FF3E-D726-3461-555D186C7CD6}"/>
            </a:ext>
          </a:extLst>
        </p:cNvPr>
        <p:cNvGrpSpPr/>
        <p:nvPr/>
      </p:nvGrpSpPr>
      <p:grpSpPr>
        <a:xfrm>
          <a:off x="0" y="0"/>
          <a:ext cx="0" cy="0"/>
          <a:chOff x="0" y="0"/>
          <a:chExt cx="0" cy="0"/>
        </a:xfrm>
      </p:grpSpPr>
      <p:sp>
        <p:nvSpPr>
          <p:cNvPr id="6" name="标题 5">
            <a:extLst>
              <a:ext uri="{FF2B5EF4-FFF2-40B4-BE49-F238E27FC236}">
                <a16:creationId xmlns:a16="http://schemas.microsoft.com/office/drawing/2014/main" xmlns="" id="{69B232D6-8E85-7ED2-3BB0-4C9849CB687C}"/>
              </a:ext>
            </a:extLst>
          </p:cNvPr>
          <p:cNvSpPr>
            <a:spLocks noGrp="1"/>
          </p:cNvSpPr>
          <p:nvPr>
            <p:ph type="title"/>
            <p:custDataLst>
              <p:tags r:id="rId2"/>
            </p:custDataLst>
          </p:nvPr>
        </p:nvSpPr>
        <p:spPr/>
        <p:txBody>
          <a:bodyPr>
            <a:normAutofit fontScale="90000"/>
          </a:bodyPr>
          <a:lstStyle/>
          <a:p>
            <a:r>
              <a:rPr lang="en-US" altLang="zh-CN" dirty="0"/>
              <a:t>8.2.2 </a:t>
            </a:r>
            <a:r>
              <a:rPr lang="zh-CN" altLang="en-US" dirty="0"/>
              <a:t>基于</a:t>
            </a:r>
            <a:r>
              <a:rPr lang="en-US" altLang="zh-CN" dirty="0"/>
              <a:t>AI </a:t>
            </a:r>
            <a:r>
              <a:rPr lang="zh-CN" altLang="en-US" dirty="0"/>
              <a:t>的智慧油田的管理及实践</a:t>
            </a:r>
          </a:p>
        </p:txBody>
      </p:sp>
      <p:pic>
        <p:nvPicPr>
          <p:cNvPr id="4" name="图片 3">
            <a:extLst>
              <a:ext uri="{FF2B5EF4-FFF2-40B4-BE49-F238E27FC236}">
                <a16:creationId xmlns:a16="http://schemas.microsoft.com/office/drawing/2014/main" xmlns="" id="{01174511-8C07-7500-87F7-A0485A2E5A1E}"/>
              </a:ext>
            </a:extLst>
          </p:cNvPr>
          <p:cNvPicPr>
            <a:picLocks noChangeAspect="1"/>
          </p:cNvPicPr>
          <p:nvPr/>
        </p:nvPicPr>
        <p:blipFill>
          <a:blip r:embed="rId5"/>
          <a:stretch>
            <a:fillRect/>
          </a:stretch>
        </p:blipFill>
        <p:spPr>
          <a:xfrm>
            <a:off x="1612508" y="819397"/>
            <a:ext cx="8966984" cy="4965878"/>
          </a:xfrm>
          <a:prstGeom prst="rect">
            <a:avLst/>
          </a:prstGeom>
        </p:spPr>
      </p:pic>
      <p:sp>
        <p:nvSpPr>
          <p:cNvPr id="7" name="文本框 6">
            <a:extLst>
              <a:ext uri="{FF2B5EF4-FFF2-40B4-BE49-F238E27FC236}">
                <a16:creationId xmlns:a16="http://schemas.microsoft.com/office/drawing/2014/main" xmlns="" id="{08EFFD3D-72D4-07AF-D7D0-29525198714F}"/>
              </a:ext>
            </a:extLst>
          </p:cNvPr>
          <p:cNvSpPr txBox="1"/>
          <p:nvPr/>
        </p:nvSpPr>
        <p:spPr>
          <a:xfrm>
            <a:off x="123205" y="6038603"/>
            <a:ext cx="11799621" cy="400110"/>
          </a:xfrm>
          <a:prstGeom prst="rect">
            <a:avLst/>
          </a:prstGeom>
          <a:noFill/>
        </p:spPr>
        <p:txBody>
          <a:bodyPr wrap="square">
            <a:spAutoFit/>
          </a:bodyPr>
          <a:lstStyle/>
          <a:p>
            <a:r>
              <a:rPr lang="zh-CN" altLang="en-US" sz="2000" dirty="0"/>
              <a:t>借助机器学习、视觉智能、数据智能、知识图谱、</a:t>
            </a:r>
            <a:r>
              <a:rPr lang="en-US" altLang="zh-CN" sz="2000" dirty="0"/>
              <a:t>AR/VR </a:t>
            </a:r>
            <a:r>
              <a:rPr lang="zh-CN" altLang="en-US" sz="2000" dirty="0"/>
              <a:t>为核心的</a:t>
            </a:r>
            <a:r>
              <a:rPr lang="en-US" altLang="zh-CN" sz="2000" dirty="0"/>
              <a:t>AI </a:t>
            </a:r>
            <a:r>
              <a:rPr lang="zh-CN" altLang="en-US" sz="2000" dirty="0"/>
              <a:t>能力，构建油气行业典型应用场景</a:t>
            </a:r>
          </a:p>
        </p:txBody>
      </p:sp>
    </p:spTree>
    <p:custDataLst>
      <p:tags r:id="rId1"/>
    </p:custDataLst>
    <p:extLst>
      <p:ext uri="{BB962C8B-B14F-4D97-AF65-F5344CB8AC3E}">
        <p14:creationId xmlns:p14="http://schemas.microsoft.com/office/powerpoint/2010/main" xmlns="" val="1755093785"/>
      </p:ext>
    </p:extLst>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p:cNvSpPr>
            <a:spLocks noGrp="1"/>
          </p:cNvSpPr>
          <p:nvPr>
            <p:ph type="title"/>
            <p:custDataLst>
              <p:tags r:id="rId2"/>
            </p:custDataLst>
          </p:nvPr>
        </p:nvSpPr>
        <p:spPr>
          <a:xfrm>
            <a:off x="5132246" y="2864881"/>
            <a:ext cx="6659951" cy="1325563"/>
          </a:xfrm>
        </p:spPr>
        <p:txBody>
          <a:bodyPr>
            <a:normAutofit/>
          </a:bodyPr>
          <a:lstStyle/>
          <a:p>
            <a:pPr algn="ctr"/>
            <a:r>
              <a:rPr lang="en-US" altLang="zh-CN" dirty="0"/>
              <a:t>8.3 AI </a:t>
            </a:r>
            <a:r>
              <a:rPr lang="zh-CN" altLang="en-US" dirty="0"/>
              <a:t>在化工与材料领域的应用</a:t>
            </a:r>
          </a:p>
        </p:txBody>
      </p:sp>
    </p:spTree>
    <p:custDataLst>
      <p:tags r:id="rId1"/>
    </p:custDataLst>
  </p:cSld>
  <p:clrMapOvr>
    <a:masterClrMapping/>
  </p:clrMapOvr>
  <mc:AlternateContent xmlns:mc="http://schemas.openxmlformats.org/markup-compatibility/2006">
    <mc:Choice xmlns:p14="http://schemas.microsoft.com/office/powerpoint/2010/main" xmlns="" Requires="p14">
      <p:transition>
        <p:fade/>
      </p:transition>
    </mc:Choice>
    <mc:Fallback>
      <p:transition>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380C0140-6B2C-4948-E7A4-E0BC7D983E39}"/>
            </a:ext>
          </a:extLst>
        </p:cNvPr>
        <p:cNvGrpSpPr/>
        <p:nvPr/>
      </p:nvGrpSpPr>
      <p:grpSpPr>
        <a:xfrm>
          <a:off x="0" y="0"/>
          <a:ext cx="0" cy="0"/>
          <a:chOff x="0" y="0"/>
          <a:chExt cx="0" cy="0"/>
        </a:xfrm>
      </p:grpSpPr>
      <p:sp>
        <p:nvSpPr>
          <p:cNvPr id="5" name="标题 4">
            <a:extLst>
              <a:ext uri="{FF2B5EF4-FFF2-40B4-BE49-F238E27FC236}">
                <a16:creationId xmlns:a16="http://schemas.microsoft.com/office/drawing/2014/main" xmlns="" id="{F7622741-0099-54E9-4DD3-CF4419EC0518}"/>
              </a:ext>
            </a:extLst>
          </p:cNvPr>
          <p:cNvSpPr>
            <a:spLocks noGrp="1"/>
          </p:cNvSpPr>
          <p:nvPr>
            <p:ph type="title"/>
            <p:custDataLst>
              <p:tags r:id="rId2"/>
            </p:custDataLst>
          </p:nvPr>
        </p:nvSpPr>
        <p:spPr/>
        <p:txBody>
          <a:bodyPr>
            <a:normAutofit fontScale="90000"/>
          </a:bodyPr>
          <a:lstStyle/>
          <a:p>
            <a:r>
              <a:rPr lang="en-US" altLang="zh-CN" dirty="0"/>
              <a:t>8.3.1 </a:t>
            </a:r>
            <a:r>
              <a:rPr lang="zh-CN" altLang="en-US" dirty="0"/>
              <a:t>概述</a:t>
            </a:r>
          </a:p>
        </p:txBody>
      </p:sp>
      <p:pic>
        <p:nvPicPr>
          <p:cNvPr id="3" name="图形 2">
            <a:extLst>
              <a:ext uri="{FF2B5EF4-FFF2-40B4-BE49-F238E27FC236}">
                <a16:creationId xmlns:a16="http://schemas.microsoft.com/office/drawing/2014/main" xmlns="" id="{8C9FE0C2-DE6C-6173-D500-69D5529C2838}"/>
              </a:ext>
            </a:extLst>
          </p:cNvPr>
          <p:cNvPicPr>
            <a:picLocks noChangeAspect="1"/>
          </p:cNvPicPr>
          <p:nvPr/>
        </p:nvPicPr>
        <p:blipFill>
          <a:blip r:embed="rId4">
            <a:extLst>
              <a:ext uri="{96DAC541-7B7A-43D3-8B79-37D633B846F1}">
                <asvg:svgBlip xmlns:asvg="http://schemas.microsoft.com/office/drawing/2016/SVG/main" xmlns="" r:embed="rId5"/>
              </a:ext>
            </a:extLst>
          </a:blip>
          <a:stretch>
            <a:fillRect/>
          </a:stretch>
        </p:blipFill>
        <p:spPr>
          <a:xfrm>
            <a:off x="864177" y="784230"/>
            <a:ext cx="10191750" cy="5834408"/>
          </a:xfrm>
          <a:prstGeom prst="rect">
            <a:avLst/>
          </a:prstGeom>
        </p:spPr>
      </p:pic>
    </p:spTree>
    <p:custDataLst>
      <p:tags r:id="rId1"/>
    </p:custDataLst>
    <p:extLst>
      <p:ext uri="{BB962C8B-B14F-4D97-AF65-F5344CB8AC3E}">
        <p14:creationId xmlns:p14="http://schemas.microsoft.com/office/powerpoint/2010/main" xmlns="" val="1617398561"/>
      </p:ext>
    </p:extLst>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custDataLst>
              <p:tags r:id="rId2"/>
            </p:custDataLst>
          </p:nvPr>
        </p:nvSpPr>
        <p:spPr/>
        <p:txBody>
          <a:bodyPr>
            <a:normAutofit fontScale="90000"/>
          </a:bodyPr>
          <a:lstStyle/>
          <a:p>
            <a:r>
              <a:rPr lang="en-US" altLang="zh-CN" dirty="0"/>
              <a:t>8.3.2 </a:t>
            </a:r>
            <a:r>
              <a:rPr lang="zh-CN" altLang="en-US" dirty="0"/>
              <a:t>案例</a:t>
            </a:r>
            <a:r>
              <a:rPr lang="en-US" altLang="zh-CN" dirty="0"/>
              <a:t>1</a:t>
            </a:r>
            <a:r>
              <a:rPr lang="zh-CN" altLang="en-US" dirty="0"/>
              <a:t>：</a:t>
            </a:r>
            <a:r>
              <a:rPr lang="en-US" altLang="zh-CN" dirty="0"/>
              <a:t>AI </a:t>
            </a:r>
            <a:r>
              <a:rPr lang="zh-CN" altLang="en-US" dirty="0"/>
              <a:t>在化学合成中应用</a:t>
            </a:r>
          </a:p>
        </p:txBody>
      </p:sp>
      <p:pic>
        <p:nvPicPr>
          <p:cNvPr id="2" name="图片 1">
            <a:extLst>
              <a:ext uri="{FF2B5EF4-FFF2-40B4-BE49-F238E27FC236}">
                <a16:creationId xmlns:a16="http://schemas.microsoft.com/office/drawing/2014/main" xmlns="" id="{9BF56703-6C78-C616-7CEA-ED2AC318967D}"/>
              </a:ext>
            </a:extLst>
          </p:cNvPr>
          <p:cNvPicPr>
            <a:picLocks noChangeAspect="1"/>
          </p:cNvPicPr>
          <p:nvPr/>
        </p:nvPicPr>
        <p:blipFill>
          <a:blip r:embed="rId4"/>
          <a:stretch>
            <a:fillRect/>
          </a:stretch>
        </p:blipFill>
        <p:spPr>
          <a:xfrm>
            <a:off x="2749137" y="730956"/>
            <a:ext cx="6578929" cy="5047907"/>
          </a:xfrm>
          <a:prstGeom prst="rect">
            <a:avLst/>
          </a:prstGeom>
        </p:spPr>
      </p:pic>
      <p:sp>
        <p:nvSpPr>
          <p:cNvPr id="6" name="文本框 5">
            <a:extLst>
              <a:ext uri="{FF2B5EF4-FFF2-40B4-BE49-F238E27FC236}">
                <a16:creationId xmlns:a16="http://schemas.microsoft.com/office/drawing/2014/main" xmlns="" id="{E2C95198-3B22-10E7-7BF2-AD0C0A646B46}"/>
              </a:ext>
            </a:extLst>
          </p:cNvPr>
          <p:cNvSpPr txBox="1"/>
          <p:nvPr/>
        </p:nvSpPr>
        <p:spPr>
          <a:xfrm>
            <a:off x="265709" y="5778863"/>
            <a:ext cx="11354295" cy="923330"/>
          </a:xfrm>
          <a:prstGeom prst="rect">
            <a:avLst/>
          </a:prstGeom>
          <a:noFill/>
        </p:spPr>
        <p:txBody>
          <a:bodyPr wrap="square">
            <a:spAutoFit/>
          </a:bodyPr>
          <a:lstStyle/>
          <a:p>
            <a:r>
              <a:rPr lang="zh-CN" altLang="en-US" dirty="0"/>
              <a:t>荷兰阿姆斯特丹大学开发了一款自动化学合成</a:t>
            </a:r>
            <a:r>
              <a:rPr lang="en-US" altLang="zh-CN" dirty="0"/>
              <a:t>AI </a:t>
            </a:r>
            <a:r>
              <a:rPr lang="zh-CN" altLang="en-US" dirty="0"/>
              <a:t>机器人</a:t>
            </a:r>
            <a:r>
              <a:rPr lang="en-US" altLang="zh-CN" dirty="0" err="1"/>
              <a:t>RoboChem</a:t>
            </a:r>
            <a:r>
              <a:rPr lang="zh-CN" altLang="en-US" dirty="0"/>
              <a:t>（图</a:t>
            </a:r>
            <a:r>
              <a:rPr lang="en-US" altLang="zh-CN" dirty="0"/>
              <a:t>8-32</a:t>
            </a:r>
            <a:r>
              <a:rPr lang="zh-CN" altLang="en-US" dirty="0"/>
              <a:t>），通过集成现有的商业化硬件、自定义软件和闭环的贝叶斯优化算法，实现对光催化反应的全自动化运行，即自主优化、过程强化和规模化合成，并且在速度和准确性上均超过人类化学家，有望用于药物合成和能源领域。</a:t>
            </a:r>
          </a:p>
        </p:txBody>
      </p:sp>
    </p:spTree>
    <p:custDataLst>
      <p:tags r:id="rId1"/>
    </p:custDataLst>
  </p:cSld>
  <p:clrMapOvr>
    <a:masterClrMapping/>
  </p:clrMapOvr>
  <mc:AlternateContent xmlns:mc="http://schemas.openxmlformats.org/markup-compatibility/2006">
    <mc:Choice xmlns:p14="http://schemas.microsoft.com/office/powerpoint/2010/main" xmlns="" Requires="p14">
      <p:transition>
        <p:fade/>
      </p:transition>
    </mc:Choice>
    <mc:Fallback>
      <p:transition>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E8BCB20F-4E31-CB39-1230-D8A47D46F8F2}"/>
            </a:ext>
          </a:extLst>
        </p:cNvPr>
        <p:cNvGrpSpPr/>
        <p:nvPr/>
      </p:nvGrpSpPr>
      <p:grpSpPr>
        <a:xfrm>
          <a:off x="0" y="0"/>
          <a:ext cx="0" cy="0"/>
          <a:chOff x="0" y="0"/>
          <a:chExt cx="0" cy="0"/>
        </a:xfrm>
      </p:grpSpPr>
      <p:sp>
        <p:nvSpPr>
          <p:cNvPr id="5" name="标题 4">
            <a:extLst>
              <a:ext uri="{FF2B5EF4-FFF2-40B4-BE49-F238E27FC236}">
                <a16:creationId xmlns:a16="http://schemas.microsoft.com/office/drawing/2014/main" xmlns="" id="{95363097-B631-FE79-8D1F-9C2F9917B8E2}"/>
              </a:ext>
            </a:extLst>
          </p:cNvPr>
          <p:cNvSpPr>
            <a:spLocks noGrp="1"/>
          </p:cNvSpPr>
          <p:nvPr>
            <p:ph type="title"/>
            <p:custDataLst>
              <p:tags r:id="rId2"/>
            </p:custDataLst>
          </p:nvPr>
        </p:nvSpPr>
        <p:spPr/>
        <p:txBody>
          <a:bodyPr>
            <a:normAutofit fontScale="90000"/>
          </a:bodyPr>
          <a:lstStyle/>
          <a:p>
            <a:r>
              <a:rPr lang="en-US" altLang="zh-CN" dirty="0"/>
              <a:t>8.3.2 </a:t>
            </a:r>
            <a:r>
              <a:rPr lang="zh-CN" altLang="en-US" dirty="0"/>
              <a:t>案例</a:t>
            </a:r>
            <a:r>
              <a:rPr lang="en-US" altLang="zh-CN" dirty="0"/>
              <a:t>1</a:t>
            </a:r>
            <a:r>
              <a:rPr lang="zh-CN" altLang="en-US" dirty="0"/>
              <a:t>：</a:t>
            </a:r>
            <a:r>
              <a:rPr lang="en-US" altLang="zh-CN" dirty="0"/>
              <a:t>AI </a:t>
            </a:r>
            <a:r>
              <a:rPr lang="zh-CN" altLang="en-US" dirty="0"/>
              <a:t>在化学合成中应用</a:t>
            </a:r>
          </a:p>
        </p:txBody>
      </p:sp>
      <p:pic>
        <p:nvPicPr>
          <p:cNvPr id="2" name="图片 1">
            <a:extLst>
              <a:ext uri="{FF2B5EF4-FFF2-40B4-BE49-F238E27FC236}">
                <a16:creationId xmlns:a16="http://schemas.microsoft.com/office/drawing/2014/main" xmlns="" id="{C01356B1-407C-3DDB-05D5-1BE9EE73CEFC}"/>
              </a:ext>
            </a:extLst>
          </p:cNvPr>
          <p:cNvPicPr>
            <a:picLocks noChangeAspect="1"/>
          </p:cNvPicPr>
          <p:nvPr/>
        </p:nvPicPr>
        <p:blipFill>
          <a:blip r:embed="rId4">
            <a:extLst>
              <a:ext uri="{28A0092B-C50C-407E-A947-70E740481C1C}">
                <a14:useLocalDpi xmlns:a14="http://schemas.microsoft.com/office/drawing/2010/main" xmlns="" val="0"/>
              </a:ext>
            </a:extLst>
          </a:blip>
          <a:srcRect/>
          <a:stretch/>
        </p:blipFill>
        <p:spPr>
          <a:xfrm>
            <a:off x="944089" y="1080655"/>
            <a:ext cx="9919613" cy="3682235"/>
          </a:xfrm>
          <a:prstGeom prst="rect">
            <a:avLst/>
          </a:prstGeom>
        </p:spPr>
      </p:pic>
      <p:sp>
        <p:nvSpPr>
          <p:cNvPr id="6" name="文本框 5">
            <a:extLst>
              <a:ext uri="{FF2B5EF4-FFF2-40B4-BE49-F238E27FC236}">
                <a16:creationId xmlns:a16="http://schemas.microsoft.com/office/drawing/2014/main" xmlns="" id="{A32E816B-F136-5964-EA47-8E59E6B5CC60}"/>
              </a:ext>
            </a:extLst>
          </p:cNvPr>
          <p:cNvSpPr txBox="1"/>
          <p:nvPr/>
        </p:nvSpPr>
        <p:spPr>
          <a:xfrm>
            <a:off x="418852" y="5131014"/>
            <a:ext cx="11354295" cy="646331"/>
          </a:xfrm>
          <a:prstGeom prst="rect">
            <a:avLst/>
          </a:prstGeom>
          <a:noFill/>
        </p:spPr>
        <p:txBody>
          <a:bodyPr wrap="square">
            <a:spAutoFit/>
          </a:bodyPr>
          <a:lstStyle/>
          <a:p>
            <a:r>
              <a:rPr lang="en-US" altLang="zh-CN" dirty="0"/>
              <a:t>Google DeepMind </a:t>
            </a:r>
            <a:r>
              <a:rPr lang="zh-CN" altLang="en-US" dirty="0"/>
              <a:t>的研究团队开发了材料探索图像网络（</a:t>
            </a:r>
            <a:r>
              <a:rPr lang="en-US" altLang="zh-CN" dirty="0"/>
              <a:t>graph networks for materials exploration</a:t>
            </a:r>
            <a:r>
              <a:rPr lang="zh-CN" altLang="en-US" dirty="0"/>
              <a:t>，</a:t>
            </a:r>
            <a:r>
              <a:rPr lang="en-US" altLang="zh-CN" dirty="0" err="1"/>
              <a:t>GNoME</a:t>
            </a:r>
            <a:r>
              <a:rPr lang="zh-CN" altLang="en-US" dirty="0"/>
              <a:t>）的深度学习工具，</a:t>
            </a:r>
            <a:r>
              <a:rPr lang="en-US" altLang="zh-CN" dirty="0" err="1"/>
              <a:t>GNoME</a:t>
            </a:r>
            <a:r>
              <a:rPr lang="en-US" altLang="zh-CN" dirty="0"/>
              <a:t> </a:t>
            </a:r>
            <a:r>
              <a:rPr lang="zh-CN" altLang="en-US" dirty="0"/>
              <a:t>能够通过大规模的主动学习，提高发现新材料的效率。</a:t>
            </a:r>
          </a:p>
        </p:txBody>
      </p:sp>
    </p:spTree>
    <p:custDataLst>
      <p:tags r:id="rId1"/>
    </p:custDataLst>
    <p:extLst>
      <p:ext uri="{BB962C8B-B14F-4D97-AF65-F5344CB8AC3E}">
        <p14:creationId xmlns:p14="http://schemas.microsoft.com/office/powerpoint/2010/main" xmlns="" val="715891997"/>
      </p:ext>
    </p:extLst>
  </p:cSld>
  <p:clrMapOvr>
    <a:masterClrMapping/>
  </p:clrMapOvr>
  <p:transition>
    <p:fad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16CAC0E2-209F-2E96-D0BD-2E8FBB5183DD}"/>
            </a:ext>
          </a:extLst>
        </p:cNvPr>
        <p:cNvGrpSpPr/>
        <p:nvPr/>
      </p:nvGrpSpPr>
      <p:grpSpPr>
        <a:xfrm>
          <a:off x="0" y="0"/>
          <a:ext cx="0" cy="0"/>
          <a:chOff x="0" y="0"/>
          <a:chExt cx="0" cy="0"/>
        </a:xfrm>
      </p:grpSpPr>
      <p:sp>
        <p:nvSpPr>
          <p:cNvPr id="5" name="标题 4">
            <a:extLst>
              <a:ext uri="{FF2B5EF4-FFF2-40B4-BE49-F238E27FC236}">
                <a16:creationId xmlns:a16="http://schemas.microsoft.com/office/drawing/2014/main" xmlns="" id="{B21FA3AC-AA43-0171-E541-067ED441DC21}"/>
              </a:ext>
            </a:extLst>
          </p:cNvPr>
          <p:cNvSpPr>
            <a:spLocks noGrp="1"/>
          </p:cNvSpPr>
          <p:nvPr>
            <p:ph type="title"/>
            <p:custDataLst>
              <p:tags r:id="rId2"/>
            </p:custDataLst>
          </p:nvPr>
        </p:nvSpPr>
        <p:spPr/>
        <p:txBody>
          <a:bodyPr>
            <a:normAutofit fontScale="90000"/>
          </a:bodyPr>
          <a:lstStyle/>
          <a:p>
            <a:r>
              <a:rPr lang="en-US" altLang="zh-CN" dirty="0"/>
              <a:t>8.3.3 </a:t>
            </a:r>
            <a:r>
              <a:rPr lang="zh-CN" altLang="en-US" dirty="0"/>
              <a:t>案例</a:t>
            </a:r>
            <a:r>
              <a:rPr lang="en-US" altLang="zh-CN" dirty="0"/>
              <a:t>2</a:t>
            </a:r>
            <a:r>
              <a:rPr lang="zh-CN" altLang="en-US" dirty="0"/>
              <a:t>：</a:t>
            </a:r>
            <a:r>
              <a:rPr lang="en-US" altLang="zh-CN" dirty="0"/>
              <a:t>AI </a:t>
            </a:r>
            <a:r>
              <a:rPr lang="zh-CN" altLang="en-US" dirty="0"/>
              <a:t>在化工数据采集与处理中的应用</a:t>
            </a:r>
          </a:p>
        </p:txBody>
      </p:sp>
      <p:pic>
        <p:nvPicPr>
          <p:cNvPr id="3" name="图片 2">
            <a:extLst>
              <a:ext uri="{FF2B5EF4-FFF2-40B4-BE49-F238E27FC236}">
                <a16:creationId xmlns:a16="http://schemas.microsoft.com/office/drawing/2014/main" xmlns="" id="{01898492-64A0-DBF3-358D-C461447638BF}"/>
              </a:ext>
            </a:extLst>
          </p:cNvPr>
          <p:cNvPicPr>
            <a:picLocks noChangeAspect="1"/>
          </p:cNvPicPr>
          <p:nvPr/>
        </p:nvPicPr>
        <p:blipFill>
          <a:blip r:embed="rId4"/>
          <a:stretch>
            <a:fillRect/>
          </a:stretch>
        </p:blipFill>
        <p:spPr>
          <a:xfrm>
            <a:off x="2465261" y="748145"/>
            <a:ext cx="6864996" cy="5919849"/>
          </a:xfrm>
          <a:prstGeom prst="rect">
            <a:avLst/>
          </a:prstGeom>
        </p:spPr>
      </p:pic>
    </p:spTree>
    <p:custDataLst>
      <p:tags r:id="rId1"/>
    </p:custDataLst>
    <p:extLst>
      <p:ext uri="{BB962C8B-B14F-4D97-AF65-F5344CB8AC3E}">
        <p14:creationId xmlns:p14="http://schemas.microsoft.com/office/powerpoint/2010/main" xmlns="" val="2162450451"/>
      </p:ext>
    </p:extLst>
  </p:cSld>
  <p:clrMapOvr>
    <a:masterClrMapping/>
  </p:clrMapOvr>
  <p:transition>
    <p:fad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E226358F-DBCD-7E4D-ABBB-8B1B8BDDE863}"/>
            </a:ext>
          </a:extLst>
        </p:cNvPr>
        <p:cNvGrpSpPr/>
        <p:nvPr/>
      </p:nvGrpSpPr>
      <p:grpSpPr>
        <a:xfrm>
          <a:off x="0" y="0"/>
          <a:ext cx="0" cy="0"/>
          <a:chOff x="0" y="0"/>
          <a:chExt cx="0" cy="0"/>
        </a:xfrm>
      </p:grpSpPr>
      <p:sp>
        <p:nvSpPr>
          <p:cNvPr id="5" name="标题 4">
            <a:extLst>
              <a:ext uri="{FF2B5EF4-FFF2-40B4-BE49-F238E27FC236}">
                <a16:creationId xmlns:a16="http://schemas.microsoft.com/office/drawing/2014/main" xmlns="" id="{B16F3A0A-8AE4-CB01-610E-F43D40DF18B1}"/>
              </a:ext>
            </a:extLst>
          </p:cNvPr>
          <p:cNvSpPr>
            <a:spLocks noGrp="1"/>
          </p:cNvSpPr>
          <p:nvPr>
            <p:ph type="title"/>
            <p:custDataLst>
              <p:tags r:id="rId2"/>
            </p:custDataLst>
          </p:nvPr>
        </p:nvSpPr>
        <p:spPr>
          <a:xfrm>
            <a:off x="749134" y="43542"/>
            <a:ext cx="9623962" cy="599705"/>
          </a:xfrm>
        </p:spPr>
        <p:txBody>
          <a:bodyPr>
            <a:normAutofit fontScale="90000"/>
          </a:bodyPr>
          <a:lstStyle/>
          <a:p>
            <a:r>
              <a:rPr lang="en-US" altLang="zh-CN" dirty="0"/>
              <a:t>8.3.4 </a:t>
            </a:r>
            <a:r>
              <a:rPr lang="zh-CN" altLang="en-US" dirty="0"/>
              <a:t>案例</a:t>
            </a:r>
            <a:r>
              <a:rPr lang="en-US" altLang="zh-CN" dirty="0"/>
              <a:t>3</a:t>
            </a:r>
            <a:r>
              <a:rPr lang="zh-CN" altLang="en-US" dirty="0"/>
              <a:t>：</a:t>
            </a:r>
            <a:r>
              <a:rPr lang="en-US" altLang="zh-CN" dirty="0"/>
              <a:t>AI </a:t>
            </a:r>
            <a:r>
              <a:rPr lang="zh-CN" altLang="en-US" dirty="0"/>
              <a:t>在石油化工复杂生产过程建模中应用</a:t>
            </a:r>
          </a:p>
        </p:txBody>
      </p:sp>
      <p:pic>
        <p:nvPicPr>
          <p:cNvPr id="2" name="图片 1">
            <a:extLst>
              <a:ext uri="{FF2B5EF4-FFF2-40B4-BE49-F238E27FC236}">
                <a16:creationId xmlns:a16="http://schemas.microsoft.com/office/drawing/2014/main" xmlns="" id="{65154F90-7401-0919-31B5-A18FE82BE190}"/>
              </a:ext>
            </a:extLst>
          </p:cNvPr>
          <p:cNvPicPr>
            <a:picLocks noChangeAspect="1"/>
          </p:cNvPicPr>
          <p:nvPr/>
        </p:nvPicPr>
        <p:blipFill>
          <a:blip r:embed="rId4"/>
          <a:stretch>
            <a:fillRect/>
          </a:stretch>
        </p:blipFill>
        <p:spPr>
          <a:xfrm>
            <a:off x="381728" y="944087"/>
            <a:ext cx="5661172" cy="5575465"/>
          </a:xfrm>
          <a:prstGeom prst="rect">
            <a:avLst/>
          </a:prstGeom>
        </p:spPr>
      </p:pic>
      <p:sp>
        <p:nvSpPr>
          <p:cNvPr id="6" name="文本框 5">
            <a:extLst>
              <a:ext uri="{FF2B5EF4-FFF2-40B4-BE49-F238E27FC236}">
                <a16:creationId xmlns:a16="http://schemas.microsoft.com/office/drawing/2014/main" xmlns="" id="{A9163565-915A-6A2B-648A-A95C291A716D}"/>
              </a:ext>
            </a:extLst>
          </p:cNvPr>
          <p:cNvSpPr txBox="1"/>
          <p:nvPr/>
        </p:nvSpPr>
        <p:spPr>
          <a:xfrm>
            <a:off x="6292437" y="2668519"/>
            <a:ext cx="5179127" cy="1569660"/>
          </a:xfrm>
          <a:prstGeom prst="rect">
            <a:avLst/>
          </a:prstGeom>
          <a:noFill/>
        </p:spPr>
        <p:txBody>
          <a:bodyPr wrap="square">
            <a:spAutoFit/>
          </a:bodyPr>
          <a:lstStyle/>
          <a:p>
            <a:r>
              <a:rPr lang="zh-CN" altLang="en-US" sz="2400" dirty="0"/>
              <a:t>在状态变量部分不可测的间歇反应器的智能建模中提出一种智能化的神经网络建模方法，建立状态变量部分不可测的间歇反应器模型</a:t>
            </a:r>
          </a:p>
        </p:txBody>
      </p:sp>
    </p:spTree>
    <p:custDataLst>
      <p:tags r:id="rId1"/>
    </p:custDataLst>
    <p:extLst>
      <p:ext uri="{BB962C8B-B14F-4D97-AF65-F5344CB8AC3E}">
        <p14:creationId xmlns:p14="http://schemas.microsoft.com/office/powerpoint/2010/main" xmlns="" val="2213098132"/>
      </p:ext>
    </p:extLst>
  </p:cSld>
  <p:clrMapOvr>
    <a:masterClrMapping/>
  </p:clrMapOvr>
  <p:transition>
    <p:fad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1782CC1C-C12D-E04F-D806-306B4DA60800}"/>
            </a:ext>
          </a:extLst>
        </p:cNvPr>
        <p:cNvGrpSpPr/>
        <p:nvPr/>
      </p:nvGrpSpPr>
      <p:grpSpPr>
        <a:xfrm>
          <a:off x="0" y="0"/>
          <a:ext cx="0" cy="0"/>
          <a:chOff x="0" y="0"/>
          <a:chExt cx="0" cy="0"/>
        </a:xfrm>
      </p:grpSpPr>
      <p:sp>
        <p:nvSpPr>
          <p:cNvPr id="5" name="标题 4">
            <a:extLst>
              <a:ext uri="{FF2B5EF4-FFF2-40B4-BE49-F238E27FC236}">
                <a16:creationId xmlns:a16="http://schemas.microsoft.com/office/drawing/2014/main" xmlns="" id="{F96A4EA1-5D2A-E31C-9F9E-4968FEA71C3F}"/>
              </a:ext>
            </a:extLst>
          </p:cNvPr>
          <p:cNvSpPr>
            <a:spLocks noGrp="1"/>
          </p:cNvSpPr>
          <p:nvPr>
            <p:ph type="title"/>
            <p:custDataLst>
              <p:tags r:id="rId2"/>
            </p:custDataLst>
          </p:nvPr>
        </p:nvSpPr>
        <p:spPr>
          <a:xfrm>
            <a:off x="749133" y="43542"/>
            <a:ext cx="10775869" cy="599705"/>
          </a:xfrm>
        </p:spPr>
        <p:txBody>
          <a:bodyPr>
            <a:normAutofit fontScale="90000"/>
          </a:bodyPr>
          <a:lstStyle/>
          <a:p>
            <a:r>
              <a:rPr lang="en-US" altLang="zh-CN" dirty="0"/>
              <a:t>8.3.5 </a:t>
            </a:r>
            <a:r>
              <a:rPr lang="zh-CN" altLang="en-US" dirty="0"/>
              <a:t>案例</a:t>
            </a:r>
            <a:r>
              <a:rPr lang="en-US" altLang="zh-CN" dirty="0"/>
              <a:t>4</a:t>
            </a:r>
            <a:r>
              <a:rPr lang="zh-CN" altLang="en-US" dirty="0"/>
              <a:t>：</a:t>
            </a:r>
            <a:r>
              <a:rPr lang="en-US" altLang="zh-CN" dirty="0"/>
              <a:t>AI </a:t>
            </a:r>
            <a:r>
              <a:rPr lang="zh-CN" altLang="en-US" dirty="0"/>
              <a:t>在石油化工生产过程及供应链优化上的应用</a:t>
            </a:r>
          </a:p>
        </p:txBody>
      </p:sp>
      <p:pic>
        <p:nvPicPr>
          <p:cNvPr id="4" name="图片 3">
            <a:extLst>
              <a:ext uri="{FF2B5EF4-FFF2-40B4-BE49-F238E27FC236}">
                <a16:creationId xmlns:a16="http://schemas.microsoft.com/office/drawing/2014/main" xmlns="" id="{8AAD8001-C3F3-8779-AB1E-A18317EE808F}"/>
              </a:ext>
            </a:extLst>
          </p:cNvPr>
          <p:cNvPicPr>
            <a:picLocks noChangeAspect="1"/>
          </p:cNvPicPr>
          <p:nvPr/>
        </p:nvPicPr>
        <p:blipFill>
          <a:blip r:embed="rId4"/>
          <a:stretch>
            <a:fillRect/>
          </a:stretch>
        </p:blipFill>
        <p:spPr>
          <a:xfrm>
            <a:off x="1502228" y="727067"/>
            <a:ext cx="9096498" cy="6087391"/>
          </a:xfrm>
          <a:prstGeom prst="rect">
            <a:avLst/>
          </a:prstGeom>
        </p:spPr>
      </p:pic>
    </p:spTree>
    <p:custDataLst>
      <p:tags r:id="rId1"/>
    </p:custDataLst>
    <p:extLst>
      <p:ext uri="{BB962C8B-B14F-4D97-AF65-F5344CB8AC3E}">
        <p14:creationId xmlns:p14="http://schemas.microsoft.com/office/powerpoint/2010/main" xmlns="" val="3811155255"/>
      </p:ext>
    </p:extLst>
  </p:cSld>
  <p:clrMapOvr>
    <a:masterClrMapping/>
  </p:clrMapOvr>
  <p:transition>
    <p:fad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BECF3DE7-38A9-02F1-B03C-1C87D791FE31}"/>
            </a:ext>
          </a:extLst>
        </p:cNvPr>
        <p:cNvGrpSpPr/>
        <p:nvPr/>
      </p:nvGrpSpPr>
      <p:grpSpPr>
        <a:xfrm>
          <a:off x="0" y="0"/>
          <a:ext cx="0" cy="0"/>
          <a:chOff x="0" y="0"/>
          <a:chExt cx="0" cy="0"/>
        </a:xfrm>
      </p:grpSpPr>
      <p:sp>
        <p:nvSpPr>
          <p:cNvPr id="5" name="标题 4">
            <a:extLst>
              <a:ext uri="{FF2B5EF4-FFF2-40B4-BE49-F238E27FC236}">
                <a16:creationId xmlns:a16="http://schemas.microsoft.com/office/drawing/2014/main" xmlns="" id="{A19E2EAB-266C-9007-56D7-2BA5BC48E696}"/>
              </a:ext>
            </a:extLst>
          </p:cNvPr>
          <p:cNvSpPr>
            <a:spLocks noGrp="1"/>
          </p:cNvSpPr>
          <p:nvPr>
            <p:ph type="title"/>
            <p:custDataLst>
              <p:tags r:id="rId2"/>
            </p:custDataLst>
          </p:nvPr>
        </p:nvSpPr>
        <p:spPr>
          <a:xfrm>
            <a:off x="749133" y="43542"/>
            <a:ext cx="10775869" cy="599705"/>
          </a:xfrm>
        </p:spPr>
        <p:txBody>
          <a:bodyPr>
            <a:normAutofit fontScale="90000"/>
          </a:bodyPr>
          <a:lstStyle/>
          <a:p>
            <a:r>
              <a:rPr lang="en-US" altLang="zh-CN" dirty="0"/>
              <a:t>8.3.6 </a:t>
            </a:r>
            <a:r>
              <a:rPr lang="zh-CN" altLang="en-US" dirty="0"/>
              <a:t>案例</a:t>
            </a:r>
            <a:r>
              <a:rPr lang="en-US" altLang="zh-CN" dirty="0"/>
              <a:t>5</a:t>
            </a:r>
            <a:r>
              <a:rPr lang="zh-CN" altLang="en-US" dirty="0"/>
              <a:t>：</a:t>
            </a:r>
            <a:r>
              <a:rPr lang="en-US" altLang="zh-CN" dirty="0"/>
              <a:t>AI </a:t>
            </a:r>
            <a:r>
              <a:rPr lang="zh-CN" altLang="en-US" dirty="0"/>
              <a:t>在化工安全预测预警方面的应用</a:t>
            </a:r>
          </a:p>
        </p:txBody>
      </p:sp>
      <p:pic>
        <p:nvPicPr>
          <p:cNvPr id="1028" name="Picture 4" descr="智能监测系统（智能预警监测系统）-鲲云科技">
            <a:extLst>
              <a:ext uri="{FF2B5EF4-FFF2-40B4-BE49-F238E27FC236}">
                <a16:creationId xmlns:a16="http://schemas.microsoft.com/office/drawing/2014/main" xmlns="" id="{A01D58EC-7487-07E4-F418-A8B45836348C}"/>
              </a:ext>
            </a:extLst>
          </p:cNvPr>
          <p:cNvPicPr>
            <a:picLocks noChangeAspect="1" noChangeArrowheads="1"/>
          </p:cNvPicPr>
          <p:nvPr/>
        </p:nvPicPr>
        <p:blipFill>
          <a:blip r:embed="rId4">
            <a:alphaModFix amt="70000"/>
            <a:extLst>
              <a:ext uri="{28A0092B-C50C-407E-A947-70E740481C1C}">
                <a14:useLocalDpi xmlns:a14="http://schemas.microsoft.com/office/drawing/2010/main" xmlns="" val="0"/>
              </a:ext>
            </a:extLst>
          </a:blip>
          <a:srcRect/>
          <a:stretch>
            <a:fillRect/>
          </a:stretch>
        </p:blipFill>
        <p:spPr bwMode="auto">
          <a:xfrm>
            <a:off x="825500" y="808102"/>
            <a:ext cx="10337800" cy="5826217"/>
          </a:xfrm>
          <a:prstGeom prst="rect">
            <a:avLst/>
          </a:prstGeom>
          <a:noFill/>
          <a:extLst>
            <a:ext uri="{909E8E84-426E-40DD-AFC4-6F175D3DCCD1}">
              <a14:hiddenFill xmlns:a14="http://schemas.microsoft.com/office/drawing/2010/main" xmlns="">
                <a:solidFill>
                  <a:srgbClr val="FFFFFF"/>
                </a:solidFill>
              </a14:hiddenFill>
            </a:ext>
          </a:extLst>
        </p:spPr>
      </p:pic>
    </p:spTree>
    <p:custDataLst>
      <p:tags r:id="rId1"/>
    </p:custDataLst>
    <p:extLst>
      <p:ext uri="{BB962C8B-B14F-4D97-AF65-F5344CB8AC3E}">
        <p14:creationId xmlns:p14="http://schemas.microsoft.com/office/powerpoint/2010/main" xmlns="" val="2029693363"/>
      </p:ext>
    </p:extLst>
  </p:cSld>
  <p:clrMapOvr>
    <a:masterClrMapping/>
  </p:clrMapOvr>
  <p:transition>
    <p:fad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41358118-6E07-5CDF-F3F4-2F46603C93EA}"/>
            </a:ext>
          </a:extLst>
        </p:cNvPr>
        <p:cNvGrpSpPr/>
        <p:nvPr/>
      </p:nvGrpSpPr>
      <p:grpSpPr>
        <a:xfrm>
          <a:off x="0" y="0"/>
          <a:ext cx="0" cy="0"/>
          <a:chOff x="0" y="0"/>
          <a:chExt cx="0" cy="0"/>
        </a:xfrm>
      </p:grpSpPr>
      <p:sp>
        <p:nvSpPr>
          <p:cNvPr id="5" name="标题 4">
            <a:extLst>
              <a:ext uri="{FF2B5EF4-FFF2-40B4-BE49-F238E27FC236}">
                <a16:creationId xmlns:a16="http://schemas.microsoft.com/office/drawing/2014/main" xmlns="" id="{0C1ECBEA-81E9-5C23-9130-EF7A695B843C}"/>
              </a:ext>
            </a:extLst>
          </p:cNvPr>
          <p:cNvSpPr>
            <a:spLocks noGrp="1"/>
          </p:cNvSpPr>
          <p:nvPr>
            <p:ph type="title"/>
            <p:custDataLst>
              <p:tags r:id="rId2"/>
            </p:custDataLst>
          </p:nvPr>
        </p:nvSpPr>
        <p:spPr>
          <a:xfrm>
            <a:off x="749133" y="43542"/>
            <a:ext cx="10775869" cy="599705"/>
          </a:xfrm>
        </p:spPr>
        <p:txBody>
          <a:bodyPr>
            <a:normAutofit fontScale="90000"/>
          </a:bodyPr>
          <a:lstStyle/>
          <a:p>
            <a:r>
              <a:rPr lang="en-US" altLang="zh-CN" dirty="0"/>
              <a:t>8.3.7 </a:t>
            </a:r>
            <a:r>
              <a:rPr lang="zh-CN" altLang="en-US" dirty="0"/>
              <a:t>案例</a:t>
            </a:r>
            <a:r>
              <a:rPr lang="en-US" altLang="zh-CN" dirty="0"/>
              <a:t>6</a:t>
            </a:r>
            <a:r>
              <a:rPr lang="zh-CN" altLang="en-US" dirty="0"/>
              <a:t>：</a:t>
            </a:r>
            <a:r>
              <a:rPr lang="en-US" altLang="zh-CN" dirty="0"/>
              <a:t>AI </a:t>
            </a:r>
            <a:r>
              <a:rPr lang="zh-CN" altLang="en-US" dirty="0"/>
              <a:t>在化工园区智能化方面的应用</a:t>
            </a:r>
          </a:p>
        </p:txBody>
      </p:sp>
      <p:pic>
        <p:nvPicPr>
          <p:cNvPr id="2" name="图片 1">
            <a:extLst>
              <a:ext uri="{FF2B5EF4-FFF2-40B4-BE49-F238E27FC236}">
                <a16:creationId xmlns:a16="http://schemas.microsoft.com/office/drawing/2014/main" xmlns="" id="{82E26120-6A5A-F06B-5C00-DDDEA39C3667}"/>
              </a:ext>
            </a:extLst>
          </p:cNvPr>
          <p:cNvPicPr>
            <a:picLocks noChangeAspect="1"/>
          </p:cNvPicPr>
          <p:nvPr/>
        </p:nvPicPr>
        <p:blipFill>
          <a:blip r:embed="rId4"/>
          <a:stretch>
            <a:fillRect/>
          </a:stretch>
        </p:blipFill>
        <p:spPr>
          <a:xfrm>
            <a:off x="266122" y="808157"/>
            <a:ext cx="11817927" cy="5793361"/>
          </a:xfrm>
          <a:prstGeom prst="rect">
            <a:avLst/>
          </a:prstGeom>
        </p:spPr>
      </p:pic>
    </p:spTree>
    <p:custDataLst>
      <p:tags r:id="rId1"/>
    </p:custDataLst>
    <p:extLst>
      <p:ext uri="{BB962C8B-B14F-4D97-AF65-F5344CB8AC3E}">
        <p14:creationId xmlns:p14="http://schemas.microsoft.com/office/powerpoint/2010/main" xmlns="" val="1421839335"/>
      </p:ext>
    </p:extLst>
  </p:cSld>
  <p:clrMapOvr>
    <a:masterClrMapping/>
  </p:clrMapOvr>
  <p:transition>
    <p:fad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3A23B188-432A-329D-BDDC-B97165038BAE}"/>
            </a:ext>
          </a:extLst>
        </p:cNvPr>
        <p:cNvGrpSpPr/>
        <p:nvPr/>
      </p:nvGrpSpPr>
      <p:grpSpPr>
        <a:xfrm>
          <a:off x="0" y="0"/>
          <a:ext cx="0" cy="0"/>
          <a:chOff x="0" y="0"/>
          <a:chExt cx="0" cy="0"/>
        </a:xfrm>
      </p:grpSpPr>
      <p:sp>
        <p:nvSpPr>
          <p:cNvPr id="5" name="标题 4">
            <a:extLst>
              <a:ext uri="{FF2B5EF4-FFF2-40B4-BE49-F238E27FC236}">
                <a16:creationId xmlns:a16="http://schemas.microsoft.com/office/drawing/2014/main" xmlns="" id="{2D44BD26-D432-C182-4455-616C27D15EAB}"/>
              </a:ext>
            </a:extLst>
          </p:cNvPr>
          <p:cNvSpPr>
            <a:spLocks noGrp="1"/>
          </p:cNvSpPr>
          <p:nvPr>
            <p:ph type="title"/>
            <p:custDataLst>
              <p:tags r:id="rId2"/>
            </p:custDataLst>
          </p:nvPr>
        </p:nvSpPr>
        <p:spPr>
          <a:xfrm>
            <a:off x="749133" y="43542"/>
            <a:ext cx="10775869" cy="599705"/>
          </a:xfrm>
        </p:spPr>
        <p:txBody>
          <a:bodyPr>
            <a:normAutofit fontScale="90000"/>
          </a:bodyPr>
          <a:lstStyle/>
          <a:p>
            <a:r>
              <a:rPr lang="en-US" altLang="zh-CN" dirty="0"/>
              <a:t>8.3.8 </a:t>
            </a:r>
            <a:r>
              <a:rPr lang="zh-CN" altLang="en-US" dirty="0"/>
              <a:t>案例</a:t>
            </a:r>
            <a:r>
              <a:rPr lang="en-US" altLang="zh-CN" dirty="0"/>
              <a:t>7</a:t>
            </a:r>
            <a:r>
              <a:rPr lang="zh-CN" altLang="en-US" dirty="0"/>
              <a:t>：</a:t>
            </a:r>
            <a:r>
              <a:rPr lang="en-US" altLang="zh-CN" dirty="0"/>
              <a:t>ChatGPT </a:t>
            </a:r>
            <a:r>
              <a:rPr lang="zh-CN" altLang="en-US" dirty="0"/>
              <a:t>大模型在石油化工领域的应用</a:t>
            </a:r>
          </a:p>
        </p:txBody>
      </p:sp>
      <p:pic>
        <p:nvPicPr>
          <p:cNvPr id="4" name="图片 3">
            <a:extLst>
              <a:ext uri="{FF2B5EF4-FFF2-40B4-BE49-F238E27FC236}">
                <a16:creationId xmlns:a16="http://schemas.microsoft.com/office/drawing/2014/main" xmlns="" id="{4E247ADD-1B39-D49F-9268-72AC97465FFF}"/>
              </a:ext>
            </a:extLst>
          </p:cNvPr>
          <p:cNvPicPr>
            <a:picLocks noChangeAspect="1"/>
          </p:cNvPicPr>
          <p:nvPr/>
        </p:nvPicPr>
        <p:blipFill>
          <a:blip r:embed="rId4"/>
          <a:stretch>
            <a:fillRect/>
          </a:stretch>
        </p:blipFill>
        <p:spPr>
          <a:xfrm>
            <a:off x="62490" y="1117600"/>
            <a:ext cx="6310528" cy="4686300"/>
          </a:xfrm>
          <a:prstGeom prst="rect">
            <a:avLst/>
          </a:prstGeom>
        </p:spPr>
      </p:pic>
      <p:pic>
        <p:nvPicPr>
          <p:cNvPr id="6" name="图片 5">
            <a:extLst>
              <a:ext uri="{FF2B5EF4-FFF2-40B4-BE49-F238E27FC236}">
                <a16:creationId xmlns:a16="http://schemas.microsoft.com/office/drawing/2014/main" xmlns="" id="{04832695-DD17-CB25-AC89-E75DDD1C7BA8}"/>
              </a:ext>
            </a:extLst>
          </p:cNvPr>
          <p:cNvPicPr>
            <a:picLocks noChangeAspect="1"/>
          </p:cNvPicPr>
          <p:nvPr/>
        </p:nvPicPr>
        <p:blipFill>
          <a:blip r:embed="rId5"/>
          <a:stretch>
            <a:fillRect/>
          </a:stretch>
        </p:blipFill>
        <p:spPr>
          <a:xfrm>
            <a:off x="6236995" y="2451100"/>
            <a:ext cx="5892515" cy="2292350"/>
          </a:xfrm>
          <a:prstGeom prst="rect">
            <a:avLst/>
          </a:prstGeom>
        </p:spPr>
      </p:pic>
    </p:spTree>
    <p:custDataLst>
      <p:tags r:id="rId1"/>
    </p:custDataLst>
    <p:extLst>
      <p:ext uri="{BB962C8B-B14F-4D97-AF65-F5344CB8AC3E}">
        <p14:creationId xmlns:p14="http://schemas.microsoft.com/office/powerpoint/2010/main" xmlns="" val="1888349603"/>
      </p:ext>
    </p:extLst>
  </p:cSld>
  <p:clrMapOvr>
    <a:masterClrMapping/>
  </p:clrMapOvr>
  <p:transition>
    <p:fad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CA0816F6-DC2A-09CB-7B15-5C53600B044E}"/>
            </a:ext>
          </a:extLst>
        </p:cNvPr>
        <p:cNvGrpSpPr/>
        <p:nvPr/>
      </p:nvGrpSpPr>
      <p:grpSpPr>
        <a:xfrm>
          <a:off x="0" y="0"/>
          <a:ext cx="0" cy="0"/>
          <a:chOff x="0" y="0"/>
          <a:chExt cx="0" cy="0"/>
        </a:xfrm>
      </p:grpSpPr>
      <p:sp>
        <p:nvSpPr>
          <p:cNvPr id="5" name="标题 4">
            <a:extLst>
              <a:ext uri="{FF2B5EF4-FFF2-40B4-BE49-F238E27FC236}">
                <a16:creationId xmlns:a16="http://schemas.microsoft.com/office/drawing/2014/main" xmlns="" id="{697E37AA-2260-87A5-D703-0FC27422B2D9}"/>
              </a:ext>
            </a:extLst>
          </p:cNvPr>
          <p:cNvSpPr>
            <a:spLocks noGrp="1"/>
          </p:cNvSpPr>
          <p:nvPr>
            <p:ph type="title"/>
            <p:custDataLst>
              <p:tags r:id="rId2"/>
            </p:custDataLst>
          </p:nvPr>
        </p:nvSpPr>
        <p:spPr>
          <a:xfrm>
            <a:off x="749133" y="43542"/>
            <a:ext cx="10775869" cy="599705"/>
          </a:xfrm>
        </p:spPr>
        <p:txBody>
          <a:bodyPr>
            <a:normAutofit fontScale="90000"/>
          </a:bodyPr>
          <a:lstStyle/>
          <a:p>
            <a:r>
              <a:rPr lang="en-US" altLang="zh-CN" dirty="0"/>
              <a:t>8.3.9 </a:t>
            </a:r>
            <a:r>
              <a:rPr lang="zh-CN" altLang="en-US" dirty="0"/>
              <a:t>案例</a:t>
            </a:r>
            <a:r>
              <a:rPr lang="en-US" altLang="zh-CN" dirty="0"/>
              <a:t>8</a:t>
            </a:r>
            <a:r>
              <a:rPr lang="zh-CN" altLang="en-US" dirty="0"/>
              <a:t>：</a:t>
            </a:r>
            <a:r>
              <a:rPr lang="en-US" altLang="zh-CN" dirty="0"/>
              <a:t>AI </a:t>
            </a:r>
            <a:r>
              <a:rPr lang="zh-CN" altLang="en-US" dirty="0"/>
              <a:t>在智能配色系统中应用</a:t>
            </a:r>
          </a:p>
        </p:txBody>
      </p:sp>
      <p:pic>
        <p:nvPicPr>
          <p:cNvPr id="2" name="图片 1">
            <a:extLst>
              <a:ext uri="{FF2B5EF4-FFF2-40B4-BE49-F238E27FC236}">
                <a16:creationId xmlns:a16="http://schemas.microsoft.com/office/drawing/2014/main" xmlns="" id="{E9159A27-7A9E-CE9B-649A-CF383FF13897}"/>
              </a:ext>
            </a:extLst>
          </p:cNvPr>
          <p:cNvPicPr>
            <a:picLocks noChangeAspect="1"/>
          </p:cNvPicPr>
          <p:nvPr/>
        </p:nvPicPr>
        <p:blipFill>
          <a:blip r:embed="rId4"/>
          <a:srcRect l="981" r="4329"/>
          <a:stretch/>
        </p:blipFill>
        <p:spPr>
          <a:xfrm>
            <a:off x="0" y="1790700"/>
            <a:ext cx="6033511" cy="3613150"/>
          </a:xfrm>
          <a:prstGeom prst="rect">
            <a:avLst/>
          </a:prstGeom>
        </p:spPr>
      </p:pic>
      <p:pic>
        <p:nvPicPr>
          <p:cNvPr id="7" name="图片 6">
            <a:extLst>
              <a:ext uri="{FF2B5EF4-FFF2-40B4-BE49-F238E27FC236}">
                <a16:creationId xmlns:a16="http://schemas.microsoft.com/office/drawing/2014/main" xmlns="" id="{245F3335-A654-AB15-7FFF-44C989CCFF4C}"/>
              </a:ext>
            </a:extLst>
          </p:cNvPr>
          <p:cNvPicPr>
            <a:picLocks noChangeAspect="1"/>
          </p:cNvPicPr>
          <p:nvPr/>
        </p:nvPicPr>
        <p:blipFill>
          <a:blip r:embed="rId5"/>
          <a:stretch>
            <a:fillRect/>
          </a:stretch>
        </p:blipFill>
        <p:spPr>
          <a:xfrm>
            <a:off x="6096000" y="1466850"/>
            <a:ext cx="6073553" cy="4470400"/>
          </a:xfrm>
          <a:prstGeom prst="rect">
            <a:avLst/>
          </a:prstGeom>
        </p:spPr>
      </p:pic>
    </p:spTree>
    <p:custDataLst>
      <p:tags r:id="rId1"/>
    </p:custDataLst>
    <p:extLst>
      <p:ext uri="{BB962C8B-B14F-4D97-AF65-F5344CB8AC3E}">
        <p14:creationId xmlns:p14="http://schemas.microsoft.com/office/powerpoint/2010/main" xmlns="" val="207278037"/>
      </p:ext>
    </p:extLst>
  </p:cSld>
  <p:clrMapOvr>
    <a:masterClrMapping/>
  </p:clrMapOvr>
  <p:transition>
    <p:fad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4F5F16A2-7CFB-2AD2-EEBF-6F9AD2B0EAB8}"/>
            </a:ext>
          </a:extLst>
        </p:cNvPr>
        <p:cNvGrpSpPr/>
        <p:nvPr/>
      </p:nvGrpSpPr>
      <p:grpSpPr>
        <a:xfrm>
          <a:off x="0" y="0"/>
          <a:ext cx="0" cy="0"/>
          <a:chOff x="0" y="0"/>
          <a:chExt cx="0" cy="0"/>
        </a:xfrm>
      </p:grpSpPr>
      <p:sp>
        <p:nvSpPr>
          <p:cNvPr id="5" name="标题 4">
            <a:extLst>
              <a:ext uri="{FF2B5EF4-FFF2-40B4-BE49-F238E27FC236}">
                <a16:creationId xmlns:a16="http://schemas.microsoft.com/office/drawing/2014/main" xmlns="" id="{672EF4F7-B5AC-5944-2D78-BFF3D5808B14}"/>
              </a:ext>
            </a:extLst>
          </p:cNvPr>
          <p:cNvSpPr>
            <a:spLocks noGrp="1"/>
          </p:cNvSpPr>
          <p:nvPr>
            <p:ph type="title"/>
            <p:custDataLst>
              <p:tags r:id="rId2"/>
            </p:custDataLst>
          </p:nvPr>
        </p:nvSpPr>
        <p:spPr>
          <a:xfrm>
            <a:off x="749133" y="43542"/>
            <a:ext cx="10775869" cy="599705"/>
          </a:xfrm>
        </p:spPr>
        <p:txBody>
          <a:bodyPr>
            <a:normAutofit fontScale="90000"/>
          </a:bodyPr>
          <a:lstStyle/>
          <a:p>
            <a:r>
              <a:rPr lang="en-US" altLang="zh-CN" dirty="0"/>
              <a:t>8.3.10 </a:t>
            </a:r>
            <a:r>
              <a:rPr lang="zh-CN" altLang="en-US" dirty="0"/>
              <a:t>案例</a:t>
            </a:r>
            <a:r>
              <a:rPr lang="en-US" altLang="zh-CN" dirty="0"/>
              <a:t>9</a:t>
            </a:r>
            <a:r>
              <a:rPr lang="zh-CN" altLang="en-US" dirty="0"/>
              <a:t>：</a:t>
            </a:r>
            <a:r>
              <a:rPr lang="en-US" altLang="zh-CN" dirty="0"/>
              <a:t>AI </a:t>
            </a:r>
            <a:r>
              <a:rPr lang="zh-CN" altLang="en-US" dirty="0"/>
              <a:t>在柔性电子材料方面的应用</a:t>
            </a:r>
          </a:p>
        </p:txBody>
      </p:sp>
      <p:pic>
        <p:nvPicPr>
          <p:cNvPr id="4" name="图片 3">
            <a:extLst>
              <a:ext uri="{FF2B5EF4-FFF2-40B4-BE49-F238E27FC236}">
                <a16:creationId xmlns:a16="http://schemas.microsoft.com/office/drawing/2014/main" xmlns="" id="{FF8C2B42-C4A7-DE9C-8694-0B8A2B1BEC7F}"/>
              </a:ext>
            </a:extLst>
          </p:cNvPr>
          <p:cNvPicPr>
            <a:picLocks noChangeAspect="1"/>
          </p:cNvPicPr>
          <p:nvPr/>
        </p:nvPicPr>
        <p:blipFill>
          <a:blip r:embed="rId4"/>
          <a:stretch>
            <a:fillRect/>
          </a:stretch>
        </p:blipFill>
        <p:spPr>
          <a:xfrm>
            <a:off x="90452" y="1416050"/>
            <a:ext cx="5899752" cy="4438650"/>
          </a:xfrm>
          <a:prstGeom prst="rect">
            <a:avLst/>
          </a:prstGeom>
        </p:spPr>
      </p:pic>
      <p:pic>
        <p:nvPicPr>
          <p:cNvPr id="8" name="图片 7">
            <a:extLst>
              <a:ext uri="{FF2B5EF4-FFF2-40B4-BE49-F238E27FC236}">
                <a16:creationId xmlns:a16="http://schemas.microsoft.com/office/drawing/2014/main" xmlns="" id="{5FE60219-B3A6-B7E4-8F96-00B8E5CF28CC}"/>
              </a:ext>
            </a:extLst>
          </p:cNvPr>
          <p:cNvPicPr>
            <a:picLocks noChangeAspect="1"/>
          </p:cNvPicPr>
          <p:nvPr/>
        </p:nvPicPr>
        <p:blipFill>
          <a:blip r:embed="rId5"/>
          <a:stretch>
            <a:fillRect/>
          </a:stretch>
        </p:blipFill>
        <p:spPr>
          <a:xfrm>
            <a:off x="6034157" y="1797050"/>
            <a:ext cx="6157843" cy="3644900"/>
          </a:xfrm>
          <a:prstGeom prst="rect">
            <a:avLst/>
          </a:prstGeom>
        </p:spPr>
      </p:pic>
    </p:spTree>
    <p:custDataLst>
      <p:tags r:id="rId1"/>
    </p:custDataLst>
    <p:extLst>
      <p:ext uri="{BB962C8B-B14F-4D97-AF65-F5344CB8AC3E}">
        <p14:creationId xmlns:p14="http://schemas.microsoft.com/office/powerpoint/2010/main" xmlns="" val="1859558176"/>
      </p:ext>
    </p:extLst>
  </p:cSld>
  <p:clrMapOvr>
    <a:masterClrMapping/>
  </p:clrMapOvr>
  <p:transition>
    <p:fade/>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ustDataLst>
      <p:tags r:id="rId1"/>
    </p:custDataLst>
  </p:cSld>
  <p:clrMapOvr>
    <a:masterClrMapping/>
  </p:clrMapOvr>
  <mc:AlternateContent xmlns:mc="http://schemas.openxmlformats.org/markup-compatibility/2006">
    <mc:Choice xmlns:p14="http://schemas.microsoft.com/office/powerpoint/2010/main" xmlns="" Requires="p14">
      <p:transition>
        <p:fade/>
      </p:transition>
    </mc:Choice>
    <mc:Fallback>
      <p:transition>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KSO_WM_PRESENTATION_SOURCE" val="WPPAIGeneratePPT"/>
</p:tagLst>
</file>

<file path=ppt/tags/tag2.xml><?xml version="1.0" encoding="utf-8"?>
<p:tagLst xmlns:a="http://schemas.openxmlformats.org/drawingml/2006/main" xmlns:r="http://schemas.openxmlformats.org/officeDocument/2006/relationships" xmlns:p="http://schemas.openxmlformats.org/presentationml/2006/main">
  <p:tag name="KSO_WM_UNIT_TYPE" val="a"/>
  <p:tag name="KSO_WM_UNIT_INDEX" val="1"/>
  <p:tag name="KSO_WM_BEAUTIFY_FLAG" val="#wm#"/>
  <p:tag name="KSO_WM_TAG_VERSION" val="3.0"/>
  <p:tag name="KSO_WM_UNIT_PRESET_TEXT" val="单击此处编辑母版标题样式"/>
  <p:tag name="KSO_WM_UNIT_ID" val="_7*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Lst>
</file>

<file path=ppt/tags/tag3.xml><?xml version="1.0" encoding="utf-8"?>
<p:tagLst xmlns:a="http://schemas.openxmlformats.org/drawingml/2006/main" xmlns:r="http://schemas.openxmlformats.org/officeDocument/2006/relationships" xmlns:p="http://schemas.openxmlformats.org/presentationml/2006/main">
  <p:tag name="KSO_WM_UNIT_ID" val="_7**"/>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4.xml><?xml version="1.0" encoding="utf-8"?>
<p:tagLst xmlns:a="http://schemas.openxmlformats.org/drawingml/2006/main" xmlns:r="http://schemas.openxmlformats.org/officeDocument/2006/relationships" xmlns:p="http://schemas.openxmlformats.org/presentationml/2006/main">
  <p:tag name="KSO_WM_UNIT_ID" val="_7**"/>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5.xml><?xml version="1.0" encoding="utf-8"?>
<p:tagLst xmlns:a="http://schemas.openxmlformats.org/drawingml/2006/main" xmlns:r="http://schemas.openxmlformats.org/officeDocument/2006/relationships" xmlns:p="http://schemas.openxmlformats.org/presentationml/2006/main">
  <p:tag name="KSO_WM_UNIT_ID" val="_7**"/>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6.xml><?xml version="1.0" encoding="utf-8"?>
<p:tagLst xmlns:a="http://schemas.openxmlformats.org/drawingml/2006/main" xmlns:r="http://schemas.openxmlformats.org/officeDocument/2006/relationships" xmlns:p="http://schemas.openxmlformats.org/presentationml/2006/main">
  <p:tag name="KSO_WM_SLIDE_TYPE" val="title"/>
  <p:tag name="KSO_WM_TEMPLATE_SUBCATEGORY" val="29"/>
  <p:tag name="KSO_WM_TEMPLATE_COLOR_TYPE" val="0"/>
  <p:tag name="KSO_WM_TAG_VERSION" val="3.0"/>
  <p:tag name="KSO_WM_SLIDE_SUBTYPE" val="pureTxt"/>
  <p:tag name="KSO_WM_SLIDE_ITEM_CNT" val="0"/>
  <p:tag name="KSO_WM_TEMPLATE_THUMBS_INDEX" val="1、9"/>
  <p:tag name="KSO_WM_BEAUTIFY_FLAG" val="#wm#"/>
  <p:tag name="KSO_WM_TEMPLATE_INDEX" val="20235971"/>
  <p:tag name="KSO_WM_TEMPLATE_CATEGORY" val="custom"/>
  <p:tag name="KSO_WM_SLIDE_INDEX" val="1"/>
  <p:tag name="KSO_WM_SLIDE_ID" val="custom20235971_1"/>
  <p:tag name="KSO_WM_TEMPLATE_MASTER_TYPE" val="0"/>
  <p:tag name="KSO_WM_SLIDE_LAYOUT" val="a_f"/>
  <p:tag name="KSO_WM_SLIDE_LAYOUT_CNT" val="1_2"/>
</p:tagLst>
</file>

<file path=ppt/tags/tag7.xml><?xml version="1.0" encoding="utf-8"?>
<p:tagLst xmlns:a="http://schemas.openxmlformats.org/drawingml/2006/main" xmlns:r="http://schemas.openxmlformats.org/officeDocument/2006/relationships" xmlns:p="http://schemas.openxmlformats.org/presentationml/2006/main">
  <p:tag name="KSO_WM_UNIT_TYPE" val="a"/>
  <p:tag name="KSO_WM_UNIT_INDEX" val="1"/>
  <p:tag name="KSO_WM_BEAUTIFY_FLAG" val="#wm#"/>
  <p:tag name="KSO_WM_TAG_VERSION" val="3.0"/>
  <p:tag name="KSO_WM_UNIT_ID" val="custom20235971_1*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20235971"/>
  <p:tag name="KSO_WM_TEMPLATE_CATEGORY" val="custom"/>
  <p:tag name="KSO_WM_UNIT_ISCONTENTSTITLE" val="0"/>
  <p:tag name="KSO_WM_UNIT_PRESET_TEXT" val="单击此处&#10;添加文档标题"/>
  <p:tag name="KSO_WM_UNIT_TEXT_TYPE" val="1"/>
</p:tagLst>
</file>

<file path=ppt/tags/tag8.xml><?xml version="1.0" encoding="utf-8"?>
<p:tagLst xmlns:a="http://schemas.openxmlformats.org/drawingml/2006/main" xmlns:r="http://schemas.openxmlformats.org/officeDocument/2006/relationships" xmlns:p="http://schemas.openxmlformats.org/presentationml/2006/main">
  <p:tag name="KSO_WM_SLIDE_TYPE" val="contents"/>
  <p:tag name="KSO_WM_TEMPLATE_SUBCATEGORY" val="29"/>
  <p:tag name="KSO_WM_TEMPLATE_COLOR_TYPE" val="0"/>
  <p:tag name="KSO_WM_TAG_VERSION" val="3.0"/>
  <p:tag name="KSO_WM_SLIDE_SUBTYPE" val="diag"/>
  <p:tag name="KSO_WM_SLIDE_ITEM_CNT" val="4"/>
  <p:tag name="KSO_WM_DIAGRAM_GROUP_CODE" val="l1-1"/>
  <p:tag name="KSO_WM_BEAUTIFY_FLAG" val="#wm#"/>
  <p:tag name="KSO_WM_TEMPLATE_INDEX" val="20235971"/>
  <p:tag name="KSO_WM_TEMPLATE_CATEGORY" val="custom"/>
  <p:tag name="KSO_WM_SLIDE_INDEX" val="4"/>
  <p:tag name="KSO_WM_SLIDE_ID" val="custom20235971_4"/>
  <p:tag name="KSO_WM_TEMPLATE_MASTER_TYPE" val="0"/>
  <p:tag name="KSO_WM_SLIDE_LAYOUT" val="a_l"/>
  <p:tag name="KSO_WM_SLIDE_LAYOUT_CNT" val="1_1"/>
  <p:tag name="KSO_WM_SLIDE_DIAGTYPE" val="l"/>
</p:tagLst>
</file>

<file path=ppt/tags/tag9.xml><?xml version="1.0" encoding="utf-8"?>
<p:tagLst xmlns:a="http://schemas.openxmlformats.org/drawingml/2006/main" xmlns:r="http://schemas.openxmlformats.org/officeDocument/2006/relationships" xmlns:p="http://schemas.openxmlformats.org/presentationml/2006/main">
  <p:tag name="KSO_WM_UNIT_TYPE" val="l_h_i"/>
  <p:tag name="KSO_WM_UNIT_INDEX" val="1_1_1"/>
  <p:tag name="KSO_WM_BEAUTIFY_FLAG" val="#wm#"/>
  <p:tag name="KSO_WM_TAG_VERSION" val="3.0"/>
  <p:tag name="KSO_WM_DIAGRAM_VERSION" val="3"/>
  <p:tag name="KSO_WM_DIAGRAM_GROUP_CODE" val="l1-1"/>
  <p:tag name="KSO_WM_DIAGRAM_COLOR_TRICK" val="1"/>
  <p:tag name="KSO_WM_DIAGRAM_COLOR_TEXT_CAN_REMOVE" val="n"/>
  <p:tag name="KSO_WM_UNIT_ID" val="custom20235971_6*l_h_i*1_1_1"/>
  <p:tag name="KSO_WM_UNIT_ISNUMDGMTITLE" val="0"/>
  <p:tag name="KSO_WM_UNIT_NOCLEAR" val="0"/>
  <p:tag name="KSO_WM_UNIT_HIGHLIGHT" val="0"/>
  <p:tag name="KSO_WM_UNIT_COMPATIBLE" val="0"/>
  <p:tag name="KSO_WM_UNIT_DIAGRAM_ISNUMVISUAL" val="0"/>
  <p:tag name="KSO_WM_UNIT_DIAGRAM_ISREFERUNIT" val="0"/>
  <p:tag name="KSO_WM_UNIT_LAYERLEVEL" val="1_1_1"/>
  <p:tag name="KSO_WM_TEMPLATE_INDEX" val="20235971"/>
  <p:tag name="KSO_WM_TEMPLATE_CATEGORY" val="custom"/>
  <p:tag name="KSO_WM_DIAGRAM_MAX_ITEMCNT" val="6"/>
  <p:tag name="KSO_WM_DIAGRAM_MIN_ITEMCNT" val="2"/>
  <p:tag name="KSO_WM_DIAGRAM_VIRTUALLY_FRAME" val="{&quot;height&quot;:278.6197509765625,&quot;width&quot;:823.1170654296875}"/>
  <p:tag name="KSO_WM_DIAGRAM_COLOR_MATCH_VALUE" val="{&quot;shape&quot;:{&quot;fill&quot;:{&quot;solid&quot;:{&quot;brightness&quot;:0,&quot;colorType&quot;:1,&quot;foreColorIndex&quot;:5,&quot;transparency&quot;:0.8500000238418579},&quot;type&quot;:1},&quot;glow&quot;:{&quot;colorType&quot;:0},&quot;line&quot;:{&quot;solidLine&quot;:{&quot;brightness&quot;:0.6000000238418579,&quot;colorType&quot;:1,&quot;foreColorIndex&quot;:5,&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14,&quot;transparency&quot;:0},&quot;type&quot;:1},&quot;glow&quot;:{&quot;colorType&quot;:0},&quot;line&quot;:{&quot;type&quot;:0},&quot;shadow&quot;:{&quot;colorType&quot;:0},&quot;threeD&quot;:{&quot;curvedSurface&quot;:{&quot;brightness&quot;:0,&quot;colorType&quot;:2,&quot;rgb&quot;:&quot;#000000&quot;},&quot;depth&quot;:{&quot;colorType&quot;:0}}}}"/>
  <p:tag name="KSO_WM_UNIT_FILL_FORE_SCHEMECOLOR_INDEX" val="5"/>
  <p:tag name="KSO_WM_UNIT_FILL_TYPE" val="1"/>
  <p:tag name="KSO_WM_UNIT_LINE_FORE_SCHEMECOLOR_INDEX" val="5"/>
  <p:tag name="KSO_WM_UNIT_LINE_FILL_TYPE" val="2"/>
  <p:tag name="KSO_WM_UNIT_TEXT_FILL_FORE_SCHEMECOLOR_INDEX" val="14"/>
  <p:tag name="KSO_WM_UNIT_TEXT_FILL_TYPE" val="1"/>
  <p:tag name="KSO_WM_UNIT_USESOURCEFORMAT_APPLY" val="0"/>
</p:tagLst>
</file>

<file path=ppt/tags/tag10.xml><?xml version="1.0" encoding="utf-8"?>
<p:tagLst xmlns:a="http://schemas.openxmlformats.org/drawingml/2006/main" xmlns:r="http://schemas.openxmlformats.org/officeDocument/2006/relationships" xmlns:p="http://schemas.openxmlformats.org/presentationml/2006/main">
  <p:tag name="KSO_WM_UNIT_TYPE" val="l_h_i"/>
  <p:tag name="KSO_WM_UNIT_INDEX" val="1_1_2"/>
  <p:tag name="KSO_WM_BEAUTIFY_FLAG" val="#wm#"/>
  <p:tag name="KSO_WM_TAG_VERSION" val="3.0"/>
  <p:tag name="KSO_WM_DIAGRAM_VERSION" val="3"/>
  <p:tag name="KSO_WM_DIAGRAM_GROUP_CODE" val="l1-1"/>
  <p:tag name="KSO_WM_DIAGRAM_COLOR_TRICK" val="1"/>
  <p:tag name="KSO_WM_DIAGRAM_COLOR_TEXT_CAN_REMOVE" val="n"/>
  <p:tag name="KSO_WM_UNIT_ID" val="custom20235971_6*l_h_i*1_1_2"/>
  <p:tag name="KSO_WM_UNIT_ISNUMDGMTITLE" val="0"/>
  <p:tag name="KSO_WM_UNIT_NOCLEAR" val="0"/>
  <p:tag name="KSO_WM_UNIT_HIGHLIGHT" val="0"/>
  <p:tag name="KSO_WM_UNIT_COMPATIBLE" val="0"/>
  <p:tag name="KSO_WM_UNIT_DIAGRAM_ISNUMVISUAL" val="0"/>
  <p:tag name="KSO_WM_UNIT_DIAGRAM_ISREFERUNIT" val="0"/>
  <p:tag name="KSO_WM_UNIT_LAYERLEVEL" val="1_1_1"/>
  <p:tag name="KSO_WM_TEMPLATE_INDEX" val="20235971"/>
  <p:tag name="KSO_WM_TEMPLATE_CATEGORY" val="custom"/>
  <p:tag name="KSO_WM_DIAGRAM_MAX_ITEMCNT" val="6"/>
  <p:tag name="KSO_WM_DIAGRAM_MIN_ITEMCNT" val="2"/>
  <p:tag name="KSO_WM_DIAGRAM_VIRTUALLY_FRAME" val="{&quot;height&quot;:278.6197509765625,&quot;width&quot;:823.1170654296875}"/>
  <p:tag name="KSO_WM_DIAGRAM_COLOR_MATCH_VALUE" val="{&quot;shape&quot;:{&quot;fill&quot;:{&quot;type&quot;:0},&quot;glow&quot;:{&quot;colorType&quot;:0},&quot;line&quot;:{&quot;solidLine&quot;:{&quot;brightness&quot;:0.6000000238418579,&quot;colorType&quot;:1,&quot;foreColorIndex&quot;:5,&quot;transparency&quot;:0.20000000298023224},&quot;type&quot;:1},&quot;shadow&quot;:{&quot;colorType&quot;:0},&quot;threeD&quot;:{&quot;curvedSurface&quot;:{&quot;brightness&quot;:0,&quot;colorType&quot;:2,&quot;rgb&quot;:&quot;#000000&quot;},&quot;depth&quot;:{&quot;colorType&quot;:0}}},&quot;text&quot;:{&quot;fill&quot;:{},&quot;glow&quot;:{},&quot;line&quot;:{},&quot;shadow&quot;:{},&quot;threeD&quot;:{}}}"/>
  <p:tag name="KSO_WM_UNIT_LINE_FORE_SCHEMECOLOR_INDEX" val="5"/>
  <p:tag name="KSO_WM_UNIT_LINE_FILL_TYPE" val="2"/>
  <p:tag name="KSO_WM_UNIT_USESOURCEFORMAT_APPLY" val="0"/>
</p:tagLst>
</file>

<file path=ppt/tags/tag11.xml><?xml version="1.0" encoding="utf-8"?>
<p:tagLst xmlns:a="http://schemas.openxmlformats.org/drawingml/2006/main" xmlns:r="http://schemas.openxmlformats.org/officeDocument/2006/relationships" xmlns:p="http://schemas.openxmlformats.org/presentationml/2006/main">
  <p:tag name="KSO_WM_UNIT_TYPE" val="l_h_f"/>
  <p:tag name="KSO_WM_UNIT_INDEX" val="1_1_1"/>
  <p:tag name="KSO_WM_BEAUTIFY_FLAG" val="#wm#"/>
  <p:tag name="KSO_WM_TAG_VERSION" val="3.0"/>
  <p:tag name="KSO_WM_DIAGRAM_VERSION" val="3"/>
  <p:tag name="KSO_WM_DIAGRAM_GROUP_CODE" val="l1-1"/>
  <p:tag name="KSO_WM_DIAGRAM_COLOR_TRICK" val="1"/>
  <p:tag name="KSO_WM_DIAGRAM_COLOR_TEXT_CAN_REMOVE" val="n"/>
  <p:tag name="KSO_WM_UNIT_ID" val="custom20235971_6*l_h_f*1_1_1"/>
  <p:tag name="KSO_WM_UNIT_ISNUMDGMTITLE" val="0"/>
  <p:tag name="KSO_WM_UNIT_NOCLEAR" val="0"/>
  <p:tag name="KSO_WM_UNIT_HIGHLIGHT" val="0"/>
  <p:tag name="KSO_WM_UNIT_COMPATIBLE" val="0"/>
  <p:tag name="KSO_WM_UNIT_DIAGRAM_ISNUMVISUAL" val="0"/>
  <p:tag name="KSO_WM_UNIT_DIAGRAM_ISREFERUNIT" val="0"/>
  <p:tag name="KSO_WM_UNIT_LAYERLEVEL" val="1_1_1"/>
  <p:tag name="KSO_WM_TEMPLATE_INDEX" val="20235971"/>
  <p:tag name="KSO_WM_TEMPLATE_CATEGORY" val="custom"/>
  <p:tag name="KSO_WM_UNIT_SUBTYPE" val="a"/>
  <p:tag name="KSO_WM_DIAGRAM_MAX_ITEMCNT" val="6"/>
  <p:tag name="KSO_WM_DIAGRAM_MIN_ITEMCNT" val="2"/>
  <p:tag name="KSO_WM_DIAGRAM_VIRTUALLY_FRAME" val="{&quot;height&quot;:278.6197509765625,&quot;width&quot;:823.117065429687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5,&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单击添加目录项标题"/>
  <p:tag name="KSO_WM_UNIT_TEXT_TYPE" val="1"/>
  <p:tag name="KSO_WM_UNIT_TEXT_FILL_FORE_SCHEMECOLOR_INDEX" val="15"/>
  <p:tag name="KSO_WM_UNIT_TEXT_FILL_TYPE" val="1"/>
  <p:tag name="KSO_WM_UNIT_USESOURCEFORMAT_APPLY" val="0"/>
</p:tagLst>
</file>

<file path=ppt/tags/tag12.xml><?xml version="1.0" encoding="utf-8"?>
<p:tagLst xmlns:a="http://schemas.openxmlformats.org/drawingml/2006/main" xmlns:r="http://schemas.openxmlformats.org/officeDocument/2006/relationships" xmlns:p="http://schemas.openxmlformats.org/presentationml/2006/main">
  <p:tag name="KSO_WM_UNIT_TYPE" val="l_h_i"/>
  <p:tag name="KSO_WM_UNIT_SUBTYPE" val="d"/>
  <p:tag name="KSO_WM_UNIT_INDEX" val="1_1_3"/>
  <p:tag name="KSO_WM_BEAUTIFY_FLAG" val="#wm#"/>
  <p:tag name="KSO_WM_TAG_VERSION" val="3.0"/>
  <p:tag name="KSO_WM_DIAGRAM_VERSION" val="3"/>
  <p:tag name="KSO_WM_DIAGRAM_GROUP_CODE" val="l1-1"/>
  <p:tag name="KSO_WM_DIAGRAM_COLOR_TRICK" val="1"/>
  <p:tag name="KSO_WM_DIAGRAM_COLOR_TEXT_CAN_REMOVE" val="n"/>
  <p:tag name="KSO_WM_UNIT_ID" val="custom20235971_6*l_h_i*1_1_3"/>
  <p:tag name="KSO_WM_UNIT_ISNUMDGMTITLE" val="0"/>
  <p:tag name="KSO_WM_UNIT_NOCLEAR" val="0"/>
  <p:tag name="KSO_WM_UNIT_HIGHLIGHT" val="0"/>
  <p:tag name="KSO_WM_UNIT_COMPATIBLE" val="0"/>
  <p:tag name="KSO_WM_UNIT_DIAGRAM_ISNUMVISUAL" val="0"/>
  <p:tag name="KSO_WM_UNIT_DIAGRAM_ISREFERUNIT" val="0"/>
  <p:tag name="KSO_WM_UNIT_LAYERLEVEL" val="1_1_1"/>
  <p:tag name="KSO_WM_TEMPLATE_INDEX" val="20235971"/>
  <p:tag name="KSO_WM_TEMPLATE_CATEGORY" val="custom"/>
  <p:tag name="KSO_WM_DIAGRAM_MAX_ITEMCNT" val="6"/>
  <p:tag name="KSO_WM_DIAGRAM_MIN_ITEMCNT" val="2"/>
  <p:tag name="KSO_WM_DIAGRAM_VIRTUALLY_FRAME" val="{&quot;height&quot;:278.6197509765625,&quot;width&quot;:823.117065429687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gradient&quot;:[{&quot;brightness&quot;:0,&quot;colorType&quot;:1,&quot;foreColorIndex&quot;:5,&quot;pos&quot;:0.1899999976158142,&quot;transparency&quot;:0},{&quot;brightness&quot;:0,&quot;colorType&quot;:1,&quot;foreColorIndex&quot;:6,&quot;pos&quot;:0.7400000095367432,&quot;transparency&quot;:0}],&quot;type&quot;:3},&quot;glow&quot;:{&quot;colorType&quot;:0},&quot;line&quot;:{&quot;type&quot;:0},&quot;shadow&quot;:{&quot;colorType&quot;:0},&quot;threeD&quot;:{&quot;curvedSurface&quot;:{&quot;brightness&quot;:0,&quot;colorType&quot;:2,&quot;rgb&quot;:&quot;#000000&quot;},&quot;depth&quot;:{&quot;colorType&quot;:0}}}}"/>
  <p:tag name="KSO_WM_UNIT_TEXT_FILL_FORE_SCHEMECOLOR_INDEX" val="6"/>
  <p:tag name="KSO_WM_UNIT_USESOURCEFORMAT_APPLY" val="0"/>
</p:tagLst>
</file>

<file path=ppt/tags/tag13.xml><?xml version="1.0" encoding="utf-8"?>
<p:tagLst xmlns:a="http://schemas.openxmlformats.org/drawingml/2006/main" xmlns:r="http://schemas.openxmlformats.org/officeDocument/2006/relationships" xmlns:p="http://schemas.openxmlformats.org/presentationml/2006/main">
  <p:tag name="KSO_WM_UNIT_TYPE" val="l_h_i"/>
  <p:tag name="KSO_WM_UNIT_INDEX" val="1_1_1"/>
  <p:tag name="KSO_WM_BEAUTIFY_FLAG" val="#wm#"/>
  <p:tag name="KSO_WM_TAG_VERSION" val="3.0"/>
  <p:tag name="KSO_WM_DIAGRAM_VERSION" val="3"/>
  <p:tag name="KSO_WM_DIAGRAM_GROUP_CODE" val="l1-1"/>
  <p:tag name="KSO_WM_DIAGRAM_COLOR_TRICK" val="1"/>
  <p:tag name="KSO_WM_DIAGRAM_COLOR_TEXT_CAN_REMOVE" val="n"/>
  <p:tag name="KSO_WM_UNIT_ID" val="custom20235971_6*l_h_i*1_1_1"/>
  <p:tag name="KSO_WM_UNIT_ISNUMDGMTITLE" val="0"/>
  <p:tag name="KSO_WM_UNIT_NOCLEAR" val="0"/>
  <p:tag name="KSO_WM_UNIT_HIGHLIGHT" val="0"/>
  <p:tag name="KSO_WM_UNIT_COMPATIBLE" val="0"/>
  <p:tag name="KSO_WM_UNIT_DIAGRAM_ISNUMVISUAL" val="0"/>
  <p:tag name="KSO_WM_UNIT_DIAGRAM_ISREFERUNIT" val="0"/>
  <p:tag name="KSO_WM_UNIT_LAYERLEVEL" val="1_1_1"/>
  <p:tag name="KSO_WM_TEMPLATE_INDEX" val="20235971"/>
  <p:tag name="KSO_WM_TEMPLATE_CATEGORY" val="custom"/>
  <p:tag name="KSO_WM_DIAGRAM_MAX_ITEMCNT" val="6"/>
  <p:tag name="KSO_WM_DIAGRAM_MIN_ITEMCNT" val="2"/>
  <p:tag name="KSO_WM_DIAGRAM_VIRTUALLY_FRAME" val="{&quot;height&quot;:278.6197509765625,&quot;width&quot;:823.1170654296875}"/>
  <p:tag name="KSO_WM_DIAGRAM_COLOR_MATCH_VALUE" val="{&quot;shape&quot;:{&quot;fill&quot;:{&quot;solid&quot;:{&quot;brightness&quot;:0,&quot;colorType&quot;:1,&quot;foreColorIndex&quot;:5,&quot;transparency&quot;:0.8500000238418579},&quot;type&quot;:1},&quot;glow&quot;:{&quot;colorType&quot;:0},&quot;line&quot;:{&quot;solidLine&quot;:{&quot;brightness&quot;:0.6000000238418579,&quot;colorType&quot;:1,&quot;foreColorIndex&quot;:5,&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14,&quot;transparency&quot;:0},&quot;type&quot;:1},&quot;glow&quot;:{&quot;colorType&quot;:0},&quot;line&quot;:{&quot;type&quot;:0},&quot;shadow&quot;:{&quot;colorType&quot;:0},&quot;threeD&quot;:{&quot;curvedSurface&quot;:{&quot;brightness&quot;:0,&quot;colorType&quot;:2,&quot;rgb&quot;:&quot;#000000&quot;},&quot;depth&quot;:{&quot;colorType&quot;:0}}}}"/>
  <p:tag name="KSO_WM_UNIT_FILL_FORE_SCHEMECOLOR_INDEX" val="5"/>
  <p:tag name="KSO_WM_UNIT_FILL_TYPE" val="1"/>
  <p:tag name="KSO_WM_UNIT_LINE_FORE_SCHEMECOLOR_INDEX" val="5"/>
  <p:tag name="KSO_WM_UNIT_LINE_FILL_TYPE" val="2"/>
  <p:tag name="KSO_WM_UNIT_TEXT_FILL_FORE_SCHEMECOLOR_INDEX" val="14"/>
  <p:tag name="KSO_WM_UNIT_TEXT_FILL_TYPE" val="1"/>
  <p:tag name="KSO_WM_UNIT_USESOURCEFORMAT_APPLY" val="0"/>
</p:tagLst>
</file>

<file path=ppt/tags/tag14.xml><?xml version="1.0" encoding="utf-8"?>
<p:tagLst xmlns:a="http://schemas.openxmlformats.org/drawingml/2006/main" xmlns:r="http://schemas.openxmlformats.org/officeDocument/2006/relationships" xmlns:p="http://schemas.openxmlformats.org/presentationml/2006/main">
  <p:tag name="KSO_WM_UNIT_TYPE" val="l_h_i"/>
  <p:tag name="KSO_WM_UNIT_INDEX" val="1_1_2"/>
  <p:tag name="KSO_WM_BEAUTIFY_FLAG" val="#wm#"/>
  <p:tag name="KSO_WM_TAG_VERSION" val="3.0"/>
  <p:tag name="KSO_WM_DIAGRAM_VERSION" val="3"/>
  <p:tag name="KSO_WM_DIAGRAM_GROUP_CODE" val="l1-1"/>
  <p:tag name="KSO_WM_DIAGRAM_COLOR_TRICK" val="1"/>
  <p:tag name="KSO_WM_DIAGRAM_COLOR_TEXT_CAN_REMOVE" val="n"/>
  <p:tag name="KSO_WM_UNIT_ID" val="custom20235971_6*l_h_i*1_1_2"/>
  <p:tag name="KSO_WM_UNIT_ISNUMDGMTITLE" val="0"/>
  <p:tag name="KSO_WM_UNIT_NOCLEAR" val="0"/>
  <p:tag name="KSO_WM_UNIT_HIGHLIGHT" val="0"/>
  <p:tag name="KSO_WM_UNIT_COMPATIBLE" val="0"/>
  <p:tag name="KSO_WM_UNIT_DIAGRAM_ISNUMVISUAL" val="0"/>
  <p:tag name="KSO_WM_UNIT_DIAGRAM_ISREFERUNIT" val="0"/>
  <p:tag name="KSO_WM_UNIT_LAYERLEVEL" val="1_1_1"/>
  <p:tag name="KSO_WM_TEMPLATE_INDEX" val="20235971"/>
  <p:tag name="KSO_WM_TEMPLATE_CATEGORY" val="custom"/>
  <p:tag name="KSO_WM_DIAGRAM_MAX_ITEMCNT" val="6"/>
  <p:tag name="KSO_WM_DIAGRAM_MIN_ITEMCNT" val="2"/>
  <p:tag name="KSO_WM_DIAGRAM_VIRTUALLY_FRAME" val="{&quot;height&quot;:278.6197509765625,&quot;width&quot;:823.1170654296875}"/>
  <p:tag name="KSO_WM_DIAGRAM_COLOR_MATCH_VALUE" val="{&quot;shape&quot;:{&quot;fill&quot;:{&quot;type&quot;:0},&quot;glow&quot;:{&quot;colorType&quot;:0},&quot;line&quot;:{&quot;solidLine&quot;:{&quot;brightness&quot;:0.6000000238418579,&quot;colorType&quot;:1,&quot;foreColorIndex&quot;:5,&quot;transparency&quot;:0.20000000298023224},&quot;type&quot;:1},&quot;shadow&quot;:{&quot;colorType&quot;:0},&quot;threeD&quot;:{&quot;curvedSurface&quot;:{&quot;brightness&quot;:0,&quot;colorType&quot;:2,&quot;rgb&quot;:&quot;#000000&quot;},&quot;depth&quot;:{&quot;colorType&quot;:0}}},&quot;text&quot;:{&quot;fill&quot;:{},&quot;glow&quot;:{},&quot;line&quot;:{},&quot;shadow&quot;:{},&quot;threeD&quot;:{}}}"/>
  <p:tag name="KSO_WM_UNIT_LINE_FORE_SCHEMECOLOR_INDEX" val="5"/>
  <p:tag name="KSO_WM_UNIT_LINE_FILL_TYPE" val="2"/>
  <p:tag name="KSO_WM_UNIT_USESOURCEFORMAT_APPLY" val="0"/>
</p:tagLst>
</file>

<file path=ppt/tags/tag15.xml><?xml version="1.0" encoding="utf-8"?>
<p:tagLst xmlns:a="http://schemas.openxmlformats.org/drawingml/2006/main" xmlns:r="http://schemas.openxmlformats.org/officeDocument/2006/relationships" xmlns:p="http://schemas.openxmlformats.org/presentationml/2006/main">
  <p:tag name="KSO_WM_UNIT_TYPE" val="l_h_f"/>
  <p:tag name="KSO_WM_UNIT_INDEX" val="1_1_1"/>
  <p:tag name="KSO_WM_BEAUTIFY_FLAG" val="#wm#"/>
  <p:tag name="KSO_WM_TAG_VERSION" val="3.0"/>
  <p:tag name="KSO_WM_DIAGRAM_VERSION" val="3"/>
  <p:tag name="KSO_WM_DIAGRAM_GROUP_CODE" val="l1-1"/>
  <p:tag name="KSO_WM_DIAGRAM_COLOR_TRICK" val="1"/>
  <p:tag name="KSO_WM_DIAGRAM_COLOR_TEXT_CAN_REMOVE" val="n"/>
  <p:tag name="KSO_WM_UNIT_ID" val="custom20235971_6*l_h_f*1_1_1"/>
  <p:tag name="KSO_WM_UNIT_ISNUMDGMTITLE" val="0"/>
  <p:tag name="KSO_WM_UNIT_NOCLEAR" val="0"/>
  <p:tag name="KSO_WM_UNIT_HIGHLIGHT" val="0"/>
  <p:tag name="KSO_WM_UNIT_COMPATIBLE" val="0"/>
  <p:tag name="KSO_WM_UNIT_DIAGRAM_ISNUMVISUAL" val="0"/>
  <p:tag name="KSO_WM_UNIT_DIAGRAM_ISREFERUNIT" val="0"/>
  <p:tag name="KSO_WM_UNIT_LAYERLEVEL" val="1_1_1"/>
  <p:tag name="KSO_WM_TEMPLATE_INDEX" val="20235971"/>
  <p:tag name="KSO_WM_TEMPLATE_CATEGORY" val="custom"/>
  <p:tag name="KSO_WM_UNIT_SUBTYPE" val="a"/>
  <p:tag name="KSO_WM_DIAGRAM_MAX_ITEMCNT" val="6"/>
  <p:tag name="KSO_WM_DIAGRAM_MIN_ITEMCNT" val="2"/>
  <p:tag name="KSO_WM_DIAGRAM_VIRTUALLY_FRAME" val="{&quot;height&quot;:278.6197509765625,&quot;width&quot;:823.117065429687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5,&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单击添加目录项标题"/>
  <p:tag name="KSO_WM_UNIT_TEXT_TYPE" val="1"/>
  <p:tag name="KSO_WM_UNIT_TEXT_FILL_FORE_SCHEMECOLOR_INDEX" val="15"/>
  <p:tag name="KSO_WM_UNIT_TEXT_FILL_TYPE" val="1"/>
  <p:tag name="KSO_WM_UNIT_USESOURCEFORMAT_APPLY" val="0"/>
</p:tagLst>
</file>

<file path=ppt/tags/tag16.xml><?xml version="1.0" encoding="utf-8"?>
<p:tagLst xmlns:a="http://schemas.openxmlformats.org/drawingml/2006/main" xmlns:r="http://schemas.openxmlformats.org/officeDocument/2006/relationships" xmlns:p="http://schemas.openxmlformats.org/presentationml/2006/main">
  <p:tag name="KSO_WM_UNIT_TYPE" val="l_h_i"/>
  <p:tag name="KSO_WM_UNIT_SUBTYPE" val="d"/>
  <p:tag name="KSO_WM_UNIT_INDEX" val="1_1_3"/>
  <p:tag name="KSO_WM_BEAUTIFY_FLAG" val="#wm#"/>
  <p:tag name="KSO_WM_TAG_VERSION" val="3.0"/>
  <p:tag name="KSO_WM_DIAGRAM_VERSION" val="3"/>
  <p:tag name="KSO_WM_DIAGRAM_GROUP_CODE" val="l1-1"/>
  <p:tag name="KSO_WM_DIAGRAM_COLOR_TRICK" val="1"/>
  <p:tag name="KSO_WM_DIAGRAM_COLOR_TEXT_CAN_REMOVE" val="n"/>
  <p:tag name="KSO_WM_UNIT_ID" val="custom20235971_6*l_h_i*1_1_3"/>
  <p:tag name="KSO_WM_UNIT_ISNUMDGMTITLE" val="0"/>
  <p:tag name="KSO_WM_UNIT_NOCLEAR" val="0"/>
  <p:tag name="KSO_WM_UNIT_HIGHLIGHT" val="0"/>
  <p:tag name="KSO_WM_UNIT_COMPATIBLE" val="0"/>
  <p:tag name="KSO_WM_UNIT_DIAGRAM_ISNUMVISUAL" val="0"/>
  <p:tag name="KSO_WM_UNIT_DIAGRAM_ISREFERUNIT" val="0"/>
  <p:tag name="KSO_WM_UNIT_LAYERLEVEL" val="1_1_1"/>
  <p:tag name="KSO_WM_TEMPLATE_INDEX" val="20235971"/>
  <p:tag name="KSO_WM_TEMPLATE_CATEGORY" val="custom"/>
  <p:tag name="KSO_WM_DIAGRAM_MAX_ITEMCNT" val="6"/>
  <p:tag name="KSO_WM_DIAGRAM_MIN_ITEMCNT" val="2"/>
  <p:tag name="KSO_WM_DIAGRAM_VIRTUALLY_FRAME" val="{&quot;height&quot;:278.6197509765625,&quot;width&quot;:823.117065429687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gradient&quot;:[{&quot;brightness&quot;:0,&quot;colorType&quot;:1,&quot;foreColorIndex&quot;:5,&quot;pos&quot;:0.1899999976158142,&quot;transparency&quot;:0},{&quot;brightness&quot;:0,&quot;colorType&quot;:1,&quot;foreColorIndex&quot;:6,&quot;pos&quot;:0.7400000095367432,&quot;transparency&quot;:0}],&quot;type&quot;:3},&quot;glow&quot;:{&quot;colorType&quot;:0},&quot;line&quot;:{&quot;type&quot;:0},&quot;shadow&quot;:{&quot;colorType&quot;:0},&quot;threeD&quot;:{&quot;curvedSurface&quot;:{&quot;brightness&quot;:0,&quot;colorType&quot;:2,&quot;rgb&quot;:&quot;#000000&quot;},&quot;depth&quot;:{&quot;colorType&quot;:0}}}}"/>
  <p:tag name="KSO_WM_UNIT_TEXT_FILL_FORE_SCHEMECOLOR_INDEX" val="6"/>
  <p:tag name="KSO_WM_UNIT_USESOURCEFORMAT_APPLY" val="0"/>
</p:tagLst>
</file>

<file path=ppt/tags/tag17.xml><?xml version="1.0" encoding="utf-8"?>
<p:tagLst xmlns:a="http://schemas.openxmlformats.org/drawingml/2006/main" xmlns:r="http://schemas.openxmlformats.org/officeDocument/2006/relationships" xmlns:p="http://schemas.openxmlformats.org/presentationml/2006/main">
  <p:tag name="KSO_WM_UNIT_TYPE" val="l_h_i"/>
  <p:tag name="KSO_WM_UNIT_INDEX" val="1_1_1"/>
  <p:tag name="KSO_WM_BEAUTIFY_FLAG" val="#wm#"/>
  <p:tag name="KSO_WM_TAG_VERSION" val="3.0"/>
  <p:tag name="KSO_WM_DIAGRAM_VERSION" val="3"/>
  <p:tag name="KSO_WM_DIAGRAM_GROUP_CODE" val="l1-1"/>
  <p:tag name="KSO_WM_DIAGRAM_COLOR_TRICK" val="1"/>
  <p:tag name="KSO_WM_DIAGRAM_COLOR_TEXT_CAN_REMOVE" val="n"/>
  <p:tag name="KSO_WM_UNIT_ID" val="custom20235971_6*l_h_i*1_1_1"/>
  <p:tag name="KSO_WM_UNIT_ISNUMDGMTITLE" val="0"/>
  <p:tag name="KSO_WM_UNIT_NOCLEAR" val="0"/>
  <p:tag name="KSO_WM_UNIT_HIGHLIGHT" val="0"/>
  <p:tag name="KSO_WM_UNIT_COMPATIBLE" val="0"/>
  <p:tag name="KSO_WM_UNIT_DIAGRAM_ISNUMVISUAL" val="0"/>
  <p:tag name="KSO_WM_UNIT_DIAGRAM_ISREFERUNIT" val="0"/>
  <p:tag name="KSO_WM_UNIT_LAYERLEVEL" val="1_1_1"/>
  <p:tag name="KSO_WM_TEMPLATE_INDEX" val="20235971"/>
  <p:tag name="KSO_WM_TEMPLATE_CATEGORY" val="custom"/>
  <p:tag name="KSO_WM_DIAGRAM_MAX_ITEMCNT" val="6"/>
  <p:tag name="KSO_WM_DIAGRAM_MIN_ITEMCNT" val="2"/>
  <p:tag name="KSO_WM_DIAGRAM_VIRTUALLY_FRAME" val="{&quot;height&quot;:278.6197509765625,&quot;width&quot;:823.1170654296875}"/>
  <p:tag name="KSO_WM_DIAGRAM_COLOR_MATCH_VALUE" val="{&quot;shape&quot;:{&quot;fill&quot;:{&quot;solid&quot;:{&quot;brightness&quot;:0,&quot;colorType&quot;:1,&quot;foreColorIndex&quot;:5,&quot;transparency&quot;:0.8500000238418579},&quot;type&quot;:1},&quot;glow&quot;:{&quot;colorType&quot;:0},&quot;line&quot;:{&quot;solidLine&quot;:{&quot;brightness&quot;:0.6000000238418579,&quot;colorType&quot;:1,&quot;foreColorIndex&quot;:5,&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14,&quot;transparency&quot;:0},&quot;type&quot;:1},&quot;glow&quot;:{&quot;colorType&quot;:0},&quot;line&quot;:{&quot;type&quot;:0},&quot;shadow&quot;:{&quot;colorType&quot;:0},&quot;threeD&quot;:{&quot;curvedSurface&quot;:{&quot;brightness&quot;:0,&quot;colorType&quot;:2,&quot;rgb&quot;:&quot;#000000&quot;},&quot;depth&quot;:{&quot;colorType&quot;:0}}}}"/>
  <p:tag name="KSO_WM_UNIT_FILL_FORE_SCHEMECOLOR_INDEX" val="5"/>
  <p:tag name="KSO_WM_UNIT_FILL_TYPE" val="1"/>
  <p:tag name="KSO_WM_UNIT_LINE_FORE_SCHEMECOLOR_INDEX" val="5"/>
  <p:tag name="KSO_WM_UNIT_LINE_FILL_TYPE" val="2"/>
  <p:tag name="KSO_WM_UNIT_TEXT_FILL_FORE_SCHEMECOLOR_INDEX" val="14"/>
  <p:tag name="KSO_WM_UNIT_TEXT_FILL_TYPE" val="1"/>
  <p:tag name="KSO_WM_UNIT_USESOURCEFORMAT_APPLY" val="0"/>
</p:tagLst>
</file>

<file path=ppt/tags/tag18.xml><?xml version="1.0" encoding="utf-8"?>
<p:tagLst xmlns:a="http://schemas.openxmlformats.org/drawingml/2006/main" xmlns:r="http://schemas.openxmlformats.org/officeDocument/2006/relationships" xmlns:p="http://schemas.openxmlformats.org/presentationml/2006/main">
  <p:tag name="KSO_WM_UNIT_TYPE" val="l_h_i"/>
  <p:tag name="KSO_WM_UNIT_INDEX" val="1_1_2"/>
  <p:tag name="KSO_WM_BEAUTIFY_FLAG" val="#wm#"/>
  <p:tag name="KSO_WM_TAG_VERSION" val="3.0"/>
  <p:tag name="KSO_WM_DIAGRAM_VERSION" val="3"/>
  <p:tag name="KSO_WM_DIAGRAM_GROUP_CODE" val="l1-1"/>
  <p:tag name="KSO_WM_DIAGRAM_COLOR_TRICK" val="1"/>
  <p:tag name="KSO_WM_DIAGRAM_COLOR_TEXT_CAN_REMOVE" val="n"/>
  <p:tag name="KSO_WM_UNIT_ID" val="custom20235971_6*l_h_i*1_1_2"/>
  <p:tag name="KSO_WM_UNIT_ISNUMDGMTITLE" val="0"/>
  <p:tag name="KSO_WM_UNIT_NOCLEAR" val="0"/>
  <p:tag name="KSO_WM_UNIT_HIGHLIGHT" val="0"/>
  <p:tag name="KSO_WM_UNIT_COMPATIBLE" val="0"/>
  <p:tag name="KSO_WM_UNIT_DIAGRAM_ISNUMVISUAL" val="0"/>
  <p:tag name="KSO_WM_UNIT_DIAGRAM_ISREFERUNIT" val="0"/>
  <p:tag name="KSO_WM_UNIT_LAYERLEVEL" val="1_1_1"/>
  <p:tag name="KSO_WM_TEMPLATE_INDEX" val="20235971"/>
  <p:tag name="KSO_WM_TEMPLATE_CATEGORY" val="custom"/>
  <p:tag name="KSO_WM_DIAGRAM_MAX_ITEMCNT" val="6"/>
  <p:tag name="KSO_WM_DIAGRAM_MIN_ITEMCNT" val="2"/>
  <p:tag name="KSO_WM_DIAGRAM_VIRTUALLY_FRAME" val="{&quot;height&quot;:278.6197509765625,&quot;width&quot;:823.1170654296875}"/>
  <p:tag name="KSO_WM_DIAGRAM_COLOR_MATCH_VALUE" val="{&quot;shape&quot;:{&quot;fill&quot;:{&quot;type&quot;:0},&quot;glow&quot;:{&quot;colorType&quot;:0},&quot;line&quot;:{&quot;solidLine&quot;:{&quot;brightness&quot;:0.6000000238418579,&quot;colorType&quot;:1,&quot;foreColorIndex&quot;:5,&quot;transparency&quot;:0.20000000298023224},&quot;type&quot;:1},&quot;shadow&quot;:{&quot;colorType&quot;:0},&quot;threeD&quot;:{&quot;curvedSurface&quot;:{&quot;brightness&quot;:0,&quot;colorType&quot;:2,&quot;rgb&quot;:&quot;#000000&quot;},&quot;depth&quot;:{&quot;colorType&quot;:0}}},&quot;text&quot;:{&quot;fill&quot;:{},&quot;glow&quot;:{},&quot;line&quot;:{},&quot;shadow&quot;:{},&quot;threeD&quot;:{}}}"/>
  <p:tag name="KSO_WM_UNIT_LINE_FORE_SCHEMECOLOR_INDEX" val="5"/>
  <p:tag name="KSO_WM_UNIT_LINE_FILL_TYPE" val="2"/>
  <p:tag name="KSO_WM_UNIT_USESOURCEFORMAT_APPLY" val="0"/>
</p:tagLst>
</file>

<file path=ppt/tags/tag19.xml><?xml version="1.0" encoding="utf-8"?>
<p:tagLst xmlns:a="http://schemas.openxmlformats.org/drawingml/2006/main" xmlns:r="http://schemas.openxmlformats.org/officeDocument/2006/relationships" xmlns:p="http://schemas.openxmlformats.org/presentationml/2006/main">
  <p:tag name="KSO_WM_UNIT_TYPE" val="l_h_f"/>
  <p:tag name="KSO_WM_UNIT_INDEX" val="1_1_1"/>
  <p:tag name="KSO_WM_BEAUTIFY_FLAG" val="#wm#"/>
  <p:tag name="KSO_WM_TAG_VERSION" val="3.0"/>
  <p:tag name="KSO_WM_DIAGRAM_VERSION" val="3"/>
  <p:tag name="KSO_WM_DIAGRAM_GROUP_CODE" val="l1-1"/>
  <p:tag name="KSO_WM_DIAGRAM_COLOR_TRICK" val="1"/>
  <p:tag name="KSO_WM_DIAGRAM_COLOR_TEXT_CAN_REMOVE" val="n"/>
  <p:tag name="KSO_WM_UNIT_ID" val="custom20235971_6*l_h_f*1_1_1"/>
  <p:tag name="KSO_WM_UNIT_ISNUMDGMTITLE" val="0"/>
  <p:tag name="KSO_WM_UNIT_NOCLEAR" val="0"/>
  <p:tag name="KSO_WM_UNIT_HIGHLIGHT" val="0"/>
  <p:tag name="KSO_WM_UNIT_COMPATIBLE" val="0"/>
  <p:tag name="KSO_WM_UNIT_DIAGRAM_ISNUMVISUAL" val="0"/>
  <p:tag name="KSO_WM_UNIT_DIAGRAM_ISREFERUNIT" val="0"/>
  <p:tag name="KSO_WM_UNIT_LAYERLEVEL" val="1_1_1"/>
  <p:tag name="KSO_WM_TEMPLATE_INDEX" val="20235971"/>
  <p:tag name="KSO_WM_TEMPLATE_CATEGORY" val="custom"/>
  <p:tag name="KSO_WM_UNIT_SUBTYPE" val="a"/>
  <p:tag name="KSO_WM_DIAGRAM_MAX_ITEMCNT" val="6"/>
  <p:tag name="KSO_WM_DIAGRAM_MIN_ITEMCNT" val="2"/>
  <p:tag name="KSO_WM_DIAGRAM_VIRTUALLY_FRAME" val="{&quot;height&quot;:278.6197509765625,&quot;width&quot;:823.117065429687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5,&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单击添加目录项标题"/>
  <p:tag name="KSO_WM_UNIT_TEXT_TYPE" val="1"/>
  <p:tag name="KSO_WM_UNIT_TEXT_FILL_FORE_SCHEMECOLOR_INDEX" val="15"/>
  <p:tag name="KSO_WM_UNIT_TEXT_FILL_TYPE" val="1"/>
  <p:tag name="KSO_WM_UNIT_USESOURCEFORMAT_APPLY" val="0"/>
</p:tagLst>
</file>

<file path=ppt/tags/tag20.xml><?xml version="1.0" encoding="utf-8"?>
<p:tagLst xmlns:a="http://schemas.openxmlformats.org/drawingml/2006/main" xmlns:r="http://schemas.openxmlformats.org/officeDocument/2006/relationships" xmlns:p="http://schemas.openxmlformats.org/presentationml/2006/main">
  <p:tag name="KSO_WM_UNIT_TYPE" val="l_h_i"/>
  <p:tag name="KSO_WM_UNIT_SUBTYPE" val="d"/>
  <p:tag name="KSO_WM_UNIT_INDEX" val="1_1_3"/>
  <p:tag name="KSO_WM_BEAUTIFY_FLAG" val="#wm#"/>
  <p:tag name="KSO_WM_TAG_VERSION" val="3.0"/>
  <p:tag name="KSO_WM_DIAGRAM_VERSION" val="3"/>
  <p:tag name="KSO_WM_DIAGRAM_GROUP_CODE" val="l1-1"/>
  <p:tag name="KSO_WM_DIAGRAM_COLOR_TRICK" val="1"/>
  <p:tag name="KSO_WM_DIAGRAM_COLOR_TEXT_CAN_REMOVE" val="n"/>
  <p:tag name="KSO_WM_UNIT_ID" val="custom20235971_6*l_h_i*1_1_3"/>
  <p:tag name="KSO_WM_UNIT_ISNUMDGMTITLE" val="0"/>
  <p:tag name="KSO_WM_UNIT_NOCLEAR" val="0"/>
  <p:tag name="KSO_WM_UNIT_HIGHLIGHT" val="0"/>
  <p:tag name="KSO_WM_UNIT_COMPATIBLE" val="0"/>
  <p:tag name="KSO_WM_UNIT_DIAGRAM_ISNUMVISUAL" val="0"/>
  <p:tag name="KSO_WM_UNIT_DIAGRAM_ISREFERUNIT" val="0"/>
  <p:tag name="KSO_WM_UNIT_LAYERLEVEL" val="1_1_1"/>
  <p:tag name="KSO_WM_TEMPLATE_INDEX" val="20235971"/>
  <p:tag name="KSO_WM_TEMPLATE_CATEGORY" val="custom"/>
  <p:tag name="KSO_WM_DIAGRAM_MAX_ITEMCNT" val="6"/>
  <p:tag name="KSO_WM_DIAGRAM_MIN_ITEMCNT" val="2"/>
  <p:tag name="KSO_WM_DIAGRAM_VIRTUALLY_FRAME" val="{&quot;height&quot;:278.6197509765625,&quot;width&quot;:823.117065429687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gradient&quot;:[{&quot;brightness&quot;:0,&quot;colorType&quot;:1,&quot;foreColorIndex&quot;:5,&quot;pos&quot;:0.1899999976158142,&quot;transparency&quot;:0},{&quot;brightness&quot;:0,&quot;colorType&quot;:1,&quot;foreColorIndex&quot;:6,&quot;pos&quot;:0.7400000095367432,&quot;transparency&quot;:0}],&quot;type&quot;:3},&quot;glow&quot;:{&quot;colorType&quot;:0},&quot;line&quot;:{&quot;type&quot;:0},&quot;shadow&quot;:{&quot;colorType&quot;:0},&quot;threeD&quot;:{&quot;curvedSurface&quot;:{&quot;brightness&quot;:0,&quot;colorType&quot;:2,&quot;rgb&quot;:&quot;#000000&quot;},&quot;depth&quot;:{&quot;colorType&quot;:0}}}}"/>
  <p:tag name="KSO_WM_UNIT_TEXT_FILL_FORE_SCHEMECOLOR_INDEX" val="6"/>
  <p:tag name="KSO_WM_UNIT_USESOURCEFORMAT_APPLY" val="0"/>
</p:tagLst>
</file>

<file path=ppt/tags/tag21.xml><?xml version="1.0" encoding="utf-8"?>
<p:tagLst xmlns:a="http://schemas.openxmlformats.org/drawingml/2006/main" xmlns:r="http://schemas.openxmlformats.org/officeDocument/2006/relationships" xmlns:p="http://schemas.openxmlformats.org/presentationml/2006/main">
  <p:tag name="KSO_WM_SLIDE_TYPE" val="sectionTitle"/>
  <p:tag name="KSO_WM_TEMPLATE_SUBCATEGORY" val="29"/>
  <p:tag name="KSO_WM_TEMPLATE_COLOR_TYPE" val="0"/>
  <p:tag name="KSO_WM_TAG_VERSION" val="3.0"/>
  <p:tag name="KSO_WM_SLIDE_SUBTYPE" val="pureTxt"/>
  <p:tag name="KSO_WM_SLIDE_ITEM_CNT" val="0"/>
  <p:tag name="KSO_WM_BEAUTIFY_FLAG" val="#wm#"/>
  <p:tag name="KSO_WM_TEMPLATE_INDEX" val="20235971"/>
  <p:tag name="KSO_WM_TEMPLATE_CATEGORY" val="custom"/>
  <p:tag name="KSO_WM_SLIDE_INDEX" val="7"/>
  <p:tag name="KSO_WM_SLIDE_ID" val="custom20235971_7"/>
  <p:tag name="KSO_WM_TEMPLATE_MASTER_TYPE" val="0"/>
  <p:tag name="KSO_WM_SLIDE_LAYOUT" val="a_e"/>
  <p:tag name="KSO_WM_SLIDE_LAYOUT_CNT" val="1_1"/>
</p:tagLst>
</file>

<file path=ppt/tags/tag22.xml><?xml version="1.0" encoding="utf-8"?>
<p:tagLst xmlns:a="http://schemas.openxmlformats.org/drawingml/2006/main" xmlns:r="http://schemas.openxmlformats.org/officeDocument/2006/relationships" xmlns:p="http://schemas.openxmlformats.org/presentationml/2006/main">
  <p:tag name="KSO_WM_UNIT_TYPE" val="a"/>
  <p:tag name="KSO_WM_UNIT_INDEX" val="1"/>
  <p:tag name="KSO_WM_BEAUTIFY_FLAG" val="#wm#"/>
  <p:tag name="KSO_WM_TAG_VERSION" val="3.0"/>
  <p:tag name="KSO_WM_UNIT_ID" val="custom20235971_7*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20235971"/>
  <p:tag name="KSO_WM_TEMPLATE_CATEGORY" val="custom"/>
  <p:tag name="KSO_WM_UNIT_ISCONTENTSTITLE" val="0"/>
  <p:tag name="KSO_WM_UNIT_PRESET_TEXT" val="添加章节标题"/>
  <p:tag name="KSO_WM_UNIT_TEXT_TYPE" val="1"/>
</p:tagLst>
</file>

<file path=ppt/tags/tag23.xml><?xml version="1.0" encoding="utf-8"?>
<p:tagLst xmlns:a="http://schemas.openxmlformats.org/drawingml/2006/main" xmlns:r="http://schemas.openxmlformats.org/officeDocument/2006/relationships" xmlns:p="http://schemas.openxmlformats.org/presentationml/2006/main">
  <p:tag name="KSO_WM_TEMPLATE_MASTER_TYPE" val="0"/>
  <p:tag name="KSO_WM_TEMPLATE_COLOR_TYPE" val="0"/>
  <p:tag name="KSO_WM_BEAUTIFY_FLAG" val="#wm#"/>
  <p:tag name="KSO_WM_TEMPLATE_CATEGORY" val="custom"/>
  <p:tag name="KSO_WM_SLIDE_TYPE" val="text"/>
  <p:tag name="KSO_WM_SLIDE_SUBTYPE" val="picTxt"/>
  <p:tag name="KSO_WM_SLIDE_SIZE" val="529.861*365.65"/>
  <p:tag name="KSO_WM_SLIDE_POSITION" val="78.5387*108.231"/>
  <p:tag name="KSO_WM_SLIDE_LAYOUT" val="a_d_l"/>
  <p:tag name="KSO_WM_SLIDE_LAYOUT_CNT" val="1_1_1"/>
  <p:tag name="KSO_WM_SPECIAL_SOURCE" val="bdnull"/>
  <p:tag name="KSO_WM_DIAGRAM_GROUP_CODE" val="l1-1"/>
  <p:tag name="KSO_WM_SLIDE_DIAGTYPE" val="l"/>
  <p:tag name="KSO_WM_TEMPLATE_INDEX" val="20235971"/>
  <p:tag name="KSO_WM_TEMPLATE_SUBCATEGORY" val="0"/>
  <p:tag name="KSO_WM_SLIDE_INDEX" val="1"/>
  <p:tag name="KSO_WM_TAG_VERSION" val="3.0"/>
  <p:tag name="KSO_WM_SLIDE_ID" val="custom20231717_1"/>
  <p:tag name="KSO_WM_SLIDE_ITEM_CNT" val="4"/>
</p:tagLst>
</file>

<file path=ppt/tags/tag24.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DIAGRAM_GROUP_CODE" val="l1-1"/>
  <p:tag name="KSO_WM_UNIT_TYPE" val="a"/>
  <p:tag name="KSO_WM_UNIT_INDEX" val="1"/>
  <p:tag name="KSO_WM_TEMPLATE_CATEGORY" val="custom"/>
  <p:tag name="KSO_WM_UNIT_LAYERLEVEL" val="1"/>
  <p:tag name="KSO_WM_TAG_VERSION" val="3.0"/>
  <p:tag name="KSO_WM_BEAUTIFY_FLAG" val="#wm#"/>
  <p:tag name="KSO_WM_UNIT_VALUE" val="30"/>
  <p:tag name="KSO_WM_TEMPLATE_INDEX" val="20231717"/>
  <p:tag name="KSO_WM_UNIT_ID" val="custom20231717_1*a*1"/>
  <p:tag name="KSO_WM_UNIT_PRESET_TEXT" val="单击此处添加标题"/>
  <p:tag name="KSO_WM_UNIT_TEXT_TYPE" val="1"/>
  <p:tag name="KSO_WM_UNIT_TEXT_FILL_FORE_SCHEMECOLOR_INDEX" val="15"/>
  <p:tag name="KSO_WM_UNIT_TEXT_FILL_TYPE" val="1"/>
  <p:tag name="KSO_WM_UNIT_USESOURCEFORMAT_APPLY" val="0"/>
</p:tagLst>
</file>

<file path=ppt/tags/tag25.xml><?xml version="1.0" encoding="utf-8"?>
<p:tagLst xmlns:a="http://schemas.openxmlformats.org/drawingml/2006/main" xmlns:r="http://schemas.openxmlformats.org/officeDocument/2006/relationships" xmlns:p="http://schemas.openxmlformats.org/presentationml/2006/main">
  <p:tag name="KSO_WM_SLIDE_TYPE" val="sectionTitle"/>
  <p:tag name="KSO_WM_TEMPLATE_SUBCATEGORY" val="29"/>
  <p:tag name="KSO_WM_TEMPLATE_COLOR_TYPE" val="0"/>
  <p:tag name="KSO_WM_TAG_VERSION" val="3.0"/>
  <p:tag name="KSO_WM_SLIDE_SUBTYPE" val="pureTxt"/>
  <p:tag name="KSO_WM_SLIDE_ITEM_CNT" val="0"/>
  <p:tag name="KSO_WM_BEAUTIFY_FLAG" val="#wm#"/>
  <p:tag name="KSO_WM_TEMPLATE_INDEX" val="20235971"/>
  <p:tag name="KSO_WM_TEMPLATE_CATEGORY" val="custom"/>
  <p:tag name="KSO_WM_SLIDE_INDEX" val="7"/>
  <p:tag name="KSO_WM_SLIDE_ID" val="custom20235971_7"/>
  <p:tag name="KSO_WM_TEMPLATE_MASTER_TYPE" val="0"/>
  <p:tag name="KSO_WM_SLIDE_LAYOUT" val="a_e"/>
  <p:tag name="KSO_WM_SLIDE_LAYOUT_CNT" val="1_1"/>
</p:tagLst>
</file>

<file path=ppt/tags/tag26.xml><?xml version="1.0" encoding="utf-8"?>
<p:tagLst xmlns:a="http://schemas.openxmlformats.org/drawingml/2006/main" xmlns:r="http://schemas.openxmlformats.org/officeDocument/2006/relationships" xmlns:p="http://schemas.openxmlformats.org/presentationml/2006/main">
  <p:tag name="KSO_WM_UNIT_TYPE" val="a"/>
  <p:tag name="KSO_WM_UNIT_INDEX" val="1"/>
  <p:tag name="KSO_WM_BEAUTIFY_FLAG" val="#wm#"/>
  <p:tag name="KSO_WM_TAG_VERSION" val="3.0"/>
  <p:tag name="KSO_WM_UNIT_ID" val="custom20235971_7*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20235971"/>
  <p:tag name="KSO_WM_TEMPLATE_CATEGORY" val="custom"/>
  <p:tag name="KSO_WM_UNIT_ISCONTENTSTITLE" val="0"/>
  <p:tag name="KSO_WM_UNIT_PRESET_TEXT" val="添加章节标题"/>
  <p:tag name="KSO_WM_UNIT_TEXT_TYPE" val="1"/>
</p:tagLst>
</file>

<file path=ppt/tags/tag27.xml><?xml version="1.0" encoding="utf-8"?>
<p:tagLst xmlns:a="http://schemas.openxmlformats.org/drawingml/2006/main" xmlns:r="http://schemas.openxmlformats.org/officeDocument/2006/relationships" xmlns:p="http://schemas.openxmlformats.org/presentationml/2006/main">
  <p:tag name="KSO_WM_SLIDE_TYPE" val="sectionTitle"/>
  <p:tag name="KSO_WM_TEMPLATE_SUBCATEGORY" val="29"/>
  <p:tag name="KSO_WM_TEMPLATE_COLOR_TYPE" val="0"/>
  <p:tag name="KSO_WM_TAG_VERSION" val="3.0"/>
  <p:tag name="KSO_WM_SLIDE_SUBTYPE" val="pureTxt"/>
  <p:tag name="KSO_WM_SLIDE_ITEM_CNT" val="0"/>
  <p:tag name="KSO_WM_BEAUTIFY_FLAG" val="#wm#"/>
  <p:tag name="KSO_WM_TEMPLATE_INDEX" val="20235971"/>
  <p:tag name="KSO_WM_TEMPLATE_CATEGORY" val="custom"/>
  <p:tag name="KSO_WM_SLIDE_INDEX" val="7"/>
  <p:tag name="KSO_WM_SLIDE_ID" val="custom20235971_7"/>
  <p:tag name="KSO_WM_TEMPLATE_MASTER_TYPE" val="0"/>
  <p:tag name="KSO_WM_SLIDE_LAYOUT" val="a_e"/>
  <p:tag name="KSO_WM_SLIDE_LAYOUT_CNT" val="1_1"/>
</p:tagLst>
</file>

<file path=ppt/tags/tag28.xml><?xml version="1.0" encoding="utf-8"?>
<p:tagLst xmlns:a="http://schemas.openxmlformats.org/drawingml/2006/main" xmlns:r="http://schemas.openxmlformats.org/officeDocument/2006/relationships" xmlns:p="http://schemas.openxmlformats.org/presentationml/2006/main">
  <p:tag name="KSO_WM_UNIT_TYPE" val="a"/>
  <p:tag name="KSO_WM_UNIT_INDEX" val="1"/>
  <p:tag name="KSO_WM_BEAUTIFY_FLAG" val="#wm#"/>
  <p:tag name="KSO_WM_TAG_VERSION" val="3.0"/>
  <p:tag name="KSO_WM_UNIT_ID" val="custom20235971_7*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20235971"/>
  <p:tag name="KSO_WM_TEMPLATE_CATEGORY" val="custom"/>
  <p:tag name="KSO_WM_UNIT_ISCONTENTSTITLE" val="0"/>
  <p:tag name="KSO_WM_UNIT_PRESET_TEXT" val="添加章节标题"/>
  <p:tag name="KSO_WM_UNIT_TEXT_TYPE" val="1"/>
</p:tagLst>
</file>

<file path=ppt/tags/tag29.xml><?xml version="1.0" encoding="utf-8"?>
<p:tagLst xmlns:a="http://schemas.openxmlformats.org/drawingml/2006/main" xmlns:r="http://schemas.openxmlformats.org/officeDocument/2006/relationships" xmlns:p="http://schemas.openxmlformats.org/presentationml/2006/main">
  <p:tag name="KSO_WM_SLIDE_TYPE" val="sectionTitle"/>
  <p:tag name="KSO_WM_TEMPLATE_SUBCATEGORY" val="29"/>
  <p:tag name="KSO_WM_TEMPLATE_COLOR_TYPE" val="0"/>
  <p:tag name="KSO_WM_TAG_VERSION" val="3.0"/>
  <p:tag name="KSO_WM_SLIDE_SUBTYPE" val="pureTxt"/>
  <p:tag name="KSO_WM_SLIDE_ITEM_CNT" val="0"/>
  <p:tag name="KSO_WM_BEAUTIFY_FLAG" val="#wm#"/>
  <p:tag name="KSO_WM_TEMPLATE_INDEX" val="20235971"/>
  <p:tag name="KSO_WM_TEMPLATE_CATEGORY" val="custom"/>
  <p:tag name="KSO_WM_SLIDE_INDEX" val="7"/>
  <p:tag name="KSO_WM_SLIDE_ID" val="custom20235971_7"/>
  <p:tag name="KSO_WM_TEMPLATE_MASTER_TYPE" val="0"/>
  <p:tag name="KSO_WM_SLIDE_LAYOUT" val="a_e"/>
  <p:tag name="KSO_WM_SLIDE_LAYOUT_CNT" val="1_1"/>
</p:tagLst>
</file>

<file path=ppt/tags/tag30.xml><?xml version="1.0" encoding="utf-8"?>
<p:tagLst xmlns:a="http://schemas.openxmlformats.org/drawingml/2006/main" xmlns:r="http://schemas.openxmlformats.org/officeDocument/2006/relationships" xmlns:p="http://schemas.openxmlformats.org/presentationml/2006/main">
  <p:tag name="KSO_WM_UNIT_TYPE" val="a"/>
  <p:tag name="KSO_WM_UNIT_INDEX" val="1"/>
  <p:tag name="KSO_WM_BEAUTIFY_FLAG" val="#wm#"/>
  <p:tag name="KSO_WM_TAG_VERSION" val="3.0"/>
  <p:tag name="KSO_WM_UNIT_ID" val="custom20235971_7*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20235971"/>
  <p:tag name="KSO_WM_TEMPLATE_CATEGORY" val="custom"/>
  <p:tag name="KSO_WM_UNIT_ISCONTENTSTITLE" val="0"/>
  <p:tag name="KSO_WM_UNIT_PRESET_TEXT" val="添加章节标题"/>
  <p:tag name="KSO_WM_UNIT_TEXT_TYPE" val="1"/>
</p:tagLst>
</file>

<file path=ppt/tags/tag31.xml><?xml version="1.0" encoding="utf-8"?>
<p:tagLst xmlns:a="http://schemas.openxmlformats.org/drawingml/2006/main" xmlns:r="http://schemas.openxmlformats.org/officeDocument/2006/relationships" xmlns:p="http://schemas.openxmlformats.org/presentationml/2006/main">
  <p:tag name="KSO_WM_SLIDE_TYPE" val="sectionTitle"/>
  <p:tag name="KSO_WM_TEMPLATE_SUBCATEGORY" val="29"/>
  <p:tag name="KSO_WM_TEMPLATE_COLOR_TYPE" val="0"/>
  <p:tag name="KSO_WM_TAG_VERSION" val="3.0"/>
  <p:tag name="KSO_WM_SLIDE_SUBTYPE" val="pureTxt"/>
  <p:tag name="KSO_WM_SLIDE_ITEM_CNT" val="0"/>
  <p:tag name="KSO_WM_BEAUTIFY_FLAG" val="#wm#"/>
  <p:tag name="KSO_WM_TEMPLATE_INDEX" val="20235971"/>
  <p:tag name="KSO_WM_TEMPLATE_CATEGORY" val="custom"/>
  <p:tag name="KSO_WM_SLIDE_INDEX" val="7"/>
  <p:tag name="KSO_WM_SLIDE_ID" val="custom20235971_7"/>
  <p:tag name="KSO_WM_TEMPLATE_MASTER_TYPE" val="0"/>
  <p:tag name="KSO_WM_SLIDE_LAYOUT" val="a_e"/>
  <p:tag name="KSO_WM_SLIDE_LAYOUT_CNT" val="1_1"/>
</p:tagLst>
</file>

<file path=ppt/tags/tag32.xml><?xml version="1.0" encoding="utf-8"?>
<p:tagLst xmlns:a="http://schemas.openxmlformats.org/drawingml/2006/main" xmlns:r="http://schemas.openxmlformats.org/officeDocument/2006/relationships" xmlns:p="http://schemas.openxmlformats.org/presentationml/2006/main">
  <p:tag name="KSO_WM_UNIT_TYPE" val="a"/>
  <p:tag name="KSO_WM_UNIT_INDEX" val="1"/>
  <p:tag name="KSO_WM_BEAUTIFY_FLAG" val="#wm#"/>
  <p:tag name="KSO_WM_TAG_VERSION" val="3.0"/>
  <p:tag name="KSO_WM_UNIT_ID" val="custom20235971_7*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20235971"/>
  <p:tag name="KSO_WM_TEMPLATE_CATEGORY" val="custom"/>
  <p:tag name="KSO_WM_UNIT_ISCONTENTSTITLE" val="0"/>
  <p:tag name="KSO_WM_UNIT_PRESET_TEXT" val="添加章节标题"/>
  <p:tag name="KSO_WM_UNIT_TEXT_TYPE" val="1"/>
</p:tagLst>
</file>

<file path=ppt/tags/tag33.xml><?xml version="1.0" encoding="utf-8"?>
<p:tagLst xmlns:a="http://schemas.openxmlformats.org/drawingml/2006/main" xmlns:r="http://schemas.openxmlformats.org/officeDocument/2006/relationships" xmlns:p="http://schemas.openxmlformats.org/presentationml/2006/main">
  <p:tag name="KSO_WM_SLIDE_TYPE" val="sectionTitle"/>
  <p:tag name="KSO_WM_TEMPLATE_SUBCATEGORY" val="29"/>
  <p:tag name="KSO_WM_TEMPLATE_COLOR_TYPE" val="0"/>
  <p:tag name="KSO_WM_TAG_VERSION" val="3.0"/>
  <p:tag name="KSO_WM_SLIDE_SUBTYPE" val="pureTxt"/>
  <p:tag name="KSO_WM_SLIDE_ITEM_CNT" val="0"/>
  <p:tag name="KSO_WM_BEAUTIFY_FLAG" val="#wm#"/>
  <p:tag name="KSO_WM_TEMPLATE_INDEX" val="20235971"/>
  <p:tag name="KSO_WM_TEMPLATE_CATEGORY" val="custom"/>
  <p:tag name="KSO_WM_SLIDE_INDEX" val="7"/>
  <p:tag name="KSO_WM_SLIDE_ID" val="custom20235971_7"/>
  <p:tag name="KSO_WM_TEMPLATE_MASTER_TYPE" val="0"/>
  <p:tag name="KSO_WM_SLIDE_LAYOUT" val="a_e"/>
  <p:tag name="KSO_WM_SLIDE_LAYOUT_CNT" val="1_1"/>
</p:tagLst>
</file>

<file path=ppt/tags/tag34.xml><?xml version="1.0" encoding="utf-8"?>
<p:tagLst xmlns:a="http://schemas.openxmlformats.org/drawingml/2006/main" xmlns:r="http://schemas.openxmlformats.org/officeDocument/2006/relationships" xmlns:p="http://schemas.openxmlformats.org/presentationml/2006/main">
  <p:tag name="KSO_WM_UNIT_TYPE" val="a"/>
  <p:tag name="KSO_WM_UNIT_INDEX" val="1"/>
  <p:tag name="KSO_WM_BEAUTIFY_FLAG" val="#wm#"/>
  <p:tag name="KSO_WM_TAG_VERSION" val="3.0"/>
  <p:tag name="KSO_WM_UNIT_ID" val="custom20235971_7*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20235971"/>
  <p:tag name="KSO_WM_TEMPLATE_CATEGORY" val="custom"/>
  <p:tag name="KSO_WM_UNIT_ISCONTENTSTITLE" val="0"/>
  <p:tag name="KSO_WM_UNIT_PRESET_TEXT" val="添加章节标题"/>
  <p:tag name="KSO_WM_UNIT_TEXT_TYPE" val="1"/>
</p:tagLst>
</file>

<file path=ppt/tags/tag35.xml><?xml version="1.0" encoding="utf-8"?>
<p:tagLst xmlns:a="http://schemas.openxmlformats.org/drawingml/2006/main" xmlns:r="http://schemas.openxmlformats.org/officeDocument/2006/relationships" xmlns:p="http://schemas.openxmlformats.org/presentationml/2006/main">
  <p:tag name="KSO_WM_SLIDE_TYPE" val="sectionTitle"/>
  <p:tag name="KSO_WM_TEMPLATE_SUBCATEGORY" val="29"/>
  <p:tag name="KSO_WM_TEMPLATE_COLOR_TYPE" val="0"/>
  <p:tag name="KSO_WM_TAG_VERSION" val="3.0"/>
  <p:tag name="KSO_WM_SLIDE_SUBTYPE" val="pureTxt"/>
  <p:tag name="KSO_WM_SLIDE_ITEM_CNT" val="0"/>
  <p:tag name="KSO_WM_BEAUTIFY_FLAG" val="#wm#"/>
  <p:tag name="KSO_WM_TEMPLATE_INDEX" val="20235971"/>
  <p:tag name="KSO_WM_TEMPLATE_CATEGORY" val="custom"/>
  <p:tag name="KSO_WM_SLIDE_INDEX" val="7"/>
  <p:tag name="KSO_WM_SLIDE_ID" val="custom20235971_7"/>
  <p:tag name="KSO_WM_TEMPLATE_MASTER_TYPE" val="0"/>
  <p:tag name="KSO_WM_SLIDE_LAYOUT" val="a_e"/>
  <p:tag name="KSO_WM_SLIDE_LAYOUT_CNT" val="1_1"/>
</p:tagLst>
</file>

<file path=ppt/tags/tag36.xml><?xml version="1.0" encoding="utf-8"?>
<p:tagLst xmlns:a="http://schemas.openxmlformats.org/drawingml/2006/main" xmlns:r="http://schemas.openxmlformats.org/officeDocument/2006/relationships" xmlns:p="http://schemas.openxmlformats.org/presentationml/2006/main">
  <p:tag name="KSO_WM_UNIT_TYPE" val="a"/>
  <p:tag name="KSO_WM_UNIT_INDEX" val="1"/>
  <p:tag name="KSO_WM_BEAUTIFY_FLAG" val="#wm#"/>
  <p:tag name="KSO_WM_TAG_VERSION" val="3.0"/>
  <p:tag name="KSO_WM_UNIT_ID" val="custom20235971_7*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20235971"/>
  <p:tag name="KSO_WM_TEMPLATE_CATEGORY" val="custom"/>
  <p:tag name="KSO_WM_UNIT_ISCONTENTSTITLE" val="0"/>
  <p:tag name="KSO_WM_UNIT_PRESET_TEXT" val="添加章节标题"/>
  <p:tag name="KSO_WM_UNIT_TEXT_TYPE" val="1"/>
</p:tagLst>
</file>

<file path=ppt/tags/tag37.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35971"/>
  <p:tag name="KSO_WM_SLIDE_ID" val="diagram20233233_1"/>
  <p:tag name="KSO_WM_TEMPLATE_SUBCATEGORY" val="0"/>
  <p:tag name="KSO_WM_TEMPLATE_MASTER_TYPE" val="0"/>
  <p:tag name="KSO_WM_TEMPLATE_COLOR_TYPE" val="0"/>
  <p:tag name="KSO_WM_SLIDE_ITEM_CNT" val="2"/>
  <p:tag name="KSO_WM_SLIDE_INDEX" val="1"/>
  <p:tag name="KSO_WM_DIAGRAM_GROUP_CODE" val="l1-1"/>
  <p:tag name="KSO_WM_SLIDE_DIAGTYPE" val="l"/>
  <p:tag name="KSO_WM_TAG_VERSION" val="3.0"/>
  <p:tag name="KSO_WM_SLIDE_LAYOUT" val="a_l"/>
  <p:tag name="KSO_WM_SLIDE_LAYOUT_CNT" val="1_1"/>
  <p:tag name="KSO_WM_SLIDE_TYPE" val="text"/>
  <p:tag name="KSO_WM_SLIDE_SUBTYPE" val="diag"/>
  <p:tag name="KSO_WM_SLIDE_SIZE" val="850.394*348.539"/>
  <p:tag name="KSO_WM_SLIDE_POSITION" val="54.7501*124.973"/>
</p:tagLst>
</file>

<file path=ppt/tags/tag38.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VALUE" val="26"/>
  <p:tag name="KSO_WM_UNIT_HIGHLIGHT" val="0"/>
  <p:tag name="KSO_WM_UNIT_COMPATIBLE" val="0"/>
  <p:tag name="KSO_WM_UNIT_DIAGRAM_ISNUMVISUAL" val="0"/>
  <p:tag name="KSO_WM_UNIT_DIAGRAM_ISREFERUNIT" val="0"/>
  <p:tag name="KSO_WM_DIAGRAM_GROUP_CODE" val="l1-1"/>
  <p:tag name="KSO_WM_UNIT_TYPE" val="a"/>
  <p:tag name="KSO_WM_UNIT_INDEX" val="1"/>
  <p:tag name="KSO_WM_UNIT_ID" val="diagram20233233_1*a*1"/>
  <p:tag name="KSO_WM_TEMPLATE_CATEGORY" val="diagram"/>
  <p:tag name="KSO_WM_TEMPLATE_INDEX" val="20233233"/>
  <p:tag name="KSO_WM_UNIT_LAYERLEVEL" val="1"/>
  <p:tag name="KSO_WM_TAG_VERSION" val="3.0"/>
  <p:tag name="KSO_WM_BEAUTIFY_FLAG" val="#wm#"/>
  <p:tag name="KSO_WM_UNIT_TEXT_TYPE" val="1"/>
  <p:tag name="KSO_WM_UNIT_PRESET_TEXT" val="单击此处添加标题内容"/>
  <p:tag name="KSO_WM_UNIT_TEXT_FILL_FORE_SCHEMECOLOR_INDEX" val="15"/>
  <p:tag name="KSO_WM_UNIT_TEXT_FILL_TYPE" val="1"/>
  <p:tag name="KSO_WM_UNIT_USESOURCEFORMAT_APPLY" val="0"/>
</p:tagLst>
</file>

<file path=ppt/tags/tag39.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35971"/>
  <p:tag name="KSO_WM_SLIDE_ID" val="diagram20233233_1"/>
  <p:tag name="KSO_WM_TEMPLATE_SUBCATEGORY" val="0"/>
  <p:tag name="KSO_WM_TEMPLATE_MASTER_TYPE" val="0"/>
  <p:tag name="KSO_WM_TEMPLATE_COLOR_TYPE" val="0"/>
  <p:tag name="KSO_WM_SLIDE_ITEM_CNT" val="2"/>
  <p:tag name="KSO_WM_SLIDE_INDEX" val="1"/>
  <p:tag name="KSO_WM_DIAGRAM_GROUP_CODE" val="l1-1"/>
  <p:tag name="KSO_WM_SLIDE_DIAGTYPE" val="l"/>
  <p:tag name="KSO_WM_TAG_VERSION" val="3.0"/>
  <p:tag name="KSO_WM_SLIDE_LAYOUT" val="a_l"/>
  <p:tag name="KSO_WM_SLIDE_LAYOUT_CNT" val="1_1"/>
  <p:tag name="KSO_WM_SLIDE_TYPE" val="text"/>
  <p:tag name="KSO_WM_SLIDE_SUBTYPE" val="diag"/>
  <p:tag name="KSO_WM_SLIDE_SIZE" val="850.394*348.539"/>
  <p:tag name="KSO_WM_SLIDE_POSITION" val="54.7501*124.973"/>
</p:tagLst>
</file>

<file path=ppt/tags/tag40.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VALUE" val="26"/>
  <p:tag name="KSO_WM_UNIT_HIGHLIGHT" val="0"/>
  <p:tag name="KSO_WM_UNIT_COMPATIBLE" val="0"/>
  <p:tag name="KSO_WM_UNIT_DIAGRAM_ISNUMVISUAL" val="0"/>
  <p:tag name="KSO_WM_UNIT_DIAGRAM_ISREFERUNIT" val="0"/>
  <p:tag name="KSO_WM_DIAGRAM_GROUP_CODE" val="l1-1"/>
  <p:tag name="KSO_WM_UNIT_TYPE" val="a"/>
  <p:tag name="KSO_WM_UNIT_INDEX" val="1"/>
  <p:tag name="KSO_WM_UNIT_ID" val="diagram20233233_1*a*1"/>
  <p:tag name="KSO_WM_TEMPLATE_CATEGORY" val="diagram"/>
  <p:tag name="KSO_WM_TEMPLATE_INDEX" val="20233233"/>
  <p:tag name="KSO_WM_UNIT_LAYERLEVEL" val="1"/>
  <p:tag name="KSO_WM_TAG_VERSION" val="3.0"/>
  <p:tag name="KSO_WM_BEAUTIFY_FLAG" val="#wm#"/>
  <p:tag name="KSO_WM_UNIT_TEXT_TYPE" val="1"/>
  <p:tag name="KSO_WM_UNIT_PRESET_TEXT" val="单击此处添加标题内容"/>
  <p:tag name="KSO_WM_UNIT_TEXT_FILL_FORE_SCHEMECOLOR_INDEX" val="15"/>
  <p:tag name="KSO_WM_UNIT_TEXT_FILL_TYPE" val="1"/>
  <p:tag name="KSO_WM_UNIT_USESOURCEFORMAT_APPLY" val="0"/>
</p:tagLst>
</file>

<file path=ppt/tags/tag41.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35971"/>
  <p:tag name="KSO_WM_SLIDE_ID" val="diagram20233233_1"/>
  <p:tag name="KSO_WM_TEMPLATE_SUBCATEGORY" val="0"/>
  <p:tag name="KSO_WM_TEMPLATE_MASTER_TYPE" val="0"/>
  <p:tag name="KSO_WM_TEMPLATE_COLOR_TYPE" val="0"/>
  <p:tag name="KSO_WM_SLIDE_ITEM_CNT" val="2"/>
  <p:tag name="KSO_WM_SLIDE_INDEX" val="1"/>
  <p:tag name="KSO_WM_DIAGRAM_GROUP_CODE" val="l1-1"/>
  <p:tag name="KSO_WM_SLIDE_DIAGTYPE" val="l"/>
  <p:tag name="KSO_WM_TAG_VERSION" val="3.0"/>
  <p:tag name="KSO_WM_SLIDE_LAYOUT" val="a_l"/>
  <p:tag name="KSO_WM_SLIDE_LAYOUT_CNT" val="1_1"/>
  <p:tag name="KSO_WM_SLIDE_TYPE" val="text"/>
  <p:tag name="KSO_WM_SLIDE_SUBTYPE" val="diag"/>
  <p:tag name="KSO_WM_SLIDE_SIZE" val="850.394*348.539"/>
  <p:tag name="KSO_WM_SLIDE_POSITION" val="54.7501*124.973"/>
</p:tagLst>
</file>

<file path=ppt/tags/tag42.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VALUE" val="26"/>
  <p:tag name="KSO_WM_UNIT_HIGHLIGHT" val="0"/>
  <p:tag name="KSO_WM_UNIT_COMPATIBLE" val="0"/>
  <p:tag name="KSO_WM_UNIT_DIAGRAM_ISNUMVISUAL" val="0"/>
  <p:tag name="KSO_WM_UNIT_DIAGRAM_ISREFERUNIT" val="0"/>
  <p:tag name="KSO_WM_DIAGRAM_GROUP_CODE" val="l1-1"/>
  <p:tag name="KSO_WM_UNIT_TYPE" val="a"/>
  <p:tag name="KSO_WM_UNIT_INDEX" val="1"/>
  <p:tag name="KSO_WM_UNIT_ID" val="diagram20233233_1*a*1"/>
  <p:tag name="KSO_WM_TEMPLATE_CATEGORY" val="diagram"/>
  <p:tag name="KSO_WM_TEMPLATE_INDEX" val="20233233"/>
  <p:tag name="KSO_WM_UNIT_LAYERLEVEL" val="1"/>
  <p:tag name="KSO_WM_TAG_VERSION" val="3.0"/>
  <p:tag name="KSO_WM_BEAUTIFY_FLAG" val="#wm#"/>
  <p:tag name="KSO_WM_UNIT_TEXT_TYPE" val="1"/>
  <p:tag name="KSO_WM_UNIT_PRESET_TEXT" val="单击此处添加标题内容"/>
  <p:tag name="KSO_WM_UNIT_TEXT_FILL_FORE_SCHEMECOLOR_INDEX" val="15"/>
  <p:tag name="KSO_WM_UNIT_TEXT_FILL_TYPE" val="1"/>
  <p:tag name="KSO_WM_UNIT_USESOURCEFORMAT_APPLY" val="0"/>
</p:tagLst>
</file>

<file path=ppt/tags/tag43.xml><?xml version="1.0" encoding="utf-8"?>
<p:tagLst xmlns:a="http://schemas.openxmlformats.org/drawingml/2006/main" xmlns:r="http://schemas.openxmlformats.org/officeDocument/2006/relationships" xmlns:p="http://schemas.openxmlformats.org/presentationml/2006/main">
  <p:tag name="KSO_WM_SLIDE_TYPE" val="sectionTitle"/>
  <p:tag name="KSO_WM_TEMPLATE_SUBCATEGORY" val="29"/>
  <p:tag name="KSO_WM_TEMPLATE_COLOR_TYPE" val="0"/>
  <p:tag name="KSO_WM_TAG_VERSION" val="3.0"/>
  <p:tag name="KSO_WM_SLIDE_SUBTYPE" val="pureTxt"/>
  <p:tag name="KSO_WM_SLIDE_ITEM_CNT" val="0"/>
  <p:tag name="KSO_WM_BEAUTIFY_FLAG" val="#wm#"/>
  <p:tag name="KSO_WM_TEMPLATE_INDEX" val="20235971"/>
  <p:tag name="KSO_WM_TEMPLATE_CATEGORY" val="custom"/>
  <p:tag name="KSO_WM_SLIDE_INDEX" val="7"/>
  <p:tag name="KSO_WM_SLIDE_ID" val="custom20235971_7"/>
  <p:tag name="KSO_WM_TEMPLATE_MASTER_TYPE" val="0"/>
  <p:tag name="KSO_WM_SLIDE_LAYOUT" val="a_e"/>
  <p:tag name="KSO_WM_SLIDE_LAYOUT_CNT" val="1_1"/>
</p:tagLst>
</file>

<file path=ppt/tags/tag44.xml><?xml version="1.0" encoding="utf-8"?>
<p:tagLst xmlns:a="http://schemas.openxmlformats.org/drawingml/2006/main" xmlns:r="http://schemas.openxmlformats.org/officeDocument/2006/relationships" xmlns:p="http://schemas.openxmlformats.org/presentationml/2006/main">
  <p:tag name="KSO_WM_UNIT_TYPE" val="a"/>
  <p:tag name="KSO_WM_UNIT_INDEX" val="1"/>
  <p:tag name="KSO_WM_BEAUTIFY_FLAG" val="#wm#"/>
  <p:tag name="KSO_WM_TAG_VERSION" val="3.0"/>
  <p:tag name="KSO_WM_UNIT_ID" val="custom20235971_7*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20235971"/>
  <p:tag name="KSO_WM_TEMPLATE_CATEGORY" val="custom"/>
  <p:tag name="KSO_WM_UNIT_ISCONTENTSTITLE" val="0"/>
  <p:tag name="KSO_WM_UNIT_PRESET_TEXT" val="添加章节标题"/>
  <p:tag name="KSO_WM_UNIT_TEXT_TYPE" val="1"/>
</p:tagLst>
</file>

<file path=ppt/tags/tag45.xml><?xml version="1.0" encoding="utf-8"?>
<p:tagLst xmlns:a="http://schemas.openxmlformats.org/drawingml/2006/main" xmlns:r="http://schemas.openxmlformats.org/officeDocument/2006/relationships" xmlns:p="http://schemas.openxmlformats.org/presentationml/2006/main">
  <p:tag name="KSO_WM_SLIDE_ID" val="diagram20234376_1"/>
  <p:tag name="KSO_WM_TEMPLATE_SUBCATEGORY" val="0"/>
  <p:tag name="KSO_WM_TEMPLATE_MASTER_TYPE" val="0"/>
  <p:tag name="KSO_WM_TEMPLATE_COLOR_TYPE" val="0"/>
  <p:tag name="KSO_WM_SLIDE_ITEM_CNT" val="2"/>
  <p:tag name="KSO_WM_SLIDE_INDEX" val="1"/>
  <p:tag name="KSO_WM_TAG_VERSION" val="3.0"/>
  <p:tag name="KSO_WM_BEAUTIFY_FLAG" val="#wm#"/>
  <p:tag name="KSO_WM_TEMPLATE_CATEGORY" val="custom"/>
  <p:tag name="KSO_WM_TEMPLATE_INDEX" val="20235971"/>
  <p:tag name="KSO_WM_SLIDE_TYPE" val="text"/>
  <p:tag name="KSO_WM_SLIDE_SUBTYPE" val="diag"/>
  <p:tag name="KSO_WM_SLIDE_SIZE" val="850.5*354.556"/>
  <p:tag name="KSO_WM_SLIDE_POSITION" val="54.7501*115.605"/>
  <p:tag name="KSO_WM_SLIDE_LAYOUT" val="a_l"/>
  <p:tag name="KSO_WM_SLIDE_LAYOUT_CNT" val="1_1"/>
  <p:tag name="KSO_WM_SPECIAL_SOURCE" val="bdnull"/>
  <p:tag name="KSO_WM_DIAGRAM_GROUP_CODE" val="l1-1"/>
  <p:tag name="KSO_WM_SLIDE_DIAGTYPE" val="l"/>
</p:tagLst>
</file>

<file path=ppt/tags/tag4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ID" val="diagram20234376_1*a*1"/>
  <p:tag name="KSO_WM_TEMPLATE_CATEGORY" val="diagram"/>
  <p:tag name="KSO_WM_TEMPLATE_INDEX" val="20234376"/>
  <p:tag name="KSO_WM_UNIT_LAYERLEVEL" val="1"/>
  <p:tag name="KSO_WM_TAG_VERSION" val="3.0"/>
  <p:tag name="KSO_WM_BEAUTIFY_FLAG" val="#wm#"/>
  <p:tag name="KSO_WM_UNIT_ISCONTENTSTITLE" val="0"/>
  <p:tag name="KSO_WM_UNIT_ISNUMDGMTITLE" val="0"/>
  <p:tag name="KSO_WM_UNIT_NOCLEAR" val="0"/>
  <p:tag name="KSO_WM_UNIT_TYPE" val="a"/>
  <p:tag name="KSO_WM_UNIT_INDEX" val="1"/>
  <p:tag name="KSO_WM_UNIT_TEXT_TYPE" val="1"/>
  <p:tag name="KSO_WM_UNIT_PRESET_TEXT" val="单击此处添加标题"/>
  <p:tag name="KSO_WM_UNIT_TEXT_FILL_FORE_SCHEMECOLOR_INDEX" val="15"/>
  <p:tag name="KSO_WM_UNIT_TEXT_FILL_TYPE" val="1"/>
  <p:tag name="KSO_WM_UNIT_USESOURCEFORMAT_APPLY" val="0"/>
</p:tagLst>
</file>

<file path=ppt/tags/tag47.xml><?xml version="1.0" encoding="utf-8"?>
<p:tagLst xmlns:a="http://schemas.openxmlformats.org/drawingml/2006/main" xmlns:r="http://schemas.openxmlformats.org/officeDocument/2006/relationships" xmlns:p="http://schemas.openxmlformats.org/presentationml/2006/main">
  <p:tag name="KSO_WM_SLIDE_ID" val="diagram20234376_1"/>
  <p:tag name="KSO_WM_TEMPLATE_SUBCATEGORY" val="0"/>
  <p:tag name="KSO_WM_TEMPLATE_MASTER_TYPE" val="0"/>
  <p:tag name="KSO_WM_TEMPLATE_COLOR_TYPE" val="0"/>
  <p:tag name="KSO_WM_SLIDE_ITEM_CNT" val="2"/>
  <p:tag name="KSO_WM_SLIDE_INDEX" val="1"/>
  <p:tag name="KSO_WM_TAG_VERSION" val="3.0"/>
  <p:tag name="KSO_WM_BEAUTIFY_FLAG" val="#wm#"/>
  <p:tag name="KSO_WM_TEMPLATE_CATEGORY" val="custom"/>
  <p:tag name="KSO_WM_TEMPLATE_INDEX" val="20235971"/>
  <p:tag name="KSO_WM_SLIDE_TYPE" val="text"/>
  <p:tag name="KSO_WM_SLIDE_SUBTYPE" val="diag"/>
  <p:tag name="KSO_WM_SLIDE_SIZE" val="850.5*354.556"/>
  <p:tag name="KSO_WM_SLIDE_POSITION" val="54.7501*115.605"/>
  <p:tag name="KSO_WM_SLIDE_LAYOUT" val="a_l"/>
  <p:tag name="KSO_WM_SLIDE_LAYOUT_CNT" val="1_1"/>
  <p:tag name="KSO_WM_SPECIAL_SOURCE" val="bdnull"/>
  <p:tag name="KSO_WM_DIAGRAM_GROUP_CODE" val="l1-1"/>
  <p:tag name="KSO_WM_SLIDE_DIAGTYPE" val="l"/>
</p:tagLst>
</file>

<file path=ppt/tags/tag4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ID" val="diagram20234376_1*a*1"/>
  <p:tag name="KSO_WM_TEMPLATE_CATEGORY" val="diagram"/>
  <p:tag name="KSO_WM_TEMPLATE_INDEX" val="20234376"/>
  <p:tag name="KSO_WM_UNIT_LAYERLEVEL" val="1"/>
  <p:tag name="KSO_WM_TAG_VERSION" val="3.0"/>
  <p:tag name="KSO_WM_BEAUTIFY_FLAG" val="#wm#"/>
  <p:tag name="KSO_WM_UNIT_ISCONTENTSTITLE" val="0"/>
  <p:tag name="KSO_WM_UNIT_ISNUMDGMTITLE" val="0"/>
  <p:tag name="KSO_WM_UNIT_NOCLEAR" val="0"/>
  <p:tag name="KSO_WM_UNIT_TYPE" val="a"/>
  <p:tag name="KSO_WM_UNIT_INDEX" val="1"/>
  <p:tag name="KSO_WM_UNIT_TEXT_TYPE" val="1"/>
  <p:tag name="KSO_WM_UNIT_PRESET_TEXT" val="单击此处添加标题"/>
  <p:tag name="KSO_WM_UNIT_TEXT_FILL_FORE_SCHEMECOLOR_INDEX" val="15"/>
  <p:tag name="KSO_WM_UNIT_TEXT_FILL_TYPE" val="1"/>
  <p:tag name="KSO_WM_UNIT_USESOURCEFORMAT_APPLY" val="0"/>
</p:tagLst>
</file>

<file path=ppt/tags/tag49.xml><?xml version="1.0" encoding="utf-8"?>
<p:tagLst xmlns:a="http://schemas.openxmlformats.org/drawingml/2006/main" xmlns:r="http://schemas.openxmlformats.org/officeDocument/2006/relationships" xmlns:p="http://schemas.openxmlformats.org/presentationml/2006/main">
  <p:tag name="KSO_WM_SLIDE_ID" val="diagram20234376_1"/>
  <p:tag name="KSO_WM_TEMPLATE_SUBCATEGORY" val="0"/>
  <p:tag name="KSO_WM_TEMPLATE_MASTER_TYPE" val="0"/>
  <p:tag name="KSO_WM_TEMPLATE_COLOR_TYPE" val="0"/>
  <p:tag name="KSO_WM_SLIDE_ITEM_CNT" val="2"/>
  <p:tag name="KSO_WM_SLIDE_INDEX" val="1"/>
  <p:tag name="KSO_WM_TAG_VERSION" val="3.0"/>
  <p:tag name="KSO_WM_BEAUTIFY_FLAG" val="#wm#"/>
  <p:tag name="KSO_WM_TEMPLATE_CATEGORY" val="custom"/>
  <p:tag name="KSO_WM_TEMPLATE_INDEX" val="20235971"/>
  <p:tag name="KSO_WM_SLIDE_TYPE" val="text"/>
  <p:tag name="KSO_WM_SLIDE_SUBTYPE" val="diag"/>
  <p:tag name="KSO_WM_SLIDE_SIZE" val="850.5*354.556"/>
  <p:tag name="KSO_WM_SLIDE_POSITION" val="54.7501*115.605"/>
  <p:tag name="KSO_WM_SLIDE_LAYOUT" val="a_l"/>
  <p:tag name="KSO_WM_SLIDE_LAYOUT_CNT" val="1_1"/>
  <p:tag name="KSO_WM_SPECIAL_SOURCE" val="bdnull"/>
  <p:tag name="KSO_WM_DIAGRAM_GROUP_CODE" val="l1-1"/>
  <p:tag name="KSO_WM_SLIDE_DIAGTYPE" val="l"/>
</p:tagLst>
</file>

<file path=ppt/tags/tag5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ID" val="diagram20234376_1*a*1"/>
  <p:tag name="KSO_WM_TEMPLATE_CATEGORY" val="diagram"/>
  <p:tag name="KSO_WM_TEMPLATE_INDEX" val="20234376"/>
  <p:tag name="KSO_WM_UNIT_LAYERLEVEL" val="1"/>
  <p:tag name="KSO_WM_TAG_VERSION" val="3.0"/>
  <p:tag name="KSO_WM_BEAUTIFY_FLAG" val="#wm#"/>
  <p:tag name="KSO_WM_UNIT_ISCONTENTSTITLE" val="0"/>
  <p:tag name="KSO_WM_UNIT_ISNUMDGMTITLE" val="0"/>
  <p:tag name="KSO_WM_UNIT_NOCLEAR" val="0"/>
  <p:tag name="KSO_WM_UNIT_TYPE" val="a"/>
  <p:tag name="KSO_WM_UNIT_INDEX" val="1"/>
  <p:tag name="KSO_WM_UNIT_TEXT_TYPE" val="1"/>
  <p:tag name="KSO_WM_UNIT_PRESET_TEXT" val="单击此处添加标题"/>
  <p:tag name="KSO_WM_UNIT_TEXT_FILL_FORE_SCHEMECOLOR_INDEX" val="15"/>
  <p:tag name="KSO_WM_UNIT_TEXT_FILL_TYPE" val="1"/>
  <p:tag name="KSO_WM_UNIT_USESOURCEFORMAT_APPLY" val="0"/>
</p:tagLst>
</file>

<file path=ppt/tags/tag51.xml><?xml version="1.0" encoding="utf-8"?>
<p:tagLst xmlns:a="http://schemas.openxmlformats.org/drawingml/2006/main" xmlns:r="http://schemas.openxmlformats.org/officeDocument/2006/relationships" xmlns:p="http://schemas.openxmlformats.org/presentationml/2006/main">
  <p:tag name="KSO_WM_SLIDE_ID" val="diagram20234376_1"/>
  <p:tag name="KSO_WM_TEMPLATE_SUBCATEGORY" val="0"/>
  <p:tag name="KSO_WM_TEMPLATE_MASTER_TYPE" val="0"/>
  <p:tag name="KSO_WM_TEMPLATE_COLOR_TYPE" val="0"/>
  <p:tag name="KSO_WM_SLIDE_ITEM_CNT" val="2"/>
  <p:tag name="KSO_WM_SLIDE_INDEX" val="1"/>
  <p:tag name="KSO_WM_TAG_VERSION" val="3.0"/>
  <p:tag name="KSO_WM_BEAUTIFY_FLAG" val="#wm#"/>
  <p:tag name="KSO_WM_TEMPLATE_CATEGORY" val="custom"/>
  <p:tag name="KSO_WM_TEMPLATE_INDEX" val="20235971"/>
  <p:tag name="KSO_WM_SLIDE_TYPE" val="text"/>
  <p:tag name="KSO_WM_SLIDE_SUBTYPE" val="diag"/>
  <p:tag name="KSO_WM_SLIDE_SIZE" val="850.5*354.556"/>
  <p:tag name="KSO_WM_SLIDE_POSITION" val="54.7501*115.605"/>
  <p:tag name="KSO_WM_SLIDE_LAYOUT" val="a_l"/>
  <p:tag name="KSO_WM_SLIDE_LAYOUT_CNT" val="1_1"/>
  <p:tag name="KSO_WM_SPECIAL_SOURCE" val="bdnull"/>
  <p:tag name="KSO_WM_DIAGRAM_GROUP_CODE" val="l1-1"/>
  <p:tag name="KSO_WM_SLIDE_DIAGTYPE" val="l"/>
</p:tagLst>
</file>

<file path=ppt/tags/tag5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ID" val="diagram20234376_1*a*1"/>
  <p:tag name="KSO_WM_TEMPLATE_CATEGORY" val="diagram"/>
  <p:tag name="KSO_WM_TEMPLATE_INDEX" val="20234376"/>
  <p:tag name="KSO_WM_UNIT_LAYERLEVEL" val="1"/>
  <p:tag name="KSO_WM_TAG_VERSION" val="3.0"/>
  <p:tag name="KSO_WM_BEAUTIFY_FLAG" val="#wm#"/>
  <p:tag name="KSO_WM_UNIT_ISCONTENTSTITLE" val="0"/>
  <p:tag name="KSO_WM_UNIT_ISNUMDGMTITLE" val="0"/>
  <p:tag name="KSO_WM_UNIT_NOCLEAR" val="0"/>
  <p:tag name="KSO_WM_UNIT_TYPE" val="a"/>
  <p:tag name="KSO_WM_UNIT_INDEX" val="1"/>
  <p:tag name="KSO_WM_UNIT_TEXT_TYPE" val="1"/>
  <p:tag name="KSO_WM_UNIT_PRESET_TEXT" val="单击此处添加标题"/>
  <p:tag name="KSO_WM_UNIT_TEXT_FILL_FORE_SCHEMECOLOR_INDEX" val="15"/>
  <p:tag name="KSO_WM_UNIT_TEXT_FILL_TYPE" val="1"/>
  <p:tag name="KSO_WM_UNIT_USESOURCEFORMAT_APPLY" val="0"/>
</p:tagLst>
</file>

<file path=ppt/tags/tag53.xml><?xml version="1.0" encoding="utf-8"?>
<p:tagLst xmlns:a="http://schemas.openxmlformats.org/drawingml/2006/main" xmlns:r="http://schemas.openxmlformats.org/officeDocument/2006/relationships" xmlns:p="http://schemas.openxmlformats.org/presentationml/2006/main">
  <p:tag name="KSO_WM_SLIDE_ID" val="diagram20234376_1"/>
  <p:tag name="KSO_WM_TEMPLATE_SUBCATEGORY" val="0"/>
  <p:tag name="KSO_WM_TEMPLATE_MASTER_TYPE" val="0"/>
  <p:tag name="KSO_WM_TEMPLATE_COLOR_TYPE" val="0"/>
  <p:tag name="KSO_WM_SLIDE_ITEM_CNT" val="2"/>
  <p:tag name="KSO_WM_SLIDE_INDEX" val="1"/>
  <p:tag name="KSO_WM_TAG_VERSION" val="3.0"/>
  <p:tag name="KSO_WM_BEAUTIFY_FLAG" val="#wm#"/>
  <p:tag name="KSO_WM_TEMPLATE_CATEGORY" val="custom"/>
  <p:tag name="KSO_WM_TEMPLATE_INDEX" val="20235971"/>
  <p:tag name="KSO_WM_SLIDE_TYPE" val="text"/>
  <p:tag name="KSO_WM_SLIDE_SUBTYPE" val="diag"/>
  <p:tag name="KSO_WM_SLIDE_SIZE" val="850.5*354.556"/>
  <p:tag name="KSO_WM_SLIDE_POSITION" val="54.7501*115.605"/>
  <p:tag name="KSO_WM_SLIDE_LAYOUT" val="a_l"/>
  <p:tag name="KSO_WM_SLIDE_LAYOUT_CNT" val="1_1"/>
  <p:tag name="KSO_WM_SPECIAL_SOURCE" val="bdnull"/>
  <p:tag name="KSO_WM_DIAGRAM_GROUP_CODE" val="l1-1"/>
  <p:tag name="KSO_WM_SLIDE_DIAGTYPE" val="l"/>
</p:tagLst>
</file>

<file path=ppt/tags/tag5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ID" val="diagram20234376_1*a*1"/>
  <p:tag name="KSO_WM_TEMPLATE_CATEGORY" val="diagram"/>
  <p:tag name="KSO_WM_TEMPLATE_INDEX" val="20234376"/>
  <p:tag name="KSO_WM_UNIT_LAYERLEVEL" val="1"/>
  <p:tag name="KSO_WM_TAG_VERSION" val="3.0"/>
  <p:tag name="KSO_WM_BEAUTIFY_FLAG" val="#wm#"/>
  <p:tag name="KSO_WM_UNIT_ISCONTENTSTITLE" val="0"/>
  <p:tag name="KSO_WM_UNIT_ISNUMDGMTITLE" val="0"/>
  <p:tag name="KSO_WM_UNIT_NOCLEAR" val="0"/>
  <p:tag name="KSO_WM_UNIT_TYPE" val="a"/>
  <p:tag name="KSO_WM_UNIT_INDEX" val="1"/>
  <p:tag name="KSO_WM_UNIT_TEXT_TYPE" val="1"/>
  <p:tag name="KSO_WM_UNIT_PRESET_TEXT" val="单击此处添加标题"/>
  <p:tag name="KSO_WM_UNIT_TEXT_FILL_FORE_SCHEMECOLOR_INDEX" val="15"/>
  <p:tag name="KSO_WM_UNIT_TEXT_FILL_TYPE" val="1"/>
  <p:tag name="KSO_WM_UNIT_USESOURCEFORMAT_APPLY" val="0"/>
</p:tagLst>
</file>

<file path=ppt/tags/tag55.xml><?xml version="1.0" encoding="utf-8"?>
<p:tagLst xmlns:a="http://schemas.openxmlformats.org/drawingml/2006/main" xmlns:r="http://schemas.openxmlformats.org/officeDocument/2006/relationships" xmlns:p="http://schemas.openxmlformats.org/presentationml/2006/main">
  <p:tag name="KSO_WM_SLIDE_ID" val="diagram20234376_1"/>
  <p:tag name="KSO_WM_TEMPLATE_SUBCATEGORY" val="0"/>
  <p:tag name="KSO_WM_TEMPLATE_MASTER_TYPE" val="0"/>
  <p:tag name="KSO_WM_TEMPLATE_COLOR_TYPE" val="0"/>
  <p:tag name="KSO_WM_SLIDE_ITEM_CNT" val="2"/>
  <p:tag name="KSO_WM_SLIDE_INDEX" val="1"/>
  <p:tag name="KSO_WM_TAG_VERSION" val="3.0"/>
  <p:tag name="KSO_WM_BEAUTIFY_FLAG" val="#wm#"/>
  <p:tag name="KSO_WM_TEMPLATE_CATEGORY" val="custom"/>
  <p:tag name="KSO_WM_TEMPLATE_INDEX" val="20235971"/>
  <p:tag name="KSO_WM_SLIDE_TYPE" val="text"/>
  <p:tag name="KSO_WM_SLIDE_SUBTYPE" val="diag"/>
  <p:tag name="KSO_WM_SLIDE_SIZE" val="850.5*354.556"/>
  <p:tag name="KSO_WM_SLIDE_POSITION" val="54.7501*115.605"/>
  <p:tag name="KSO_WM_SLIDE_LAYOUT" val="a_l"/>
  <p:tag name="KSO_WM_SLIDE_LAYOUT_CNT" val="1_1"/>
  <p:tag name="KSO_WM_SPECIAL_SOURCE" val="bdnull"/>
  <p:tag name="KSO_WM_DIAGRAM_GROUP_CODE" val="l1-1"/>
  <p:tag name="KSO_WM_SLIDE_DIAGTYPE" val="l"/>
</p:tagLst>
</file>

<file path=ppt/tags/tag5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ID" val="diagram20234376_1*a*1"/>
  <p:tag name="KSO_WM_TEMPLATE_CATEGORY" val="diagram"/>
  <p:tag name="KSO_WM_TEMPLATE_INDEX" val="20234376"/>
  <p:tag name="KSO_WM_UNIT_LAYERLEVEL" val="1"/>
  <p:tag name="KSO_WM_TAG_VERSION" val="3.0"/>
  <p:tag name="KSO_WM_BEAUTIFY_FLAG" val="#wm#"/>
  <p:tag name="KSO_WM_UNIT_ISCONTENTSTITLE" val="0"/>
  <p:tag name="KSO_WM_UNIT_ISNUMDGMTITLE" val="0"/>
  <p:tag name="KSO_WM_UNIT_NOCLEAR" val="0"/>
  <p:tag name="KSO_WM_UNIT_TYPE" val="a"/>
  <p:tag name="KSO_WM_UNIT_INDEX" val="1"/>
  <p:tag name="KSO_WM_UNIT_TEXT_TYPE" val="1"/>
  <p:tag name="KSO_WM_UNIT_PRESET_TEXT" val="单击此处添加标题"/>
  <p:tag name="KSO_WM_UNIT_TEXT_FILL_FORE_SCHEMECOLOR_INDEX" val="15"/>
  <p:tag name="KSO_WM_UNIT_TEXT_FILL_TYPE" val="1"/>
  <p:tag name="KSO_WM_UNIT_USESOURCEFORMAT_APPLY" val="0"/>
</p:tagLst>
</file>

<file path=ppt/tags/tag57.xml><?xml version="1.0" encoding="utf-8"?>
<p:tagLst xmlns:a="http://schemas.openxmlformats.org/drawingml/2006/main" xmlns:r="http://schemas.openxmlformats.org/officeDocument/2006/relationships" xmlns:p="http://schemas.openxmlformats.org/presentationml/2006/main">
  <p:tag name="KSO_WM_SLIDE_ID" val="diagram20234376_1"/>
  <p:tag name="KSO_WM_TEMPLATE_SUBCATEGORY" val="0"/>
  <p:tag name="KSO_WM_TEMPLATE_MASTER_TYPE" val="0"/>
  <p:tag name="KSO_WM_TEMPLATE_COLOR_TYPE" val="0"/>
  <p:tag name="KSO_WM_SLIDE_ITEM_CNT" val="2"/>
  <p:tag name="KSO_WM_SLIDE_INDEX" val="1"/>
  <p:tag name="KSO_WM_TAG_VERSION" val="3.0"/>
  <p:tag name="KSO_WM_BEAUTIFY_FLAG" val="#wm#"/>
  <p:tag name="KSO_WM_TEMPLATE_CATEGORY" val="custom"/>
  <p:tag name="KSO_WM_TEMPLATE_INDEX" val="20235971"/>
  <p:tag name="KSO_WM_SLIDE_TYPE" val="text"/>
  <p:tag name="KSO_WM_SLIDE_SUBTYPE" val="diag"/>
  <p:tag name="KSO_WM_SLIDE_SIZE" val="850.5*354.556"/>
  <p:tag name="KSO_WM_SLIDE_POSITION" val="54.7501*115.605"/>
  <p:tag name="KSO_WM_SLIDE_LAYOUT" val="a_l"/>
  <p:tag name="KSO_WM_SLIDE_LAYOUT_CNT" val="1_1"/>
  <p:tag name="KSO_WM_SPECIAL_SOURCE" val="bdnull"/>
  <p:tag name="KSO_WM_DIAGRAM_GROUP_CODE" val="l1-1"/>
  <p:tag name="KSO_WM_SLIDE_DIAGTYPE" val="l"/>
</p:tagLst>
</file>

<file path=ppt/tags/tag5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ID" val="diagram20234376_1*a*1"/>
  <p:tag name="KSO_WM_TEMPLATE_CATEGORY" val="diagram"/>
  <p:tag name="KSO_WM_TEMPLATE_INDEX" val="20234376"/>
  <p:tag name="KSO_WM_UNIT_LAYERLEVEL" val="1"/>
  <p:tag name="KSO_WM_TAG_VERSION" val="3.0"/>
  <p:tag name="KSO_WM_BEAUTIFY_FLAG" val="#wm#"/>
  <p:tag name="KSO_WM_UNIT_ISCONTENTSTITLE" val="0"/>
  <p:tag name="KSO_WM_UNIT_ISNUMDGMTITLE" val="0"/>
  <p:tag name="KSO_WM_UNIT_NOCLEAR" val="0"/>
  <p:tag name="KSO_WM_UNIT_TYPE" val="a"/>
  <p:tag name="KSO_WM_UNIT_INDEX" val="1"/>
  <p:tag name="KSO_WM_UNIT_TEXT_TYPE" val="1"/>
  <p:tag name="KSO_WM_UNIT_PRESET_TEXT" val="单击此处添加标题"/>
  <p:tag name="KSO_WM_UNIT_TEXT_FILL_FORE_SCHEMECOLOR_INDEX" val="15"/>
  <p:tag name="KSO_WM_UNIT_TEXT_FILL_TYPE" val="1"/>
  <p:tag name="KSO_WM_UNIT_USESOURCEFORMAT_APPLY" val="0"/>
</p:tagLst>
</file>

<file path=ppt/tags/tag59.xml><?xml version="1.0" encoding="utf-8"?>
<p:tagLst xmlns:a="http://schemas.openxmlformats.org/drawingml/2006/main" xmlns:r="http://schemas.openxmlformats.org/officeDocument/2006/relationships" xmlns:p="http://schemas.openxmlformats.org/presentationml/2006/main">
  <p:tag name="KSO_WM_SLIDE_ID" val="diagram20234376_1"/>
  <p:tag name="KSO_WM_TEMPLATE_SUBCATEGORY" val="0"/>
  <p:tag name="KSO_WM_TEMPLATE_MASTER_TYPE" val="0"/>
  <p:tag name="KSO_WM_TEMPLATE_COLOR_TYPE" val="0"/>
  <p:tag name="KSO_WM_SLIDE_ITEM_CNT" val="2"/>
  <p:tag name="KSO_WM_SLIDE_INDEX" val="1"/>
  <p:tag name="KSO_WM_TAG_VERSION" val="3.0"/>
  <p:tag name="KSO_WM_BEAUTIFY_FLAG" val="#wm#"/>
  <p:tag name="KSO_WM_TEMPLATE_CATEGORY" val="custom"/>
  <p:tag name="KSO_WM_TEMPLATE_INDEX" val="20235971"/>
  <p:tag name="KSO_WM_SLIDE_TYPE" val="text"/>
  <p:tag name="KSO_WM_SLIDE_SUBTYPE" val="diag"/>
  <p:tag name="KSO_WM_SLIDE_SIZE" val="850.5*354.556"/>
  <p:tag name="KSO_WM_SLIDE_POSITION" val="54.7501*115.605"/>
  <p:tag name="KSO_WM_SLIDE_LAYOUT" val="a_l"/>
  <p:tag name="KSO_WM_SLIDE_LAYOUT_CNT" val="1_1"/>
  <p:tag name="KSO_WM_SPECIAL_SOURCE" val="bdnull"/>
  <p:tag name="KSO_WM_DIAGRAM_GROUP_CODE" val="l1-1"/>
  <p:tag name="KSO_WM_SLIDE_DIAGTYPE" val="l"/>
</p:tagLst>
</file>

<file path=ppt/tags/tag6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ID" val="diagram20234376_1*a*1"/>
  <p:tag name="KSO_WM_TEMPLATE_CATEGORY" val="diagram"/>
  <p:tag name="KSO_WM_TEMPLATE_INDEX" val="20234376"/>
  <p:tag name="KSO_WM_UNIT_LAYERLEVEL" val="1"/>
  <p:tag name="KSO_WM_TAG_VERSION" val="3.0"/>
  <p:tag name="KSO_WM_BEAUTIFY_FLAG" val="#wm#"/>
  <p:tag name="KSO_WM_UNIT_ISCONTENTSTITLE" val="0"/>
  <p:tag name="KSO_WM_UNIT_ISNUMDGMTITLE" val="0"/>
  <p:tag name="KSO_WM_UNIT_NOCLEAR" val="0"/>
  <p:tag name="KSO_WM_UNIT_TYPE" val="a"/>
  <p:tag name="KSO_WM_UNIT_INDEX" val="1"/>
  <p:tag name="KSO_WM_UNIT_TEXT_TYPE" val="1"/>
  <p:tag name="KSO_WM_UNIT_PRESET_TEXT" val="单击此处添加标题"/>
  <p:tag name="KSO_WM_UNIT_TEXT_FILL_FORE_SCHEMECOLOR_INDEX" val="15"/>
  <p:tag name="KSO_WM_UNIT_TEXT_FILL_TYPE" val="1"/>
  <p:tag name="KSO_WM_UNIT_USESOURCEFORMAT_APPLY" val="0"/>
</p:tagLst>
</file>

<file path=ppt/tags/tag61.xml><?xml version="1.0" encoding="utf-8"?>
<p:tagLst xmlns:a="http://schemas.openxmlformats.org/drawingml/2006/main" xmlns:r="http://schemas.openxmlformats.org/officeDocument/2006/relationships" xmlns:p="http://schemas.openxmlformats.org/presentationml/2006/main">
  <p:tag name="KSO_WM_SLIDE_ID" val="diagram20234376_1"/>
  <p:tag name="KSO_WM_TEMPLATE_SUBCATEGORY" val="0"/>
  <p:tag name="KSO_WM_TEMPLATE_MASTER_TYPE" val="0"/>
  <p:tag name="KSO_WM_TEMPLATE_COLOR_TYPE" val="0"/>
  <p:tag name="KSO_WM_SLIDE_ITEM_CNT" val="2"/>
  <p:tag name="KSO_WM_SLIDE_INDEX" val="1"/>
  <p:tag name="KSO_WM_TAG_VERSION" val="3.0"/>
  <p:tag name="KSO_WM_BEAUTIFY_FLAG" val="#wm#"/>
  <p:tag name="KSO_WM_TEMPLATE_CATEGORY" val="custom"/>
  <p:tag name="KSO_WM_TEMPLATE_INDEX" val="20235971"/>
  <p:tag name="KSO_WM_SLIDE_TYPE" val="text"/>
  <p:tag name="KSO_WM_SLIDE_SUBTYPE" val="diag"/>
  <p:tag name="KSO_WM_SLIDE_SIZE" val="850.5*354.556"/>
  <p:tag name="KSO_WM_SLIDE_POSITION" val="54.7501*115.605"/>
  <p:tag name="KSO_WM_SLIDE_LAYOUT" val="a_l"/>
  <p:tag name="KSO_WM_SLIDE_LAYOUT_CNT" val="1_1"/>
  <p:tag name="KSO_WM_SPECIAL_SOURCE" val="bdnull"/>
  <p:tag name="KSO_WM_DIAGRAM_GROUP_CODE" val="l1-1"/>
  <p:tag name="KSO_WM_SLIDE_DIAGTYPE" val="l"/>
</p:tagLst>
</file>

<file path=ppt/tags/tag6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ID" val="diagram20234376_1*a*1"/>
  <p:tag name="KSO_WM_TEMPLATE_CATEGORY" val="diagram"/>
  <p:tag name="KSO_WM_TEMPLATE_INDEX" val="20234376"/>
  <p:tag name="KSO_WM_UNIT_LAYERLEVEL" val="1"/>
  <p:tag name="KSO_WM_TAG_VERSION" val="3.0"/>
  <p:tag name="KSO_WM_BEAUTIFY_FLAG" val="#wm#"/>
  <p:tag name="KSO_WM_UNIT_ISCONTENTSTITLE" val="0"/>
  <p:tag name="KSO_WM_UNIT_ISNUMDGMTITLE" val="0"/>
  <p:tag name="KSO_WM_UNIT_NOCLEAR" val="0"/>
  <p:tag name="KSO_WM_UNIT_TYPE" val="a"/>
  <p:tag name="KSO_WM_UNIT_INDEX" val="1"/>
  <p:tag name="KSO_WM_UNIT_TEXT_TYPE" val="1"/>
  <p:tag name="KSO_WM_UNIT_PRESET_TEXT" val="单击此处添加标题"/>
  <p:tag name="KSO_WM_UNIT_TEXT_FILL_FORE_SCHEMECOLOR_INDEX" val="15"/>
  <p:tag name="KSO_WM_UNIT_TEXT_FILL_TYPE" val="1"/>
  <p:tag name="KSO_WM_UNIT_USESOURCEFORMAT_APPLY" val="0"/>
</p:tagLst>
</file>

<file path=ppt/tags/tag63.xml><?xml version="1.0" encoding="utf-8"?>
<p:tagLst xmlns:a="http://schemas.openxmlformats.org/drawingml/2006/main" xmlns:r="http://schemas.openxmlformats.org/officeDocument/2006/relationships" xmlns:p="http://schemas.openxmlformats.org/presentationml/2006/main">
  <p:tag name="KSO_WM_SLIDE_ID" val="diagram20234376_1"/>
  <p:tag name="KSO_WM_TEMPLATE_SUBCATEGORY" val="0"/>
  <p:tag name="KSO_WM_TEMPLATE_MASTER_TYPE" val="0"/>
  <p:tag name="KSO_WM_TEMPLATE_COLOR_TYPE" val="0"/>
  <p:tag name="KSO_WM_SLIDE_ITEM_CNT" val="2"/>
  <p:tag name="KSO_WM_SLIDE_INDEX" val="1"/>
  <p:tag name="KSO_WM_TAG_VERSION" val="3.0"/>
  <p:tag name="KSO_WM_BEAUTIFY_FLAG" val="#wm#"/>
  <p:tag name="KSO_WM_TEMPLATE_CATEGORY" val="custom"/>
  <p:tag name="KSO_WM_TEMPLATE_INDEX" val="20235971"/>
  <p:tag name="KSO_WM_SLIDE_TYPE" val="text"/>
  <p:tag name="KSO_WM_SLIDE_SUBTYPE" val="diag"/>
  <p:tag name="KSO_WM_SLIDE_SIZE" val="850.5*354.556"/>
  <p:tag name="KSO_WM_SLIDE_POSITION" val="54.7501*115.605"/>
  <p:tag name="KSO_WM_SLIDE_LAYOUT" val="a_l"/>
  <p:tag name="KSO_WM_SLIDE_LAYOUT_CNT" val="1_1"/>
  <p:tag name="KSO_WM_SPECIAL_SOURCE" val="bdnull"/>
  <p:tag name="KSO_WM_DIAGRAM_GROUP_CODE" val="l1-1"/>
  <p:tag name="KSO_WM_SLIDE_DIAGTYPE" val="l"/>
</p:tagLst>
</file>

<file path=ppt/tags/tag6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ID" val="diagram20234376_1*a*1"/>
  <p:tag name="KSO_WM_TEMPLATE_CATEGORY" val="diagram"/>
  <p:tag name="KSO_WM_TEMPLATE_INDEX" val="20234376"/>
  <p:tag name="KSO_WM_UNIT_LAYERLEVEL" val="1"/>
  <p:tag name="KSO_WM_TAG_VERSION" val="3.0"/>
  <p:tag name="KSO_WM_BEAUTIFY_FLAG" val="#wm#"/>
  <p:tag name="KSO_WM_UNIT_ISCONTENTSTITLE" val="0"/>
  <p:tag name="KSO_WM_UNIT_ISNUMDGMTITLE" val="0"/>
  <p:tag name="KSO_WM_UNIT_NOCLEAR" val="0"/>
  <p:tag name="KSO_WM_UNIT_TYPE" val="a"/>
  <p:tag name="KSO_WM_UNIT_INDEX" val="1"/>
  <p:tag name="KSO_WM_UNIT_TEXT_TYPE" val="1"/>
  <p:tag name="KSO_WM_UNIT_PRESET_TEXT" val="单击此处添加标题"/>
  <p:tag name="KSO_WM_UNIT_TEXT_FILL_FORE_SCHEMECOLOR_INDEX" val="15"/>
  <p:tag name="KSO_WM_UNIT_TEXT_FILL_TYPE" val="1"/>
  <p:tag name="KSO_WM_UNIT_USESOURCEFORMAT_APPLY" val="0"/>
</p:tagLst>
</file>

<file path=ppt/tags/tag65.xml><?xml version="1.0" encoding="utf-8"?>
<p:tagLst xmlns:a="http://schemas.openxmlformats.org/drawingml/2006/main" xmlns:r="http://schemas.openxmlformats.org/officeDocument/2006/relationships" xmlns:p="http://schemas.openxmlformats.org/presentationml/2006/main">
  <p:tag name="KSO_WM_SLIDE_ID" val="diagram20234376_1"/>
  <p:tag name="KSO_WM_TEMPLATE_SUBCATEGORY" val="0"/>
  <p:tag name="KSO_WM_TEMPLATE_MASTER_TYPE" val="0"/>
  <p:tag name="KSO_WM_TEMPLATE_COLOR_TYPE" val="0"/>
  <p:tag name="KSO_WM_SLIDE_ITEM_CNT" val="2"/>
  <p:tag name="KSO_WM_SLIDE_INDEX" val="1"/>
  <p:tag name="KSO_WM_TAG_VERSION" val="3.0"/>
  <p:tag name="KSO_WM_BEAUTIFY_FLAG" val="#wm#"/>
  <p:tag name="KSO_WM_TEMPLATE_CATEGORY" val="custom"/>
  <p:tag name="KSO_WM_TEMPLATE_INDEX" val="20235971"/>
  <p:tag name="KSO_WM_SLIDE_TYPE" val="text"/>
  <p:tag name="KSO_WM_SLIDE_SUBTYPE" val="diag"/>
  <p:tag name="KSO_WM_SLIDE_SIZE" val="850.5*354.556"/>
  <p:tag name="KSO_WM_SLIDE_POSITION" val="54.7501*115.605"/>
  <p:tag name="KSO_WM_SLIDE_LAYOUT" val="a_l"/>
  <p:tag name="KSO_WM_SLIDE_LAYOUT_CNT" val="1_1"/>
  <p:tag name="KSO_WM_SPECIAL_SOURCE" val="bdnull"/>
  <p:tag name="KSO_WM_DIAGRAM_GROUP_CODE" val="l1-1"/>
  <p:tag name="KSO_WM_SLIDE_DIAGTYPE" val="l"/>
</p:tagLst>
</file>

<file path=ppt/tags/tag6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ID" val="diagram20234376_1*a*1"/>
  <p:tag name="KSO_WM_TEMPLATE_CATEGORY" val="diagram"/>
  <p:tag name="KSO_WM_TEMPLATE_INDEX" val="20234376"/>
  <p:tag name="KSO_WM_UNIT_LAYERLEVEL" val="1"/>
  <p:tag name="KSO_WM_TAG_VERSION" val="3.0"/>
  <p:tag name="KSO_WM_BEAUTIFY_FLAG" val="#wm#"/>
  <p:tag name="KSO_WM_UNIT_ISCONTENTSTITLE" val="0"/>
  <p:tag name="KSO_WM_UNIT_ISNUMDGMTITLE" val="0"/>
  <p:tag name="KSO_WM_UNIT_NOCLEAR" val="0"/>
  <p:tag name="KSO_WM_UNIT_TYPE" val="a"/>
  <p:tag name="KSO_WM_UNIT_INDEX" val="1"/>
  <p:tag name="KSO_WM_UNIT_TEXT_TYPE" val="1"/>
  <p:tag name="KSO_WM_UNIT_PRESET_TEXT" val="单击此处添加标题"/>
  <p:tag name="KSO_WM_UNIT_TEXT_FILL_FORE_SCHEMECOLOR_INDEX" val="15"/>
  <p:tag name="KSO_WM_UNIT_TEXT_FILL_TYPE" val="1"/>
  <p:tag name="KSO_WM_UNIT_USESOURCEFORMAT_APPLY" val="0"/>
</p:tagLst>
</file>

<file path=ppt/tags/tag67.xml><?xml version="1.0" encoding="utf-8"?>
<p:tagLst xmlns:a="http://schemas.openxmlformats.org/drawingml/2006/main" xmlns:r="http://schemas.openxmlformats.org/officeDocument/2006/relationships" xmlns:p="http://schemas.openxmlformats.org/presentationml/2006/main">
  <p:tag name="KSO_WM_SLIDE_TYPE" val="endPage"/>
  <p:tag name="KSO_WM_TEMPLATE_SUBCATEGORY" val="29"/>
  <p:tag name="KSO_WM_TEMPLATE_COLOR_TYPE" val="0"/>
  <p:tag name="KSO_WM_TAG_VERSION" val="3.0"/>
  <p:tag name="KSO_WM_SLIDE_SUBTYPE" val="pureTxt"/>
  <p:tag name="KSO_WM_SLIDE_ITEM_CNT" val="0"/>
  <p:tag name="KSO_WM_BEAUTIFY_FLAG" val="#wm#"/>
  <p:tag name="KSO_WM_TEMPLATE_INDEX" val="20235971"/>
  <p:tag name="KSO_WM_TEMPLATE_CATEGORY" val="custom"/>
  <p:tag name="KSO_WM_SLIDE_INDEX" val="9"/>
  <p:tag name="KSO_WM_SLIDE_ID" val="custom20235971_9"/>
  <p:tag name="KSO_WM_TEMPLATE_MASTER_TYPE" val="0"/>
  <p:tag name="KSO_WM_SLIDE_LAYOUT" val="a_f"/>
  <p:tag name="KSO_WM_SLIDE_LAYOUT_CNT" val="1_2"/>
</p:tagLst>
</file>

<file path=ppt/theme/theme1.xml><?xml version="1.0" encoding="utf-8"?>
<a:theme xmlns:a="http://schemas.openxmlformats.org/drawingml/2006/main" name="标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教学PPT字体">
      <a:majorFont>
        <a:latin typeface="Times New Roman"/>
        <a:ea typeface="楷体"/>
        <a:cs typeface=""/>
      </a:majorFont>
      <a:minorFont>
        <a:latin typeface="Times New Roman"/>
        <a:ea typeface="楷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320</TotalTime>
  <Words>666</Words>
  <Application>Microsoft Office PowerPoint</Application>
  <PresentationFormat>自定义</PresentationFormat>
  <Paragraphs>44</Paragraphs>
  <Slides>26</Slides>
  <Notes>5</Notes>
  <HiddenSlides>0</HiddenSlides>
  <MMClips>0</MMClips>
  <ScaleCrop>false</ScaleCrop>
  <HeadingPairs>
    <vt:vector size="4" baseType="variant">
      <vt:variant>
        <vt:lpstr>主题</vt:lpstr>
      </vt:variant>
      <vt:variant>
        <vt:i4>1</vt:i4>
      </vt:variant>
      <vt:variant>
        <vt:lpstr>幻灯片标题</vt:lpstr>
      </vt:variant>
      <vt:variant>
        <vt:i4>26</vt:i4>
      </vt:variant>
    </vt:vector>
  </HeadingPairs>
  <TitlesOfParts>
    <vt:vector size="27" baseType="lpstr">
      <vt:lpstr>标题</vt:lpstr>
      <vt:lpstr>人工智能导论   第8章 人工智能应用案例</vt:lpstr>
      <vt:lpstr>幻灯片 2</vt:lpstr>
      <vt:lpstr>8.1 AI技术在故障诊断中 的应用</vt:lpstr>
      <vt:lpstr>8.1.1 AI技术在故障诊断中的应用概述</vt:lpstr>
      <vt:lpstr>8.1.2 案例1：基于支持向量机（SVM） 的轴承故障诊断</vt:lpstr>
      <vt:lpstr>8.1.2 案例1：基于支持向量机（SVM） 的轴承故障诊断</vt:lpstr>
      <vt:lpstr>8.1.3 案例2：基于无量纲特征与神经网络的化工生产风机故障诊断</vt:lpstr>
      <vt:lpstr>8.1.4 案例3：基于人工免疫系统的石化装备故障诊断</vt:lpstr>
      <vt:lpstr>8.1.5 AI 技术在故障诊断中的优势与挑战</vt:lpstr>
      <vt:lpstr>8.2 AI技术在石油勘探 开发中的应用案例</vt:lpstr>
      <vt:lpstr>8.2.1 基于Segnet 深度学习网络的智能河道识别</vt:lpstr>
      <vt:lpstr>8.2.2 基于AI 的智慧油田的管理及实践</vt:lpstr>
      <vt:lpstr>8.2.2 基于AI 的智慧油田的管理及实践</vt:lpstr>
      <vt:lpstr>8.3 AI 在化工与材料领域的应用</vt:lpstr>
      <vt:lpstr>8.3.1 概述</vt:lpstr>
      <vt:lpstr>8.3.2 案例1：AI 在化学合成中应用</vt:lpstr>
      <vt:lpstr>8.3.2 案例1：AI 在化学合成中应用</vt:lpstr>
      <vt:lpstr>8.3.3 案例2：AI 在化工数据采集与处理中的应用</vt:lpstr>
      <vt:lpstr>8.3.4 案例3：AI 在石油化工复杂生产过程建模中应用</vt:lpstr>
      <vt:lpstr>8.3.5 案例4：AI 在石油化工生产过程及供应链优化上的应用</vt:lpstr>
      <vt:lpstr>8.3.6 案例5：AI 在化工安全预测预警方面的应用</vt:lpstr>
      <vt:lpstr>8.3.7 案例6：AI 在化工园区智能化方面的应用</vt:lpstr>
      <vt:lpstr>8.3.8 案例7：ChatGPT 大模型在石油化工领域的应用</vt:lpstr>
      <vt:lpstr>8.3.9 案例8：AI 在智能配色系统中应用</vt:lpstr>
      <vt:lpstr>8.3.10 案例9：AI 在柔性电子材料方面的应用</vt:lpstr>
      <vt:lpstr>幻灯片 26</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空白演示</dc:title>
  <dc:creator>LIUYUHUI</dc:creator>
  <cp:lastModifiedBy>Administrator</cp:lastModifiedBy>
  <cp:revision>342</cp:revision>
  <dcterms:created xsi:type="dcterms:W3CDTF">2019-06-19T02:08:00Z</dcterms:created>
  <dcterms:modified xsi:type="dcterms:W3CDTF">2025-04-25T05:19:12Z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2052-12.1.0.20784</vt:lpwstr>
  </property>
  <property fmtid="{D5CDD505-2E9C-101B-9397-08002B2CF9AE}" pid="3" name="ICV">
    <vt:lpwstr>5CAEA41B0E824852AA1C3ACF072D96DA_11</vt:lpwstr>
  </property>
</Properties>
</file>